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36"/>
  </p:notesMasterIdLst>
  <p:sldIdLst>
    <p:sldId id="256" r:id="rId2"/>
    <p:sldId id="298" r:id="rId3"/>
    <p:sldId id="259" r:id="rId4"/>
    <p:sldId id="264" r:id="rId5"/>
    <p:sldId id="301" r:id="rId6"/>
    <p:sldId id="261" r:id="rId7"/>
    <p:sldId id="266" r:id="rId8"/>
    <p:sldId id="257" r:id="rId9"/>
    <p:sldId id="268" r:id="rId10"/>
    <p:sldId id="260" r:id="rId11"/>
    <p:sldId id="307" r:id="rId12"/>
    <p:sldId id="308" r:id="rId13"/>
    <p:sldId id="309" r:id="rId14"/>
    <p:sldId id="310" r:id="rId15"/>
    <p:sldId id="269" r:id="rId16"/>
    <p:sldId id="311" r:id="rId17"/>
    <p:sldId id="313" r:id="rId18"/>
    <p:sldId id="312" r:id="rId19"/>
    <p:sldId id="314" r:id="rId20"/>
    <p:sldId id="258" r:id="rId21"/>
    <p:sldId id="316" r:id="rId22"/>
    <p:sldId id="317" r:id="rId23"/>
    <p:sldId id="318" r:id="rId24"/>
    <p:sldId id="304" r:id="rId25"/>
    <p:sldId id="319" r:id="rId26"/>
    <p:sldId id="305" r:id="rId27"/>
    <p:sldId id="321" r:id="rId28"/>
    <p:sldId id="322" r:id="rId29"/>
    <p:sldId id="323" r:id="rId30"/>
    <p:sldId id="324" r:id="rId31"/>
    <p:sldId id="325" r:id="rId32"/>
    <p:sldId id="299" r:id="rId33"/>
    <p:sldId id="306" r:id="rId34"/>
    <p:sldId id="297" r:id="rId35"/>
  </p:sldIdLst>
  <p:sldSz cx="9144000" cy="5143500" type="screen16x9"/>
  <p:notesSz cx="6858000" cy="9144000"/>
  <p:embeddedFontLst>
    <p:embeddedFont>
      <p:font typeface="Anaheim" panose="020B0604020202020204" charset="0"/>
      <p:regular r:id="rId37"/>
      <p:bold r:id="rId38"/>
    </p:embeddedFont>
    <p:embeddedFont>
      <p:font typeface="Asap" panose="020B0604020202020204" charset="0"/>
      <p:regular r:id="rId39"/>
      <p:bold r:id="rId40"/>
      <p:italic r:id="rId41"/>
      <p:boldItalic r:id="rId42"/>
    </p:embeddedFont>
    <p:embeddedFont>
      <p:font typeface="Nunito Light" pitchFamily="2" charset="0"/>
      <p:regular r:id="rId43"/>
      <p:italic r:id="rId44"/>
    </p:embeddedFont>
    <p:embeddedFont>
      <p:font typeface="Poppins SemiBold" panose="00000700000000000000"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4335"/>
    <a:srgbClr val="34A853"/>
    <a:srgbClr val="B5F4A4"/>
    <a:srgbClr val="4285F4"/>
    <a:srgbClr val="FBBC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C68CCFC-5F13-43B5-951E-A89E0A077A7C}">
  <a:tblStyle styleId="{0C68CCFC-5F13-43B5-951E-A89E0A077A7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722035E-D0DE-4166-A25A-E0D6BABA37C8}"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autoAdjust="0"/>
    <p:restoredTop sz="94660"/>
  </p:normalViewPr>
  <p:slideViewPr>
    <p:cSldViewPr snapToGrid="0">
      <p:cViewPr varScale="1">
        <p:scale>
          <a:sx n="138" d="100"/>
          <a:sy n="138" d="100"/>
        </p:scale>
        <p:origin x="83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27aa63b0a6e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09" name="Google Shape;309;g27aa63b0a6e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a:extLst>
            <a:ext uri="{FF2B5EF4-FFF2-40B4-BE49-F238E27FC236}">
              <a16:creationId xmlns:a16="http://schemas.microsoft.com/office/drawing/2014/main" id="{105F59FB-6023-B143-F473-6E204A1A41B5}"/>
            </a:ext>
          </a:extLst>
        </p:cNvPr>
        <p:cNvGrpSpPr/>
        <p:nvPr/>
      </p:nvGrpSpPr>
      <p:grpSpPr>
        <a:xfrm>
          <a:off x="0" y="0"/>
          <a:ext cx="0" cy="0"/>
          <a:chOff x="0" y="0"/>
          <a:chExt cx="0" cy="0"/>
        </a:xfrm>
      </p:grpSpPr>
      <p:sp>
        <p:nvSpPr>
          <p:cNvPr id="348" name="Google Shape;348;gd431007ba2_0_208:notes">
            <a:extLst>
              <a:ext uri="{FF2B5EF4-FFF2-40B4-BE49-F238E27FC236}">
                <a16:creationId xmlns:a16="http://schemas.microsoft.com/office/drawing/2014/main" id="{C0B52A0D-893C-74B8-A0F3-459F4CB078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49" name="Google Shape;349;gd431007ba2_0_208:notes">
            <a:extLst>
              <a:ext uri="{FF2B5EF4-FFF2-40B4-BE49-F238E27FC236}">
                <a16:creationId xmlns:a16="http://schemas.microsoft.com/office/drawing/2014/main" id="{74C18FFA-DE94-463F-4398-4DAB45F591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55502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83" name="Google Shape;383;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1910c9cffe2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585" name="Google Shape;585;g1910c9cffe2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a:extLst>
            <a:ext uri="{FF2B5EF4-FFF2-40B4-BE49-F238E27FC236}">
              <a16:creationId xmlns:a16="http://schemas.microsoft.com/office/drawing/2014/main" id="{9213D621-CB38-4F5C-5638-6B9DA9C37153}"/>
            </a:ext>
          </a:extLst>
        </p:cNvPr>
        <p:cNvGrpSpPr/>
        <p:nvPr/>
      </p:nvGrpSpPr>
      <p:grpSpPr>
        <a:xfrm>
          <a:off x="0" y="0"/>
          <a:ext cx="0" cy="0"/>
          <a:chOff x="0" y="0"/>
          <a:chExt cx="0" cy="0"/>
        </a:xfrm>
      </p:grpSpPr>
      <p:sp>
        <p:nvSpPr>
          <p:cNvPr id="617" name="Google Shape;617;g54dda1946d_6_332:notes">
            <a:extLst>
              <a:ext uri="{FF2B5EF4-FFF2-40B4-BE49-F238E27FC236}">
                <a16:creationId xmlns:a16="http://schemas.microsoft.com/office/drawing/2014/main" id="{349E0D50-B774-5399-6B8E-D6041EFDF2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18" name="Google Shape;618;g54dda1946d_6_332:notes">
            <a:extLst>
              <a:ext uri="{FF2B5EF4-FFF2-40B4-BE49-F238E27FC236}">
                <a16:creationId xmlns:a16="http://schemas.microsoft.com/office/drawing/2014/main" id="{7C02D8EF-FF2F-B774-286D-4AE28650C4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9472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43" name="Google Shape;443;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1910c9cffe2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12" name="Google Shape;612;g1910c9cffe2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49" name="Google Shape;349;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59" name="Google Shape;659;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02" name="Google Shape;402;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a:extLst>
            <a:ext uri="{FF2B5EF4-FFF2-40B4-BE49-F238E27FC236}">
              <a16:creationId xmlns:a16="http://schemas.microsoft.com/office/drawing/2014/main" id="{8299591E-14A5-D4B7-AD9B-C9D234E363E5}"/>
            </a:ext>
          </a:extLst>
        </p:cNvPr>
        <p:cNvGrpSpPr/>
        <p:nvPr/>
      </p:nvGrpSpPr>
      <p:grpSpPr>
        <a:xfrm>
          <a:off x="0" y="0"/>
          <a:ext cx="0" cy="0"/>
          <a:chOff x="0" y="0"/>
          <a:chExt cx="0" cy="0"/>
        </a:xfrm>
      </p:grpSpPr>
      <p:sp>
        <p:nvSpPr>
          <p:cNvPr id="658" name="Google Shape;658;g184d99d1a72_0_57:notes">
            <a:extLst>
              <a:ext uri="{FF2B5EF4-FFF2-40B4-BE49-F238E27FC236}">
                <a16:creationId xmlns:a16="http://schemas.microsoft.com/office/drawing/2014/main" id="{38464971-96A3-119D-6B19-4F684F5FE8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59" name="Google Shape;659;g184d99d1a72_0_57:notes">
            <a:extLst>
              <a:ext uri="{FF2B5EF4-FFF2-40B4-BE49-F238E27FC236}">
                <a16:creationId xmlns:a16="http://schemas.microsoft.com/office/drawing/2014/main" id="{B4C1FF97-B325-85ED-0F5A-BBA6D122AD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10294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a:extLst>
            <a:ext uri="{FF2B5EF4-FFF2-40B4-BE49-F238E27FC236}">
              <a16:creationId xmlns:a16="http://schemas.microsoft.com/office/drawing/2014/main" id="{27280D54-593F-E4A5-30D9-C8DF32D16038}"/>
            </a:ext>
          </a:extLst>
        </p:cNvPr>
        <p:cNvGrpSpPr/>
        <p:nvPr/>
      </p:nvGrpSpPr>
      <p:grpSpPr>
        <a:xfrm>
          <a:off x="0" y="0"/>
          <a:ext cx="0" cy="0"/>
          <a:chOff x="0" y="0"/>
          <a:chExt cx="0" cy="0"/>
        </a:xfrm>
      </p:grpSpPr>
      <p:sp>
        <p:nvSpPr>
          <p:cNvPr id="611" name="Google Shape;611;g1910c9cffe2_0_1:notes">
            <a:extLst>
              <a:ext uri="{FF2B5EF4-FFF2-40B4-BE49-F238E27FC236}">
                <a16:creationId xmlns:a16="http://schemas.microsoft.com/office/drawing/2014/main" id="{113CF6A6-037D-C6FD-F3F0-43A661910A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12" name="Google Shape;612;g1910c9cffe2_0_1:notes">
            <a:extLst>
              <a:ext uri="{FF2B5EF4-FFF2-40B4-BE49-F238E27FC236}">
                <a16:creationId xmlns:a16="http://schemas.microsoft.com/office/drawing/2014/main" id="{D1FC18E9-806B-102D-E508-A855BE8471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12373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a:extLst>
            <a:ext uri="{FF2B5EF4-FFF2-40B4-BE49-F238E27FC236}">
              <a16:creationId xmlns:a16="http://schemas.microsoft.com/office/drawing/2014/main" id="{68164F8B-3718-6B3C-D372-41A2D3F27D71}"/>
            </a:ext>
          </a:extLst>
        </p:cNvPr>
        <p:cNvGrpSpPr/>
        <p:nvPr/>
      </p:nvGrpSpPr>
      <p:grpSpPr>
        <a:xfrm>
          <a:off x="0" y="0"/>
          <a:ext cx="0" cy="0"/>
          <a:chOff x="0" y="0"/>
          <a:chExt cx="0" cy="0"/>
        </a:xfrm>
      </p:grpSpPr>
      <p:sp>
        <p:nvSpPr>
          <p:cNvPr id="658" name="Google Shape;658;g184d99d1a72_0_57:notes">
            <a:extLst>
              <a:ext uri="{FF2B5EF4-FFF2-40B4-BE49-F238E27FC236}">
                <a16:creationId xmlns:a16="http://schemas.microsoft.com/office/drawing/2014/main" id="{778421C5-F643-EA29-CA0F-680A735FDF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59" name="Google Shape;659;g184d99d1a72_0_57:notes">
            <a:extLst>
              <a:ext uri="{FF2B5EF4-FFF2-40B4-BE49-F238E27FC236}">
                <a16:creationId xmlns:a16="http://schemas.microsoft.com/office/drawing/2014/main" id="{E2ACA3E4-1298-9FF5-F2BD-E074068FAE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26454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a:extLst>
            <a:ext uri="{FF2B5EF4-FFF2-40B4-BE49-F238E27FC236}">
              <a16:creationId xmlns:a16="http://schemas.microsoft.com/office/drawing/2014/main" id="{6667C3FA-D0B2-1728-6120-12C60A441737}"/>
            </a:ext>
          </a:extLst>
        </p:cNvPr>
        <p:cNvGrpSpPr/>
        <p:nvPr/>
      </p:nvGrpSpPr>
      <p:grpSpPr>
        <a:xfrm>
          <a:off x="0" y="0"/>
          <a:ext cx="0" cy="0"/>
          <a:chOff x="0" y="0"/>
          <a:chExt cx="0" cy="0"/>
        </a:xfrm>
      </p:grpSpPr>
      <p:sp>
        <p:nvSpPr>
          <p:cNvPr id="611" name="Google Shape;611;g1910c9cffe2_0_1:notes">
            <a:extLst>
              <a:ext uri="{FF2B5EF4-FFF2-40B4-BE49-F238E27FC236}">
                <a16:creationId xmlns:a16="http://schemas.microsoft.com/office/drawing/2014/main" id="{0186287A-AC8D-704E-000E-AEF86949E0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12" name="Google Shape;612;g1910c9cffe2_0_1:notes">
            <a:extLst>
              <a:ext uri="{FF2B5EF4-FFF2-40B4-BE49-F238E27FC236}">
                <a16:creationId xmlns:a16="http://schemas.microsoft.com/office/drawing/2014/main" id="{720A75E8-B983-51B1-C9F4-39DCCC02BA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68771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92" name="Google Shape;692;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a:extLst>
            <a:ext uri="{FF2B5EF4-FFF2-40B4-BE49-F238E27FC236}">
              <a16:creationId xmlns:a16="http://schemas.microsoft.com/office/drawing/2014/main" id="{150310B9-5E5F-24A2-5558-E2A4319FA7BB}"/>
            </a:ext>
          </a:extLst>
        </p:cNvPr>
        <p:cNvGrpSpPr/>
        <p:nvPr/>
      </p:nvGrpSpPr>
      <p:grpSpPr>
        <a:xfrm>
          <a:off x="0" y="0"/>
          <a:ext cx="0" cy="0"/>
          <a:chOff x="0" y="0"/>
          <a:chExt cx="0" cy="0"/>
        </a:xfrm>
      </p:grpSpPr>
      <p:sp>
        <p:nvSpPr>
          <p:cNvPr id="611" name="Google Shape;611;g1910c9cffe2_0_1:notes">
            <a:extLst>
              <a:ext uri="{FF2B5EF4-FFF2-40B4-BE49-F238E27FC236}">
                <a16:creationId xmlns:a16="http://schemas.microsoft.com/office/drawing/2014/main" id="{14448430-705E-20BF-1878-7F49E5FE79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12" name="Google Shape;612;g1910c9cffe2_0_1:notes">
            <a:extLst>
              <a:ext uri="{FF2B5EF4-FFF2-40B4-BE49-F238E27FC236}">
                <a16:creationId xmlns:a16="http://schemas.microsoft.com/office/drawing/2014/main" id="{42304962-6A45-263B-6F05-BFAC964E19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3161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a:extLst>
            <a:ext uri="{FF2B5EF4-FFF2-40B4-BE49-F238E27FC236}">
              <a16:creationId xmlns:a16="http://schemas.microsoft.com/office/drawing/2014/main" id="{1D00B16F-C8CE-6404-F6A3-8934A64C350D}"/>
            </a:ext>
          </a:extLst>
        </p:cNvPr>
        <p:cNvGrpSpPr/>
        <p:nvPr/>
      </p:nvGrpSpPr>
      <p:grpSpPr>
        <a:xfrm>
          <a:off x="0" y="0"/>
          <a:ext cx="0" cy="0"/>
          <a:chOff x="0" y="0"/>
          <a:chExt cx="0" cy="0"/>
        </a:xfrm>
      </p:grpSpPr>
      <p:sp>
        <p:nvSpPr>
          <p:cNvPr id="691" name="Google Shape;691;g184d99d1a72_0_2:notes">
            <a:extLst>
              <a:ext uri="{FF2B5EF4-FFF2-40B4-BE49-F238E27FC236}">
                <a16:creationId xmlns:a16="http://schemas.microsoft.com/office/drawing/2014/main" id="{0E864AD3-1FA5-7E26-62A5-E513E5FC9C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92" name="Google Shape;692;g184d99d1a72_0_2:notes">
            <a:extLst>
              <a:ext uri="{FF2B5EF4-FFF2-40B4-BE49-F238E27FC236}">
                <a16:creationId xmlns:a16="http://schemas.microsoft.com/office/drawing/2014/main" id="{D5B06C75-1792-0AE9-0EBF-FC8CE410FF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06370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a:extLst>
            <a:ext uri="{FF2B5EF4-FFF2-40B4-BE49-F238E27FC236}">
              <a16:creationId xmlns:a16="http://schemas.microsoft.com/office/drawing/2014/main" id="{EFB35B5C-ECBB-C05D-7432-A585DB92E132}"/>
            </a:ext>
          </a:extLst>
        </p:cNvPr>
        <p:cNvGrpSpPr/>
        <p:nvPr/>
      </p:nvGrpSpPr>
      <p:grpSpPr>
        <a:xfrm>
          <a:off x="0" y="0"/>
          <a:ext cx="0" cy="0"/>
          <a:chOff x="0" y="0"/>
          <a:chExt cx="0" cy="0"/>
        </a:xfrm>
      </p:grpSpPr>
      <p:sp>
        <p:nvSpPr>
          <p:cNvPr id="611" name="Google Shape;611;g1910c9cffe2_0_1:notes">
            <a:extLst>
              <a:ext uri="{FF2B5EF4-FFF2-40B4-BE49-F238E27FC236}">
                <a16:creationId xmlns:a16="http://schemas.microsoft.com/office/drawing/2014/main" id="{385E2036-421D-82CF-25A2-34D8E21699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12" name="Google Shape;612;g1910c9cffe2_0_1:notes">
            <a:extLst>
              <a:ext uri="{FF2B5EF4-FFF2-40B4-BE49-F238E27FC236}">
                <a16:creationId xmlns:a16="http://schemas.microsoft.com/office/drawing/2014/main" id="{DF480843-A865-9169-6018-0CE3A28E67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59048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A250398B-29C9-614C-C937-4DF2EB5C9BA3}"/>
            </a:ext>
          </a:extLst>
        </p:cNvPr>
        <p:cNvGrpSpPr/>
        <p:nvPr/>
      </p:nvGrpSpPr>
      <p:grpSpPr>
        <a:xfrm>
          <a:off x="0" y="0"/>
          <a:ext cx="0" cy="0"/>
          <a:chOff x="0" y="0"/>
          <a:chExt cx="0" cy="0"/>
        </a:xfrm>
      </p:grpSpPr>
      <p:sp>
        <p:nvSpPr>
          <p:cNvPr id="442" name="Google Shape;442;g54dda1946d_6_308:notes">
            <a:extLst>
              <a:ext uri="{FF2B5EF4-FFF2-40B4-BE49-F238E27FC236}">
                <a16:creationId xmlns:a16="http://schemas.microsoft.com/office/drawing/2014/main" id="{FD08C390-01EB-7A43-0A06-59E98FBDC1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43" name="Google Shape;443;g54dda1946d_6_308:notes">
            <a:extLst>
              <a:ext uri="{FF2B5EF4-FFF2-40B4-BE49-F238E27FC236}">
                <a16:creationId xmlns:a16="http://schemas.microsoft.com/office/drawing/2014/main" id="{CBE7F266-A94B-F7C8-2EDB-3AA10A1B6E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20570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66" name="Google Shape;366;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a:extLst>
            <a:ext uri="{FF2B5EF4-FFF2-40B4-BE49-F238E27FC236}">
              <a16:creationId xmlns:a16="http://schemas.microsoft.com/office/drawing/2014/main" id="{6A180FC8-87F0-B594-C2C8-B4D979DEB564}"/>
            </a:ext>
          </a:extLst>
        </p:cNvPr>
        <p:cNvGrpSpPr/>
        <p:nvPr/>
      </p:nvGrpSpPr>
      <p:grpSpPr>
        <a:xfrm>
          <a:off x="0" y="0"/>
          <a:ext cx="0" cy="0"/>
          <a:chOff x="0" y="0"/>
          <a:chExt cx="0" cy="0"/>
        </a:xfrm>
      </p:grpSpPr>
      <p:sp>
        <p:nvSpPr>
          <p:cNvPr id="611" name="Google Shape;611;g1910c9cffe2_0_1:notes">
            <a:extLst>
              <a:ext uri="{FF2B5EF4-FFF2-40B4-BE49-F238E27FC236}">
                <a16:creationId xmlns:a16="http://schemas.microsoft.com/office/drawing/2014/main" id="{AB914484-BD00-05ED-77AD-95C343DEBF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12" name="Google Shape;612;g1910c9cffe2_0_1:notes">
            <a:extLst>
              <a:ext uri="{FF2B5EF4-FFF2-40B4-BE49-F238E27FC236}">
                <a16:creationId xmlns:a16="http://schemas.microsoft.com/office/drawing/2014/main" id="{F7651597-AE42-47F7-833F-A20C233B7B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54814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a:extLst>
            <a:ext uri="{FF2B5EF4-FFF2-40B4-BE49-F238E27FC236}">
              <a16:creationId xmlns:a16="http://schemas.microsoft.com/office/drawing/2014/main" id="{09F051F6-4237-8362-7517-86EDD91DA7F1}"/>
            </a:ext>
          </a:extLst>
        </p:cNvPr>
        <p:cNvGrpSpPr/>
        <p:nvPr/>
      </p:nvGrpSpPr>
      <p:grpSpPr>
        <a:xfrm>
          <a:off x="0" y="0"/>
          <a:ext cx="0" cy="0"/>
          <a:chOff x="0" y="0"/>
          <a:chExt cx="0" cy="0"/>
        </a:xfrm>
      </p:grpSpPr>
      <p:sp>
        <p:nvSpPr>
          <p:cNvPr id="595" name="Google Shape;595;g1910c9cffe2_0_15:notes">
            <a:extLst>
              <a:ext uri="{FF2B5EF4-FFF2-40B4-BE49-F238E27FC236}">
                <a16:creationId xmlns:a16="http://schemas.microsoft.com/office/drawing/2014/main" id="{3E754F5E-D0A4-AAE0-7A47-0B70E48552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596" name="Google Shape;596;g1910c9cffe2_0_15:notes">
            <a:extLst>
              <a:ext uri="{FF2B5EF4-FFF2-40B4-BE49-F238E27FC236}">
                <a16:creationId xmlns:a16="http://schemas.microsoft.com/office/drawing/2014/main" id="{FF26B658-4759-DBB9-6874-696993DCD3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1278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D283C24A-A1BB-3104-6D61-130CAAAFC9BB}"/>
            </a:ext>
          </a:extLst>
        </p:cNvPr>
        <p:cNvGrpSpPr/>
        <p:nvPr/>
      </p:nvGrpSpPr>
      <p:grpSpPr>
        <a:xfrm>
          <a:off x="0" y="0"/>
          <a:ext cx="0" cy="0"/>
          <a:chOff x="0" y="0"/>
          <a:chExt cx="0" cy="0"/>
        </a:xfrm>
      </p:grpSpPr>
      <p:sp>
        <p:nvSpPr>
          <p:cNvPr id="442" name="Google Shape;442;g54dda1946d_6_308:notes">
            <a:extLst>
              <a:ext uri="{FF2B5EF4-FFF2-40B4-BE49-F238E27FC236}">
                <a16:creationId xmlns:a16="http://schemas.microsoft.com/office/drawing/2014/main" id="{B905DA6A-DAB8-BC7B-0F81-E2E78F779F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43" name="Google Shape;443;g54dda1946d_6_308:notes">
            <a:extLst>
              <a:ext uri="{FF2B5EF4-FFF2-40B4-BE49-F238E27FC236}">
                <a16:creationId xmlns:a16="http://schemas.microsoft.com/office/drawing/2014/main" id="{13F5D38D-2D3B-C90F-EE42-96B41530F3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07667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a:extLst>
            <a:ext uri="{FF2B5EF4-FFF2-40B4-BE49-F238E27FC236}">
              <a16:creationId xmlns:a16="http://schemas.microsoft.com/office/drawing/2014/main" id="{1550D646-2095-1A0C-BB00-7620280B6DC9}"/>
            </a:ext>
          </a:extLst>
        </p:cNvPr>
        <p:cNvGrpSpPr/>
        <p:nvPr/>
      </p:nvGrpSpPr>
      <p:grpSpPr>
        <a:xfrm>
          <a:off x="0" y="0"/>
          <a:ext cx="0" cy="0"/>
          <a:chOff x="0" y="0"/>
          <a:chExt cx="0" cy="0"/>
        </a:xfrm>
      </p:grpSpPr>
      <p:sp>
        <p:nvSpPr>
          <p:cNvPr id="658" name="Google Shape;658;g184d99d1a72_0_57:notes">
            <a:extLst>
              <a:ext uri="{FF2B5EF4-FFF2-40B4-BE49-F238E27FC236}">
                <a16:creationId xmlns:a16="http://schemas.microsoft.com/office/drawing/2014/main" id="{102DBA8B-6FC9-8F5F-995A-54267D0D26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59" name="Google Shape;659;g184d99d1a72_0_57:notes">
            <a:extLst>
              <a:ext uri="{FF2B5EF4-FFF2-40B4-BE49-F238E27FC236}">
                <a16:creationId xmlns:a16="http://schemas.microsoft.com/office/drawing/2014/main" id="{BE7FF199-18EF-81BD-A453-E05A6E8A73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68806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a:extLst>
            <a:ext uri="{FF2B5EF4-FFF2-40B4-BE49-F238E27FC236}">
              <a16:creationId xmlns:a16="http://schemas.microsoft.com/office/drawing/2014/main" id="{17DED43F-79DE-7D8B-643D-18C1F247E2C9}"/>
            </a:ext>
          </a:extLst>
        </p:cNvPr>
        <p:cNvGrpSpPr/>
        <p:nvPr/>
      </p:nvGrpSpPr>
      <p:grpSpPr>
        <a:xfrm>
          <a:off x="0" y="0"/>
          <a:ext cx="0" cy="0"/>
          <a:chOff x="0" y="0"/>
          <a:chExt cx="0" cy="0"/>
        </a:xfrm>
      </p:grpSpPr>
      <p:sp>
        <p:nvSpPr>
          <p:cNvPr id="611" name="Google Shape;611;g1910c9cffe2_0_1:notes">
            <a:extLst>
              <a:ext uri="{FF2B5EF4-FFF2-40B4-BE49-F238E27FC236}">
                <a16:creationId xmlns:a16="http://schemas.microsoft.com/office/drawing/2014/main" id="{B4F0B00E-0C2B-4C9B-5843-46DE5F7DCE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12" name="Google Shape;612;g1910c9cffe2_0_1:notes">
            <a:extLst>
              <a:ext uri="{FF2B5EF4-FFF2-40B4-BE49-F238E27FC236}">
                <a16:creationId xmlns:a16="http://schemas.microsoft.com/office/drawing/2014/main" id="{E48CDB77-ADCA-30BB-5B4F-EAAC195A3D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32221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a:extLst>
            <a:ext uri="{FF2B5EF4-FFF2-40B4-BE49-F238E27FC236}">
              <a16:creationId xmlns:a16="http://schemas.microsoft.com/office/drawing/2014/main" id="{238EA0A0-37BE-80B8-3741-C32C8C5F79D3}"/>
            </a:ext>
          </a:extLst>
        </p:cNvPr>
        <p:cNvGrpSpPr/>
        <p:nvPr/>
      </p:nvGrpSpPr>
      <p:grpSpPr>
        <a:xfrm>
          <a:off x="0" y="0"/>
          <a:ext cx="0" cy="0"/>
          <a:chOff x="0" y="0"/>
          <a:chExt cx="0" cy="0"/>
        </a:xfrm>
      </p:grpSpPr>
      <p:sp>
        <p:nvSpPr>
          <p:cNvPr id="401" name="Google Shape;401;g184d99d1a72_0_15:notes">
            <a:extLst>
              <a:ext uri="{FF2B5EF4-FFF2-40B4-BE49-F238E27FC236}">
                <a16:creationId xmlns:a16="http://schemas.microsoft.com/office/drawing/2014/main" id="{C71E967B-8905-259C-0B49-487DEB1C8C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02" name="Google Shape;402;g184d99d1a72_0_15:notes">
            <a:extLst>
              <a:ext uri="{FF2B5EF4-FFF2-40B4-BE49-F238E27FC236}">
                <a16:creationId xmlns:a16="http://schemas.microsoft.com/office/drawing/2014/main" id="{8DEF92ED-BD4F-31BC-DB42-8ABD3AE261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43265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a:extLst>
            <a:ext uri="{FF2B5EF4-FFF2-40B4-BE49-F238E27FC236}">
              <a16:creationId xmlns:a16="http://schemas.microsoft.com/office/drawing/2014/main" id="{F242EFCF-8E77-9E9D-0571-5210DA713A0A}"/>
            </a:ext>
          </a:extLst>
        </p:cNvPr>
        <p:cNvGrpSpPr/>
        <p:nvPr/>
      </p:nvGrpSpPr>
      <p:grpSpPr>
        <a:xfrm>
          <a:off x="0" y="0"/>
          <a:ext cx="0" cy="0"/>
          <a:chOff x="0" y="0"/>
          <a:chExt cx="0" cy="0"/>
        </a:xfrm>
      </p:grpSpPr>
      <p:sp>
        <p:nvSpPr>
          <p:cNvPr id="611" name="Google Shape;611;g1910c9cffe2_0_1:notes">
            <a:extLst>
              <a:ext uri="{FF2B5EF4-FFF2-40B4-BE49-F238E27FC236}">
                <a16:creationId xmlns:a16="http://schemas.microsoft.com/office/drawing/2014/main" id="{53F5CD5D-9407-470B-06F9-D60A895EAB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12" name="Google Shape;612;g1910c9cffe2_0_1:notes">
            <a:extLst>
              <a:ext uri="{FF2B5EF4-FFF2-40B4-BE49-F238E27FC236}">
                <a16:creationId xmlns:a16="http://schemas.microsoft.com/office/drawing/2014/main" id="{783054C3-7298-DDEE-7EC6-59015894A7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20441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0DE6B729-C520-AE67-15BB-5D8CBCD0D871}"/>
            </a:ext>
          </a:extLst>
        </p:cNvPr>
        <p:cNvGrpSpPr/>
        <p:nvPr/>
      </p:nvGrpSpPr>
      <p:grpSpPr>
        <a:xfrm>
          <a:off x="0" y="0"/>
          <a:ext cx="0" cy="0"/>
          <a:chOff x="0" y="0"/>
          <a:chExt cx="0" cy="0"/>
        </a:xfrm>
      </p:grpSpPr>
      <p:sp>
        <p:nvSpPr>
          <p:cNvPr id="442" name="Google Shape;442;g54dda1946d_6_308:notes">
            <a:extLst>
              <a:ext uri="{FF2B5EF4-FFF2-40B4-BE49-F238E27FC236}">
                <a16:creationId xmlns:a16="http://schemas.microsoft.com/office/drawing/2014/main" id="{57672DB8-4838-8651-A52F-2819482E64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43" name="Google Shape;443;g54dda1946d_6_308:notes">
            <a:extLst>
              <a:ext uri="{FF2B5EF4-FFF2-40B4-BE49-F238E27FC236}">
                <a16:creationId xmlns:a16="http://schemas.microsoft.com/office/drawing/2014/main" id="{5D810862-5840-AB52-0DD6-83D29F76F0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06883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a:extLst>
            <a:ext uri="{FF2B5EF4-FFF2-40B4-BE49-F238E27FC236}">
              <a16:creationId xmlns:a16="http://schemas.microsoft.com/office/drawing/2014/main" id="{29313032-9719-5F56-86A0-B413499B1616}"/>
            </a:ext>
          </a:extLst>
        </p:cNvPr>
        <p:cNvGrpSpPr/>
        <p:nvPr/>
      </p:nvGrpSpPr>
      <p:grpSpPr>
        <a:xfrm>
          <a:off x="0" y="0"/>
          <a:ext cx="0" cy="0"/>
          <a:chOff x="0" y="0"/>
          <a:chExt cx="0" cy="0"/>
        </a:xfrm>
      </p:grpSpPr>
      <p:sp>
        <p:nvSpPr>
          <p:cNvPr id="348" name="Google Shape;348;gd431007ba2_0_208:notes">
            <a:extLst>
              <a:ext uri="{FF2B5EF4-FFF2-40B4-BE49-F238E27FC236}">
                <a16:creationId xmlns:a16="http://schemas.microsoft.com/office/drawing/2014/main" id="{099DFC55-1673-47EF-07FF-1DF3A045B0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49" name="Google Shape;349;gd431007ba2_0_208:notes">
            <a:extLst>
              <a:ext uri="{FF2B5EF4-FFF2-40B4-BE49-F238E27FC236}">
                <a16:creationId xmlns:a16="http://schemas.microsoft.com/office/drawing/2014/main" id="{37F775EC-D3BC-4056-A7CE-3DE3125B2B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25700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6CC88028-31FD-D747-BE5A-902D26D2A3B5}"/>
            </a:ext>
          </a:extLst>
        </p:cNvPr>
        <p:cNvGrpSpPr/>
        <p:nvPr/>
      </p:nvGrpSpPr>
      <p:grpSpPr>
        <a:xfrm>
          <a:off x="0" y="0"/>
          <a:ext cx="0" cy="0"/>
          <a:chOff x="0" y="0"/>
          <a:chExt cx="0" cy="0"/>
        </a:xfrm>
      </p:grpSpPr>
      <p:sp>
        <p:nvSpPr>
          <p:cNvPr id="442" name="Google Shape;442;g54dda1946d_6_308:notes">
            <a:extLst>
              <a:ext uri="{FF2B5EF4-FFF2-40B4-BE49-F238E27FC236}">
                <a16:creationId xmlns:a16="http://schemas.microsoft.com/office/drawing/2014/main" id="{9200B083-8564-110E-9D04-B966742102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443" name="Google Shape;443;g54dda1946d_6_308:notes">
            <a:extLst>
              <a:ext uri="{FF2B5EF4-FFF2-40B4-BE49-F238E27FC236}">
                <a16:creationId xmlns:a16="http://schemas.microsoft.com/office/drawing/2014/main" id="{1C7C4378-BAC4-EC28-A5ED-9513664210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96717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a:extLst>
            <a:ext uri="{FF2B5EF4-FFF2-40B4-BE49-F238E27FC236}">
              <a16:creationId xmlns:a16="http://schemas.microsoft.com/office/drawing/2014/main" id="{D941B74B-3826-5763-0473-445CDD70E0A3}"/>
            </a:ext>
          </a:extLst>
        </p:cNvPr>
        <p:cNvGrpSpPr/>
        <p:nvPr/>
      </p:nvGrpSpPr>
      <p:grpSpPr>
        <a:xfrm>
          <a:off x="0" y="0"/>
          <a:ext cx="0" cy="0"/>
          <a:chOff x="0" y="0"/>
          <a:chExt cx="0" cy="0"/>
        </a:xfrm>
      </p:grpSpPr>
      <p:sp>
        <p:nvSpPr>
          <p:cNvPr id="611" name="Google Shape;611;g1910c9cffe2_0_1:notes">
            <a:extLst>
              <a:ext uri="{FF2B5EF4-FFF2-40B4-BE49-F238E27FC236}">
                <a16:creationId xmlns:a16="http://schemas.microsoft.com/office/drawing/2014/main" id="{732DC7EC-B1B3-131D-3E03-3006690421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12" name="Google Shape;612;g1910c9cffe2_0_1:notes">
            <a:extLst>
              <a:ext uri="{FF2B5EF4-FFF2-40B4-BE49-F238E27FC236}">
                <a16:creationId xmlns:a16="http://schemas.microsoft.com/office/drawing/2014/main" id="{FAD776A8-61FD-0C15-D448-0ECFA06158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79480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a:extLst>
            <a:ext uri="{FF2B5EF4-FFF2-40B4-BE49-F238E27FC236}">
              <a16:creationId xmlns:a16="http://schemas.microsoft.com/office/drawing/2014/main" id="{B033A868-AE16-75FE-F707-5E943AEB73CB}"/>
            </a:ext>
          </a:extLst>
        </p:cNvPr>
        <p:cNvGrpSpPr/>
        <p:nvPr/>
      </p:nvGrpSpPr>
      <p:grpSpPr>
        <a:xfrm>
          <a:off x="0" y="0"/>
          <a:ext cx="0" cy="0"/>
          <a:chOff x="0" y="0"/>
          <a:chExt cx="0" cy="0"/>
        </a:xfrm>
      </p:grpSpPr>
      <p:sp>
        <p:nvSpPr>
          <p:cNvPr id="382" name="Google Shape;382;g54dda1946d_6_322:notes">
            <a:extLst>
              <a:ext uri="{FF2B5EF4-FFF2-40B4-BE49-F238E27FC236}">
                <a16:creationId xmlns:a16="http://schemas.microsoft.com/office/drawing/2014/main" id="{02180FA8-5A26-B511-F2C3-2FDD76D272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383" name="Google Shape;383;g54dda1946d_6_322:notes">
            <a:extLst>
              <a:ext uri="{FF2B5EF4-FFF2-40B4-BE49-F238E27FC236}">
                <a16:creationId xmlns:a16="http://schemas.microsoft.com/office/drawing/2014/main" id="{8A625115-D138-240C-3A76-2249902697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70042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a:extLst>
            <a:ext uri="{FF2B5EF4-FFF2-40B4-BE49-F238E27FC236}">
              <a16:creationId xmlns:a16="http://schemas.microsoft.com/office/drawing/2014/main" id="{70CAC49A-C1EC-0CE6-E8B8-00978F717BD9}"/>
            </a:ext>
          </a:extLst>
        </p:cNvPr>
        <p:cNvGrpSpPr/>
        <p:nvPr/>
      </p:nvGrpSpPr>
      <p:grpSpPr>
        <a:xfrm>
          <a:off x="0" y="0"/>
          <a:ext cx="0" cy="0"/>
          <a:chOff x="0" y="0"/>
          <a:chExt cx="0" cy="0"/>
        </a:xfrm>
      </p:grpSpPr>
      <p:sp>
        <p:nvSpPr>
          <p:cNvPr id="658" name="Google Shape;658;g184d99d1a72_0_57:notes">
            <a:extLst>
              <a:ext uri="{FF2B5EF4-FFF2-40B4-BE49-F238E27FC236}">
                <a16:creationId xmlns:a16="http://schemas.microsoft.com/office/drawing/2014/main" id="{B23F5382-9EAD-151A-8C5D-A8496D3FCF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659" name="Google Shape;659;g184d99d1a72_0_57:notes">
            <a:extLst>
              <a:ext uri="{FF2B5EF4-FFF2-40B4-BE49-F238E27FC236}">
                <a16:creationId xmlns:a16="http://schemas.microsoft.com/office/drawing/2014/main" id="{D1C212A4-5CBC-EC68-B5ED-92EFE0E11F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37230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371600" y="1361313"/>
            <a:ext cx="6400800" cy="1645800"/>
          </a:xfrm>
          <a:prstGeom prst="rect">
            <a:avLst/>
          </a:prstGeom>
          <a:noFill/>
        </p:spPr>
        <p:txBody>
          <a:bodyPr spcFirstLastPara="1" wrap="square" lIns="91425" tIns="91425" rIns="91425" bIns="91425" anchor="t" anchorCtr="0">
            <a:noAutofit/>
          </a:bodyPr>
          <a:lstStyle>
            <a:lvl1pPr lvl="0" algn="ctr">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286000" y="3370587"/>
            <a:ext cx="4572000" cy="411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182850" y="180600"/>
            <a:ext cx="8778300" cy="4782300"/>
            <a:chOff x="182850" y="180600"/>
            <a:chExt cx="8778300" cy="4782300"/>
          </a:xfrm>
        </p:grpSpPr>
        <p:grpSp>
          <p:nvGrpSpPr>
            <p:cNvPr id="12" name="Google Shape;12;p2"/>
            <p:cNvGrpSpPr/>
            <p:nvPr/>
          </p:nvGrpSpPr>
          <p:grpSpPr>
            <a:xfrm>
              <a:off x="182850" y="180600"/>
              <a:ext cx="8778300" cy="4782300"/>
              <a:chOff x="182850" y="180600"/>
              <a:chExt cx="8778300" cy="4782300"/>
            </a:xfrm>
          </p:grpSpPr>
          <p:sp>
            <p:nvSpPr>
              <p:cNvPr id="13" name="Google Shape;13;p2"/>
              <p:cNvSpPr/>
              <p:nvPr/>
            </p:nvSpPr>
            <p:spPr>
              <a:xfrm>
                <a:off x="182850" y="180600"/>
                <a:ext cx="8778300" cy="478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cxnSp>
            <p:nvCxnSpPr>
              <p:cNvPr id="14" name="Google Shape;14;p2"/>
              <p:cNvCxnSpPr/>
              <p:nvPr/>
            </p:nvCxnSpPr>
            <p:spPr>
              <a:xfrm>
                <a:off x="182850" y="454800"/>
                <a:ext cx="8778300" cy="0"/>
              </a:xfrm>
              <a:prstGeom prst="straightConnector1">
                <a:avLst/>
              </a:prstGeom>
              <a:noFill/>
              <a:ln w="9525" cap="flat" cmpd="sng">
                <a:solidFill>
                  <a:schemeClr val="dk1"/>
                </a:solidFill>
                <a:prstDash val="solid"/>
                <a:round/>
                <a:headEnd type="none" w="med" len="med"/>
                <a:tailEnd type="none" w="med" len="med"/>
              </a:ln>
            </p:spPr>
          </p:cxnSp>
        </p:grpSp>
        <p:sp>
          <p:nvSpPr>
            <p:cNvPr id="15" name="Google Shape;15;p2"/>
            <p:cNvSpPr/>
            <p:nvPr/>
          </p:nvSpPr>
          <p:spPr>
            <a:xfrm>
              <a:off x="5941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6" name="Google Shape;16;p2"/>
            <p:cNvSpPr/>
            <p:nvPr/>
          </p:nvSpPr>
          <p:spPr>
            <a:xfrm>
              <a:off x="8683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7" name="Google Shape;17;p2"/>
            <p:cNvSpPr/>
            <p:nvPr/>
          </p:nvSpPr>
          <p:spPr>
            <a:xfrm>
              <a:off x="3199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3633225" y="2755758"/>
            <a:ext cx="4572000" cy="9144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0" name="Google Shape;20;p3"/>
          <p:cNvSpPr txBox="1">
            <a:spLocks noGrp="1"/>
          </p:cNvSpPr>
          <p:nvPr>
            <p:ph type="title" idx="2" hasCustomPrompt="1"/>
          </p:nvPr>
        </p:nvSpPr>
        <p:spPr>
          <a:xfrm>
            <a:off x="5324925" y="1380744"/>
            <a:ext cx="1188600" cy="1188600"/>
          </a:xfrm>
          <a:prstGeom prst="rect">
            <a:avLst/>
          </a:pr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1" name="Google Shape;21;p3"/>
          <p:cNvSpPr>
            <a:spLocks noGrp="1"/>
          </p:cNvSpPr>
          <p:nvPr>
            <p:ph type="pic" idx="3"/>
          </p:nvPr>
        </p:nvSpPr>
        <p:spPr>
          <a:xfrm>
            <a:off x="713225" y="763625"/>
            <a:ext cx="2328600" cy="3840600"/>
          </a:xfrm>
          <a:prstGeom prst="rect">
            <a:avLst/>
          </a:prstGeom>
          <a:noFill/>
          <a:ln w="9525" cap="flat" cmpd="sng">
            <a:solidFill>
              <a:schemeClr val="dk1"/>
            </a:solidFill>
            <a:prstDash val="solid"/>
            <a:round/>
            <a:headEnd type="none" w="sm" len="sm"/>
            <a:tailEnd type="none" w="sm" len="sm"/>
          </a:ln>
        </p:spPr>
        <p:txBody>
          <a:bodyPr/>
          <a:lstStyle/>
          <a:p>
            <a:endParaRPr lang="en-IN"/>
          </a:p>
        </p:txBody>
      </p:sp>
      <p:grpSp>
        <p:nvGrpSpPr>
          <p:cNvPr id="22" name="Google Shape;22;p3"/>
          <p:cNvGrpSpPr/>
          <p:nvPr/>
        </p:nvGrpSpPr>
        <p:grpSpPr>
          <a:xfrm>
            <a:off x="182850" y="180600"/>
            <a:ext cx="8778300" cy="4782300"/>
            <a:chOff x="182850" y="180600"/>
            <a:chExt cx="8778300" cy="4782300"/>
          </a:xfrm>
        </p:grpSpPr>
        <p:grpSp>
          <p:nvGrpSpPr>
            <p:cNvPr id="23" name="Google Shape;23;p3"/>
            <p:cNvGrpSpPr/>
            <p:nvPr/>
          </p:nvGrpSpPr>
          <p:grpSpPr>
            <a:xfrm>
              <a:off x="182850" y="180600"/>
              <a:ext cx="8778300" cy="4782300"/>
              <a:chOff x="182850" y="180600"/>
              <a:chExt cx="8778300" cy="4782300"/>
            </a:xfrm>
          </p:grpSpPr>
          <p:sp>
            <p:nvSpPr>
              <p:cNvPr id="24" name="Google Shape;24;p3"/>
              <p:cNvSpPr/>
              <p:nvPr/>
            </p:nvSpPr>
            <p:spPr>
              <a:xfrm>
                <a:off x="182850" y="180600"/>
                <a:ext cx="8778300" cy="478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cxnSp>
            <p:nvCxnSpPr>
              <p:cNvPr id="25" name="Google Shape;25;p3"/>
              <p:cNvCxnSpPr/>
              <p:nvPr/>
            </p:nvCxnSpPr>
            <p:spPr>
              <a:xfrm>
                <a:off x="182850" y="454800"/>
                <a:ext cx="8778300" cy="0"/>
              </a:xfrm>
              <a:prstGeom prst="straightConnector1">
                <a:avLst/>
              </a:prstGeom>
              <a:noFill/>
              <a:ln w="9525" cap="flat" cmpd="sng">
                <a:solidFill>
                  <a:schemeClr val="dk1"/>
                </a:solidFill>
                <a:prstDash val="solid"/>
                <a:round/>
                <a:headEnd type="none" w="med" len="med"/>
                <a:tailEnd type="none" w="med" len="med"/>
              </a:ln>
            </p:spPr>
          </p:cxnSp>
        </p:grpSp>
        <p:sp>
          <p:nvSpPr>
            <p:cNvPr id="26" name="Google Shape;26;p3"/>
            <p:cNvSpPr/>
            <p:nvPr/>
          </p:nvSpPr>
          <p:spPr>
            <a:xfrm>
              <a:off x="5941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27" name="Google Shape;27;p3"/>
            <p:cNvSpPr/>
            <p:nvPr/>
          </p:nvSpPr>
          <p:spPr>
            <a:xfrm>
              <a:off x="8683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28" name="Google Shape;28;p3"/>
            <p:cNvSpPr/>
            <p:nvPr/>
          </p:nvSpPr>
          <p:spPr>
            <a:xfrm>
              <a:off x="3199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9"/>
        <p:cNvGrpSpPr/>
        <p:nvPr/>
      </p:nvGrpSpPr>
      <p:grpSpPr>
        <a:xfrm>
          <a:off x="0" y="0"/>
          <a:ext cx="0" cy="0"/>
          <a:chOff x="0" y="0"/>
          <a:chExt cx="0" cy="0"/>
        </a:xfrm>
      </p:grpSpPr>
      <p:grpSp>
        <p:nvGrpSpPr>
          <p:cNvPr id="30" name="Google Shape;30;p4"/>
          <p:cNvGrpSpPr/>
          <p:nvPr/>
        </p:nvGrpSpPr>
        <p:grpSpPr>
          <a:xfrm>
            <a:off x="182850" y="180600"/>
            <a:ext cx="8778300" cy="4782300"/>
            <a:chOff x="182850" y="180600"/>
            <a:chExt cx="8778300" cy="4782300"/>
          </a:xfrm>
        </p:grpSpPr>
        <p:grpSp>
          <p:nvGrpSpPr>
            <p:cNvPr id="31" name="Google Shape;31;p4"/>
            <p:cNvGrpSpPr/>
            <p:nvPr/>
          </p:nvGrpSpPr>
          <p:grpSpPr>
            <a:xfrm>
              <a:off x="182850" y="180600"/>
              <a:ext cx="8778300" cy="4782300"/>
              <a:chOff x="182850" y="180600"/>
              <a:chExt cx="8778300" cy="4782300"/>
            </a:xfrm>
          </p:grpSpPr>
          <p:sp>
            <p:nvSpPr>
              <p:cNvPr id="32" name="Google Shape;32;p4"/>
              <p:cNvSpPr/>
              <p:nvPr/>
            </p:nvSpPr>
            <p:spPr>
              <a:xfrm>
                <a:off x="182850" y="180600"/>
                <a:ext cx="8778300" cy="478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cxnSp>
            <p:nvCxnSpPr>
              <p:cNvPr id="33" name="Google Shape;33;p4"/>
              <p:cNvCxnSpPr/>
              <p:nvPr/>
            </p:nvCxnSpPr>
            <p:spPr>
              <a:xfrm>
                <a:off x="182850" y="454800"/>
                <a:ext cx="8778300" cy="0"/>
              </a:xfrm>
              <a:prstGeom prst="straightConnector1">
                <a:avLst/>
              </a:prstGeom>
              <a:noFill/>
              <a:ln w="9525" cap="flat" cmpd="sng">
                <a:solidFill>
                  <a:schemeClr val="dk1"/>
                </a:solidFill>
                <a:prstDash val="solid"/>
                <a:round/>
                <a:headEnd type="none" w="med" len="med"/>
                <a:tailEnd type="none" w="med" len="med"/>
              </a:ln>
            </p:spPr>
          </p:cxnSp>
        </p:grpSp>
        <p:sp>
          <p:nvSpPr>
            <p:cNvPr id="34" name="Google Shape;34;p4"/>
            <p:cNvSpPr/>
            <p:nvPr/>
          </p:nvSpPr>
          <p:spPr>
            <a:xfrm>
              <a:off x="5941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35" name="Google Shape;35;p4"/>
            <p:cNvSpPr/>
            <p:nvPr/>
          </p:nvSpPr>
          <p:spPr>
            <a:xfrm>
              <a:off x="8683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36" name="Google Shape;36;p4"/>
            <p:cNvSpPr/>
            <p:nvPr/>
          </p:nvSpPr>
          <p:spPr>
            <a:xfrm>
              <a:off x="3199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sp>
        <p:nvSpPr>
          <p:cNvPr id="37" name="Google Shape;37;p4"/>
          <p:cNvSpPr txBox="1">
            <a:spLocks noGrp="1"/>
          </p:cNvSpPr>
          <p:nvPr>
            <p:ph type="title"/>
          </p:nvPr>
        </p:nvSpPr>
        <p:spPr>
          <a:xfrm>
            <a:off x="713225" y="539500"/>
            <a:ext cx="7717500" cy="64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8" name="Google Shape;38;p4"/>
          <p:cNvSpPr txBox="1">
            <a:spLocks noGrp="1"/>
          </p:cNvSpPr>
          <p:nvPr>
            <p:ph type="body" idx="1"/>
          </p:nvPr>
        </p:nvSpPr>
        <p:spPr>
          <a:xfrm>
            <a:off x="713225" y="1362456"/>
            <a:ext cx="7717500" cy="365700"/>
          </a:xfrm>
          <a:prstGeom prst="rect">
            <a:avLst/>
          </a:prstGeom>
        </p:spPr>
        <p:txBody>
          <a:bodyPr spcFirstLastPara="1" wrap="square" lIns="91425" tIns="91425" rIns="91425" bIns="91425" anchor="t" anchorCtr="0">
            <a:noAutofit/>
          </a:bodyPr>
          <a:lstStyle>
            <a:lvl1pPr marL="457200" lvl="0" indent="-304800" algn="ctr"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9"/>
        <p:cNvGrpSpPr/>
        <p:nvPr/>
      </p:nvGrpSpPr>
      <p:grpSpPr>
        <a:xfrm>
          <a:off x="0" y="0"/>
          <a:ext cx="0" cy="0"/>
          <a:chOff x="0" y="0"/>
          <a:chExt cx="0" cy="0"/>
        </a:xfrm>
      </p:grpSpPr>
      <p:grpSp>
        <p:nvGrpSpPr>
          <p:cNvPr id="40" name="Google Shape;40;p5"/>
          <p:cNvGrpSpPr/>
          <p:nvPr/>
        </p:nvGrpSpPr>
        <p:grpSpPr>
          <a:xfrm>
            <a:off x="182850" y="180600"/>
            <a:ext cx="8778300" cy="4782300"/>
            <a:chOff x="182850" y="180600"/>
            <a:chExt cx="8778300" cy="4782300"/>
          </a:xfrm>
        </p:grpSpPr>
        <p:grpSp>
          <p:nvGrpSpPr>
            <p:cNvPr id="41" name="Google Shape;41;p5"/>
            <p:cNvGrpSpPr/>
            <p:nvPr/>
          </p:nvGrpSpPr>
          <p:grpSpPr>
            <a:xfrm>
              <a:off x="182850" y="180600"/>
              <a:ext cx="8778300" cy="4782300"/>
              <a:chOff x="182850" y="180600"/>
              <a:chExt cx="8778300" cy="4782300"/>
            </a:xfrm>
          </p:grpSpPr>
          <p:sp>
            <p:nvSpPr>
              <p:cNvPr id="42" name="Google Shape;42;p5"/>
              <p:cNvSpPr/>
              <p:nvPr/>
            </p:nvSpPr>
            <p:spPr>
              <a:xfrm>
                <a:off x="182850" y="180600"/>
                <a:ext cx="8778300" cy="478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cxnSp>
            <p:nvCxnSpPr>
              <p:cNvPr id="43" name="Google Shape;43;p5"/>
              <p:cNvCxnSpPr/>
              <p:nvPr/>
            </p:nvCxnSpPr>
            <p:spPr>
              <a:xfrm>
                <a:off x="182850" y="454800"/>
                <a:ext cx="8778300" cy="0"/>
              </a:xfrm>
              <a:prstGeom prst="straightConnector1">
                <a:avLst/>
              </a:prstGeom>
              <a:noFill/>
              <a:ln w="9525" cap="flat" cmpd="sng">
                <a:solidFill>
                  <a:schemeClr val="dk1"/>
                </a:solidFill>
                <a:prstDash val="solid"/>
                <a:round/>
                <a:headEnd type="none" w="med" len="med"/>
                <a:tailEnd type="none" w="med" len="med"/>
              </a:ln>
            </p:spPr>
          </p:cxnSp>
        </p:grpSp>
        <p:sp>
          <p:nvSpPr>
            <p:cNvPr id="44" name="Google Shape;44;p5"/>
            <p:cNvSpPr/>
            <p:nvPr/>
          </p:nvSpPr>
          <p:spPr>
            <a:xfrm>
              <a:off x="5941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5" name="Google Shape;45;p5"/>
            <p:cNvSpPr/>
            <p:nvPr/>
          </p:nvSpPr>
          <p:spPr>
            <a:xfrm>
              <a:off x="8683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6" name="Google Shape;46;p5"/>
            <p:cNvSpPr/>
            <p:nvPr/>
          </p:nvSpPr>
          <p:spPr>
            <a:xfrm>
              <a:off x="3199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sp>
        <p:nvSpPr>
          <p:cNvPr id="47" name="Google Shape;47;p5"/>
          <p:cNvSpPr txBox="1">
            <a:spLocks noGrp="1"/>
          </p:cNvSpPr>
          <p:nvPr>
            <p:ph type="title"/>
          </p:nvPr>
        </p:nvSpPr>
        <p:spPr>
          <a:xfrm>
            <a:off x="713225" y="539500"/>
            <a:ext cx="7717500" cy="64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8" name="Google Shape;48;p5"/>
          <p:cNvSpPr txBox="1">
            <a:spLocks noGrp="1"/>
          </p:cNvSpPr>
          <p:nvPr>
            <p:ph type="subTitle" idx="1"/>
          </p:nvPr>
        </p:nvSpPr>
        <p:spPr>
          <a:xfrm>
            <a:off x="4751479" y="3028950"/>
            <a:ext cx="3291900" cy="128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9" name="Google Shape;49;p5"/>
          <p:cNvSpPr txBox="1">
            <a:spLocks noGrp="1"/>
          </p:cNvSpPr>
          <p:nvPr>
            <p:ph type="subTitle" idx="2"/>
          </p:nvPr>
        </p:nvSpPr>
        <p:spPr>
          <a:xfrm>
            <a:off x="1100525" y="3028950"/>
            <a:ext cx="3291900" cy="128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50" name="Google Shape;50;p5"/>
          <p:cNvSpPr txBox="1">
            <a:spLocks noGrp="1"/>
          </p:cNvSpPr>
          <p:nvPr>
            <p:ph type="subTitle" idx="3"/>
          </p:nvPr>
        </p:nvSpPr>
        <p:spPr>
          <a:xfrm>
            <a:off x="1100525" y="2571757"/>
            <a:ext cx="32919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SemiBold"/>
              <a:buNone/>
              <a:defRPr sz="1800">
                <a:solidFill>
                  <a:schemeClr val="dk1"/>
                </a:solidFill>
                <a:latin typeface="Poppins SemiBold"/>
                <a:ea typeface="Poppins SemiBold"/>
                <a:cs typeface="Poppins SemiBold"/>
                <a:sym typeface="Poppins SemiBold"/>
              </a:defRPr>
            </a:lvl1pPr>
            <a:lvl2pPr lvl="1"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sp>
        <p:nvSpPr>
          <p:cNvPr id="51" name="Google Shape;51;p5"/>
          <p:cNvSpPr txBox="1">
            <a:spLocks noGrp="1"/>
          </p:cNvSpPr>
          <p:nvPr>
            <p:ph type="subTitle" idx="4"/>
          </p:nvPr>
        </p:nvSpPr>
        <p:spPr>
          <a:xfrm>
            <a:off x="4751479" y="2571757"/>
            <a:ext cx="32919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SemiBold"/>
              <a:buNone/>
              <a:defRPr sz="1800">
                <a:solidFill>
                  <a:schemeClr val="dk1"/>
                </a:solidFill>
                <a:latin typeface="Poppins SemiBold"/>
                <a:ea typeface="Poppins SemiBold"/>
                <a:cs typeface="Poppins SemiBold"/>
                <a:sym typeface="Poppins SemiBold"/>
              </a:defRPr>
            </a:lvl1pPr>
            <a:lvl2pPr lvl="1"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grpSp>
        <p:nvGrpSpPr>
          <p:cNvPr id="52" name="Google Shape;52;p5"/>
          <p:cNvGrpSpPr/>
          <p:nvPr/>
        </p:nvGrpSpPr>
        <p:grpSpPr>
          <a:xfrm>
            <a:off x="408415" y="673371"/>
            <a:ext cx="8250901" cy="1898374"/>
            <a:chOff x="408415" y="673371"/>
            <a:chExt cx="8250901" cy="1898374"/>
          </a:xfrm>
        </p:grpSpPr>
        <p:grpSp>
          <p:nvGrpSpPr>
            <p:cNvPr id="53" name="Google Shape;53;p5"/>
            <p:cNvGrpSpPr/>
            <p:nvPr/>
          </p:nvGrpSpPr>
          <p:grpSpPr>
            <a:xfrm>
              <a:off x="8202115" y="673371"/>
              <a:ext cx="457201" cy="1426463"/>
              <a:chOff x="8321040" y="3355848"/>
              <a:chExt cx="457201" cy="1426463"/>
            </a:xfrm>
          </p:grpSpPr>
          <p:pic>
            <p:nvPicPr>
              <p:cNvPr id="54" name="Google Shape;54;p5"/>
              <p:cNvPicPr preferRelativeResize="0"/>
              <p:nvPr/>
            </p:nvPicPr>
            <p:blipFill>
              <a:blip r:embed="rId2">
                <a:alphaModFix/>
              </a:blip>
              <a:stretch>
                <a:fillRect/>
              </a:stretch>
            </p:blipFill>
            <p:spPr>
              <a:xfrm rot="5400000">
                <a:off x="8092441" y="4096511"/>
                <a:ext cx="914399" cy="457201"/>
              </a:xfrm>
              <a:prstGeom prst="rect">
                <a:avLst/>
              </a:prstGeom>
              <a:noFill/>
              <a:ln>
                <a:noFill/>
              </a:ln>
            </p:spPr>
          </p:pic>
          <p:grpSp>
            <p:nvGrpSpPr>
              <p:cNvPr id="55" name="Google Shape;55;p5"/>
              <p:cNvGrpSpPr/>
              <p:nvPr/>
            </p:nvGrpSpPr>
            <p:grpSpPr>
              <a:xfrm rot="5400000">
                <a:off x="8183354" y="3813574"/>
                <a:ext cx="1006953" cy="91500"/>
                <a:chOff x="712180" y="1362450"/>
                <a:chExt cx="1006953" cy="91500"/>
              </a:xfrm>
            </p:grpSpPr>
            <p:cxnSp>
              <p:nvCxnSpPr>
                <p:cNvPr id="56" name="Google Shape;56;p5"/>
                <p:cNvCxnSpPr/>
                <p:nvPr/>
              </p:nvCxnSpPr>
              <p:spPr>
                <a:xfrm>
                  <a:off x="756063" y="1408200"/>
                  <a:ext cx="914400" cy="0"/>
                </a:xfrm>
                <a:prstGeom prst="straightConnector1">
                  <a:avLst/>
                </a:prstGeom>
                <a:noFill/>
                <a:ln w="9525" cap="rnd" cmpd="sng">
                  <a:solidFill>
                    <a:schemeClr val="dk1"/>
                  </a:solidFill>
                  <a:prstDash val="solid"/>
                  <a:round/>
                  <a:headEnd type="none" w="med" len="med"/>
                  <a:tailEnd type="none" w="med" len="med"/>
                </a:ln>
              </p:spPr>
            </p:cxnSp>
            <p:sp>
              <p:nvSpPr>
                <p:cNvPr id="57" name="Google Shape;57;p5"/>
                <p:cNvSpPr/>
                <p:nvPr/>
              </p:nvSpPr>
              <p:spPr>
                <a:xfrm>
                  <a:off x="1627632"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58" name="Google Shape;58;p5"/>
                <p:cNvSpPr/>
                <p:nvPr/>
              </p:nvSpPr>
              <p:spPr>
                <a:xfrm>
                  <a:off x="712180"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grpSp>
        <p:pic>
          <p:nvPicPr>
            <p:cNvPr id="59" name="Google Shape;59;p5"/>
            <p:cNvPicPr preferRelativeResize="0"/>
            <p:nvPr/>
          </p:nvPicPr>
          <p:blipFill>
            <a:blip r:embed="rId3">
              <a:alphaModFix/>
            </a:blip>
            <a:stretch>
              <a:fillRect/>
            </a:stretch>
          </p:blipFill>
          <p:spPr>
            <a:xfrm>
              <a:off x="408415" y="2061205"/>
              <a:ext cx="457200" cy="510540"/>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9"/>
        <p:cNvGrpSpPr/>
        <p:nvPr/>
      </p:nvGrpSpPr>
      <p:grpSpPr>
        <a:xfrm>
          <a:off x="0" y="0"/>
          <a:ext cx="0" cy="0"/>
          <a:chOff x="0" y="0"/>
          <a:chExt cx="0" cy="0"/>
        </a:xfrm>
      </p:grpSpPr>
      <p:grpSp>
        <p:nvGrpSpPr>
          <p:cNvPr id="70" name="Google Shape;70;p7"/>
          <p:cNvGrpSpPr/>
          <p:nvPr/>
        </p:nvGrpSpPr>
        <p:grpSpPr>
          <a:xfrm>
            <a:off x="182850" y="180600"/>
            <a:ext cx="8778300" cy="4782300"/>
            <a:chOff x="182850" y="180600"/>
            <a:chExt cx="8778300" cy="4782300"/>
          </a:xfrm>
        </p:grpSpPr>
        <p:grpSp>
          <p:nvGrpSpPr>
            <p:cNvPr id="71" name="Google Shape;71;p7"/>
            <p:cNvGrpSpPr/>
            <p:nvPr/>
          </p:nvGrpSpPr>
          <p:grpSpPr>
            <a:xfrm>
              <a:off x="182850" y="180600"/>
              <a:ext cx="8778300" cy="4782300"/>
              <a:chOff x="182850" y="180600"/>
              <a:chExt cx="8778300" cy="4782300"/>
            </a:xfrm>
          </p:grpSpPr>
          <p:sp>
            <p:nvSpPr>
              <p:cNvPr id="72" name="Google Shape;72;p7"/>
              <p:cNvSpPr/>
              <p:nvPr/>
            </p:nvSpPr>
            <p:spPr>
              <a:xfrm>
                <a:off x="182850" y="180600"/>
                <a:ext cx="8778300" cy="478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cxnSp>
            <p:nvCxnSpPr>
              <p:cNvPr id="73" name="Google Shape;73;p7"/>
              <p:cNvCxnSpPr/>
              <p:nvPr/>
            </p:nvCxnSpPr>
            <p:spPr>
              <a:xfrm>
                <a:off x="182850" y="454800"/>
                <a:ext cx="8778300" cy="0"/>
              </a:xfrm>
              <a:prstGeom prst="straightConnector1">
                <a:avLst/>
              </a:prstGeom>
              <a:noFill/>
              <a:ln w="9525" cap="flat" cmpd="sng">
                <a:solidFill>
                  <a:schemeClr val="dk1"/>
                </a:solidFill>
                <a:prstDash val="solid"/>
                <a:round/>
                <a:headEnd type="none" w="med" len="med"/>
                <a:tailEnd type="none" w="med" len="med"/>
              </a:ln>
            </p:spPr>
          </p:cxnSp>
        </p:grpSp>
        <p:sp>
          <p:nvSpPr>
            <p:cNvPr id="74" name="Google Shape;74;p7"/>
            <p:cNvSpPr/>
            <p:nvPr/>
          </p:nvSpPr>
          <p:spPr>
            <a:xfrm>
              <a:off x="5941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75" name="Google Shape;75;p7"/>
            <p:cNvSpPr/>
            <p:nvPr/>
          </p:nvSpPr>
          <p:spPr>
            <a:xfrm>
              <a:off x="8683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76" name="Google Shape;76;p7"/>
            <p:cNvSpPr/>
            <p:nvPr/>
          </p:nvSpPr>
          <p:spPr>
            <a:xfrm>
              <a:off x="3199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sp>
        <p:nvSpPr>
          <p:cNvPr id="77" name="Google Shape;77;p7"/>
          <p:cNvSpPr txBox="1">
            <a:spLocks noGrp="1"/>
          </p:cNvSpPr>
          <p:nvPr>
            <p:ph type="title"/>
          </p:nvPr>
        </p:nvSpPr>
        <p:spPr>
          <a:xfrm>
            <a:off x="713225" y="539500"/>
            <a:ext cx="5023200" cy="1097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8" name="Google Shape;78;p7"/>
          <p:cNvSpPr txBox="1">
            <a:spLocks noGrp="1"/>
          </p:cNvSpPr>
          <p:nvPr>
            <p:ph type="subTitle" idx="1"/>
          </p:nvPr>
        </p:nvSpPr>
        <p:spPr>
          <a:xfrm>
            <a:off x="713225" y="1819650"/>
            <a:ext cx="5023200" cy="233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a:lvl1pPr>
            <a:lvl2pPr lvl="1" algn="ctr" rtl="0">
              <a:lnSpc>
                <a:spcPct val="100000"/>
              </a:lnSpc>
              <a:spcBef>
                <a:spcPts val="1000"/>
              </a:spcBef>
              <a:spcAft>
                <a:spcPts val="0"/>
              </a:spcAft>
              <a:buClr>
                <a:srgbClr val="E76A28"/>
              </a:buClr>
              <a:buSzPts val="1200"/>
              <a:buChar char="○"/>
              <a:defRPr/>
            </a:lvl2pPr>
            <a:lvl3pPr lvl="2" algn="ctr" rtl="0">
              <a:lnSpc>
                <a:spcPct val="100000"/>
              </a:lnSpc>
              <a:spcBef>
                <a:spcPts val="0"/>
              </a:spcBef>
              <a:spcAft>
                <a:spcPts val="0"/>
              </a:spcAft>
              <a:buClr>
                <a:srgbClr val="E76A28"/>
              </a:buClr>
              <a:buSzPts val="1200"/>
              <a:buChar char="■"/>
              <a:defRPr/>
            </a:lvl3pPr>
            <a:lvl4pPr lvl="3" algn="ctr" rtl="0">
              <a:lnSpc>
                <a:spcPct val="100000"/>
              </a:lnSpc>
              <a:spcBef>
                <a:spcPts val="0"/>
              </a:spcBef>
              <a:spcAft>
                <a:spcPts val="0"/>
              </a:spcAft>
              <a:buClr>
                <a:srgbClr val="E76A28"/>
              </a:buClr>
              <a:buSzPts val="1200"/>
              <a:buChar char="●"/>
              <a:defRPr/>
            </a:lvl4pPr>
            <a:lvl5pPr lvl="4" algn="ctr" rtl="0">
              <a:lnSpc>
                <a:spcPct val="100000"/>
              </a:lnSpc>
              <a:spcBef>
                <a:spcPts val="0"/>
              </a:spcBef>
              <a:spcAft>
                <a:spcPts val="0"/>
              </a:spcAft>
              <a:buClr>
                <a:srgbClr val="E76A28"/>
              </a:buClr>
              <a:buSzPts val="1200"/>
              <a:buChar char="○"/>
              <a:defRPr/>
            </a:lvl5pPr>
            <a:lvl6pPr lvl="5" algn="ctr" rtl="0">
              <a:lnSpc>
                <a:spcPct val="100000"/>
              </a:lnSpc>
              <a:spcBef>
                <a:spcPts val="0"/>
              </a:spcBef>
              <a:spcAft>
                <a:spcPts val="0"/>
              </a:spcAft>
              <a:buClr>
                <a:srgbClr val="999999"/>
              </a:buClr>
              <a:buSzPts val="1200"/>
              <a:buChar char="■"/>
              <a:defRPr/>
            </a:lvl6pPr>
            <a:lvl7pPr lvl="6" algn="ctr" rtl="0">
              <a:lnSpc>
                <a:spcPct val="100000"/>
              </a:lnSpc>
              <a:spcBef>
                <a:spcPts val="0"/>
              </a:spcBef>
              <a:spcAft>
                <a:spcPts val="0"/>
              </a:spcAft>
              <a:buClr>
                <a:srgbClr val="999999"/>
              </a:buClr>
              <a:buSzPts val="1200"/>
              <a:buChar char="●"/>
              <a:defRPr/>
            </a:lvl7pPr>
            <a:lvl8pPr lvl="7" algn="ctr" rtl="0">
              <a:lnSpc>
                <a:spcPct val="100000"/>
              </a:lnSpc>
              <a:spcBef>
                <a:spcPts val="0"/>
              </a:spcBef>
              <a:spcAft>
                <a:spcPts val="0"/>
              </a:spcAft>
              <a:buClr>
                <a:srgbClr val="999999"/>
              </a:buClr>
              <a:buSzPts val="1200"/>
              <a:buChar char="○"/>
              <a:defRPr/>
            </a:lvl8pPr>
            <a:lvl9pPr lvl="8" algn="ctr" rtl="0">
              <a:lnSpc>
                <a:spcPct val="100000"/>
              </a:lnSpc>
              <a:spcBef>
                <a:spcPts val="0"/>
              </a:spcBef>
              <a:spcAft>
                <a:spcPts val="0"/>
              </a:spcAft>
              <a:buClr>
                <a:srgbClr val="999999"/>
              </a:buClr>
              <a:buSzPts val="1200"/>
              <a:buChar char="■"/>
              <a:defRPr/>
            </a:lvl9pPr>
          </a:lstStyle>
          <a:p>
            <a:endParaRPr/>
          </a:p>
        </p:txBody>
      </p:sp>
      <p:sp>
        <p:nvSpPr>
          <p:cNvPr id="79" name="Google Shape;79;p7"/>
          <p:cNvSpPr>
            <a:spLocks noGrp="1"/>
          </p:cNvSpPr>
          <p:nvPr>
            <p:ph type="pic" idx="2"/>
          </p:nvPr>
        </p:nvSpPr>
        <p:spPr>
          <a:xfrm>
            <a:off x="6102150" y="763650"/>
            <a:ext cx="2328600" cy="3840600"/>
          </a:xfrm>
          <a:prstGeom prst="rect">
            <a:avLst/>
          </a:prstGeom>
          <a:noFill/>
          <a:ln w="9525" cap="flat" cmpd="sng">
            <a:solidFill>
              <a:schemeClr val="dk1"/>
            </a:solidFill>
            <a:prstDash val="solid"/>
            <a:round/>
            <a:headEnd type="none" w="sm" len="sm"/>
            <a:tailEnd type="none" w="sm" len="sm"/>
          </a:ln>
        </p:spPr>
        <p:txBody>
          <a:bodyPr/>
          <a:lstStyle/>
          <a:p>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0"/>
        <p:cNvGrpSpPr/>
        <p:nvPr/>
      </p:nvGrpSpPr>
      <p:grpSpPr>
        <a:xfrm>
          <a:off x="0" y="0"/>
          <a:ext cx="0" cy="0"/>
          <a:chOff x="0" y="0"/>
          <a:chExt cx="0" cy="0"/>
        </a:xfrm>
      </p:grpSpPr>
      <p:sp>
        <p:nvSpPr>
          <p:cNvPr id="81" name="Google Shape;81;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2"/>
        <p:cNvGrpSpPr/>
        <p:nvPr/>
      </p:nvGrpSpPr>
      <p:grpSpPr>
        <a:xfrm>
          <a:off x="0" y="0"/>
          <a:ext cx="0" cy="0"/>
          <a:chOff x="0" y="0"/>
          <a:chExt cx="0" cy="0"/>
        </a:xfrm>
      </p:grpSpPr>
      <p:sp>
        <p:nvSpPr>
          <p:cNvPr id="83" name="Google Shape;83;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500"/>
              <a:buNone/>
              <a:defRPr sz="45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84" name="Google Shape;84;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5"/>
        <p:cNvGrpSpPr/>
        <p:nvPr/>
      </p:nvGrpSpPr>
      <p:grpSpPr>
        <a:xfrm>
          <a:off x="0" y="0"/>
          <a:ext cx="0" cy="0"/>
          <a:chOff x="0" y="0"/>
          <a:chExt cx="0" cy="0"/>
        </a:xfrm>
      </p:grpSpPr>
      <p:sp>
        <p:nvSpPr>
          <p:cNvPr id="86" name="Google Shape;86;p10"/>
          <p:cNvSpPr>
            <a:spLocks noGrp="1"/>
          </p:cNvSpPr>
          <p:nvPr>
            <p:ph type="pic" idx="2"/>
          </p:nvPr>
        </p:nvSpPr>
        <p:spPr>
          <a:xfrm>
            <a:off x="0" y="-14875"/>
            <a:ext cx="9144000" cy="5158500"/>
          </a:xfrm>
          <a:prstGeom prst="rect">
            <a:avLst/>
          </a:prstGeom>
          <a:noFill/>
          <a:ln>
            <a:noFill/>
          </a:ln>
        </p:spPr>
        <p:txBody>
          <a:bodyPr/>
          <a:lstStyle/>
          <a:p>
            <a:endParaRPr lang="en-IN"/>
          </a:p>
        </p:txBody>
      </p:sp>
      <p:sp>
        <p:nvSpPr>
          <p:cNvPr id="87" name="Google Shape;87;p10"/>
          <p:cNvSpPr txBox="1">
            <a:spLocks noGrp="1"/>
          </p:cNvSpPr>
          <p:nvPr>
            <p:ph type="title"/>
          </p:nvPr>
        </p:nvSpPr>
        <p:spPr>
          <a:xfrm>
            <a:off x="713225" y="4055400"/>
            <a:ext cx="7717500" cy="548700"/>
          </a:xfrm>
          <a:prstGeom prst="rect">
            <a:avLst/>
          </a:prstGeom>
          <a:solidFill>
            <a:schemeClr val="lt1"/>
          </a:solidFill>
          <a:ln>
            <a:noFill/>
          </a:ln>
        </p:spPr>
        <p:txBody>
          <a:bodyPr spcFirstLastPara="1" wrap="square" lIns="91425" tIns="91425" rIns="91425" bIns="91425" anchor="t" anchorCtr="0">
            <a:noAutofit/>
          </a:bodyPr>
          <a:lstStyle>
            <a:lvl1pPr lvl="0" algn="ctr" rtl="0">
              <a:spcBef>
                <a:spcPts val="0"/>
              </a:spcBef>
              <a:spcAft>
                <a:spcPts val="0"/>
              </a:spcAft>
              <a:buSzPts val="3000"/>
              <a:buNone/>
              <a:defRPr sz="1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98"/>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99"/>
        <p:cNvGrpSpPr/>
        <p:nvPr/>
      </p:nvGrpSpPr>
      <p:grpSpPr>
        <a:xfrm>
          <a:off x="0" y="0"/>
          <a:ext cx="0" cy="0"/>
          <a:chOff x="0" y="0"/>
          <a:chExt cx="0" cy="0"/>
        </a:xfrm>
      </p:grpSpPr>
      <p:grpSp>
        <p:nvGrpSpPr>
          <p:cNvPr id="100" name="Google Shape;100;p13"/>
          <p:cNvGrpSpPr/>
          <p:nvPr/>
        </p:nvGrpSpPr>
        <p:grpSpPr>
          <a:xfrm>
            <a:off x="182850" y="180600"/>
            <a:ext cx="8778300" cy="4782300"/>
            <a:chOff x="182850" y="180600"/>
            <a:chExt cx="8778300" cy="4782300"/>
          </a:xfrm>
        </p:grpSpPr>
        <p:grpSp>
          <p:nvGrpSpPr>
            <p:cNvPr id="101" name="Google Shape;101;p13"/>
            <p:cNvGrpSpPr/>
            <p:nvPr/>
          </p:nvGrpSpPr>
          <p:grpSpPr>
            <a:xfrm>
              <a:off x="182850" y="180600"/>
              <a:ext cx="8778300" cy="4782300"/>
              <a:chOff x="182850" y="180600"/>
              <a:chExt cx="8778300" cy="4782300"/>
            </a:xfrm>
          </p:grpSpPr>
          <p:sp>
            <p:nvSpPr>
              <p:cNvPr id="102" name="Google Shape;102;p13"/>
              <p:cNvSpPr/>
              <p:nvPr/>
            </p:nvSpPr>
            <p:spPr>
              <a:xfrm>
                <a:off x="182850" y="180600"/>
                <a:ext cx="8778300" cy="478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cxnSp>
            <p:nvCxnSpPr>
              <p:cNvPr id="103" name="Google Shape;103;p13"/>
              <p:cNvCxnSpPr/>
              <p:nvPr/>
            </p:nvCxnSpPr>
            <p:spPr>
              <a:xfrm>
                <a:off x="182850" y="454800"/>
                <a:ext cx="8778300" cy="0"/>
              </a:xfrm>
              <a:prstGeom prst="straightConnector1">
                <a:avLst/>
              </a:prstGeom>
              <a:noFill/>
              <a:ln w="9525" cap="flat" cmpd="sng">
                <a:solidFill>
                  <a:schemeClr val="dk1"/>
                </a:solidFill>
                <a:prstDash val="solid"/>
                <a:round/>
                <a:headEnd type="none" w="med" len="med"/>
                <a:tailEnd type="none" w="med" len="med"/>
              </a:ln>
            </p:spPr>
          </p:cxnSp>
        </p:grpSp>
        <p:sp>
          <p:nvSpPr>
            <p:cNvPr id="104" name="Google Shape;104;p13"/>
            <p:cNvSpPr/>
            <p:nvPr/>
          </p:nvSpPr>
          <p:spPr>
            <a:xfrm>
              <a:off x="5941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05" name="Google Shape;105;p13"/>
            <p:cNvSpPr/>
            <p:nvPr/>
          </p:nvSpPr>
          <p:spPr>
            <a:xfrm>
              <a:off x="8683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06" name="Google Shape;106;p13"/>
            <p:cNvSpPr/>
            <p:nvPr/>
          </p:nvSpPr>
          <p:spPr>
            <a:xfrm>
              <a:off x="3199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sp>
        <p:nvSpPr>
          <p:cNvPr id="107" name="Google Shape;107;p13"/>
          <p:cNvSpPr txBox="1">
            <a:spLocks noGrp="1"/>
          </p:cNvSpPr>
          <p:nvPr>
            <p:ph type="title"/>
          </p:nvPr>
        </p:nvSpPr>
        <p:spPr>
          <a:xfrm>
            <a:off x="713225" y="539500"/>
            <a:ext cx="7717500" cy="64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8" name="Google Shape;108;p13"/>
          <p:cNvSpPr txBox="1">
            <a:spLocks noGrp="1"/>
          </p:cNvSpPr>
          <p:nvPr>
            <p:ph type="title" idx="2" hasCustomPrompt="1"/>
          </p:nvPr>
        </p:nvSpPr>
        <p:spPr>
          <a:xfrm>
            <a:off x="4297608" y="1611900"/>
            <a:ext cx="548700" cy="548700"/>
          </a:xfrm>
          <a:prstGeom prst="rect">
            <a:avLst/>
          </a:pr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r>
              <a:t>xx%</a:t>
            </a:r>
          </a:p>
        </p:txBody>
      </p:sp>
      <p:sp>
        <p:nvSpPr>
          <p:cNvPr id="109" name="Google Shape;109;p13"/>
          <p:cNvSpPr txBox="1">
            <a:spLocks noGrp="1"/>
          </p:cNvSpPr>
          <p:nvPr>
            <p:ph type="subTitle" idx="1"/>
          </p:nvPr>
        </p:nvSpPr>
        <p:spPr>
          <a:xfrm>
            <a:off x="3406908" y="2343425"/>
            <a:ext cx="23301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SemiBold"/>
              <a:buNone/>
              <a:defRPr sz="1800">
                <a:solidFill>
                  <a:schemeClr val="dk1"/>
                </a:solidFill>
                <a:latin typeface="Poppins SemiBold"/>
                <a:ea typeface="Poppins SemiBold"/>
                <a:cs typeface="Poppins SemiBold"/>
                <a:sym typeface="Poppins SemiBold"/>
              </a:defRPr>
            </a:lvl1pPr>
            <a:lvl2pPr lvl="1"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sp>
        <p:nvSpPr>
          <p:cNvPr id="110" name="Google Shape;110;p13"/>
          <p:cNvSpPr txBox="1">
            <a:spLocks noGrp="1"/>
          </p:cNvSpPr>
          <p:nvPr>
            <p:ph type="title" idx="3" hasCustomPrompt="1"/>
          </p:nvPr>
        </p:nvSpPr>
        <p:spPr>
          <a:xfrm>
            <a:off x="1599911" y="1611900"/>
            <a:ext cx="548700" cy="548700"/>
          </a:xfrm>
          <a:prstGeom prst="rect">
            <a:avLst/>
          </a:pr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r>
              <a:t>xx%</a:t>
            </a:r>
          </a:p>
        </p:txBody>
      </p:sp>
      <p:sp>
        <p:nvSpPr>
          <p:cNvPr id="111" name="Google Shape;111;p13"/>
          <p:cNvSpPr txBox="1">
            <a:spLocks noGrp="1"/>
          </p:cNvSpPr>
          <p:nvPr>
            <p:ph type="subTitle" idx="4"/>
          </p:nvPr>
        </p:nvSpPr>
        <p:spPr>
          <a:xfrm>
            <a:off x="709961" y="2343425"/>
            <a:ext cx="23286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SemiBold"/>
              <a:buNone/>
              <a:defRPr sz="1800">
                <a:solidFill>
                  <a:schemeClr val="dk1"/>
                </a:solidFill>
                <a:latin typeface="Poppins SemiBold"/>
                <a:ea typeface="Poppins SemiBold"/>
                <a:cs typeface="Poppins SemiBold"/>
                <a:sym typeface="Poppins SemiBold"/>
              </a:defRPr>
            </a:lvl1pPr>
            <a:lvl2pPr lvl="1"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sp>
        <p:nvSpPr>
          <p:cNvPr id="112" name="Google Shape;112;p13"/>
          <p:cNvSpPr txBox="1">
            <a:spLocks noGrp="1"/>
          </p:cNvSpPr>
          <p:nvPr>
            <p:ph type="title" idx="5" hasCustomPrompt="1"/>
          </p:nvPr>
        </p:nvSpPr>
        <p:spPr>
          <a:xfrm>
            <a:off x="6995389" y="1611900"/>
            <a:ext cx="548700" cy="548700"/>
          </a:xfrm>
          <a:prstGeom prst="rect">
            <a:avLst/>
          </a:pr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r>
              <a:t>xx%</a:t>
            </a:r>
          </a:p>
        </p:txBody>
      </p:sp>
      <p:sp>
        <p:nvSpPr>
          <p:cNvPr id="113" name="Google Shape;113;p13"/>
          <p:cNvSpPr txBox="1">
            <a:spLocks noGrp="1"/>
          </p:cNvSpPr>
          <p:nvPr>
            <p:ph type="subTitle" idx="6"/>
          </p:nvPr>
        </p:nvSpPr>
        <p:spPr>
          <a:xfrm>
            <a:off x="6105439" y="2343425"/>
            <a:ext cx="23286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SemiBold"/>
              <a:buNone/>
              <a:defRPr sz="1800">
                <a:solidFill>
                  <a:schemeClr val="dk1"/>
                </a:solidFill>
                <a:latin typeface="Poppins SemiBold"/>
                <a:ea typeface="Poppins SemiBold"/>
                <a:cs typeface="Poppins SemiBold"/>
                <a:sym typeface="Poppins SemiBold"/>
              </a:defRPr>
            </a:lvl1pPr>
            <a:lvl2pPr lvl="1"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sp>
        <p:nvSpPr>
          <p:cNvPr id="114" name="Google Shape;114;p13"/>
          <p:cNvSpPr txBox="1">
            <a:spLocks noGrp="1"/>
          </p:cNvSpPr>
          <p:nvPr>
            <p:ph type="title" idx="7" hasCustomPrompt="1"/>
          </p:nvPr>
        </p:nvSpPr>
        <p:spPr>
          <a:xfrm>
            <a:off x="4297608" y="3166386"/>
            <a:ext cx="548700" cy="548700"/>
          </a:xfrm>
          <a:prstGeom prst="rect">
            <a:avLst/>
          </a:pr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r>
              <a:t>xx%</a:t>
            </a:r>
          </a:p>
        </p:txBody>
      </p:sp>
      <p:sp>
        <p:nvSpPr>
          <p:cNvPr id="115" name="Google Shape;115;p13"/>
          <p:cNvSpPr txBox="1">
            <a:spLocks noGrp="1"/>
          </p:cNvSpPr>
          <p:nvPr>
            <p:ph type="subTitle" idx="8"/>
          </p:nvPr>
        </p:nvSpPr>
        <p:spPr>
          <a:xfrm>
            <a:off x="3406158" y="3897908"/>
            <a:ext cx="23316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SemiBold"/>
              <a:buNone/>
              <a:defRPr sz="1800">
                <a:solidFill>
                  <a:schemeClr val="dk1"/>
                </a:solidFill>
                <a:latin typeface="Poppins SemiBold"/>
                <a:ea typeface="Poppins SemiBold"/>
                <a:cs typeface="Poppins SemiBold"/>
                <a:sym typeface="Poppins SemiBold"/>
              </a:defRPr>
            </a:lvl1pPr>
            <a:lvl2pPr lvl="1"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sp>
        <p:nvSpPr>
          <p:cNvPr id="116" name="Google Shape;116;p13"/>
          <p:cNvSpPr txBox="1">
            <a:spLocks noGrp="1"/>
          </p:cNvSpPr>
          <p:nvPr>
            <p:ph type="title" idx="9" hasCustomPrompt="1"/>
          </p:nvPr>
        </p:nvSpPr>
        <p:spPr>
          <a:xfrm>
            <a:off x="1599911" y="3166386"/>
            <a:ext cx="548700" cy="548700"/>
          </a:xfrm>
          <a:prstGeom prst="rect">
            <a:avLst/>
          </a:pr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r>
              <a:t>xx%</a:t>
            </a:r>
          </a:p>
        </p:txBody>
      </p:sp>
      <p:sp>
        <p:nvSpPr>
          <p:cNvPr id="117" name="Google Shape;117;p13"/>
          <p:cNvSpPr txBox="1">
            <a:spLocks noGrp="1"/>
          </p:cNvSpPr>
          <p:nvPr>
            <p:ph type="subTitle" idx="13"/>
          </p:nvPr>
        </p:nvSpPr>
        <p:spPr>
          <a:xfrm>
            <a:off x="708461" y="3897908"/>
            <a:ext cx="23316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SemiBold"/>
              <a:buNone/>
              <a:defRPr sz="1800">
                <a:solidFill>
                  <a:schemeClr val="dk1"/>
                </a:solidFill>
                <a:latin typeface="Poppins SemiBold"/>
                <a:ea typeface="Poppins SemiBold"/>
                <a:cs typeface="Poppins SemiBold"/>
                <a:sym typeface="Poppins SemiBold"/>
              </a:defRPr>
            </a:lvl1pPr>
            <a:lvl2pPr lvl="1"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sp>
        <p:nvSpPr>
          <p:cNvPr id="118" name="Google Shape;118;p13"/>
          <p:cNvSpPr txBox="1">
            <a:spLocks noGrp="1"/>
          </p:cNvSpPr>
          <p:nvPr>
            <p:ph type="title" idx="14" hasCustomPrompt="1"/>
          </p:nvPr>
        </p:nvSpPr>
        <p:spPr>
          <a:xfrm>
            <a:off x="6995389" y="3166386"/>
            <a:ext cx="548700" cy="548700"/>
          </a:xfrm>
          <a:prstGeom prst="rect">
            <a:avLst/>
          </a:pr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r>
              <a:t>xx%</a:t>
            </a:r>
          </a:p>
        </p:txBody>
      </p:sp>
      <p:sp>
        <p:nvSpPr>
          <p:cNvPr id="119" name="Google Shape;119;p13"/>
          <p:cNvSpPr txBox="1">
            <a:spLocks noGrp="1"/>
          </p:cNvSpPr>
          <p:nvPr>
            <p:ph type="subTitle" idx="15"/>
          </p:nvPr>
        </p:nvSpPr>
        <p:spPr>
          <a:xfrm>
            <a:off x="6103939" y="3897908"/>
            <a:ext cx="23316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SemiBold"/>
              <a:buNone/>
              <a:defRPr sz="1800">
                <a:solidFill>
                  <a:schemeClr val="dk1"/>
                </a:solidFill>
                <a:latin typeface="Poppins SemiBold"/>
                <a:ea typeface="Poppins SemiBold"/>
                <a:cs typeface="Poppins SemiBold"/>
                <a:sym typeface="Poppins SemiBold"/>
              </a:defRPr>
            </a:lvl1pPr>
            <a:lvl2pPr lvl="1"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grpSp>
        <p:nvGrpSpPr>
          <p:cNvPr id="120" name="Google Shape;120;p13"/>
          <p:cNvGrpSpPr/>
          <p:nvPr/>
        </p:nvGrpSpPr>
        <p:grpSpPr>
          <a:xfrm>
            <a:off x="-45720" y="1362450"/>
            <a:ext cx="8879604" cy="3419861"/>
            <a:chOff x="-45720" y="1362450"/>
            <a:chExt cx="8879604" cy="3419861"/>
          </a:xfrm>
        </p:grpSpPr>
        <p:grpSp>
          <p:nvGrpSpPr>
            <p:cNvPr id="121" name="Google Shape;121;p13"/>
            <p:cNvGrpSpPr/>
            <p:nvPr/>
          </p:nvGrpSpPr>
          <p:grpSpPr>
            <a:xfrm>
              <a:off x="8376683" y="3355848"/>
              <a:ext cx="457201" cy="1426463"/>
              <a:chOff x="8321040" y="3355848"/>
              <a:chExt cx="457201" cy="1426463"/>
            </a:xfrm>
          </p:grpSpPr>
          <p:pic>
            <p:nvPicPr>
              <p:cNvPr id="122" name="Google Shape;122;p13"/>
              <p:cNvPicPr preferRelativeResize="0"/>
              <p:nvPr/>
            </p:nvPicPr>
            <p:blipFill>
              <a:blip r:embed="rId2">
                <a:alphaModFix/>
              </a:blip>
              <a:stretch>
                <a:fillRect/>
              </a:stretch>
            </p:blipFill>
            <p:spPr>
              <a:xfrm rot="5400000">
                <a:off x="8092441" y="4096511"/>
                <a:ext cx="914399" cy="457201"/>
              </a:xfrm>
              <a:prstGeom prst="rect">
                <a:avLst/>
              </a:prstGeom>
              <a:noFill/>
              <a:ln>
                <a:noFill/>
              </a:ln>
            </p:spPr>
          </p:pic>
          <p:grpSp>
            <p:nvGrpSpPr>
              <p:cNvPr id="123" name="Google Shape;123;p13"/>
              <p:cNvGrpSpPr/>
              <p:nvPr/>
            </p:nvGrpSpPr>
            <p:grpSpPr>
              <a:xfrm rot="5400000">
                <a:off x="8183354" y="3813574"/>
                <a:ext cx="1006953" cy="91500"/>
                <a:chOff x="712180" y="1362450"/>
                <a:chExt cx="1006953" cy="91500"/>
              </a:xfrm>
            </p:grpSpPr>
            <p:cxnSp>
              <p:nvCxnSpPr>
                <p:cNvPr id="124" name="Google Shape;124;p13"/>
                <p:cNvCxnSpPr/>
                <p:nvPr/>
              </p:nvCxnSpPr>
              <p:spPr>
                <a:xfrm>
                  <a:off x="756063" y="1408200"/>
                  <a:ext cx="914400" cy="0"/>
                </a:xfrm>
                <a:prstGeom prst="straightConnector1">
                  <a:avLst/>
                </a:prstGeom>
                <a:noFill/>
                <a:ln w="9525" cap="rnd" cmpd="sng">
                  <a:solidFill>
                    <a:schemeClr val="dk1"/>
                  </a:solidFill>
                  <a:prstDash val="solid"/>
                  <a:round/>
                  <a:headEnd type="none" w="med" len="med"/>
                  <a:tailEnd type="none" w="med" len="med"/>
                </a:ln>
              </p:spPr>
            </p:cxnSp>
            <p:sp>
              <p:nvSpPr>
                <p:cNvPr id="125" name="Google Shape;125;p13"/>
                <p:cNvSpPr/>
                <p:nvPr/>
              </p:nvSpPr>
              <p:spPr>
                <a:xfrm>
                  <a:off x="1627632"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26" name="Google Shape;126;p13"/>
                <p:cNvSpPr/>
                <p:nvPr/>
              </p:nvSpPr>
              <p:spPr>
                <a:xfrm>
                  <a:off x="712180"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grpSp>
        <p:pic>
          <p:nvPicPr>
            <p:cNvPr id="127" name="Google Shape;127;p13"/>
            <p:cNvPicPr preferRelativeResize="0"/>
            <p:nvPr/>
          </p:nvPicPr>
          <p:blipFill>
            <a:blip r:embed="rId3">
              <a:alphaModFix/>
            </a:blip>
            <a:stretch>
              <a:fillRect/>
            </a:stretch>
          </p:blipFill>
          <p:spPr>
            <a:xfrm>
              <a:off x="-45720" y="1362450"/>
              <a:ext cx="914399" cy="459527"/>
            </a:xfrm>
            <a:prstGeom prst="rect">
              <a:avLst/>
            </a:prstGeom>
            <a:noFill/>
            <a:ln>
              <a:noFill/>
            </a:ln>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1">
  <p:cSld name="CUSTOM_4_1">
    <p:spTree>
      <p:nvGrpSpPr>
        <p:cNvPr id="1" name="Shape 144"/>
        <p:cNvGrpSpPr/>
        <p:nvPr/>
      </p:nvGrpSpPr>
      <p:grpSpPr>
        <a:xfrm>
          <a:off x="0" y="0"/>
          <a:ext cx="0" cy="0"/>
          <a:chOff x="0" y="0"/>
          <a:chExt cx="0" cy="0"/>
        </a:xfrm>
      </p:grpSpPr>
      <p:grpSp>
        <p:nvGrpSpPr>
          <p:cNvPr id="145" name="Google Shape;145;p15"/>
          <p:cNvGrpSpPr/>
          <p:nvPr/>
        </p:nvGrpSpPr>
        <p:grpSpPr>
          <a:xfrm>
            <a:off x="182850" y="180600"/>
            <a:ext cx="8778300" cy="4782300"/>
            <a:chOff x="182850" y="180600"/>
            <a:chExt cx="8778300" cy="4782300"/>
          </a:xfrm>
        </p:grpSpPr>
        <p:grpSp>
          <p:nvGrpSpPr>
            <p:cNvPr id="146" name="Google Shape;146;p15"/>
            <p:cNvGrpSpPr/>
            <p:nvPr/>
          </p:nvGrpSpPr>
          <p:grpSpPr>
            <a:xfrm>
              <a:off x="182850" y="180600"/>
              <a:ext cx="8778300" cy="4782300"/>
              <a:chOff x="182850" y="180600"/>
              <a:chExt cx="8778300" cy="4782300"/>
            </a:xfrm>
          </p:grpSpPr>
          <p:sp>
            <p:nvSpPr>
              <p:cNvPr id="147" name="Google Shape;147;p15"/>
              <p:cNvSpPr/>
              <p:nvPr/>
            </p:nvSpPr>
            <p:spPr>
              <a:xfrm>
                <a:off x="182850" y="180600"/>
                <a:ext cx="8778300" cy="478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cxnSp>
            <p:nvCxnSpPr>
              <p:cNvPr id="148" name="Google Shape;148;p15"/>
              <p:cNvCxnSpPr/>
              <p:nvPr/>
            </p:nvCxnSpPr>
            <p:spPr>
              <a:xfrm>
                <a:off x="182850" y="454800"/>
                <a:ext cx="8778300" cy="0"/>
              </a:xfrm>
              <a:prstGeom prst="straightConnector1">
                <a:avLst/>
              </a:prstGeom>
              <a:noFill/>
              <a:ln w="9525" cap="flat" cmpd="sng">
                <a:solidFill>
                  <a:schemeClr val="dk1"/>
                </a:solidFill>
                <a:prstDash val="solid"/>
                <a:round/>
                <a:headEnd type="none" w="med" len="med"/>
                <a:tailEnd type="none" w="med" len="med"/>
              </a:ln>
            </p:spPr>
          </p:cxnSp>
        </p:grpSp>
        <p:sp>
          <p:nvSpPr>
            <p:cNvPr id="149" name="Google Shape;149;p15"/>
            <p:cNvSpPr/>
            <p:nvPr/>
          </p:nvSpPr>
          <p:spPr>
            <a:xfrm>
              <a:off x="5941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50" name="Google Shape;150;p15"/>
            <p:cNvSpPr/>
            <p:nvPr/>
          </p:nvSpPr>
          <p:spPr>
            <a:xfrm>
              <a:off x="8683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51" name="Google Shape;151;p15"/>
            <p:cNvSpPr/>
            <p:nvPr/>
          </p:nvSpPr>
          <p:spPr>
            <a:xfrm>
              <a:off x="3199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sp>
        <p:nvSpPr>
          <p:cNvPr id="152" name="Google Shape;152;p15"/>
          <p:cNvSpPr txBox="1">
            <a:spLocks noGrp="1"/>
          </p:cNvSpPr>
          <p:nvPr>
            <p:ph type="title"/>
          </p:nvPr>
        </p:nvSpPr>
        <p:spPr>
          <a:xfrm>
            <a:off x="713225" y="2866650"/>
            <a:ext cx="3679500" cy="640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53" name="Google Shape;153;p15"/>
          <p:cNvSpPr txBox="1">
            <a:spLocks noGrp="1"/>
          </p:cNvSpPr>
          <p:nvPr>
            <p:ph type="subTitle" idx="1"/>
          </p:nvPr>
        </p:nvSpPr>
        <p:spPr>
          <a:xfrm>
            <a:off x="713225" y="3689600"/>
            <a:ext cx="3679500" cy="91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4" name="Google Shape;154;p15"/>
          <p:cNvSpPr>
            <a:spLocks noGrp="1"/>
          </p:cNvSpPr>
          <p:nvPr>
            <p:ph type="pic" idx="2"/>
          </p:nvPr>
        </p:nvSpPr>
        <p:spPr>
          <a:xfrm>
            <a:off x="4751525" y="763500"/>
            <a:ext cx="3679200" cy="3840600"/>
          </a:xfrm>
          <a:prstGeom prst="rect">
            <a:avLst/>
          </a:prstGeom>
          <a:noFill/>
          <a:ln w="9525" cap="flat" cmpd="sng">
            <a:solidFill>
              <a:schemeClr val="dk1"/>
            </a:solidFill>
            <a:prstDash val="solid"/>
            <a:round/>
            <a:headEnd type="none" w="sm" len="sm"/>
            <a:tailEnd type="none" w="sm" len="sm"/>
          </a:ln>
        </p:spPr>
        <p:txBody>
          <a:bodyPr/>
          <a:lstStyle/>
          <a:p>
            <a:endParaRPr lang="en-IN"/>
          </a:p>
        </p:txBody>
      </p:sp>
      <p:sp>
        <p:nvSpPr>
          <p:cNvPr id="155" name="Google Shape;155;p15"/>
          <p:cNvSpPr>
            <a:spLocks noGrp="1"/>
          </p:cNvSpPr>
          <p:nvPr>
            <p:ph type="pic" idx="3"/>
          </p:nvPr>
        </p:nvSpPr>
        <p:spPr>
          <a:xfrm>
            <a:off x="713375" y="763500"/>
            <a:ext cx="3679200" cy="1920300"/>
          </a:xfrm>
          <a:prstGeom prst="rect">
            <a:avLst/>
          </a:prstGeom>
          <a:noFill/>
          <a:ln w="9525" cap="flat" cmpd="sng">
            <a:solidFill>
              <a:schemeClr val="dk1"/>
            </a:solidFill>
            <a:prstDash val="solid"/>
            <a:round/>
            <a:headEnd type="none" w="sm" len="sm"/>
            <a:tailEnd type="none" w="sm" len="sm"/>
          </a:ln>
        </p:spPr>
        <p:txBody>
          <a:bodyPr/>
          <a:lstStyle/>
          <a:p>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2">
  <p:cSld name="CUSTOM_10">
    <p:spTree>
      <p:nvGrpSpPr>
        <p:cNvPr id="1" name="Shape 156"/>
        <p:cNvGrpSpPr/>
        <p:nvPr/>
      </p:nvGrpSpPr>
      <p:grpSpPr>
        <a:xfrm>
          <a:off x="0" y="0"/>
          <a:ext cx="0" cy="0"/>
          <a:chOff x="0" y="0"/>
          <a:chExt cx="0" cy="0"/>
        </a:xfrm>
      </p:grpSpPr>
      <p:grpSp>
        <p:nvGrpSpPr>
          <p:cNvPr id="157" name="Google Shape;157;p16"/>
          <p:cNvGrpSpPr/>
          <p:nvPr/>
        </p:nvGrpSpPr>
        <p:grpSpPr>
          <a:xfrm>
            <a:off x="182850" y="180600"/>
            <a:ext cx="8778300" cy="4782300"/>
            <a:chOff x="182850" y="180600"/>
            <a:chExt cx="8778300" cy="4782300"/>
          </a:xfrm>
        </p:grpSpPr>
        <p:grpSp>
          <p:nvGrpSpPr>
            <p:cNvPr id="158" name="Google Shape;158;p16"/>
            <p:cNvGrpSpPr/>
            <p:nvPr/>
          </p:nvGrpSpPr>
          <p:grpSpPr>
            <a:xfrm>
              <a:off x="182850" y="180600"/>
              <a:ext cx="8778300" cy="4782300"/>
              <a:chOff x="182850" y="180600"/>
              <a:chExt cx="8778300" cy="4782300"/>
            </a:xfrm>
          </p:grpSpPr>
          <p:sp>
            <p:nvSpPr>
              <p:cNvPr id="159" name="Google Shape;159;p16"/>
              <p:cNvSpPr/>
              <p:nvPr/>
            </p:nvSpPr>
            <p:spPr>
              <a:xfrm>
                <a:off x="182850" y="180600"/>
                <a:ext cx="8778300" cy="478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cxnSp>
            <p:nvCxnSpPr>
              <p:cNvPr id="160" name="Google Shape;160;p16"/>
              <p:cNvCxnSpPr/>
              <p:nvPr/>
            </p:nvCxnSpPr>
            <p:spPr>
              <a:xfrm>
                <a:off x="182850" y="454800"/>
                <a:ext cx="8778300" cy="0"/>
              </a:xfrm>
              <a:prstGeom prst="straightConnector1">
                <a:avLst/>
              </a:prstGeom>
              <a:noFill/>
              <a:ln w="9525" cap="flat" cmpd="sng">
                <a:solidFill>
                  <a:schemeClr val="dk1"/>
                </a:solidFill>
                <a:prstDash val="solid"/>
                <a:round/>
                <a:headEnd type="none" w="med" len="med"/>
                <a:tailEnd type="none" w="med" len="med"/>
              </a:ln>
            </p:spPr>
          </p:cxnSp>
        </p:grpSp>
        <p:sp>
          <p:nvSpPr>
            <p:cNvPr id="161" name="Google Shape;161;p16"/>
            <p:cNvSpPr/>
            <p:nvPr/>
          </p:nvSpPr>
          <p:spPr>
            <a:xfrm>
              <a:off x="5941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62" name="Google Shape;162;p16"/>
            <p:cNvSpPr/>
            <p:nvPr/>
          </p:nvSpPr>
          <p:spPr>
            <a:xfrm>
              <a:off x="8683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63" name="Google Shape;163;p16"/>
            <p:cNvSpPr/>
            <p:nvPr/>
          </p:nvSpPr>
          <p:spPr>
            <a:xfrm>
              <a:off x="3199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sp>
        <p:nvSpPr>
          <p:cNvPr id="164" name="Google Shape;164;p16"/>
          <p:cNvSpPr txBox="1">
            <a:spLocks noGrp="1"/>
          </p:cNvSpPr>
          <p:nvPr>
            <p:ph type="title"/>
          </p:nvPr>
        </p:nvSpPr>
        <p:spPr>
          <a:xfrm>
            <a:off x="4751425" y="539500"/>
            <a:ext cx="3679500" cy="640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65" name="Google Shape;165;p16"/>
          <p:cNvSpPr txBox="1">
            <a:spLocks noGrp="1"/>
          </p:cNvSpPr>
          <p:nvPr>
            <p:ph type="subTitle" idx="1"/>
          </p:nvPr>
        </p:nvSpPr>
        <p:spPr>
          <a:xfrm>
            <a:off x="4751425" y="1362450"/>
            <a:ext cx="3679500" cy="73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6" name="Google Shape;166;p16"/>
          <p:cNvSpPr>
            <a:spLocks noGrp="1"/>
          </p:cNvSpPr>
          <p:nvPr>
            <p:ph type="pic" idx="2"/>
          </p:nvPr>
        </p:nvSpPr>
        <p:spPr>
          <a:xfrm>
            <a:off x="713225" y="763500"/>
            <a:ext cx="3675900" cy="3840600"/>
          </a:xfrm>
          <a:prstGeom prst="rect">
            <a:avLst/>
          </a:prstGeom>
          <a:noFill/>
          <a:ln w="9525" cap="flat" cmpd="sng">
            <a:solidFill>
              <a:schemeClr val="dk1"/>
            </a:solidFill>
            <a:prstDash val="solid"/>
            <a:round/>
            <a:headEnd type="none" w="sm" len="sm"/>
            <a:tailEnd type="none" w="sm" len="sm"/>
          </a:ln>
        </p:spPr>
        <p:txBody>
          <a:bodyPr/>
          <a:lstStyle/>
          <a:p>
            <a:endParaRPr lang="en-IN"/>
          </a:p>
        </p:txBody>
      </p:sp>
      <p:sp>
        <p:nvSpPr>
          <p:cNvPr id="167" name="Google Shape;167;p16"/>
          <p:cNvSpPr>
            <a:spLocks noGrp="1"/>
          </p:cNvSpPr>
          <p:nvPr>
            <p:ph type="pic" idx="3"/>
          </p:nvPr>
        </p:nvSpPr>
        <p:spPr>
          <a:xfrm>
            <a:off x="4751575" y="2455100"/>
            <a:ext cx="3679200" cy="2148900"/>
          </a:xfrm>
          <a:prstGeom prst="rect">
            <a:avLst/>
          </a:prstGeom>
          <a:noFill/>
          <a:ln w="9525" cap="flat" cmpd="sng">
            <a:solidFill>
              <a:schemeClr val="dk1"/>
            </a:solidFill>
            <a:prstDash val="solid"/>
            <a:round/>
            <a:headEnd type="none" w="sm" len="sm"/>
            <a:tailEnd type="none" w="sm" len="sm"/>
          </a:ln>
        </p:spPr>
        <p:txBody>
          <a:bodyPr/>
          <a:lstStyle/>
          <a:p>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4">
  <p:cSld name="CUSTOM_10_1_1">
    <p:spTree>
      <p:nvGrpSpPr>
        <p:cNvPr id="1" name="Shape 178"/>
        <p:cNvGrpSpPr/>
        <p:nvPr/>
      </p:nvGrpSpPr>
      <p:grpSpPr>
        <a:xfrm>
          <a:off x="0" y="0"/>
          <a:ext cx="0" cy="0"/>
          <a:chOff x="0" y="0"/>
          <a:chExt cx="0" cy="0"/>
        </a:xfrm>
      </p:grpSpPr>
      <p:grpSp>
        <p:nvGrpSpPr>
          <p:cNvPr id="179" name="Google Shape;179;p18"/>
          <p:cNvGrpSpPr/>
          <p:nvPr/>
        </p:nvGrpSpPr>
        <p:grpSpPr>
          <a:xfrm>
            <a:off x="182850" y="180600"/>
            <a:ext cx="8778300" cy="4782300"/>
            <a:chOff x="182850" y="180600"/>
            <a:chExt cx="8778300" cy="4782300"/>
          </a:xfrm>
        </p:grpSpPr>
        <p:grpSp>
          <p:nvGrpSpPr>
            <p:cNvPr id="180" name="Google Shape;180;p18"/>
            <p:cNvGrpSpPr/>
            <p:nvPr/>
          </p:nvGrpSpPr>
          <p:grpSpPr>
            <a:xfrm>
              <a:off x="182850" y="180600"/>
              <a:ext cx="8778300" cy="4782300"/>
              <a:chOff x="182850" y="180600"/>
              <a:chExt cx="8778300" cy="4782300"/>
            </a:xfrm>
          </p:grpSpPr>
          <p:sp>
            <p:nvSpPr>
              <p:cNvPr id="181" name="Google Shape;181;p18"/>
              <p:cNvSpPr/>
              <p:nvPr/>
            </p:nvSpPr>
            <p:spPr>
              <a:xfrm>
                <a:off x="182850" y="180600"/>
                <a:ext cx="8778300" cy="478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cxnSp>
            <p:nvCxnSpPr>
              <p:cNvPr id="182" name="Google Shape;182;p18"/>
              <p:cNvCxnSpPr/>
              <p:nvPr/>
            </p:nvCxnSpPr>
            <p:spPr>
              <a:xfrm>
                <a:off x="182850" y="454800"/>
                <a:ext cx="8778300" cy="0"/>
              </a:xfrm>
              <a:prstGeom prst="straightConnector1">
                <a:avLst/>
              </a:prstGeom>
              <a:noFill/>
              <a:ln w="9525" cap="flat" cmpd="sng">
                <a:solidFill>
                  <a:schemeClr val="dk1"/>
                </a:solidFill>
                <a:prstDash val="solid"/>
                <a:round/>
                <a:headEnd type="none" w="med" len="med"/>
                <a:tailEnd type="none" w="med" len="med"/>
              </a:ln>
            </p:spPr>
          </p:cxnSp>
        </p:grpSp>
        <p:sp>
          <p:nvSpPr>
            <p:cNvPr id="183" name="Google Shape;183;p18"/>
            <p:cNvSpPr/>
            <p:nvPr/>
          </p:nvSpPr>
          <p:spPr>
            <a:xfrm>
              <a:off x="5941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84" name="Google Shape;184;p18"/>
            <p:cNvSpPr/>
            <p:nvPr/>
          </p:nvSpPr>
          <p:spPr>
            <a:xfrm>
              <a:off x="8683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85" name="Google Shape;185;p18"/>
            <p:cNvSpPr/>
            <p:nvPr/>
          </p:nvSpPr>
          <p:spPr>
            <a:xfrm>
              <a:off x="3199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sp>
        <p:nvSpPr>
          <p:cNvPr id="186" name="Google Shape;186;p18"/>
          <p:cNvSpPr txBox="1">
            <a:spLocks noGrp="1"/>
          </p:cNvSpPr>
          <p:nvPr>
            <p:ph type="title"/>
          </p:nvPr>
        </p:nvSpPr>
        <p:spPr>
          <a:xfrm>
            <a:off x="713225" y="539500"/>
            <a:ext cx="7717500" cy="64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87" name="Google Shape;187;p18"/>
          <p:cNvSpPr txBox="1">
            <a:spLocks noGrp="1"/>
          </p:cNvSpPr>
          <p:nvPr>
            <p:ph type="body" idx="1"/>
          </p:nvPr>
        </p:nvSpPr>
        <p:spPr>
          <a:xfrm>
            <a:off x="713250" y="1362450"/>
            <a:ext cx="3679200" cy="3241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a:lvl1pPr>
            <a:lvl2pPr marL="914400" lvl="1" indent="-304800" rtl="0">
              <a:lnSpc>
                <a:spcPct val="100000"/>
              </a:lnSpc>
              <a:spcBef>
                <a:spcPts val="1000"/>
              </a:spcBef>
              <a:spcAft>
                <a:spcPts val="0"/>
              </a:spcAft>
              <a:buSzPts val="1200"/>
              <a:buChar char="○"/>
              <a:defRPr/>
            </a:lvl2pPr>
            <a:lvl3pPr marL="1371600" lvl="2" indent="-304800" rtl="0">
              <a:lnSpc>
                <a:spcPct val="100000"/>
              </a:lnSpc>
              <a:spcBef>
                <a:spcPts val="0"/>
              </a:spcBef>
              <a:spcAft>
                <a:spcPts val="0"/>
              </a:spcAft>
              <a:buSzPts val="1200"/>
              <a:buChar char="■"/>
              <a:defRPr/>
            </a:lvl3pPr>
            <a:lvl4pPr marL="1828800" lvl="3" indent="-304800" rtl="0">
              <a:lnSpc>
                <a:spcPct val="100000"/>
              </a:lnSpc>
              <a:spcBef>
                <a:spcPts val="0"/>
              </a:spcBef>
              <a:spcAft>
                <a:spcPts val="0"/>
              </a:spcAft>
              <a:buSzPts val="1200"/>
              <a:buChar char="●"/>
              <a:defRPr/>
            </a:lvl4pPr>
            <a:lvl5pPr marL="2286000" lvl="4" indent="-304800" rtl="0">
              <a:lnSpc>
                <a:spcPct val="100000"/>
              </a:lnSpc>
              <a:spcBef>
                <a:spcPts val="0"/>
              </a:spcBef>
              <a:spcAft>
                <a:spcPts val="0"/>
              </a:spcAft>
              <a:buSzPts val="1200"/>
              <a:buChar char="○"/>
              <a:defRPr/>
            </a:lvl5pPr>
            <a:lvl6pPr marL="2743200" lvl="5" indent="-304800" rtl="0">
              <a:lnSpc>
                <a:spcPct val="100000"/>
              </a:lnSpc>
              <a:spcBef>
                <a:spcPts val="0"/>
              </a:spcBef>
              <a:spcAft>
                <a:spcPts val="0"/>
              </a:spcAft>
              <a:buSzPts val="1200"/>
              <a:buChar char="■"/>
              <a:defRPr/>
            </a:lvl6pPr>
            <a:lvl7pPr marL="3200400" lvl="6" indent="-304800" rtl="0">
              <a:lnSpc>
                <a:spcPct val="100000"/>
              </a:lnSpc>
              <a:spcBef>
                <a:spcPts val="0"/>
              </a:spcBef>
              <a:spcAft>
                <a:spcPts val="0"/>
              </a:spcAft>
              <a:buSzPts val="1200"/>
              <a:buChar char="●"/>
              <a:defRPr/>
            </a:lvl7pPr>
            <a:lvl8pPr marL="3657600" lvl="7" indent="-304800" rtl="0">
              <a:lnSpc>
                <a:spcPct val="100000"/>
              </a:lnSpc>
              <a:spcBef>
                <a:spcPts val="0"/>
              </a:spcBef>
              <a:spcAft>
                <a:spcPts val="0"/>
              </a:spcAft>
              <a:buSzPts val="1200"/>
              <a:buChar char="○"/>
              <a:defRPr/>
            </a:lvl8pPr>
            <a:lvl9pPr marL="4114800" lvl="8" indent="-304800" rtl="0">
              <a:lnSpc>
                <a:spcPct val="100000"/>
              </a:lnSpc>
              <a:spcBef>
                <a:spcPts val="0"/>
              </a:spcBef>
              <a:spcAft>
                <a:spcPts val="0"/>
              </a:spcAft>
              <a:buSzPts val="12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99"/>
        <p:cNvGrpSpPr/>
        <p:nvPr/>
      </p:nvGrpSpPr>
      <p:grpSpPr>
        <a:xfrm>
          <a:off x="0" y="0"/>
          <a:ext cx="0" cy="0"/>
          <a:chOff x="0" y="0"/>
          <a:chExt cx="0" cy="0"/>
        </a:xfrm>
      </p:grpSpPr>
      <p:grpSp>
        <p:nvGrpSpPr>
          <p:cNvPr id="200" name="Google Shape;200;p20"/>
          <p:cNvGrpSpPr/>
          <p:nvPr/>
        </p:nvGrpSpPr>
        <p:grpSpPr>
          <a:xfrm>
            <a:off x="182850" y="180600"/>
            <a:ext cx="8778300" cy="4782300"/>
            <a:chOff x="182850" y="180600"/>
            <a:chExt cx="8778300" cy="4782300"/>
          </a:xfrm>
        </p:grpSpPr>
        <p:grpSp>
          <p:nvGrpSpPr>
            <p:cNvPr id="201" name="Google Shape;201;p20"/>
            <p:cNvGrpSpPr/>
            <p:nvPr/>
          </p:nvGrpSpPr>
          <p:grpSpPr>
            <a:xfrm>
              <a:off x="182850" y="180600"/>
              <a:ext cx="8778300" cy="4782300"/>
              <a:chOff x="182850" y="180600"/>
              <a:chExt cx="8778300" cy="4782300"/>
            </a:xfrm>
          </p:grpSpPr>
          <p:sp>
            <p:nvSpPr>
              <p:cNvPr id="202" name="Google Shape;202;p20"/>
              <p:cNvSpPr/>
              <p:nvPr/>
            </p:nvSpPr>
            <p:spPr>
              <a:xfrm>
                <a:off x="182850" y="180600"/>
                <a:ext cx="8778300" cy="478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cxnSp>
            <p:nvCxnSpPr>
              <p:cNvPr id="203" name="Google Shape;203;p20"/>
              <p:cNvCxnSpPr/>
              <p:nvPr/>
            </p:nvCxnSpPr>
            <p:spPr>
              <a:xfrm>
                <a:off x="182850" y="454800"/>
                <a:ext cx="8778300" cy="0"/>
              </a:xfrm>
              <a:prstGeom prst="straightConnector1">
                <a:avLst/>
              </a:prstGeom>
              <a:noFill/>
              <a:ln w="9525" cap="flat" cmpd="sng">
                <a:solidFill>
                  <a:schemeClr val="dk1"/>
                </a:solidFill>
                <a:prstDash val="solid"/>
                <a:round/>
                <a:headEnd type="none" w="med" len="med"/>
                <a:tailEnd type="none" w="med" len="med"/>
              </a:ln>
            </p:spPr>
          </p:cxnSp>
        </p:grpSp>
        <p:sp>
          <p:nvSpPr>
            <p:cNvPr id="204" name="Google Shape;204;p20"/>
            <p:cNvSpPr/>
            <p:nvPr/>
          </p:nvSpPr>
          <p:spPr>
            <a:xfrm>
              <a:off x="5941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205" name="Google Shape;205;p20"/>
            <p:cNvSpPr/>
            <p:nvPr/>
          </p:nvSpPr>
          <p:spPr>
            <a:xfrm>
              <a:off x="8683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206" name="Google Shape;206;p20"/>
            <p:cNvSpPr/>
            <p:nvPr/>
          </p:nvSpPr>
          <p:spPr>
            <a:xfrm>
              <a:off x="3199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sp>
        <p:nvSpPr>
          <p:cNvPr id="207" name="Google Shape;207;p20"/>
          <p:cNvSpPr txBox="1">
            <a:spLocks noGrp="1"/>
          </p:cNvSpPr>
          <p:nvPr>
            <p:ph type="title"/>
          </p:nvPr>
        </p:nvSpPr>
        <p:spPr>
          <a:xfrm>
            <a:off x="713225" y="539500"/>
            <a:ext cx="7717500" cy="64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08" name="Google Shape;208;p20"/>
          <p:cNvSpPr txBox="1">
            <a:spLocks noGrp="1"/>
          </p:cNvSpPr>
          <p:nvPr>
            <p:ph type="subTitle" idx="1"/>
          </p:nvPr>
        </p:nvSpPr>
        <p:spPr>
          <a:xfrm>
            <a:off x="713213" y="3028956"/>
            <a:ext cx="2328600" cy="109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9" name="Google Shape;209;p20"/>
          <p:cNvSpPr txBox="1">
            <a:spLocks noGrp="1"/>
          </p:cNvSpPr>
          <p:nvPr>
            <p:ph type="subTitle" idx="2"/>
          </p:nvPr>
        </p:nvSpPr>
        <p:spPr>
          <a:xfrm>
            <a:off x="3407675" y="3028956"/>
            <a:ext cx="2328600" cy="109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0" name="Google Shape;210;p20"/>
          <p:cNvSpPr txBox="1">
            <a:spLocks noGrp="1"/>
          </p:cNvSpPr>
          <p:nvPr>
            <p:ph type="subTitle" idx="3"/>
          </p:nvPr>
        </p:nvSpPr>
        <p:spPr>
          <a:xfrm>
            <a:off x="6102138" y="3028956"/>
            <a:ext cx="2328600" cy="109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1" name="Google Shape;211;p20"/>
          <p:cNvSpPr txBox="1">
            <a:spLocks noGrp="1"/>
          </p:cNvSpPr>
          <p:nvPr>
            <p:ph type="subTitle" idx="4"/>
          </p:nvPr>
        </p:nvSpPr>
        <p:spPr>
          <a:xfrm>
            <a:off x="713213" y="2571750"/>
            <a:ext cx="23286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SemiBold"/>
              <a:buNone/>
              <a:defRPr sz="1800">
                <a:solidFill>
                  <a:schemeClr val="dk1"/>
                </a:solidFill>
                <a:latin typeface="Poppins SemiBold"/>
                <a:ea typeface="Poppins SemiBold"/>
                <a:cs typeface="Poppins SemiBold"/>
                <a:sym typeface="Poppins SemiBold"/>
              </a:defRPr>
            </a:lvl1pPr>
            <a:lvl2pPr lvl="1"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sp>
        <p:nvSpPr>
          <p:cNvPr id="212" name="Google Shape;212;p20"/>
          <p:cNvSpPr txBox="1">
            <a:spLocks noGrp="1"/>
          </p:cNvSpPr>
          <p:nvPr>
            <p:ph type="subTitle" idx="5"/>
          </p:nvPr>
        </p:nvSpPr>
        <p:spPr>
          <a:xfrm>
            <a:off x="3407675" y="2571750"/>
            <a:ext cx="23286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SemiBold"/>
              <a:buNone/>
              <a:defRPr sz="1800">
                <a:solidFill>
                  <a:schemeClr val="dk1"/>
                </a:solidFill>
                <a:latin typeface="Poppins SemiBold"/>
                <a:ea typeface="Poppins SemiBold"/>
                <a:cs typeface="Poppins SemiBold"/>
                <a:sym typeface="Poppins SemiBold"/>
              </a:defRPr>
            </a:lvl1pPr>
            <a:lvl2pPr lvl="1"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sp>
        <p:nvSpPr>
          <p:cNvPr id="213" name="Google Shape;213;p20"/>
          <p:cNvSpPr txBox="1">
            <a:spLocks noGrp="1"/>
          </p:cNvSpPr>
          <p:nvPr>
            <p:ph type="subTitle" idx="6"/>
          </p:nvPr>
        </p:nvSpPr>
        <p:spPr>
          <a:xfrm>
            <a:off x="6102138" y="2571750"/>
            <a:ext cx="23286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SemiBold"/>
              <a:buNone/>
              <a:defRPr sz="1800">
                <a:solidFill>
                  <a:schemeClr val="dk1"/>
                </a:solidFill>
                <a:latin typeface="Poppins SemiBold"/>
                <a:ea typeface="Poppins SemiBold"/>
                <a:cs typeface="Poppins SemiBold"/>
                <a:sym typeface="Poppins SemiBold"/>
              </a:defRPr>
            </a:lvl1pPr>
            <a:lvl2pPr lvl="1"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grpSp>
        <p:nvGrpSpPr>
          <p:cNvPr id="214" name="Google Shape;214;p20"/>
          <p:cNvGrpSpPr/>
          <p:nvPr/>
        </p:nvGrpSpPr>
        <p:grpSpPr>
          <a:xfrm>
            <a:off x="-91440" y="1362440"/>
            <a:ext cx="8878824" cy="3394493"/>
            <a:chOff x="-91440" y="1362440"/>
            <a:chExt cx="8878824" cy="3394493"/>
          </a:xfrm>
        </p:grpSpPr>
        <p:pic>
          <p:nvPicPr>
            <p:cNvPr id="215" name="Google Shape;215;p20"/>
            <p:cNvPicPr preferRelativeResize="0"/>
            <p:nvPr/>
          </p:nvPicPr>
          <p:blipFill>
            <a:blip r:embed="rId2">
              <a:alphaModFix/>
            </a:blip>
            <a:stretch>
              <a:fillRect/>
            </a:stretch>
          </p:blipFill>
          <p:spPr>
            <a:xfrm rot="5400000">
              <a:off x="8040189" y="4009738"/>
              <a:ext cx="305671" cy="1188720"/>
            </a:xfrm>
            <a:prstGeom prst="rect">
              <a:avLst/>
            </a:prstGeom>
            <a:noFill/>
            <a:ln>
              <a:noFill/>
            </a:ln>
          </p:spPr>
        </p:pic>
        <p:grpSp>
          <p:nvGrpSpPr>
            <p:cNvPr id="216" name="Google Shape;216;p20"/>
            <p:cNvGrpSpPr/>
            <p:nvPr/>
          </p:nvGrpSpPr>
          <p:grpSpPr>
            <a:xfrm>
              <a:off x="-91440" y="1362440"/>
              <a:ext cx="969282" cy="860675"/>
              <a:chOff x="-91440" y="1362440"/>
              <a:chExt cx="969282" cy="860675"/>
            </a:xfrm>
          </p:grpSpPr>
          <p:pic>
            <p:nvPicPr>
              <p:cNvPr id="217" name="Google Shape;217;p20"/>
              <p:cNvPicPr preferRelativeResize="0"/>
              <p:nvPr/>
            </p:nvPicPr>
            <p:blipFill>
              <a:blip r:embed="rId3">
                <a:alphaModFix/>
              </a:blip>
              <a:stretch>
                <a:fillRect/>
              </a:stretch>
            </p:blipFill>
            <p:spPr>
              <a:xfrm>
                <a:off x="-91440" y="1362440"/>
                <a:ext cx="640079" cy="640079"/>
              </a:xfrm>
              <a:prstGeom prst="rect">
                <a:avLst/>
              </a:prstGeom>
              <a:noFill/>
              <a:ln>
                <a:noFill/>
              </a:ln>
            </p:spPr>
          </p:pic>
          <p:grpSp>
            <p:nvGrpSpPr>
              <p:cNvPr id="218" name="Google Shape;218;p20"/>
              <p:cNvGrpSpPr/>
              <p:nvPr/>
            </p:nvGrpSpPr>
            <p:grpSpPr>
              <a:xfrm>
                <a:off x="365760" y="1711034"/>
                <a:ext cx="512082" cy="512082"/>
                <a:chOff x="3917134" y="511959"/>
                <a:chExt cx="512082" cy="512082"/>
              </a:xfrm>
            </p:grpSpPr>
            <p:sp>
              <p:nvSpPr>
                <p:cNvPr id="219" name="Google Shape;219;p20"/>
                <p:cNvSpPr/>
                <p:nvPr/>
              </p:nvSpPr>
              <p:spPr>
                <a:xfrm>
                  <a:off x="3944575" y="539400"/>
                  <a:ext cx="457200" cy="457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nvGrpSpPr>
                <p:cNvPr id="220" name="Google Shape;220;p20"/>
                <p:cNvGrpSpPr/>
                <p:nvPr/>
              </p:nvGrpSpPr>
              <p:grpSpPr>
                <a:xfrm rot="2700000">
                  <a:off x="3992126" y="586951"/>
                  <a:ext cx="362097" cy="362097"/>
                  <a:chOff x="1726575" y="1666225"/>
                  <a:chExt cx="362100" cy="362100"/>
                </a:xfrm>
              </p:grpSpPr>
              <p:cxnSp>
                <p:nvCxnSpPr>
                  <p:cNvPr id="221" name="Google Shape;221;p20"/>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222" name="Google Shape;222;p20"/>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23"/>
        <p:cNvGrpSpPr/>
        <p:nvPr/>
      </p:nvGrpSpPr>
      <p:grpSpPr>
        <a:xfrm>
          <a:off x="0" y="0"/>
          <a:ext cx="0" cy="0"/>
          <a:chOff x="0" y="0"/>
          <a:chExt cx="0" cy="0"/>
        </a:xfrm>
      </p:grpSpPr>
      <p:grpSp>
        <p:nvGrpSpPr>
          <p:cNvPr id="224" name="Google Shape;224;p21"/>
          <p:cNvGrpSpPr/>
          <p:nvPr/>
        </p:nvGrpSpPr>
        <p:grpSpPr>
          <a:xfrm>
            <a:off x="182850" y="180600"/>
            <a:ext cx="8778300" cy="4782300"/>
            <a:chOff x="182850" y="180600"/>
            <a:chExt cx="8778300" cy="4782300"/>
          </a:xfrm>
        </p:grpSpPr>
        <p:grpSp>
          <p:nvGrpSpPr>
            <p:cNvPr id="225" name="Google Shape;225;p21"/>
            <p:cNvGrpSpPr/>
            <p:nvPr/>
          </p:nvGrpSpPr>
          <p:grpSpPr>
            <a:xfrm>
              <a:off x="182850" y="180600"/>
              <a:ext cx="8778300" cy="4782300"/>
              <a:chOff x="182850" y="180600"/>
              <a:chExt cx="8778300" cy="4782300"/>
            </a:xfrm>
          </p:grpSpPr>
          <p:sp>
            <p:nvSpPr>
              <p:cNvPr id="226" name="Google Shape;226;p21"/>
              <p:cNvSpPr/>
              <p:nvPr/>
            </p:nvSpPr>
            <p:spPr>
              <a:xfrm>
                <a:off x="182850" y="180600"/>
                <a:ext cx="8778300" cy="478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cxnSp>
            <p:nvCxnSpPr>
              <p:cNvPr id="227" name="Google Shape;227;p21"/>
              <p:cNvCxnSpPr/>
              <p:nvPr/>
            </p:nvCxnSpPr>
            <p:spPr>
              <a:xfrm>
                <a:off x="182850" y="454800"/>
                <a:ext cx="8778300" cy="0"/>
              </a:xfrm>
              <a:prstGeom prst="straightConnector1">
                <a:avLst/>
              </a:prstGeom>
              <a:noFill/>
              <a:ln w="9525" cap="flat" cmpd="sng">
                <a:solidFill>
                  <a:schemeClr val="dk1"/>
                </a:solidFill>
                <a:prstDash val="solid"/>
                <a:round/>
                <a:headEnd type="none" w="med" len="med"/>
                <a:tailEnd type="none" w="med" len="med"/>
              </a:ln>
            </p:spPr>
          </p:cxnSp>
        </p:grpSp>
        <p:sp>
          <p:nvSpPr>
            <p:cNvPr id="228" name="Google Shape;228;p21"/>
            <p:cNvSpPr/>
            <p:nvPr/>
          </p:nvSpPr>
          <p:spPr>
            <a:xfrm>
              <a:off x="5941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229" name="Google Shape;229;p21"/>
            <p:cNvSpPr/>
            <p:nvPr/>
          </p:nvSpPr>
          <p:spPr>
            <a:xfrm>
              <a:off x="8683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230" name="Google Shape;230;p21"/>
            <p:cNvSpPr/>
            <p:nvPr/>
          </p:nvSpPr>
          <p:spPr>
            <a:xfrm>
              <a:off x="3199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sp>
        <p:nvSpPr>
          <p:cNvPr id="231" name="Google Shape;231;p21"/>
          <p:cNvSpPr txBox="1">
            <a:spLocks noGrp="1"/>
          </p:cNvSpPr>
          <p:nvPr>
            <p:ph type="title"/>
          </p:nvPr>
        </p:nvSpPr>
        <p:spPr>
          <a:xfrm>
            <a:off x="713225" y="539500"/>
            <a:ext cx="7717500" cy="64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32" name="Google Shape;232;p21"/>
          <p:cNvSpPr txBox="1">
            <a:spLocks noGrp="1"/>
          </p:cNvSpPr>
          <p:nvPr>
            <p:ph type="subTitle" idx="1"/>
          </p:nvPr>
        </p:nvSpPr>
        <p:spPr>
          <a:xfrm>
            <a:off x="1448075" y="2068859"/>
            <a:ext cx="2944200" cy="73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33" name="Google Shape;233;p21"/>
          <p:cNvSpPr txBox="1">
            <a:spLocks noGrp="1"/>
          </p:cNvSpPr>
          <p:nvPr>
            <p:ph type="subTitle" idx="2"/>
          </p:nvPr>
        </p:nvSpPr>
        <p:spPr>
          <a:xfrm>
            <a:off x="5486274" y="2068859"/>
            <a:ext cx="2944500" cy="73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34" name="Google Shape;234;p21"/>
          <p:cNvSpPr txBox="1">
            <a:spLocks noGrp="1"/>
          </p:cNvSpPr>
          <p:nvPr>
            <p:ph type="subTitle" idx="3"/>
          </p:nvPr>
        </p:nvSpPr>
        <p:spPr>
          <a:xfrm>
            <a:off x="1448150" y="3623346"/>
            <a:ext cx="2944200" cy="73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35" name="Google Shape;235;p21"/>
          <p:cNvSpPr txBox="1">
            <a:spLocks noGrp="1"/>
          </p:cNvSpPr>
          <p:nvPr>
            <p:ph type="subTitle" idx="4"/>
          </p:nvPr>
        </p:nvSpPr>
        <p:spPr>
          <a:xfrm>
            <a:off x="5486274" y="3623346"/>
            <a:ext cx="2944500" cy="73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36" name="Google Shape;236;p21"/>
          <p:cNvSpPr txBox="1">
            <a:spLocks noGrp="1"/>
          </p:cNvSpPr>
          <p:nvPr>
            <p:ph type="subTitle" idx="5"/>
          </p:nvPr>
        </p:nvSpPr>
        <p:spPr>
          <a:xfrm>
            <a:off x="1448075" y="1611663"/>
            <a:ext cx="29442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Poppins SemiBold"/>
              <a:buNone/>
              <a:defRPr sz="1800">
                <a:solidFill>
                  <a:schemeClr val="dk1"/>
                </a:solidFill>
                <a:latin typeface="Poppins SemiBold"/>
                <a:ea typeface="Poppins SemiBold"/>
                <a:cs typeface="Poppins SemiBold"/>
                <a:sym typeface="Poppins SemiBold"/>
              </a:defRPr>
            </a:lvl1pPr>
            <a:lvl2pPr lvl="1"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sp>
        <p:nvSpPr>
          <p:cNvPr id="237" name="Google Shape;237;p21"/>
          <p:cNvSpPr txBox="1">
            <a:spLocks noGrp="1"/>
          </p:cNvSpPr>
          <p:nvPr>
            <p:ph type="subTitle" idx="6"/>
          </p:nvPr>
        </p:nvSpPr>
        <p:spPr>
          <a:xfrm>
            <a:off x="1448075" y="3166149"/>
            <a:ext cx="29442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Poppins SemiBold"/>
              <a:buNone/>
              <a:defRPr sz="1800">
                <a:solidFill>
                  <a:schemeClr val="dk1"/>
                </a:solidFill>
                <a:latin typeface="Poppins SemiBold"/>
                <a:ea typeface="Poppins SemiBold"/>
                <a:cs typeface="Poppins SemiBold"/>
                <a:sym typeface="Poppins SemiBold"/>
              </a:defRPr>
            </a:lvl1pPr>
            <a:lvl2pPr lvl="1"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sp>
        <p:nvSpPr>
          <p:cNvPr id="238" name="Google Shape;238;p21"/>
          <p:cNvSpPr txBox="1">
            <a:spLocks noGrp="1"/>
          </p:cNvSpPr>
          <p:nvPr>
            <p:ph type="subTitle" idx="7"/>
          </p:nvPr>
        </p:nvSpPr>
        <p:spPr>
          <a:xfrm>
            <a:off x="5486274" y="1611663"/>
            <a:ext cx="2944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Poppins SemiBold"/>
              <a:buNone/>
              <a:defRPr sz="1800">
                <a:solidFill>
                  <a:schemeClr val="dk1"/>
                </a:solidFill>
                <a:latin typeface="Poppins SemiBold"/>
                <a:ea typeface="Poppins SemiBold"/>
                <a:cs typeface="Poppins SemiBold"/>
                <a:sym typeface="Poppins SemiBold"/>
              </a:defRPr>
            </a:lvl1pPr>
            <a:lvl2pPr lvl="1"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sp>
        <p:nvSpPr>
          <p:cNvPr id="239" name="Google Shape;239;p21"/>
          <p:cNvSpPr txBox="1">
            <a:spLocks noGrp="1"/>
          </p:cNvSpPr>
          <p:nvPr>
            <p:ph type="subTitle" idx="8"/>
          </p:nvPr>
        </p:nvSpPr>
        <p:spPr>
          <a:xfrm>
            <a:off x="5486274" y="3166149"/>
            <a:ext cx="29445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Poppins SemiBold"/>
              <a:buNone/>
              <a:defRPr sz="1800">
                <a:solidFill>
                  <a:schemeClr val="dk1"/>
                </a:solidFill>
                <a:latin typeface="Poppins SemiBold"/>
                <a:ea typeface="Poppins SemiBold"/>
                <a:cs typeface="Poppins SemiBold"/>
                <a:sym typeface="Poppins SemiBold"/>
              </a:defRPr>
            </a:lvl1pPr>
            <a:lvl2pPr lvl="1"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grpSp>
        <p:nvGrpSpPr>
          <p:cNvPr id="240" name="Google Shape;240;p21"/>
          <p:cNvGrpSpPr/>
          <p:nvPr/>
        </p:nvGrpSpPr>
        <p:grpSpPr>
          <a:xfrm>
            <a:off x="-45720" y="858968"/>
            <a:ext cx="8750868" cy="3745134"/>
            <a:chOff x="-45720" y="858968"/>
            <a:chExt cx="8750868" cy="3745134"/>
          </a:xfrm>
        </p:grpSpPr>
        <p:pic>
          <p:nvPicPr>
            <p:cNvPr id="241" name="Google Shape;241;p21"/>
            <p:cNvPicPr preferRelativeResize="0"/>
            <p:nvPr/>
          </p:nvPicPr>
          <p:blipFill>
            <a:blip r:embed="rId2">
              <a:alphaModFix/>
            </a:blip>
            <a:stretch>
              <a:fillRect/>
            </a:stretch>
          </p:blipFill>
          <p:spPr>
            <a:xfrm>
              <a:off x="-45720" y="4144575"/>
              <a:ext cx="914399" cy="459527"/>
            </a:xfrm>
            <a:prstGeom prst="rect">
              <a:avLst/>
            </a:prstGeom>
            <a:noFill/>
            <a:ln>
              <a:noFill/>
            </a:ln>
          </p:spPr>
        </p:pic>
        <p:grpSp>
          <p:nvGrpSpPr>
            <p:cNvPr id="242" name="Google Shape;242;p21"/>
            <p:cNvGrpSpPr/>
            <p:nvPr/>
          </p:nvGrpSpPr>
          <p:grpSpPr>
            <a:xfrm>
              <a:off x="7973515" y="858968"/>
              <a:ext cx="731633" cy="1006952"/>
              <a:chOff x="7973515" y="858968"/>
              <a:chExt cx="731633" cy="1006952"/>
            </a:xfrm>
          </p:grpSpPr>
          <p:pic>
            <p:nvPicPr>
              <p:cNvPr id="243" name="Google Shape;243;p21"/>
              <p:cNvPicPr preferRelativeResize="0"/>
              <p:nvPr/>
            </p:nvPicPr>
            <p:blipFill>
              <a:blip r:embed="rId3">
                <a:alphaModFix/>
              </a:blip>
              <a:stretch>
                <a:fillRect/>
              </a:stretch>
            </p:blipFill>
            <p:spPr>
              <a:xfrm rot="10800000" flipH="1">
                <a:off x="7973515" y="1180331"/>
                <a:ext cx="457200" cy="510540"/>
              </a:xfrm>
              <a:prstGeom prst="rect">
                <a:avLst/>
              </a:prstGeom>
              <a:noFill/>
              <a:ln>
                <a:noFill/>
              </a:ln>
            </p:spPr>
          </p:pic>
          <p:grpSp>
            <p:nvGrpSpPr>
              <p:cNvPr id="244" name="Google Shape;244;p21"/>
              <p:cNvGrpSpPr/>
              <p:nvPr/>
            </p:nvGrpSpPr>
            <p:grpSpPr>
              <a:xfrm rot="5400000">
                <a:off x="8155922" y="1316694"/>
                <a:ext cx="1006952" cy="91500"/>
                <a:chOff x="712180" y="1362450"/>
                <a:chExt cx="1006953" cy="91500"/>
              </a:xfrm>
            </p:grpSpPr>
            <p:cxnSp>
              <p:nvCxnSpPr>
                <p:cNvPr id="245" name="Google Shape;245;p21"/>
                <p:cNvCxnSpPr/>
                <p:nvPr/>
              </p:nvCxnSpPr>
              <p:spPr>
                <a:xfrm>
                  <a:off x="756063" y="1408200"/>
                  <a:ext cx="914400" cy="0"/>
                </a:xfrm>
                <a:prstGeom prst="straightConnector1">
                  <a:avLst/>
                </a:prstGeom>
                <a:noFill/>
                <a:ln w="9525" cap="rnd" cmpd="sng">
                  <a:solidFill>
                    <a:schemeClr val="dk1"/>
                  </a:solidFill>
                  <a:prstDash val="solid"/>
                  <a:round/>
                  <a:headEnd type="none" w="med" len="med"/>
                  <a:tailEnd type="none" w="med" len="med"/>
                </a:ln>
              </p:spPr>
            </p:cxnSp>
            <p:sp>
              <p:nvSpPr>
                <p:cNvPr id="246" name="Google Shape;246;p21"/>
                <p:cNvSpPr/>
                <p:nvPr/>
              </p:nvSpPr>
              <p:spPr>
                <a:xfrm>
                  <a:off x="1627632"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247" name="Google Shape;247;p21"/>
                <p:cNvSpPr/>
                <p:nvPr/>
              </p:nvSpPr>
              <p:spPr>
                <a:xfrm>
                  <a:off x="712180"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248"/>
        <p:cNvGrpSpPr/>
        <p:nvPr/>
      </p:nvGrpSpPr>
      <p:grpSpPr>
        <a:xfrm>
          <a:off x="0" y="0"/>
          <a:ext cx="0" cy="0"/>
          <a:chOff x="0" y="0"/>
          <a:chExt cx="0" cy="0"/>
        </a:xfrm>
      </p:grpSpPr>
      <p:grpSp>
        <p:nvGrpSpPr>
          <p:cNvPr id="249" name="Google Shape;249;p22"/>
          <p:cNvGrpSpPr/>
          <p:nvPr/>
        </p:nvGrpSpPr>
        <p:grpSpPr>
          <a:xfrm>
            <a:off x="182850" y="180600"/>
            <a:ext cx="8778300" cy="4782300"/>
            <a:chOff x="182850" y="180600"/>
            <a:chExt cx="8778300" cy="4782300"/>
          </a:xfrm>
        </p:grpSpPr>
        <p:grpSp>
          <p:nvGrpSpPr>
            <p:cNvPr id="250" name="Google Shape;250;p22"/>
            <p:cNvGrpSpPr/>
            <p:nvPr/>
          </p:nvGrpSpPr>
          <p:grpSpPr>
            <a:xfrm>
              <a:off x="182850" y="180600"/>
              <a:ext cx="8778300" cy="4782300"/>
              <a:chOff x="182850" y="180600"/>
              <a:chExt cx="8778300" cy="4782300"/>
            </a:xfrm>
          </p:grpSpPr>
          <p:sp>
            <p:nvSpPr>
              <p:cNvPr id="251" name="Google Shape;251;p22"/>
              <p:cNvSpPr/>
              <p:nvPr/>
            </p:nvSpPr>
            <p:spPr>
              <a:xfrm>
                <a:off x="182850" y="180600"/>
                <a:ext cx="8778300" cy="4782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cxnSp>
            <p:nvCxnSpPr>
              <p:cNvPr id="252" name="Google Shape;252;p22"/>
              <p:cNvCxnSpPr/>
              <p:nvPr/>
            </p:nvCxnSpPr>
            <p:spPr>
              <a:xfrm>
                <a:off x="182850" y="454800"/>
                <a:ext cx="8778300" cy="0"/>
              </a:xfrm>
              <a:prstGeom prst="straightConnector1">
                <a:avLst/>
              </a:prstGeom>
              <a:noFill/>
              <a:ln w="9525" cap="flat" cmpd="sng">
                <a:solidFill>
                  <a:schemeClr val="dk1"/>
                </a:solidFill>
                <a:prstDash val="solid"/>
                <a:round/>
                <a:headEnd type="none" w="med" len="med"/>
                <a:tailEnd type="none" w="med" len="med"/>
              </a:ln>
            </p:spPr>
          </p:cxnSp>
        </p:grpSp>
        <p:sp>
          <p:nvSpPr>
            <p:cNvPr id="253" name="Google Shape;253;p22"/>
            <p:cNvSpPr/>
            <p:nvPr/>
          </p:nvSpPr>
          <p:spPr>
            <a:xfrm>
              <a:off x="5941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254" name="Google Shape;254;p22"/>
            <p:cNvSpPr/>
            <p:nvPr/>
          </p:nvSpPr>
          <p:spPr>
            <a:xfrm>
              <a:off x="8683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255" name="Google Shape;255;p22"/>
            <p:cNvSpPr/>
            <p:nvPr/>
          </p:nvSpPr>
          <p:spPr>
            <a:xfrm>
              <a:off x="319950" y="249150"/>
              <a:ext cx="137100" cy="137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sp>
        <p:nvSpPr>
          <p:cNvPr id="256" name="Google Shape;256;p22"/>
          <p:cNvSpPr txBox="1">
            <a:spLocks noGrp="1"/>
          </p:cNvSpPr>
          <p:nvPr>
            <p:ph type="title"/>
          </p:nvPr>
        </p:nvSpPr>
        <p:spPr>
          <a:xfrm>
            <a:off x="713225" y="539500"/>
            <a:ext cx="7717500" cy="64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57" name="Google Shape;257;p22"/>
          <p:cNvSpPr txBox="1">
            <a:spLocks noGrp="1"/>
          </p:cNvSpPr>
          <p:nvPr>
            <p:ph type="subTitle" idx="1"/>
          </p:nvPr>
        </p:nvSpPr>
        <p:spPr>
          <a:xfrm>
            <a:off x="708357" y="1977649"/>
            <a:ext cx="2328300" cy="9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58" name="Google Shape;258;p22"/>
          <p:cNvSpPr txBox="1">
            <a:spLocks noGrp="1"/>
          </p:cNvSpPr>
          <p:nvPr>
            <p:ph type="subTitle" idx="2"/>
          </p:nvPr>
        </p:nvSpPr>
        <p:spPr>
          <a:xfrm>
            <a:off x="3410217" y="1977649"/>
            <a:ext cx="2328300" cy="9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59" name="Google Shape;259;p22"/>
          <p:cNvSpPr txBox="1">
            <a:spLocks noGrp="1"/>
          </p:cNvSpPr>
          <p:nvPr>
            <p:ph type="subTitle" idx="3"/>
          </p:nvPr>
        </p:nvSpPr>
        <p:spPr>
          <a:xfrm>
            <a:off x="706707" y="3532141"/>
            <a:ext cx="2331600" cy="9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60" name="Google Shape;260;p22"/>
          <p:cNvSpPr txBox="1">
            <a:spLocks noGrp="1"/>
          </p:cNvSpPr>
          <p:nvPr>
            <p:ph type="subTitle" idx="4"/>
          </p:nvPr>
        </p:nvSpPr>
        <p:spPr>
          <a:xfrm>
            <a:off x="3408567" y="3532141"/>
            <a:ext cx="2331600" cy="9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61" name="Google Shape;261;p22"/>
          <p:cNvSpPr txBox="1">
            <a:spLocks noGrp="1"/>
          </p:cNvSpPr>
          <p:nvPr>
            <p:ph type="subTitle" idx="5"/>
          </p:nvPr>
        </p:nvSpPr>
        <p:spPr>
          <a:xfrm>
            <a:off x="6107343" y="1977649"/>
            <a:ext cx="2328300" cy="9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62" name="Google Shape;262;p22"/>
          <p:cNvSpPr txBox="1">
            <a:spLocks noGrp="1"/>
          </p:cNvSpPr>
          <p:nvPr>
            <p:ph type="subTitle" idx="6"/>
          </p:nvPr>
        </p:nvSpPr>
        <p:spPr>
          <a:xfrm>
            <a:off x="6105693" y="3532141"/>
            <a:ext cx="2331600" cy="91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63" name="Google Shape;263;p22"/>
          <p:cNvSpPr txBox="1">
            <a:spLocks noGrp="1"/>
          </p:cNvSpPr>
          <p:nvPr>
            <p:ph type="subTitle" idx="7"/>
          </p:nvPr>
        </p:nvSpPr>
        <p:spPr>
          <a:xfrm>
            <a:off x="708357" y="1520444"/>
            <a:ext cx="23283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SemiBold"/>
              <a:buNone/>
              <a:defRPr sz="1800">
                <a:solidFill>
                  <a:schemeClr val="dk1"/>
                </a:solidFill>
                <a:latin typeface="Poppins SemiBold"/>
                <a:ea typeface="Poppins SemiBold"/>
                <a:cs typeface="Poppins SemiBold"/>
                <a:sym typeface="Poppins SemiBold"/>
              </a:defRPr>
            </a:lvl1pPr>
            <a:lvl2pPr lvl="1"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sp>
        <p:nvSpPr>
          <p:cNvPr id="264" name="Google Shape;264;p22"/>
          <p:cNvSpPr txBox="1">
            <a:spLocks noGrp="1"/>
          </p:cNvSpPr>
          <p:nvPr>
            <p:ph type="subTitle" idx="8"/>
          </p:nvPr>
        </p:nvSpPr>
        <p:spPr>
          <a:xfrm>
            <a:off x="3408567" y="1520444"/>
            <a:ext cx="23316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SemiBold"/>
              <a:buNone/>
              <a:defRPr sz="1800">
                <a:solidFill>
                  <a:schemeClr val="dk1"/>
                </a:solidFill>
                <a:latin typeface="Poppins SemiBold"/>
                <a:ea typeface="Poppins SemiBold"/>
                <a:cs typeface="Poppins SemiBold"/>
                <a:sym typeface="Poppins SemiBold"/>
              </a:defRPr>
            </a:lvl1pPr>
            <a:lvl2pPr lvl="1"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sp>
        <p:nvSpPr>
          <p:cNvPr id="265" name="Google Shape;265;p22"/>
          <p:cNvSpPr txBox="1">
            <a:spLocks noGrp="1"/>
          </p:cNvSpPr>
          <p:nvPr>
            <p:ph type="subTitle" idx="9"/>
          </p:nvPr>
        </p:nvSpPr>
        <p:spPr>
          <a:xfrm>
            <a:off x="6107343" y="1520444"/>
            <a:ext cx="23283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SemiBold"/>
              <a:buNone/>
              <a:defRPr sz="1800">
                <a:solidFill>
                  <a:schemeClr val="dk1"/>
                </a:solidFill>
                <a:latin typeface="Poppins SemiBold"/>
                <a:ea typeface="Poppins SemiBold"/>
                <a:cs typeface="Poppins SemiBold"/>
                <a:sym typeface="Poppins SemiBold"/>
              </a:defRPr>
            </a:lvl1pPr>
            <a:lvl2pPr lvl="1"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sp>
        <p:nvSpPr>
          <p:cNvPr id="266" name="Google Shape;266;p22"/>
          <p:cNvSpPr txBox="1">
            <a:spLocks noGrp="1"/>
          </p:cNvSpPr>
          <p:nvPr>
            <p:ph type="subTitle" idx="13"/>
          </p:nvPr>
        </p:nvSpPr>
        <p:spPr>
          <a:xfrm>
            <a:off x="706707" y="3074936"/>
            <a:ext cx="23316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SemiBold"/>
              <a:buNone/>
              <a:defRPr sz="1800">
                <a:solidFill>
                  <a:schemeClr val="dk1"/>
                </a:solidFill>
                <a:latin typeface="Poppins SemiBold"/>
                <a:ea typeface="Poppins SemiBold"/>
                <a:cs typeface="Poppins SemiBold"/>
                <a:sym typeface="Poppins SemiBold"/>
              </a:defRPr>
            </a:lvl1pPr>
            <a:lvl2pPr lvl="1"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sp>
        <p:nvSpPr>
          <p:cNvPr id="267" name="Google Shape;267;p22"/>
          <p:cNvSpPr txBox="1">
            <a:spLocks noGrp="1"/>
          </p:cNvSpPr>
          <p:nvPr>
            <p:ph type="subTitle" idx="14"/>
          </p:nvPr>
        </p:nvSpPr>
        <p:spPr>
          <a:xfrm>
            <a:off x="3408567" y="3074936"/>
            <a:ext cx="23316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SemiBold"/>
              <a:buNone/>
              <a:defRPr sz="1800">
                <a:solidFill>
                  <a:schemeClr val="dk1"/>
                </a:solidFill>
                <a:latin typeface="Poppins SemiBold"/>
                <a:ea typeface="Poppins SemiBold"/>
                <a:cs typeface="Poppins SemiBold"/>
                <a:sym typeface="Poppins SemiBold"/>
              </a:defRPr>
            </a:lvl1pPr>
            <a:lvl2pPr lvl="1"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sp>
        <p:nvSpPr>
          <p:cNvPr id="268" name="Google Shape;268;p22"/>
          <p:cNvSpPr txBox="1">
            <a:spLocks noGrp="1"/>
          </p:cNvSpPr>
          <p:nvPr>
            <p:ph type="subTitle" idx="15"/>
          </p:nvPr>
        </p:nvSpPr>
        <p:spPr>
          <a:xfrm>
            <a:off x="6105693" y="3074936"/>
            <a:ext cx="2331600" cy="457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800"/>
              <a:buFont typeface="Poppins SemiBold"/>
              <a:buNone/>
              <a:defRPr sz="1800">
                <a:solidFill>
                  <a:schemeClr val="dk1"/>
                </a:solidFill>
                <a:latin typeface="Poppins SemiBold"/>
                <a:ea typeface="Poppins SemiBold"/>
                <a:cs typeface="Poppins SemiBold"/>
                <a:sym typeface="Poppins SemiBold"/>
              </a:defRPr>
            </a:lvl1pPr>
            <a:lvl2pPr lvl="1"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2pPr>
            <a:lvl3pPr lvl="2"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3pPr>
            <a:lvl4pPr lvl="3"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4pPr>
            <a:lvl5pPr lvl="4"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5pPr>
            <a:lvl6pPr lvl="5"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6pPr>
            <a:lvl7pPr lvl="6"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7pPr>
            <a:lvl8pPr lvl="7"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8pPr>
            <a:lvl9pPr lvl="8" algn="ctr" rtl="0">
              <a:lnSpc>
                <a:spcPct val="100000"/>
              </a:lnSpc>
              <a:spcBef>
                <a:spcPts val="0"/>
              </a:spcBef>
              <a:spcAft>
                <a:spcPts val="0"/>
              </a:spcAft>
              <a:buSzPts val="1800"/>
              <a:buFont typeface="Poppins SemiBold"/>
              <a:buNone/>
              <a:defRPr sz="1800">
                <a:latin typeface="Poppins SemiBold"/>
                <a:ea typeface="Poppins SemiBold"/>
                <a:cs typeface="Poppins SemiBold"/>
                <a:sym typeface="Poppins SemiBold"/>
              </a:defRPr>
            </a:lvl9pPr>
          </a:lstStyle>
          <a:p>
            <a:endParaRPr/>
          </a:p>
        </p:txBody>
      </p:sp>
      <p:pic>
        <p:nvPicPr>
          <p:cNvPr id="269" name="Google Shape;269;p22"/>
          <p:cNvPicPr preferRelativeResize="0"/>
          <p:nvPr/>
        </p:nvPicPr>
        <p:blipFill>
          <a:blip r:embed="rId2">
            <a:alphaModFix/>
          </a:blip>
          <a:stretch>
            <a:fillRect/>
          </a:stretch>
        </p:blipFill>
        <p:spPr>
          <a:xfrm rot="5400000">
            <a:off x="279712" y="4506579"/>
            <a:ext cx="365751" cy="408410"/>
          </a:xfrm>
          <a:prstGeom prst="rect">
            <a:avLst/>
          </a:prstGeom>
          <a:noFill/>
          <a:ln>
            <a:noFill/>
          </a:ln>
        </p:spPr>
      </p:pic>
      <p:grpSp>
        <p:nvGrpSpPr>
          <p:cNvPr id="270" name="Google Shape;270;p22"/>
          <p:cNvGrpSpPr/>
          <p:nvPr/>
        </p:nvGrpSpPr>
        <p:grpSpPr>
          <a:xfrm rot="10800000" flipH="1">
            <a:off x="327611" y="4680752"/>
            <a:ext cx="717252" cy="65175"/>
            <a:chOff x="712180" y="1362450"/>
            <a:chExt cx="1006953" cy="91500"/>
          </a:xfrm>
        </p:grpSpPr>
        <p:cxnSp>
          <p:nvCxnSpPr>
            <p:cNvPr id="271" name="Google Shape;271;p22"/>
            <p:cNvCxnSpPr/>
            <p:nvPr/>
          </p:nvCxnSpPr>
          <p:spPr>
            <a:xfrm>
              <a:off x="756063" y="1408200"/>
              <a:ext cx="914400" cy="0"/>
            </a:xfrm>
            <a:prstGeom prst="straightConnector1">
              <a:avLst/>
            </a:prstGeom>
            <a:noFill/>
            <a:ln w="9525" cap="rnd" cmpd="sng">
              <a:solidFill>
                <a:schemeClr val="dk1"/>
              </a:solidFill>
              <a:prstDash val="solid"/>
              <a:round/>
              <a:headEnd type="none" w="med" len="med"/>
              <a:tailEnd type="none" w="med" len="med"/>
            </a:ln>
          </p:spPr>
        </p:cxnSp>
        <p:sp>
          <p:nvSpPr>
            <p:cNvPr id="272" name="Google Shape;272;p22"/>
            <p:cNvSpPr/>
            <p:nvPr/>
          </p:nvSpPr>
          <p:spPr>
            <a:xfrm>
              <a:off x="1627632"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273" name="Google Shape;273;p22"/>
            <p:cNvSpPr/>
            <p:nvPr/>
          </p:nvSpPr>
          <p:spPr>
            <a:xfrm>
              <a:off x="712180"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85"/>
        <p:cNvGrpSpPr/>
        <p:nvPr/>
      </p:nvGrpSpPr>
      <p:grpSpPr>
        <a:xfrm>
          <a:off x="0" y="0"/>
          <a:ext cx="0" cy="0"/>
          <a:chOff x="0" y="0"/>
          <a:chExt cx="0" cy="0"/>
        </a:xfrm>
      </p:grpSpPr>
      <p:grpSp>
        <p:nvGrpSpPr>
          <p:cNvPr id="286" name="Google Shape;286;p24"/>
          <p:cNvGrpSpPr/>
          <p:nvPr/>
        </p:nvGrpSpPr>
        <p:grpSpPr>
          <a:xfrm>
            <a:off x="182850" y="180600"/>
            <a:ext cx="8778300" cy="4782300"/>
            <a:chOff x="182850" y="180600"/>
            <a:chExt cx="8778300" cy="4782300"/>
          </a:xfrm>
        </p:grpSpPr>
        <p:grpSp>
          <p:nvGrpSpPr>
            <p:cNvPr id="287" name="Google Shape;287;p24"/>
            <p:cNvGrpSpPr/>
            <p:nvPr/>
          </p:nvGrpSpPr>
          <p:grpSpPr>
            <a:xfrm>
              <a:off x="182850" y="180600"/>
              <a:ext cx="8778300" cy="4782300"/>
              <a:chOff x="182850" y="180600"/>
              <a:chExt cx="8778300" cy="4782300"/>
            </a:xfrm>
          </p:grpSpPr>
          <p:sp>
            <p:nvSpPr>
              <p:cNvPr id="288" name="Google Shape;288;p24"/>
              <p:cNvSpPr/>
              <p:nvPr/>
            </p:nvSpPr>
            <p:spPr>
              <a:xfrm>
                <a:off x="182850" y="180600"/>
                <a:ext cx="8778300" cy="4782300"/>
              </a:xfrm>
              <a:prstGeom prst="rect">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cxnSp>
            <p:nvCxnSpPr>
              <p:cNvPr id="289" name="Google Shape;289;p24"/>
              <p:cNvCxnSpPr/>
              <p:nvPr/>
            </p:nvCxnSpPr>
            <p:spPr>
              <a:xfrm>
                <a:off x="182850" y="454800"/>
                <a:ext cx="8778300" cy="0"/>
              </a:xfrm>
              <a:prstGeom prst="straightConnector1">
                <a:avLst/>
              </a:prstGeom>
              <a:noFill/>
              <a:ln w="19050" cap="flat" cmpd="sng">
                <a:solidFill>
                  <a:schemeClr val="accent2"/>
                </a:solidFill>
                <a:prstDash val="solid"/>
                <a:round/>
                <a:headEnd type="none" w="med" len="med"/>
                <a:tailEnd type="none" w="med" len="med"/>
              </a:ln>
            </p:spPr>
          </p:cxnSp>
        </p:grpSp>
        <p:sp>
          <p:nvSpPr>
            <p:cNvPr id="290" name="Google Shape;290;p24"/>
            <p:cNvSpPr/>
            <p:nvPr/>
          </p:nvSpPr>
          <p:spPr>
            <a:xfrm>
              <a:off x="594150" y="249150"/>
              <a:ext cx="137100" cy="1371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291" name="Google Shape;291;p24"/>
            <p:cNvSpPr/>
            <p:nvPr/>
          </p:nvSpPr>
          <p:spPr>
            <a:xfrm>
              <a:off x="868350" y="249150"/>
              <a:ext cx="137100" cy="1371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292" name="Google Shape;292;p24"/>
            <p:cNvSpPr/>
            <p:nvPr/>
          </p:nvSpPr>
          <p:spPr>
            <a:xfrm>
              <a:off x="319950" y="249150"/>
              <a:ext cx="137100" cy="1371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accent1"/>
        </a:solidFill>
        <a:effectLst/>
      </p:bgPr>
    </p:bg>
    <p:spTree>
      <p:nvGrpSpPr>
        <p:cNvPr id="1" name="Shape 293"/>
        <p:cNvGrpSpPr/>
        <p:nvPr/>
      </p:nvGrpSpPr>
      <p:grpSpPr>
        <a:xfrm>
          <a:off x="0" y="0"/>
          <a:ext cx="0" cy="0"/>
          <a:chOff x="0" y="0"/>
          <a:chExt cx="0" cy="0"/>
        </a:xfrm>
      </p:grpSpPr>
      <p:grpSp>
        <p:nvGrpSpPr>
          <p:cNvPr id="294" name="Google Shape;294;p25"/>
          <p:cNvGrpSpPr/>
          <p:nvPr/>
        </p:nvGrpSpPr>
        <p:grpSpPr>
          <a:xfrm>
            <a:off x="182850" y="180600"/>
            <a:ext cx="8778300" cy="4782300"/>
            <a:chOff x="182850" y="180600"/>
            <a:chExt cx="8778300" cy="4782300"/>
          </a:xfrm>
        </p:grpSpPr>
        <p:grpSp>
          <p:nvGrpSpPr>
            <p:cNvPr id="295" name="Google Shape;295;p25"/>
            <p:cNvGrpSpPr/>
            <p:nvPr/>
          </p:nvGrpSpPr>
          <p:grpSpPr>
            <a:xfrm>
              <a:off x="182850" y="180600"/>
              <a:ext cx="8778300" cy="4782300"/>
              <a:chOff x="182850" y="180600"/>
              <a:chExt cx="8778300" cy="4782300"/>
            </a:xfrm>
          </p:grpSpPr>
          <p:sp>
            <p:nvSpPr>
              <p:cNvPr id="296" name="Google Shape;296;p25"/>
              <p:cNvSpPr/>
              <p:nvPr/>
            </p:nvSpPr>
            <p:spPr>
              <a:xfrm>
                <a:off x="182850" y="180600"/>
                <a:ext cx="8778300" cy="47823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cxnSp>
            <p:nvCxnSpPr>
              <p:cNvPr id="297" name="Google Shape;297;p25"/>
              <p:cNvCxnSpPr/>
              <p:nvPr/>
            </p:nvCxnSpPr>
            <p:spPr>
              <a:xfrm>
                <a:off x="182850" y="454800"/>
                <a:ext cx="8778300" cy="0"/>
              </a:xfrm>
              <a:prstGeom prst="straightConnector1">
                <a:avLst/>
              </a:prstGeom>
              <a:noFill/>
              <a:ln w="19050" cap="flat" cmpd="sng">
                <a:solidFill>
                  <a:schemeClr val="lt1"/>
                </a:solidFill>
                <a:prstDash val="solid"/>
                <a:round/>
                <a:headEnd type="none" w="med" len="med"/>
                <a:tailEnd type="none" w="med" len="med"/>
              </a:ln>
            </p:spPr>
          </p:cxnSp>
        </p:grpSp>
        <p:sp>
          <p:nvSpPr>
            <p:cNvPr id="298" name="Google Shape;298;p25"/>
            <p:cNvSpPr/>
            <p:nvPr/>
          </p:nvSpPr>
          <p:spPr>
            <a:xfrm>
              <a:off x="594150" y="249150"/>
              <a:ext cx="137100" cy="1371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299" name="Google Shape;299;p25"/>
            <p:cNvSpPr/>
            <p:nvPr/>
          </p:nvSpPr>
          <p:spPr>
            <a:xfrm>
              <a:off x="868350" y="249150"/>
              <a:ext cx="137100" cy="1371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300" name="Google Shape;300;p25"/>
            <p:cNvSpPr/>
            <p:nvPr/>
          </p:nvSpPr>
          <p:spPr>
            <a:xfrm>
              <a:off x="319950" y="249150"/>
              <a:ext cx="137100" cy="137100"/>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1pPr>
            <a:lvl2pPr lvl="1" rtl="0">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2pPr>
            <a:lvl3pPr lvl="2" rtl="0">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3pPr>
            <a:lvl4pPr lvl="3" rtl="0">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4pPr>
            <a:lvl5pPr lvl="4" rtl="0">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5pPr>
            <a:lvl6pPr lvl="5" rtl="0">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6pPr>
            <a:lvl7pPr lvl="6" rtl="0">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7pPr>
            <a:lvl8pPr lvl="7" rtl="0">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8pPr>
            <a:lvl9pPr lvl="8" rtl="0">
              <a:spcBef>
                <a:spcPts val="0"/>
              </a:spcBef>
              <a:spcAft>
                <a:spcPts val="0"/>
              </a:spcAft>
              <a:buClr>
                <a:schemeClr val="dk1"/>
              </a:buClr>
              <a:buSzPts val="3000"/>
              <a:buFont typeface="Poppins SemiBold"/>
              <a:buNone/>
              <a:defRPr sz="3000">
                <a:solidFill>
                  <a:schemeClr val="dk1"/>
                </a:solidFill>
                <a:latin typeface="Poppins SemiBold"/>
                <a:ea typeface="Poppins SemiBold"/>
                <a:cs typeface="Poppins SemiBold"/>
                <a:sym typeface="Poppins SemiBold"/>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sap"/>
              <a:buChar char="●"/>
              <a:defRPr sz="1200">
                <a:solidFill>
                  <a:schemeClr val="dk1"/>
                </a:solidFill>
                <a:latin typeface="Asap"/>
                <a:ea typeface="Asap"/>
                <a:cs typeface="Asap"/>
                <a:sym typeface="Asap"/>
              </a:defRPr>
            </a:lvl1pPr>
            <a:lvl2pPr marL="914400" lvl="1" indent="-304800">
              <a:lnSpc>
                <a:spcPct val="100000"/>
              </a:lnSpc>
              <a:spcBef>
                <a:spcPts val="0"/>
              </a:spcBef>
              <a:spcAft>
                <a:spcPts val="0"/>
              </a:spcAft>
              <a:buClr>
                <a:schemeClr val="dk1"/>
              </a:buClr>
              <a:buSzPts val="1200"/>
              <a:buFont typeface="Asap"/>
              <a:buChar char="○"/>
              <a:defRPr sz="1200">
                <a:solidFill>
                  <a:schemeClr val="dk1"/>
                </a:solidFill>
                <a:latin typeface="Asap"/>
                <a:ea typeface="Asap"/>
                <a:cs typeface="Asap"/>
                <a:sym typeface="Asap"/>
              </a:defRPr>
            </a:lvl2pPr>
            <a:lvl3pPr marL="1371600" lvl="2" indent="-304800">
              <a:lnSpc>
                <a:spcPct val="100000"/>
              </a:lnSpc>
              <a:spcBef>
                <a:spcPts val="0"/>
              </a:spcBef>
              <a:spcAft>
                <a:spcPts val="0"/>
              </a:spcAft>
              <a:buClr>
                <a:schemeClr val="dk1"/>
              </a:buClr>
              <a:buSzPts val="1200"/>
              <a:buFont typeface="Asap"/>
              <a:buChar char="■"/>
              <a:defRPr sz="1200">
                <a:solidFill>
                  <a:schemeClr val="dk1"/>
                </a:solidFill>
                <a:latin typeface="Asap"/>
                <a:ea typeface="Asap"/>
                <a:cs typeface="Asap"/>
                <a:sym typeface="Asap"/>
              </a:defRPr>
            </a:lvl3pPr>
            <a:lvl4pPr marL="1828800" lvl="3" indent="-304800">
              <a:lnSpc>
                <a:spcPct val="100000"/>
              </a:lnSpc>
              <a:spcBef>
                <a:spcPts val="0"/>
              </a:spcBef>
              <a:spcAft>
                <a:spcPts val="0"/>
              </a:spcAft>
              <a:buClr>
                <a:schemeClr val="dk1"/>
              </a:buClr>
              <a:buSzPts val="1200"/>
              <a:buFont typeface="Asap"/>
              <a:buChar char="●"/>
              <a:defRPr sz="1200">
                <a:solidFill>
                  <a:schemeClr val="dk1"/>
                </a:solidFill>
                <a:latin typeface="Asap"/>
                <a:ea typeface="Asap"/>
                <a:cs typeface="Asap"/>
                <a:sym typeface="Asap"/>
              </a:defRPr>
            </a:lvl4pPr>
            <a:lvl5pPr marL="2286000" lvl="4" indent="-304800">
              <a:lnSpc>
                <a:spcPct val="100000"/>
              </a:lnSpc>
              <a:spcBef>
                <a:spcPts val="0"/>
              </a:spcBef>
              <a:spcAft>
                <a:spcPts val="0"/>
              </a:spcAft>
              <a:buClr>
                <a:schemeClr val="dk1"/>
              </a:buClr>
              <a:buSzPts val="1200"/>
              <a:buFont typeface="Asap"/>
              <a:buChar char="○"/>
              <a:defRPr sz="1200">
                <a:solidFill>
                  <a:schemeClr val="dk1"/>
                </a:solidFill>
                <a:latin typeface="Asap"/>
                <a:ea typeface="Asap"/>
                <a:cs typeface="Asap"/>
                <a:sym typeface="Asap"/>
              </a:defRPr>
            </a:lvl5pPr>
            <a:lvl6pPr marL="2743200" lvl="5" indent="-304800">
              <a:lnSpc>
                <a:spcPct val="100000"/>
              </a:lnSpc>
              <a:spcBef>
                <a:spcPts val="0"/>
              </a:spcBef>
              <a:spcAft>
                <a:spcPts val="0"/>
              </a:spcAft>
              <a:buClr>
                <a:schemeClr val="dk1"/>
              </a:buClr>
              <a:buSzPts val="1200"/>
              <a:buFont typeface="Asap"/>
              <a:buChar char="■"/>
              <a:defRPr sz="1200">
                <a:solidFill>
                  <a:schemeClr val="dk1"/>
                </a:solidFill>
                <a:latin typeface="Asap"/>
                <a:ea typeface="Asap"/>
                <a:cs typeface="Asap"/>
                <a:sym typeface="Asap"/>
              </a:defRPr>
            </a:lvl6pPr>
            <a:lvl7pPr marL="3200400" lvl="6" indent="-304800">
              <a:lnSpc>
                <a:spcPct val="100000"/>
              </a:lnSpc>
              <a:spcBef>
                <a:spcPts val="0"/>
              </a:spcBef>
              <a:spcAft>
                <a:spcPts val="0"/>
              </a:spcAft>
              <a:buClr>
                <a:schemeClr val="dk1"/>
              </a:buClr>
              <a:buSzPts val="1200"/>
              <a:buFont typeface="Asap"/>
              <a:buChar char="●"/>
              <a:defRPr sz="1200">
                <a:solidFill>
                  <a:schemeClr val="dk1"/>
                </a:solidFill>
                <a:latin typeface="Asap"/>
                <a:ea typeface="Asap"/>
                <a:cs typeface="Asap"/>
                <a:sym typeface="Asap"/>
              </a:defRPr>
            </a:lvl7pPr>
            <a:lvl8pPr marL="3657600" lvl="7" indent="-304800">
              <a:lnSpc>
                <a:spcPct val="100000"/>
              </a:lnSpc>
              <a:spcBef>
                <a:spcPts val="0"/>
              </a:spcBef>
              <a:spcAft>
                <a:spcPts val="0"/>
              </a:spcAft>
              <a:buClr>
                <a:schemeClr val="dk1"/>
              </a:buClr>
              <a:buSzPts val="1200"/>
              <a:buFont typeface="Asap"/>
              <a:buChar char="○"/>
              <a:defRPr sz="1200">
                <a:solidFill>
                  <a:schemeClr val="dk1"/>
                </a:solidFill>
                <a:latin typeface="Asap"/>
                <a:ea typeface="Asap"/>
                <a:cs typeface="Asap"/>
                <a:sym typeface="Asap"/>
              </a:defRPr>
            </a:lvl8pPr>
            <a:lvl9pPr marL="4114800" lvl="8" indent="-304800">
              <a:lnSpc>
                <a:spcPct val="100000"/>
              </a:lnSpc>
              <a:spcBef>
                <a:spcPts val="0"/>
              </a:spcBef>
              <a:spcAft>
                <a:spcPts val="0"/>
              </a:spcAft>
              <a:buClr>
                <a:schemeClr val="dk1"/>
              </a:buClr>
              <a:buSzPts val="1200"/>
              <a:buFont typeface="Asap"/>
              <a:buChar char="■"/>
              <a:defRPr sz="1200">
                <a:solidFill>
                  <a:schemeClr val="dk1"/>
                </a:solidFill>
                <a:latin typeface="Asap"/>
                <a:ea typeface="Asap"/>
                <a:cs typeface="Asap"/>
                <a:sym typeface="Asap"/>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8" r:id="rId9"/>
    <p:sldLayoutId id="2147483659" r:id="rId10"/>
    <p:sldLayoutId id="2147483661" r:id="rId11"/>
    <p:sldLayoutId id="2147483662" r:id="rId12"/>
    <p:sldLayoutId id="2147483664" r:id="rId13"/>
    <p:sldLayoutId id="2147483666" r:id="rId14"/>
    <p:sldLayoutId id="2147483667" r:id="rId15"/>
    <p:sldLayoutId id="2147483668" r:id="rId16"/>
    <p:sldLayoutId id="2147483670" r:id="rId17"/>
    <p:sldLayoutId id="2147483671"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6.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10"/>
        <p:cNvGrpSpPr/>
        <p:nvPr/>
      </p:nvGrpSpPr>
      <p:grpSpPr>
        <a:xfrm>
          <a:off x="0" y="0"/>
          <a:ext cx="0" cy="0"/>
          <a:chOff x="0" y="0"/>
          <a:chExt cx="0" cy="0"/>
        </a:xfrm>
      </p:grpSpPr>
      <p:sp>
        <p:nvSpPr>
          <p:cNvPr id="311" name="Google Shape;311;p29"/>
          <p:cNvSpPr txBox="1">
            <a:spLocks noGrp="1"/>
          </p:cNvSpPr>
          <p:nvPr>
            <p:ph type="ctrTitle"/>
          </p:nvPr>
        </p:nvSpPr>
        <p:spPr>
          <a:xfrm>
            <a:off x="609600" y="1154430"/>
            <a:ext cx="8095372" cy="164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rgbClr val="4285F4"/>
                </a:solidFill>
              </a:rPr>
              <a:t>G</a:t>
            </a:r>
            <a:r>
              <a:rPr lang="en-US" dirty="0">
                <a:solidFill>
                  <a:srgbClr val="EA4335"/>
                </a:solidFill>
              </a:rPr>
              <a:t>o</a:t>
            </a:r>
            <a:r>
              <a:rPr lang="en-US" dirty="0">
                <a:solidFill>
                  <a:srgbClr val="FBBC05"/>
                </a:solidFill>
              </a:rPr>
              <a:t>o</a:t>
            </a:r>
            <a:r>
              <a:rPr lang="en-US" dirty="0">
                <a:solidFill>
                  <a:srgbClr val="4285F4"/>
                </a:solidFill>
              </a:rPr>
              <a:t>g</a:t>
            </a:r>
            <a:r>
              <a:rPr lang="en-US" dirty="0">
                <a:solidFill>
                  <a:srgbClr val="34A853"/>
                </a:solidFill>
              </a:rPr>
              <a:t>l</a:t>
            </a:r>
            <a:r>
              <a:rPr lang="en-US" dirty="0">
                <a:solidFill>
                  <a:srgbClr val="EA4335"/>
                </a:solidFill>
              </a:rPr>
              <a:t>e</a:t>
            </a:r>
            <a:r>
              <a:rPr lang="en-US" dirty="0"/>
              <a:t> Analytics</a:t>
            </a:r>
            <a:br>
              <a:rPr lang="en-US" dirty="0"/>
            </a:br>
            <a:r>
              <a:rPr lang="en-US" dirty="0"/>
              <a:t>Implementation and Reporting</a:t>
            </a:r>
            <a:endParaRPr dirty="0"/>
          </a:p>
        </p:txBody>
      </p:sp>
      <p:sp>
        <p:nvSpPr>
          <p:cNvPr id="312" name="Google Shape;312;p29"/>
          <p:cNvSpPr txBox="1">
            <a:spLocks noGrp="1"/>
          </p:cNvSpPr>
          <p:nvPr>
            <p:ph type="subTitle" idx="1"/>
          </p:nvPr>
        </p:nvSpPr>
        <p:spPr>
          <a:xfrm>
            <a:off x="2225002" y="3644619"/>
            <a:ext cx="4572000" cy="411600"/>
          </a:xfrm>
          <a:prstGeom prst="rect">
            <a:avLst/>
          </a:prstGeom>
        </p:spPr>
        <p:txBody>
          <a:bodyPr spcFirstLastPara="1" wrap="square" lIns="91425" tIns="91425" rIns="91425" bIns="91425" anchor="t" anchorCtr="0">
            <a:noAutofit/>
          </a:bodyPr>
          <a:lstStyle/>
          <a:p>
            <a:pPr marL="0" lvl="0" indent="0"/>
            <a:r>
              <a:rPr lang="en-US" dirty="0"/>
              <a:t>Guided by Chhavi Ma’am</a:t>
            </a:r>
          </a:p>
        </p:txBody>
      </p:sp>
      <p:grpSp>
        <p:nvGrpSpPr>
          <p:cNvPr id="313" name="Google Shape;313;p29"/>
          <p:cNvGrpSpPr/>
          <p:nvPr/>
        </p:nvGrpSpPr>
        <p:grpSpPr>
          <a:xfrm>
            <a:off x="-45720" y="3466950"/>
            <a:ext cx="1996562" cy="1137155"/>
            <a:chOff x="-45720" y="3466950"/>
            <a:chExt cx="1996562" cy="1137155"/>
          </a:xfrm>
        </p:grpSpPr>
        <p:pic>
          <p:nvPicPr>
            <p:cNvPr id="314" name="Google Shape;314;p29"/>
            <p:cNvPicPr preferRelativeResize="0"/>
            <p:nvPr/>
          </p:nvPicPr>
          <p:blipFill>
            <a:blip r:embed="rId3">
              <a:alphaModFix/>
            </a:blip>
            <a:stretch>
              <a:fillRect/>
            </a:stretch>
          </p:blipFill>
          <p:spPr>
            <a:xfrm flipH="1">
              <a:off x="-45720" y="4104103"/>
              <a:ext cx="1828802" cy="500002"/>
            </a:xfrm>
            <a:prstGeom prst="rect">
              <a:avLst/>
            </a:prstGeom>
            <a:noFill/>
            <a:ln>
              <a:noFill/>
            </a:ln>
          </p:spPr>
        </p:pic>
        <p:pic>
          <p:nvPicPr>
            <p:cNvPr id="315" name="Google Shape;315;p29"/>
            <p:cNvPicPr preferRelativeResize="0"/>
            <p:nvPr/>
          </p:nvPicPr>
          <p:blipFill>
            <a:blip r:embed="rId4">
              <a:alphaModFix/>
            </a:blip>
            <a:stretch>
              <a:fillRect/>
            </a:stretch>
          </p:blipFill>
          <p:spPr>
            <a:xfrm>
              <a:off x="1036442" y="3466950"/>
              <a:ext cx="914400" cy="457200"/>
            </a:xfrm>
            <a:prstGeom prst="rect">
              <a:avLst/>
            </a:prstGeom>
            <a:noFill/>
            <a:ln>
              <a:noFill/>
            </a:ln>
          </p:spPr>
        </p:pic>
      </p:grpSp>
      <p:grpSp>
        <p:nvGrpSpPr>
          <p:cNvPr id="316" name="Google Shape;316;p29"/>
          <p:cNvGrpSpPr/>
          <p:nvPr/>
        </p:nvGrpSpPr>
        <p:grpSpPr>
          <a:xfrm>
            <a:off x="713230" y="2980742"/>
            <a:ext cx="2713751" cy="1733902"/>
            <a:chOff x="713230" y="2980742"/>
            <a:chExt cx="2713751" cy="1733902"/>
          </a:xfrm>
        </p:grpSpPr>
        <p:grpSp>
          <p:nvGrpSpPr>
            <p:cNvPr id="317" name="Google Shape;317;p29"/>
            <p:cNvGrpSpPr/>
            <p:nvPr/>
          </p:nvGrpSpPr>
          <p:grpSpPr>
            <a:xfrm>
              <a:off x="1965960" y="4352544"/>
              <a:ext cx="1461021" cy="362100"/>
              <a:chOff x="1726575" y="1666225"/>
              <a:chExt cx="1461021" cy="362100"/>
            </a:xfrm>
          </p:grpSpPr>
          <p:grpSp>
            <p:nvGrpSpPr>
              <p:cNvPr id="318" name="Google Shape;318;p29"/>
              <p:cNvGrpSpPr/>
              <p:nvPr/>
            </p:nvGrpSpPr>
            <p:grpSpPr>
              <a:xfrm>
                <a:off x="1726575" y="1666225"/>
                <a:ext cx="362100" cy="362100"/>
                <a:chOff x="1726575" y="1666225"/>
                <a:chExt cx="362100" cy="362100"/>
              </a:xfrm>
            </p:grpSpPr>
            <p:cxnSp>
              <p:nvCxnSpPr>
                <p:cNvPr id="319" name="Google Shape;319;p29"/>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320" name="Google Shape;320;p29"/>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nvGrpSpPr>
              <p:cNvPr id="321" name="Google Shape;321;p29"/>
              <p:cNvGrpSpPr/>
              <p:nvPr/>
            </p:nvGrpSpPr>
            <p:grpSpPr>
              <a:xfrm>
                <a:off x="2276036" y="1666225"/>
                <a:ext cx="362100" cy="362100"/>
                <a:chOff x="1726575" y="1666225"/>
                <a:chExt cx="362100" cy="362100"/>
              </a:xfrm>
            </p:grpSpPr>
            <p:cxnSp>
              <p:nvCxnSpPr>
                <p:cNvPr id="322" name="Google Shape;322;p29"/>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323" name="Google Shape;323;p29"/>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nvGrpSpPr>
              <p:cNvPr id="324" name="Google Shape;324;p29"/>
              <p:cNvGrpSpPr/>
              <p:nvPr/>
            </p:nvGrpSpPr>
            <p:grpSpPr>
              <a:xfrm>
                <a:off x="2825496" y="1666225"/>
                <a:ext cx="362100" cy="362100"/>
                <a:chOff x="1726575" y="1666225"/>
                <a:chExt cx="362100" cy="362100"/>
              </a:xfrm>
            </p:grpSpPr>
            <p:cxnSp>
              <p:nvCxnSpPr>
                <p:cNvPr id="325" name="Google Shape;325;p29"/>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326" name="Google Shape;326;p29"/>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grpSp>
          <p:nvGrpSpPr>
            <p:cNvPr id="327" name="Google Shape;327;p29"/>
            <p:cNvGrpSpPr/>
            <p:nvPr/>
          </p:nvGrpSpPr>
          <p:grpSpPr>
            <a:xfrm rot="5400000">
              <a:off x="301749" y="3392222"/>
              <a:ext cx="1463100" cy="640140"/>
              <a:chOff x="667512" y="1847088"/>
              <a:chExt cx="1463100" cy="640140"/>
            </a:xfrm>
          </p:grpSpPr>
          <p:sp>
            <p:nvSpPr>
              <p:cNvPr id="328" name="Google Shape;328;p29"/>
              <p:cNvSpPr/>
              <p:nvPr/>
            </p:nvSpPr>
            <p:spPr>
              <a:xfrm>
                <a:off x="713225" y="1889475"/>
                <a:ext cx="1371600" cy="548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329" name="Google Shape;329;p29"/>
              <p:cNvSpPr/>
              <p:nvPr/>
            </p:nvSpPr>
            <p:spPr>
              <a:xfrm>
                <a:off x="2039112" y="184708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330" name="Google Shape;330;p29"/>
              <p:cNvSpPr/>
              <p:nvPr/>
            </p:nvSpPr>
            <p:spPr>
              <a:xfrm>
                <a:off x="667512" y="184708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331" name="Google Shape;331;p29"/>
              <p:cNvSpPr/>
              <p:nvPr/>
            </p:nvSpPr>
            <p:spPr>
              <a:xfrm>
                <a:off x="2039112" y="239572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332" name="Google Shape;332;p29"/>
              <p:cNvSpPr/>
              <p:nvPr/>
            </p:nvSpPr>
            <p:spPr>
              <a:xfrm>
                <a:off x="667512" y="239572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grpSp>
      <p:grpSp>
        <p:nvGrpSpPr>
          <p:cNvPr id="333" name="Google Shape;333;p29"/>
          <p:cNvGrpSpPr/>
          <p:nvPr/>
        </p:nvGrpSpPr>
        <p:grpSpPr>
          <a:xfrm>
            <a:off x="7223290" y="539403"/>
            <a:ext cx="1966430" cy="2446403"/>
            <a:chOff x="7223290" y="539403"/>
            <a:chExt cx="1966430" cy="2446403"/>
          </a:xfrm>
        </p:grpSpPr>
        <p:pic>
          <p:nvPicPr>
            <p:cNvPr id="334" name="Google Shape;334;p29"/>
            <p:cNvPicPr preferRelativeResize="0"/>
            <p:nvPr/>
          </p:nvPicPr>
          <p:blipFill>
            <a:blip r:embed="rId5">
              <a:alphaModFix/>
            </a:blip>
            <a:stretch>
              <a:fillRect/>
            </a:stretch>
          </p:blipFill>
          <p:spPr>
            <a:xfrm>
              <a:off x="7909560" y="539403"/>
              <a:ext cx="1280160" cy="846875"/>
            </a:xfrm>
            <a:prstGeom prst="rect">
              <a:avLst/>
            </a:prstGeom>
            <a:noFill/>
            <a:ln>
              <a:noFill/>
            </a:ln>
          </p:spPr>
        </p:pic>
        <p:pic>
          <p:nvPicPr>
            <p:cNvPr id="335" name="Google Shape;335;p29"/>
            <p:cNvPicPr preferRelativeResize="0"/>
            <p:nvPr/>
          </p:nvPicPr>
          <p:blipFill>
            <a:blip r:embed="rId6">
              <a:alphaModFix/>
            </a:blip>
            <a:stretch>
              <a:fillRect/>
            </a:stretch>
          </p:blipFill>
          <p:spPr>
            <a:xfrm>
              <a:off x="8064959" y="2254286"/>
              <a:ext cx="731519" cy="731519"/>
            </a:xfrm>
            <a:prstGeom prst="rect">
              <a:avLst/>
            </a:prstGeom>
            <a:noFill/>
            <a:ln>
              <a:noFill/>
            </a:ln>
          </p:spPr>
        </p:pic>
        <p:pic>
          <p:nvPicPr>
            <p:cNvPr id="336" name="Google Shape;336;p29"/>
            <p:cNvPicPr preferRelativeResize="0"/>
            <p:nvPr/>
          </p:nvPicPr>
          <p:blipFill>
            <a:blip r:embed="rId7">
              <a:alphaModFix/>
            </a:blip>
            <a:stretch>
              <a:fillRect/>
            </a:stretch>
          </p:blipFill>
          <p:spPr>
            <a:xfrm>
              <a:off x="7223290" y="672492"/>
              <a:ext cx="457200" cy="510540"/>
            </a:xfrm>
            <a:prstGeom prst="rect">
              <a:avLst/>
            </a:prstGeom>
            <a:noFill/>
            <a:ln>
              <a:noFill/>
            </a:ln>
          </p:spPr>
        </p:pic>
      </p:grpSp>
      <p:grpSp>
        <p:nvGrpSpPr>
          <p:cNvPr id="337" name="Google Shape;337;p29"/>
          <p:cNvGrpSpPr/>
          <p:nvPr/>
        </p:nvGrpSpPr>
        <p:grpSpPr>
          <a:xfrm>
            <a:off x="6583680" y="768096"/>
            <a:ext cx="1758962" cy="2554186"/>
            <a:chOff x="6583680" y="768096"/>
            <a:chExt cx="1758962" cy="2554186"/>
          </a:xfrm>
        </p:grpSpPr>
        <p:grpSp>
          <p:nvGrpSpPr>
            <p:cNvPr id="338" name="Google Shape;338;p29"/>
            <p:cNvGrpSpPr/>
            <p:nvPr/>
          </p:nvGrpSpPr>
          <p:grpSpPr>
            <a:xfrm>
              <a:off x="7830560" y="2810200"/>
              <a:ext cx="512082" cy="512082"/>
              <a:chOff x="3917134" y="511959"/>
              <a:chExt cx="512082" cy="512082"/>
            </a:xfrm>
          </p:grpSpPr>
          <p:sp>
            <p:nvSpPr>
              <p:cNvPr id="339" name="Google Shape;339;p29"/>
              <p:cNvSpPr/>
              <p:nvPr/>
            </p:nvSpPr>
            <p:spPr>
              <a:xfrm>
                <a:off x="3944575" y="539400"/>
                <a:ext cx="457200" cy="457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nvGrpSpPr>
              <p:cNvPr id="340" name="Google Shape;340;p29"/>
              <p:cNvGrpSpPr/>
              <p:nvPr/>
            </p:nvGrpSpPr>
            <p:grpSpPr>
              <a:xfrm rot="2700000">
                <a:off x="3992126" y="586951"/>
                <a:ext cx="362097" cy="362097"/>
                <a:chOff x="1726575" y="1666225"/>
                <a:chExt cx="362100" cy="362100"/>
              </a:xfrm>
            </p:grpSpPr>
            <p:cxnSp>
              <p:nvCxnSpPr>
                <p:cNvPr id="341" name="Google Shape;341;p29"/>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342" name="Google Shape;342;p29"/>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grpSp>
          <p:nvGrpSpPr>
            <p:cNvPr id="343" name="Google Shape;343;p29"/>
            <p:cNvGrpSpPr/>
            <p:nvPr/>
          </p:nvGrpSpPr>
          <p:grpSpPr>
            <a:xfrm flipH="1">
              <a:off x="6583680" y="768096"/>
              <a:ext cx="1006953" cy="91500"/>
              <a:chOff x="712180" y="1362450"/>
              <a:chExt cx="1006953" cy="91500"/>
            </a:xfrm>
          </p:grpSpPr>
          <p:cxnSp>
            <p:nvCxnSpPr>
              <p:cNvPr id="344" name="Google Shape;344;p29"/>
              <p:cNvCxnSpPr/>
              <p:nvPr/>
            </p:nvCxnSpPr>
            <p:spPr>
              <a:xfrm>
                <a:off x="756063" y="1408200"/>
                <a:ext cx="914400" cy="0"/>
              </a:xfrm>
              <a:prstGeom prst="straightConnector1">
                <a:avLst/>
              </a:prstGeom>
              <a:noFill/>
              <a:ln w="9525" cap="rnd" cmpd="sng">
                <a:solidFill>
                  <a:schemeClr val="dk1"/>
                </a:solidFill>
                <a:prstDash val="solid"/>
                <a:round/>
                <a:headEnd type="none" w="med" len="med"/>
                <a:tailEnd type="none" w="med" len="med"/>
              </a:ln>
            </p:spPr>
          </p:cxnSp>
          <p:sp>
            <p:nvSpPr>
              <p:cNvPr id="345" name="Google Shape;345;p29"/>
              <p:cNvSpPr/>
              <p:nvPr/>
            </p:nvSpPr>
            <p:spPr>
              <a:xfrm>
                <a:off x="1627632"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346" name="Google Shape;346;p29"/>
              <p:cNvSpPr/>
              <p:nvPr/>
            </p:nvSpPr>
            <p:spPr>
              <a:xfrm>
                <a:off x="712180"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grpSp>
      <p:sp>
        <p:nvSpPr>
          <p:cNvPr id="8" name="Google Shape;312;p29">
            <a:extLst>
              <a:ext uri="{FF2B5EF4-FFF2-40B4-BE49-F238E27FC236}">
                <a16:creationId xmlns:a16="http://schemas.microsoft.com/office/drawing/2014/main" id="{1237A48E-C841-BFB6-A436-64FFDD155465}"/>
              </a:ext>
            </a:extLst>
          </p:cNvPr>
          <p:cNvSpPr txBox="1">
            <a:spLocks/>
          </p:cNvSpPr>
          <p:nvPr/>
        </p:nvSpPr>
        <p:spPr>
          <a:xfrm>
            <a:off x="2377473" y="887847"/>
            <a:ext cx="4572000" cy="411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Asap"/>
              <a:buNone/>
              <a:defRPr sz="1400" b="0" i="0" u="none" strike="noStrike" cap="none">
                <a:solidFill>
                  <a:schemeClr val="dk1"/>
                </a:solidFill>
                <a:latin typeface="Asap"/>
                <a:ea typeface="Asap"/>
                <a:cs typeface="Asap"/>
                <a:sym typeface="Asap"/>
              </a:defRPr>
            </a:lvl1pPr>
            <a:lvl2pPr marL="914400" marR="0" lvl="1" indent="-304800" algn="ctr" rtl="0">
              <a:lnSpc>
                <a:spcPct val="100000"/>
              </a:lnSpc>
              <a:spcBef>
                <a:spcPts val="0"/>
              </a:spcBef>
              <a:spcAft>
                <a:spcPts val="0"/>
              </a:spcAft>
              <a:buClr>
                <a:schemeClr val="dk1"/>
              </a:buClr>
              <a:buSzPts val="1800"/>
              <a:buFont typeface="Asap"/>
              <a:buNone/>
              <a:defRPr sz="1800" b="0" i="0" u="none" strike="noStrike" cap="none">
                <a:solidFill>
                  <a:schemeClr val="dk1"/>
                </a:solidFill>
                <a:latin typeface="Asap"/>
                <a:ea typeface="Asap"/>
                <a:cs typeface="Asap"/>
                <a:sym typeface="Asap"/>
              </a:defRPr>
            </a:lvl2pPr>
            <a:lvl3pPr marL="1371600" marR="0" lvl="2" indent="-304800" algn="ctr" rtl="0">
              <a:lnSpc>
                <a:spcPct val="100000"/>
              </a:lnSpc>
              <a:spcBef>
                <a:spcPts val="0"/>
              </a:spcBef>
              <a:spcAft>
                <a:spcPts val="0"/>
              </a:spcAft>
              <a:buClr>
                <a:schemeClr val="dk1"/>
              </a:buClr>
              <a:buSzPts val="1800"/>
              <a:buFont typeface="Asap"/>
              <a:buNone/>
              <a:defRPr sz="1800" b="0" i="0" u="none" strike="noStrike" cap="none">
                <a:solidFill>
                  <a:schemeClr val="dk1"/>
                </a:solidFill>
                <a:latin typeface="Asap"/>
                <a:ea typeface="Asap"/>
                <a:cs typeface="Asap"/>
                <a:sym typeface="Asap"/>
              </a:defRPr>
            </a:lvl3pPr>
            <a:lvl4pPr marL="1828800" marR="0" lvl="3" indent="-304800" algn="ctr" rtl="0">
              <a:lnSpc>
                <a:spcPct val="100000"/>
              </a:lnSpc>
              <a:spcBef>
                <a:spcPts val="0"/>
              </a:spcBef>
              <a:spcAft>
                <a:spcPts val="0"/>
              </a:spcAft>
              <a:buClr>
                <a:schemeClr val="dk1"/>
              </a:buClr>
              <a:buSzPts val="1800"/>
              <a:buFont typeface="Asap"/>
              <a:buNone/>
              <a:defRPr sz="1800" b="0" i="0" u="none" strike="noStrike" cap="none">
                <a:solidFill>
                  <a:schemeClr val="dk1"/>
                </a:solidFill>
                <a:latin typeface="Asap"/>
                <a:ea typeface="Asap"/>
                <a:cs typeface="Asap"/>
                <a:sym typeface="Asap"/>
              </a:defRPr>
            </a:lvl4pPr>
            <a:lvl5pPr marL="2286000" marR="0" lvl="4" indent="-304800" algn="ctr" rtl="0">
              <a:lnSpc>
                <a:spcPct val="100000"/>
              </a:lnSpc>
              <a:spcBef>
                <a:spcPts val="0"/>
              </a:spcBef>
              <a:spcAft>
                <a:spcPts val="0"/>
              </a:spcAft>
              <a:buClr>
                <a:schemeClr val="dk1"/>
              </a:buClr>
              <a:buSzPts val="1800"/>
              <a:buFont typeface="Asap"/>
              <a:buNone/>
              <a:defRPr sz="1800" b="0" i="0" u="none" strike="noStrike" cap="none">
                <a:solidFill>
                  <a:schemeClr val="dk1"/>
                </a:solidFill>
                <a:latin typeface="Asap"/>
                <a:ea typeface="Asap"/>
                <a:cs typeface="Asap"/>
                <a:sym typeface="Asap"/>
              </a:defRPr>
            </a:lvl5pPr>
            <a:lvl6pPr marL="2743200" marR="0" lvl="5" indent="-304800" algn="ctr" rtl="0">
              <a:lnSpc>
                <a:spcPct val="100000"/>
              </a:lnSpc>
              <a:spcBef>
                <a:spcPts val="0"/>
              </a:spcBef>
              <a:spcAft>
                <a:spcPts val="0"/>
              </a:spcAft>
              <a:buClr>
                <a:schemeClr val="dk1"/>
              </a:buClr>
              <a:buSzPts val="1800"/>
              <a:buFont typeface="Asap"/>
              <a:buNone/>
              <a:defRPr sz="1800" b="0" i="0" u="none" strike="noStrike" cap="none">
                <a:solidFill>
                  <a:schemeClr val="dk1"/>
                </a:solidFill>
                <a:latin typeface="Asap"/>
                <a:ea typeface="Asap"/>
                <a:cs typeface="Asap"/>
                <a:sym typeface="Asap"/>
              </a:defRPr>
            </a:lvl6pPr>
            <a:lvl7pPr marL="3200400" marR="0" lvl="6" indent="-304800" algn="ctr" rtl="0">
              <a:lnSpc>
                <a:spcPct val="100000"/>
              </a:lnSpc>
              <a:spcBef>
                <a:spcPts val="0"/>
              </a:spcBef>
              <a:spcAft>
                <a:spcPts val="0"/>
              </a:spcAft>
              <a:buClr>
                <a:schemeClr val="dk1"/>
              </a:buClr>
              <a:buSzPts val="1800"/>
              <a:buFont typeface="Asap"/>
              <a:buNone/>
              <a:defRPr sz="1800" b="0" i="0" u="none" strike="noStrike" cap="none">
                <a:solidFill>
                  <a:schemeClr val="dk1"/>
                </a:solidFill>
                <a:latin typeface="Asap"/>
                <a:ea typeface="Asap"/>
                <a:cs typeface="Asap"/>
                <a:sym typeface="Asap"/>
              </a:defRPr>
            </a:lvl7pPr>
            <a:lvl8pPr marL="3657600" marR="0" lvl="7" indent="-304800" algn="ctr" rtl="0">
              <a:lnSpc>
                <a:spcPct val="100000"/>
              </a:lnSpc>
              <a:spcBef>
                <a:spcPts val="0"/>
              </a:spcBef>
              <a:spcAft>
                <a:spcPts val="0"/>
              </a:spcAft>
              <a:buClr>
                <a:schemeClr val="dk1"/>
              </a:buClr>
              <a:buSzPts val="1800"/>
              <a:buFont typeface="Asap"/>
              <a:buNone/>
              <a:defRPr sz="1800" b="0" i="0" u="none" strike="noStrike" cap="none">
                <a:solidFill>
                  <a:schemeClr val="dk1"/>
                </a:solidFill>
                <a:latin typeface="Asap"/>
                <a:ea typeface="Asap"/>
                <a:cs typeface="Asap"/>
                <a:sym typeface="Asap"/>
              </a:defRPr>
            </a:lvl8pPr>
            <a:lvl9pPr marL="4114800" marR="0" lvl="8" indent="-304800" algn="ctr" rtl="0">
              <a:lnSpc>
                <a:spcPct val="100000"/>
              </a:lnSpc>
              <a:spcBef>
                <a:spcPts val="0"/>
              </a:spcBef>
              <a:spcAft>
                <a:spcPts val="0"/>
              </a:spcAft>
              <a:buClr>
                <a:schemeClr val="dk1"/>
              </a:buClr>
              <a:buSzPts val="1800"/>
              <a:buFont typeface="Asap"/>
              <a:buNone/>
              <a:defRPr sz="1800" b="0" i="0" u="none" strike="noStrike" cap="none">
                <a:solidFill>
                  <a:schemeClr val="dk1"/>
                </a:solidFill>
                <a:latin typeface="Asap"/>
                <a:ea typeface="Asap"/>
                <a:cs typeface="Asap"/>
                <a:sym typeface="Asap"/>
              </a:defRPr>
            </a:lvl9pPr>
          </a:lstStyle>
          <a:p>
            <a:pPr marL="0" indent="0"/>
            <a:r>
              <a:rPr lang="en-US" dirty="0"/>
              <a:t>Course 3_Sprint 7_Project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0">
          <a:extLst>
            <a:ext uri="{FF2B5EF4-FFF2-40B4-BE49-F238E27FC236}">
              <a16:creationId xmlns:a16="http://schemas.microsoft.com/office/drawing/2014/main" id="{E11AF37D-D015-AC0A-8DEC-B5C6FC24B4E9}"/>
            </a:ext>
          </a:extLst>
        </p:cNvPr>
        <p:cNvGrpSpPr/>
        <p:nvPr/>
      </p:nvGrpSpPr>
      <p:grpSpPr>
        <a:xfrm>
          <a:off x="0" y="0"/>
          <a:ext cx="0" cy="0"/>
          <a:chOff x="0" y="0"/>
          <a:chExt cx="0" cy="0"/>
        </a:xfrm>
      </p:grpSpPr>
      <p:sp>
        <p:nvSpPr>
          <p:cNvPr id="351" name="Google Shape;351;p30">
            <a:extLst>
              <a:ext uri="{FF2B5EF4-FFF2-40B4-BE49-F238E27FC236}">
                <a16:creationId xmlns:a16="http://schemas.microsoft.com/office/drawing/2014/main" id="{8C0F2F3A-2B44-8671-9286-AAF1B32C75BC}"/>
              </a:ext>
            </a:extLst>
          </p:cNvPr>
          <p:cNvSpPr txBox="1">
            <a:spLocks noGrp="1"/>
          </p:cNvSpPr>
          <p:nvPr>
            <p:ph type="title"/>
          </p:nvPr>
        </p:nvSpPr>
        <p:spPr>
          <a:xfrm>
            <a:off x="713250" y="721959"/>
            <a:ext cx="7717500" cy="640080"/>
          </a:xfrm>
          <a:prstGeom prst="rect">
            <a:avLst/>
          </a:prstGeom>
        </p:spPr>
        <p:txBody>
          <a:bodyPr spcFirstLastPara="1" wrap="square" lIns="91425" tIns="91425" rIns="91425" bIns="91425" anchor="t" anchorCtr="0">
            <a:noAutofit/>
          </a:bodyPr>
          <a:lstStyle/>
          <a:p>
            <a:pPr lvl="0"/>
            <a:r>
              <a:rPr lang="en-IN" dirty="0">
                <a:solidFill>
                  <a:schemeClr val="bg1">
                    <a:lumMod val="25000"/>
                  </a:schemeClr>
                </a:solidFill>
              </a:rPr>
              <a:t>Context Setting</a:t>
            </a:r>
            <a:endParaRPr dirty="0">
              <a:solidFill>
                <a:schemeClr val="bg1">
                  <a:lumMod val="25000"/>
                </a:schemeClr>
              </a:solidFill>
            </a:endParaRPr>
          </a:p>
        </p:txBody>
      </p:sp>
      <p:pic>
        <p:nvPicPr>
          <p:cNvPr id="356" name="Google Shape;356;p30">
            <a:extLst>
              <a:ext uri="{FF2B5EF4-FFF2-40B4-BE49-F238E27FC236}">
                <a16:creationId xmlns:a16="http://schemas.microsoft.com/office/drawing/2014/main" id="{FFCF98CA-A885-9334-160A-FC044AF336B2}"/>
              </a:ext>
            </a:extLst>
          </p:cNvPr>
          <p:cNvPicPr preferRelativeResize="0"/>
          <p:nvPr/>
        </p:nvPicPr>
        <p:blipFill>
          <a:blip r:embed="rId3">
            <a:alphaModFix/>
          </a:blip>
          <a:stretch>
            <a:fillRect/>
          </a:stretch>
        </p:blipFill>
        <p:spPr>
          <a:xfrm>
            <a:off x="397170" y="4142290"/>
            <a:ext cx="640079" cy="640079"/>
          </a:xfrm>
          <a:prstGeom prst="rect">
            <a:avLst/>
          </a:prstGeom>
          <a:noFill/>
          <a:ln>
            <a:noFill/>
          </a:ln>
        </p:spPr>
      </p:pic>
      <p:grpSp>
        <p:nvGrpSpPr>
          <p:cNvPr id="357" name="Google Shape;357;p30">
            <a:extLst>
              <a:ext uri="{FF2B5EF4-FFF2-40B4-BE49-F238E27FC236}">
                <a16:creationId xmlns:a16="http://schemas.microsoft.com/office/drawing/2014/main" id="{45D5FB2A-6431-9C4A-2FF2-F3638C8BF2BA}"/>
              </a:ext>
            </a:extLst>
          </p:cNvPr>
          <p:cNvGrpSpPr/>
          <p:nvPr/>
        </p:nvGrpSpPr>
        <p:grpSpPr>
          <a:xfrm>
            <a:off x="8238081" y="655413"/>
            <a:ext cx="614322" cy="1359568"/>
            <a:chOff x="7943769" y="304800"/>
            <a:chExt cx="614322" cy="1359568"/>
          </a:xfrm>
        </p:grpSpPr>
        <p:pic>
          <p:nvPicPr>
            <p:cNvPr id="358" name="Google Shape;358;p30">
              <a:extLst>
                <a:ext uri="{FF2B5EF4-FFF2-40B4-BE49-F238E27FC236}">
                  <a16:creationId xmlns:a16="http://schemas.microsoft.com/office/drawing/2014/main" id="{6C2516C7-4898-236A-1C7F-00CDFB3DBC8E}"/>
                </a:ext>
              </a:extLst>
            </p:cNvPr>
            <p:cNvPicPr preferRelativeResize="0"/>
            <p:nvPr/>
          </p:nvPicPr>
          <p:blipFill>
            <a:blip r:embed="rId4">
              <a:alphaModFix/>
            </a:blip>
            <a:stretch>
              <a:fillRect/>
            </a:stretch>
          </p:blipFill>
          <p:spPr>
            <a:xfrm>
              <a:off x="8252421" y="304800"/>
              <a:ext cx="305671" cy="1188720"/>
            </a:xfrm>
            <a:prstGeom prst="rect">
              <a:avLst/>
            </a:prstGeom>
            <a:noFill/>
            <a:ln>
              <a:noFill/>
            </a:ln>
          </p:spPr>
        </p:pic>
        <p:grpSp>
          <p:nvGrpSpPr>
            <p:cNvPr id="359" name="Google Shape;359;p30">
              <a:extLst>
                <a:ext uri="{FF2B5EF4-FFF2-40B4-BE49-F238E27FC236}">
                  <a16:creationId xmlns:a16="http://schemas.microsoft.com/office/drawing/2014/main" id="{2F3E012E-A0AE-A736-50BA-44E99AD5A2E2}"/>
                </a:ext>
              </a:extLst>
            </p:cNvPr>
            <p:cNvGrpSpPr/>
            <p:nvPr/>
          </p:nvGrpSpPr>
          <p:grpSpPr>
            <a:xfrm>
              <a:off x="7943769" y="1152286"/>
              <a:ext cx="512082" cy="512082"/>
              <a:chOff x="3917134" y="511959"/>
              <a:chExt cx="512082" cy="512082"/>
            </a:xfrm>
          </p:grpSpPr>
          <p:sp>
            <p:nvSpPr>
              <p:cNvPr id="360" name="Google Shape;360;p30">
                <a:extLst>
                  <a:ext uri="{FF2B5EF4-FFF2-40B4-BE49-F238E27FC236}">
                    <a16:creationId xmlns:a16="http://schemas.microsoft.com/office/drawing/2014/main" id="{6A397B75-65F1-7380-15AE-F9F1A584F45B}"/>
                  </a:ext>
                </a:extLst>
              </p:cNvPr>
              <p:cNvSpPr/>
              <p:nvPr/>
            </p:nvSpPr>
            <p:spPr>
              <a:xfrm>
                <a:off x="3944575" y="539400"/>
                <a:ext cx="457200" cy="457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nvGrpSpPr>
              <p:cNvPr id="361" name="Google Shape;361;p30">
                <a:extLst>
                  <a:ext uri="{FF2B5EF4-FFF2-40B4-BE49-F238E27FC236}">
                    <a16:creationId xmlns:a16="http://schemas.microsoft.com/office/drawing/2014/main" id="{823E4199-332E-8FBD-132B-340F396ADB18}"/>
                  </a:ext>
                </a:extLst>
              </p:cNvPr>
              <p:cNvGrpSpPr/>
              <p:nvPr/>
            </p:nvGrpSpPr>
            <p:grpSpPr>
              <a:xfrm rot="2700000">
                <a:off x="3992126" y="586951"/>
                <a:ext cx="362097" cy="362097"/>
                <a:chOff x="1726575" y="1666225"/>
                <a:chExt cx="362100" cy="362100"/>
              </a:xfrm>
            </p:grpSpPr>
            <p:cxnSp>
              <p:nvCxnSpPr>
                <p:cNvPr id="362" name="Google Shape;362;p30">
                  <a:extLst>
                    <a:ext uri="{FF2B5EF4-FFF2-40B4-BE49-F238E27FC236}">
                      <a16:creationId xmlns:a16="http://schemas.microsoft.com/office/drawing/2014/main" id="{DCF01ECA-05A5-F879-FB51-D3B465CDE4A0}"/>
                    </a:ext>
                  </a:extLst>
                </p:cNvPr>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363" name="Google Shape;363;p30">
                  <a:extLst>
                    <a:ext uri="{FF2B5EF4-FFF2-40B4-BE49-F238E27FC236}">
                      <a16:creationId xmlns:a16="http://schemas.microsoft.com/office/drawing/2014/main" id="{32058CC9-CA83-A4AB-D88C-B8356E62D475}"/>
                    </a:ext>
                  </a:extLst>
                </p:cNvPr>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grpSp>
      <p:sp>
        <p:nvSpPr>
          <p:cNvPr id="3" name="TextBox 2">
            <a:extLst>
              <a:ext uri="{FF2B5EF4-FFF2-40B4-BE49-F238E27FC236}">
                <a16:creationId xmlns:a16="http://schemas.microsoft.com/office/drawing/2014/main" id="{66426E06-7F16-7D42-7304-FA58FB2489B1}"/>
              </a:ext>
            </a:extLst>
          </p:cNvPr>
          <p:cNvSpPr txBox="1"/>
          <p:nvPr/>
        </p:nvSpPr>
        <p:spPr>
          <a:xfrm>
            <a:off x="2353921" y="193448"/>
            <a:ext cx="498764" cy="261610"/>
          </a:xfrm>
          <a:prstGeom prst="rect">
            <a:avLst/>
          </a:prstGeom>
          <a:noFill/>
        </p:spPr>
        <p:txBody>
          <a:bodyPr wrap="square">
            <a:spAutoFit/>
          </a:bodyPr>
          <a:lstStyle/>
          <a:p>
            <a:r>
              <a:rPr lang="en" sz="1100" dirty="0">
                <a:solidFill>
                  <a:srgbClr val="4285F4"/>
                </a:solidFill>
              </a:rPr>
              <a:t>Intro</a:t>
            </a:r>
            <a:endParaRPr lang="en-IN" sz="1100" dirty="0">
              <a:solidFill>
                <a:srgbClr val="4285F4"/>
              </a:solidFill>
            </a:endParaRPr>
          </a:p>
        </p:txBody>
      </p:sp>
      <p:sp>
        <p:nvSpPr>
          <p:cNvPr id="4" name="TextBox 3">
            <a:extLst>
              <a:ext uri="{FF2B5EF4-FFF2-40B4-BE49-F238E27FC236}">
                <a16:creationId xmlns:a16="http://schemas.microsoft.com/office/drawing/2014/main" id="{1326F04D-ABF3-6856-B5CD-56B1F477B19A}"/>
              </a:ext>
            </a:extLst>
          </p:cNvPr>
          <p:cNvSpPr txBox="1"/>
          <p:nvPr/>
        </p:nvSpPr>
        <p:spPr>
          <a:xfrm>
            <a:off x="3302445" y="193448"/>
            <a:ext cx="671449" cy="261610"/>
          </a:xfrm>
          <a:prstGeom prst="rect">
            <a:avLst/>
          </a:prstGeom>
          <a:noFill/>
        </p:spPr>
        <p:txBody>
          <a:bodyPr wrap="square">
            <a:spAutoFit/>
          </a:bodyPr>
          <a:lstStyle/>
          <a:p>
            <a:r>
              <a:rPr lang="en" sz="1100" dirty="0">
                <a:solidFill>
                  <a:srgbClr val="EA4335"/>
                </a:solidFill>
              </a:rPr>
              <a:t>Home</a:t>
            </a:r>
            <a:endParaRPr lang="en-IN" sz="1100" dirty="0">
              <a:solidFill>
                <a:srgbClr val="EA4335"/>
              </a:solidFill>
            </a:endParaRPr>
          </a:p>
        </p:txBody>
      </p:sp>
      <p:sp>
        <p:nvSpPr>
          <p:cNvPr id="5" name="TextBox 4">
            <a:extLst>
              <a:ext uri="{FF2B5EF4-FFF2-40B4-BE49-F238E27FC236}">
                <a16:creationId xmlns:a16="http://schemas.microsoft.com/office/drawing/2014/main" id="{AC7E87EF-5F85-9C3C-4153-D07B0CE729C6}"/>
              </a:ext>
            </a:extLst>
          </p:cNvPr>
          <p:cNvSpPr txBox="1"/>
          <p:nvPr/>
        </p:nvSpPr>
        <p:spPr>
          <a:xfrm>
            <a:off x="4306899" y="193448"/>
            <a:ext cx="817932" cy="261610"/>
          </a:xfrm>
          <a:prstGeom prst="rect">
            <a:avLst/>
          </a:prstGeom>
          <a:noFill/>
        </p:spPr>
        <p:txBody>
          <a:bodyPr wrap="square">
            <a:spAutoFit/>
          </a:bodyPr>
          <a:lstStyle/>
          <a:p>
            <a:r>
              <a:rPr lang="en-IN" sz="1100" dirty="0">
                <a:solidFill>
                  <a:srgbClr val="FBBC05"/>
                </a:solidFill>
              </a:rPr>
              <a:t>Reports</a:t>
            </a:r>
          </a:p>
        </p:txBody>
      </p:sp>
      <p:sp>
        <p:nvSpPr>
          <p:cNvPr id="6" name="TextBox 5">
            <a:extLst>
              <a:ext uri="{FF2B5EF4-FFF2-40B4-BE49-F238E27FC236}">
                <a16:creationId xmlns:a16="http://schemas.microsoft.com/office/drawing/2014/main" id="{3B56DB1D-3DCE-023A-6E06-0F55CC8AF94C}"/>
              </a:ext>
            </a:extLst>
          </p:cNvPr>
          <p:cNvSpPr txBox="1"/>
          <p:nvPr/>
        </p:nvSpPr>
        <p:spPr>
          <a:xfrm>
            <a:off x="5457835" y="195427"/>
            <a:ext cx="817932" cy="261610"/>
          </a:xfrm>
          <a:prstGeom prst="rect">
            <a:avLst/>
          </a:prstGeom>
          <a:noFill/>
        </p:spPr>
        <p:txBody>
          <a:bodyPr wrap="square">
            <a:spAutoFit/>
          </a:bodyPr>
          <a:lstStyle/>
          <a:p>
            <a:r>
              <a:rPr lang="en-IN" sz="1100" dirty="0">
                <a:solidFill>
                  <a:srgbClr val="4285F4"/>
                </a:solidFill>
              </a:rPr>
              <a:t>Explore</a:t>
            </a:r>
          </a:p>
        </p:txBody>
      </p:sp>
      <p:sp>
        <p:nvSpPr>
          <p:cNvPr id="7" name="TextBox 6">
            <a:extLst>
              <a:ext uri="{FF2B5EF4-FFF2-40B4-BE49-F238E27FC236}">
                <a16:creationId xmlns:a16="http://schemas.microsoft.com/office/drawing/2014/main" id="{C6F91644-800A-B79F-F22F-7F73FBC4FB7A}"/>
              </a:ext>
            </a:extLst>
          </p:cNvPr>
          <p:cNvSpPr txBox="1"/>
          <p:nvPr/>
        </p:nvSpPr>
        <p:spPr>
          <a:xfrm>
            <a:off x="6608771" y="202627"/>
            <a:ext cx="1016803" cy="261610"/>
          </a:xfrm>
          <a:prstGeom prst="rect">
            <a:avLst/>
          </a:prstGeom>
          <a:noFill/>
        </p:spPr>
        <p:txBody>
          <a:bodyPr wrap="square">
            <a:spAutoFit/>
          </a:bodyPr>
          <a:lstStyle/>
          <a:p>
            <a:r>
              <a:rPr lang="en-IN" sz="1100" dirty="0">
                <a:solidFill>
                  <a:srgbClr val="34A853"/>
                </a:solidFill>
              </a:rPr>
              <a:t>Advertising</a:t>
            </a:r>
          </a:p>
        </p:txBody>
      </p:sp>
      <p:sp>
        <p:nvSpPr>
          <p:cNvPr id="8" name="TextBox 7">
            <a:extLst>
              <a:ext uri="{FF2B5EF4-FFF2-40B4-BE49-F238E27FC236}">
                <a16:creationId xmlns:a16="http://schemas.microsoft.com/office/drawing/2014/main" id="{CE7DDECE-764F-0188-B97D-2C7078999636}"/>
              </a:ext>
            </a:extLst>
          </p:cNvPr>
          <p:cNvSpPr txBox="1"/>
          <p:nvPr/>
        </p:nvSpPr>
        <p:spPr>
          <a:xfrm>
            <a:off x="7958578" y="202627"/>
            <a:ext cx="1016803" cy="261610"/>
          </a:xfrm>
          <a:prstGeom prst="rect">
            <a:avLst/>
          </a:prstGeom>
          <a:noFill/>
        </p:spPr>
        <p:txBody>
          <a:bodyPr wrap="square">
            <a:spAutoFit/>
          </a:bodyPr>
          <a:lstStyle/>
          <a:p>
            <a:r>
              <a:rPr lang="en-US" sz="1100" dirty="0">
                <a:solidFill>
                  <a:srgbClr val="EA4335"/>
                </a:solidFill>
              </a:rPr>
              <a:t>L</a:t>
            </a:r>
            <a:r>
              <a:rPr lang="en-IN" sz="1100" dirty="0">
                <a:solidFill>
                  <a:srgbClr val="EA4335"/>
                </a:solidFill>
              </a:rPr>
              <a:t>earnings</a:t>
            </a:r>
          </a:p>
        </p:txBody>
      </p:sp>
      <p:graphicFrame>
        <p:nvGraphicFramePr>
          <p:cNvPr id="9" name="Table 8">
            <a:extLst>
              <a:ext uri="{FF2B5EF4-FFF2-40B4-BE49-F238E27FC236}">
                <a16:creationId xmlns:a16="http://schemas.microsoft.com/office/drawing/2014/main" id="{1FBD7C1D-5FFD-97F4-D9CE-AF3A07DEF528}"/>
              </a:ext>
            </a:extLst>
          </p:cNvPr>
          <p:cNvGraphicFramePr>
            <a:graphicFrameLocks noGrp="1"/>
          </p:cNvGraphicFramePr>
          <p:nvPr>
            <p:extLst>
              <p:ext uri="{D42A27DB-BD31-4B8C-83A1-F6EECF244321}">
                <p14:modId xmlns:p14="http://schemas.microsoft.com/office/powerpoint/2010/main" val="1562236058"/>
              </p:ext>
            </p:extLst>
          </p:nvPr>
        </p:nvGraphicFramePr>
        <p:xfrm>
          <a:off x="1087582" y="1630919"/>
          <a:ext cx="7077361" cy="2889639"/>
        </p:xfrm>
        <a:graphic>
          <a:graphicData uri="http://schemas.openxmlformats.org/drawingml/2006/table">
            <a:tbl>
              <a:tblPr firstRow="1" bandRow="1">
                <a:tableStyleId>{0C68CCFC-5F13-43B5-951E-A89E0A077A7C}</a:tableStyleId>
              </a:tblPr>
              <a:tblGrid>
                <a:gridCol w="7077361">
                  <a:extLst>
                    <a:ext uri="{9D8B030D-6E8A-4147-A177-3AD203B41FA5}">
                      <a16:colId xmlns:a16="http://schemas.microsoft.com/office/drawing/2014/main" val="4029080814"/>
                    </a:ext>
                  </a:extLst>
                </a:gridCol>
              </a:tblGrid>
              <a:tr h="371415">
                <a:tc>
                  <a:txBody>
                    <a:bodyPr/>
                    <a:lstStyle/>
                    <a:p>
                      <a:pPr marL="285750" indent="-285750">
                        <a:buFont typeface="Arial" panose="020B0604020202020204" pitchFamily="34" charset="0"/>
                        <a:buChar char="•"/>
                      </a:pPr>
                      <a:r>
                        <a:rPr lang="en-US" dirty="0">
                          <a:solidFill>
                            <a:schemeClr val="bg1">
                              <a:lumMod val="25000"/>
                            </a:schemeClr>
                          </a:solidFill>
                        </a:rPr>
                        <a:t>Introduction to Google Analytics 4 - Account Setup and Data Configuration </a:t>
                      </a:r>
                      <a:endParaRPr lang="en-IN" dirty="0">
                        <a:solidFill>
                          <a:schemeClr val="bg1">
                            <a:lumMod val="25000"/>
                          </a:schemeClr>
                        </a:solidFill>
                      </a:endParaRPr>
                    </a:p>
                  </a:txBody>
                  <a:tcPr/>
                </a:tc>
                <a:extLst>
                  <a:ext uri="{0D108BD9-81ED-4DB2-BD59-A6C34878D82A}">
                    <a16:rowId xmlns:a16="http://schemas.microsoft.com/office/drawing/2014/main" val="3966430791"/>
                  </a:ext>
                </a:extLst>
              </a:tr>
              <a:tr h="419704">
                <a:tc>
                  <a:txBody>
                    <a:bodyPr/>
                    <a:lstStyle/>
                    <a:p>
                      <a:pPr marL="285750" indent="-285750">
                        <a:buFont typeface="Arial" panose="020B0604020202020204" pitchFamily="34" charset="0"/>
                        <a:buChar char="•"/>
                      </a:pPr>
                      <a:r>
                        <a:rPr lang="en-US" dirty="0">
                          <a:solidFill>
                            <a:schemeClr val="bg1">
                              <a:lumMod val="25000"/>
                            </a:schemeClr>
                          </a:solidFill>
                        </a:rPr>
                        <a:t>Dashboard Overview </a:t>
                      </a:r>
                      <a:endParaRPr lang="en-IN" dirty="0">
                        <a:solidFill>
                          <a:schemeClr val="bg1">
                            <a:lumMod val="25000"/>
                          </a:schemeClr>
                        </a:solidFill>
                      </a:endParaRPr>
                    </a:p>
                  </a:txBody>
                  <a:tcPr/>
                </a:tc>
                <a:extLst>
                  <a:ext uri="{0D108BD9-81ED-4DB2-BD59-A6C34878D82A}">
                    <a16:rowId xmlns:a16="http://schemas.microsoft.com/office/drawing/2014/main" val="2495825356"/>
                  </a:ext>
                </a:extLst>
              </a:tr>
              <a:tr h="419704">
                <a:tc>
                  <a:txBody>
                    <a:bodyPr/>
                    <a:lstStyle/>
                    <a:p>
                      <a:pPr marL="285750" indent="-285750">
                        <a:buFont typeface="Arial" panose="020B0604020202020204" pitchFamily="34" charset="0"/>
                        <a:buChar char="•"/>
                      </a:pPr>
                      <a:r>
                        <a:rPr lang="en-US" dirty="0">
                          <a:solidFill>
                            <a:schemeClr val="bg1">
                              <a:lumMod val="25000"/>
                            </a:schemeClr>
                          </a:solidFill>
                        </a:rPr>
                        <a:t>Key Metrics &amp; Terminologies </a:t>
                      </a:r>
                      <a:endParaRPr lang="en-IN" dirty="0">
                        <a:solidFill>
                          <a:schemeClr val="bg1">
                            <a:lumMod val="25000"/>
                          </a:schemeClr>
                        </a:solidFill>
                      </a:endParaRPr>
                    </a:p>
                  </a:txBody>
                  <a:tcPr/>
                </a:tc>
                <a:extLst>
                  <a:ext uri="{0D108BD9-81ED-4DB2-BD59-A6C34878D82A}">
                    <a16:rowId xmlns:a16="http://schemas.microsoft.com/office/drawing/2014/main" val="145178683"/>
                  </a:ext>
                </a:extLst>
              </a:tr>
              <a:tr h="419704">
                <a:tc>
                  <a:txBody>
                    <a:bodyPr/>
                    <a:lstStyle/>
                    <a:p>
                      <a:pPr marL="285750" indent="-285750">
                        <a:buFont typeface="Arial" panose="020B0604020202020204" pitchFamily="34" charset="0"/>
                        <a:buChar char="•"/>
                      </a:pPr>
                      <a:r>
                        <a:rPr lang="en-US" dirty="0">
                          <a:solidFill>
                            <a:schemeClr val="bg1">
                              <a:lumMod val="25000"/>
                            </a:schemeClr>
                          </a:solidFill>
                        </a:rPr>
                        <a:t>Lifecycle Reports, Comparison Analysis &amp; Customized report </a:t>
                      </a:r>
                      <a:endParaRPr lang="en-IN" dirty="0">
                        <a:solidFill>
                          <a:schemeClr val="bg1">
                            <a:lumMod val="25000"/>
                          </a:schemeClr>
                        </a:solidFill>
                      </a:endParaRPr>
                    </a:p>
                  </a:txBody>
                  <a:tcPr/>
                </a:tc>
                <a:extLst>
                  <a:ext uri="{0D108BD9-81ED-4DB2-BD59-A6C34878D82A}">
                    <a16:rowId xmlns:a16="http://schemas.microsoft.com/office/drawing/2014/main" val="3639612651"/>
                  </a:ext>
                </a:extLst>
              </a:tr>
              <a:tr h="419704">
                <a:tc>
                  <a:txBody>
                    <a:bodyPr/>
                    <a:lstStyle/>
                    <a:p>
                      <a:pPr marL="285750" indent="-285750">
                        <a:buFont typeface="Arial" panose="020B0604020202020204" pitchFamily="34" charset="0"/>
                        <a:buChar char="•"/>
                      </a:pPr>
                      <a:r>
                        <a:rPr lang="en-US" dirty="0">
                          <a:solidFill>
                            <a:schemeClr val="bg1">
                              <a:lumMod val="25000"/>
                            </a:schemeClr>
                          </a:solidFill>
                        </a:rPr>
                        <a:t>Explore Page Visualization</a:t>
                      </a:r>
                      <a:endParaRPr lang="en-IN" dirty="0">
                        <a:solidFill>
                          <a:schemeClr val="bg1">
                            <a:lumMod val="25000"/>
                          </a:schemeClr>
                        </a:solidFill>
                      </a:endParaRPr>
                    </a:p>
                  </a:txBody>
                  <a:tcPr/>
                </a:tc>
                <a:extLst>
                  <a:ext uri="{0D108BD9-81ED-4DB2-BD59-A6C34878D82A}">
                    <a16:rowId xmlns:a16="http://schemas.microsoft.com/office/drawing/2014/main" val="118828014"/>
                  </a:ext>
                </a:extLst>
              </a:tr>
              <a:tr h="419704">
                <a:tc>
                  <a:txBody>
                    <a:bodyPr/>
                    <a:lstStyle/>
                    <a:p>
                      <a:pPr marL="285750" indent="-285750">
                        <a:buFont typeface="Arial" panose="020B0604020202020204" pitchFamily="34" charset="0"/>
                        <a:buChar char="•"/>
                      </a:pPr>
                      <a:r>
                        <a:rPr lang="en-US" dirty="0">
                          <a:solidFill>
                            <a:schemeClr val="bg1">
                              <a:lumMod val="25000"/>
                            </a:schemeClr>
                          </a:solidFill>
                        </a:rPr>
                        <a:t>Advertising and Attributions </a:t>
                      </a:r>
                      <a:endParaRPr lang="en-IN" dirty="0">
                        <a:solidFill>
                          <a:schemeClr val="bg1">
                            <a:lumMod val="25000"/>
                          </a:schemeClr>
                        </a:solidFill>
                      </a:endParaRPr>
                    </a:p>
                  </a:txBody>
                  <a:tcPr/>
                </a:tc>
                <a:extLst>
                  <a:ext uri="{0D108BD9-81ED-4DB2-BD59-A6C34878D82A}">
                    <a16:rowId xmlns:a16="http://schemas.microsoft.com/office/drawing/2014/main" val="103684505"/>
                  </a:ext>
                </a:extLst>
              </a:tr>
              <a:tr h="419704">
                <a:tc>
                  <a:txBody>
                    <a:bodyPr/>
                    <a:lstStyle/>
                    <a:p>
                      <a:pPr marL="285750" indent="-285750">
                        <a:buFont typeface="Arial" panose="020B0604020202020204" pitchFamily="34" charset="0"/>
                        <a:buChar char="•"/>
                      </a:pPr>
                      <a:r>
                        <a:rPr lang="en-US" dirty="0">
                          <a:solidFill>
                            <a:schemeClr val="bg1">
                              <a:lumMod val="25000"/>
                            </a:schemeClr>
                          </a:solidFill>
                        </a:rPr>
                        <a:t>My Learnings and Actions </a:t>
                      </a:r>
                      <a:endParaRPr lang="en-IN" dirty="0">
                        <a:solidFill>
                          <a:schemeClr val="bg1">
                            <a:lumMod val="25000"/>
                          </a:schemeClr>
                        </a:solidFill>
                      </a:endParaRPr>
                    </a:p>
                  </a:txBody>
                  <a:tcPr/>
                </a:tc>
                <a:extLst>
                  <a:ext uri="{0D108BD9-81ED-4DB2-BD59-A6C34878D82A}">
                    <a16:rowId xmlns:a16="http://schemas.microsoft.com/office/drawing/2014/main" val="1797727539"/>
                  </a:ext>
                </a:extLst>
              </a:tr>
            </a:tbl>
          </a:graphicData>
        </a:graphic>
      </p:graphicFrame>
    </p:spTree>
    <p:extLst>
      <p:ext uri="{BB962C8B-B14F-4D97-AF65-F5344CB8AC3E}">
        <p14:creationId xmlns:p14="http://schemas.microsoft.com/office/powerpoint/2010/main" val="508203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32"/>
          <p:cNvSpPr txBox="1">
            <a:spLocks noGrp="1"/>
          </p:cNvSpPr>
          <p:nvPr>
            <p:ph type="title"/>
          </p:nvPr>
        </p:nvSpPr>
        <p:spPr>
          <a:xfrm>
            <a:off x="489600" y="864876"/>
            <a:ext cx="5246825" cy="62428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What is GA4 ?</a:t>
            </a:r>
            <a:endParaRPr dirty="0"/>
          </a:p>
        </p:txBody>
      </p:sp>
      <p:sp>
        <p:nvSpPr>
          <p:cNvPr id="386" name="Google Shape;386;p32"/>
          <p:cNvSpPr txBox="1">
            <a:spLocks noGrp="1"/>
          </p:cNvSpPr>
          <p:nvPr>
            <p:ph type="subTitle" idx="1"/>
          </p:nvPr>
        </p:nvSpPr>
        <p:spPr>
          <a:xfrm>
            <a:off x="489600" y="1590384"/>
            <a:ext cx="4780691" cy="301386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GA4 is the latest version of google analytics designed for modern Websites and Apps </a:t>
            </a:r>
            <a:endParaRPr dirty="0"/>
          </a:p>
          <a:p>
            <a:pPr marL="457200" lvl="0" indent="-304800" algn="l" rtl="0">
              <a:spcBef>
                <a:spcPts val="1000"/>
              </a:spcBef>
              <a:spcAft>
                <a:spcPts val="0"/>
              </a:spcAft>
              <a:buSzPts val="1200"/>
              <a:buChar char="●"/>
            </a:pPr>
            <a:r>
              <a:rPr lang="en-US" b="1" dirty="0"/>
              <a:t>Tracking: </a:t>
            </a:r>
            <a:r>
              <a:rPr lang="en-US" dirty="0"/>
              <a:t>It’s ideal for tracking the entire customer journey and users actions as events, giving more detailed understanding of user behavior</a:t>
            </a:r>
          </a:p>
          <a:p>
            <a:pPr marL="457200" lvl="0" indent="-304800" algn="l" rtl="0">
              <a:spcBef>
                <a:spcPts val="1000"/>
              </a:spcBef>
              <a:spcAft>
                <a:spcPts val="0"/>
              </a:spcAft>
              <a:buSzPts val="1200"/>
              <a:buChar char="●"/>
            </a:pPr>
            <a:r>
              <a:rPr lang="en" b="1" dirty="0"/>
              <a:t>Platforms: </a:t>
            </a:r>
            <a:r>
              <a:rPr lang="en" dirty="0"/>
              <a:t>It works across both web &amp; mobile, combining data into one view. </a:t>
            </a:r>
          </a:p>
          <a:p>
            <a:pPr marL="457200" lvl="0" indent="-304800" algn="l" rtl="0">
              <a:spcBef>
                <a:spcPts val="1000"/>
              </a:spcBef>
              <a:spcAft>
                <a:spcPts val="0"/>
              </a:spcAft>
              <a:buSzPts val="1200"/>
              <a:buChar char="●"/>
            </a:pPr>
            <a:r>
              <a:rPr lang="en" b="1" dirty="0"/>
              <a:t>Privacy:</a:t>
            </a:r>
            <a:r>
              <a:rPr lang="en" dirty="0"/>
              <a:t> It supports better privacy, Fewer cookies and smarter machine learning insights</a:t>
            </a:r>
            <a:endParaRPr dirty="0"/>
          </a:p>
        </p:txBody>
      </p:sp>
      <p:pic>
        <p:nvPicPr>
          <p:cNvPr id="387" name="Google Shape;387;p32"/>
          <p:cNvPicPr preferRelativeResize="0">
            <a:picLocks noGrp="1"/>
          </p:cNvPicPr>
          <p:nvPr>
            <p:ph type="pic" idx="2"/>
          </p:nvPr>
        </p:nvPicPr>
        <p:blipFill>
          <a:blip r:embed="rId3">
            <a:alphaModFix/>
          </a:blip>
          <a:srcRect l="22265" t="6915" r="25116" b="7082"/>
          <a:stretch>
            <a:fillRect/>
          </a:stretch>
        </p:blipFill>
        <p:spPr>
          <a:xfrm>
            <a:off x="5270291" y="763649"/>
            <a:ext cx="3463897" cy="3840601"/>
          </a:xfrm>
          <a:prstGeom prst="rect">
            <a:avLst/>
          </a:prstGeom>
        </p:spPr>
      </p:pic>
      <p:grpSp>
        <p:nvGrpSpPr>
          <p:cNvPr id="388" name="Google Shape;388;p32"/>
          <p:cNvGrpSpPr/>
          <p:nvPr/>
        </p:nvGrpSpPr>
        <p:grpSpPr>
          <a:xfrm>
            <a:off x="4480560" y="4187952"/>
            <a:ext cx="2078790" cy="461473"/>
            <a:chOff x="4480560" y="4187952"/>
            <a:chExt cx="2078790" cy="461473"/>
          </a:xfrm>
        </p:grpSpPr>
        <p:pic>
          <p:nvPicPr>
            <p:cNvPr id="389" name="Google Shape;389;p32"/>
            <p:cNvPicPr preferRelativeResize="0"/>
            <p:nvPr/>
          </p:nvPicPr>
          <p:blipFill>
            <a:blip r:embed="rId4">
              <a:alphaModFix/>
            </a:blip>
            <a:stretch>
              <a:fillRect/>
            </a:stretch>
          </p:blipFill>
          <p:spPr>
            <a:xfrm>
              <a:off x="5644950" y="4187952"/>
              <a:ext cx="914400" cy="461473"/>
            </a:xfrm>
            <a:prstGeom prst="rect">
              <a:avLst/>
            </a:prstGeom>
            <a:noFill/>
            <a:ln>
              <a:noFill/>
            </a:ln>
          </p:spPr>
        </p:pic>
        <p:grpSp>
          <p:nvGrpSpPr>
            <p:cNvPr id="390" name="Google Shape;390;p32"/>
            <p:cNvGrpSpPr/>
            <p:nvPr/>
          </p:nvGrpSpPr>
          <p:grpSpPr>
            <a:xfrm>
              <a:off x="4480560" y="4242150"/>
              <a:ext cx="1461021" cy="362100"/>
              <a:chOff x="1726575" y="1666225"/>
              <a:chExt cx="1461021" cy="362100"/>
            </a:xfrm>
          </p:grpSpPr>
          <p:grpSp>
            <p:nvGrpSpPr>
              <p:cNvPr id="391" name="Google Shape;391;p32"/>
              <p:cNvGrpSpPr/>
              <p:nvPr/>
            </p:nvGrpSpPr>
            <p:grpSpPr>
              <a:xfrm>
                <a:off x="1726575" y="1666225"/>
                <a:ext cx="362100" cy="362100"/>
                <a:chOff x="1726575" y="1666225"/>
                <a:chExt cx="362100" cy="362100"/>
              </a:xfrm>
            </p:grpSpPr>
            <p:cxnSp>
              <p:nvCxnSpPr>
                <p:cNvPr id="392" name="Google Shape;392;p32"/>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393" name="Google Shape;393;p32"/>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nvGrpSpPr>
              <p:cNvPr id="394" name="Google Shape;394;p32"/>
              <p:cNvGrpSpPr/>
              <p:nvPr/>
            </p:nvGrpSpPr>
            <p:grpSpPr>
              <a:xfrm>
                <a:off x="2276036" y="1666225"/>
                <a:ext cx="362100" cy="362100"/>
                <a:chOff x="1726575" y="1666225"/>
                <a:chExt cx="362100" cy="362100"/>
              </a:xfrm>
            </p:grpSpPr>
            <p:cxnSp>
              <p:nvCxnSpPr>
                <p:cNvPr id="395" name="Google Shape;395;p32"/>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396" name="Google Shape;396;p32"/>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nvGrpSpPr>
              <p:cNvPr id="397" name="Google Shape;397;p32"/>
              <p:cNvGrpSpPr/>
              <p:nvPr/>
            </p:nvGrpSpPr>
            <p:grpSpPr>
              <a:xfrm>
                <a:off x="2825496" y="1666225"/>
                <a:ext cx="362100" cy="362100"/>
                <a:chOff x="1726575" y="1666225"/>
                <a:chExt cx="362100" cy="362100"/>
              </a:xfrm>
            </p:grpSpPr>
            <p:cxnSp>
              <p:nvCxnSpPr>
                <p:cNvPr id="398" name="Google Shape;398;p32"/>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399" name="Google Shape;399;p32"/>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grpSp>
      <p:sp>
        <p:nvSpPr>
          <p:cNvPr id="3" name="TextBox 2">
            <a:extLst>
              <a:ext uri="{FF2B5EF4-FFF2-40B4-BE49-F238E27FC236}">
                <a16:creationId xmlns:a16="http://schemas.microsoft.com/office/drawing/2014/main" id="{55E300D6-8652-AE99-2638-843E358367A8}"/>
              </a:ext>
            </a:extLst>
          </p:cNvPr>
          <p:cNvSpPr txBox="1"/>
          <p:nvPr/>
        </p:nvSpPr>
        <p:spPr>
          <a:xfrm>
            <a:off x="2353921" y="193448"/>
            <a:ext cx="498764" cy="261610"/>
          </a:xfrm>
          <a:prstGeom prst="rect">
            <a:avLst/>
          </a:prstGeom>
          <a:noFill/>
        </p:spPr>
        <p:txBody>
          <a:bodyPr wrap="square">
            <a:spAutoFit/>
          </a:bodyPr>
          <a:lstStyle/>
          <a:p>
            <a:r>
              <a:rPr lang="en" sz="1100" dirty="0">
                <a:solidFill>
                  <a:srgbClr val="4285F4"/>
                </a:solidFill>
              </a:rPr>
              <a:t>Intro</a:t>
            </a:r>
            <a:endParaRPr lang="en-IN" sz="1100" dirty="0">
              <a:solidFill>
                <a:srgbClr val="4285F4"/>
              </a:solidFill>
            </a:endParaRPr>
          </a:p>
        </p:txBody>
      </p:sp>
      <p:sp>
        <p:nvSpPr>
          <p:cNvPr id="4" name="TextBox 3">
            <a:extLst>
              <a:ext uri="{FF2B5EF4-FFF2-40B4-BE49-F238E27FC236}">
                <a16:creationId xmlns:a16="http://schemas.microsoft.com/office/drawing/2014/main" id="{F5B84D7C-2168-9A8B-7CF3-3E741B0E4BF9}"/>
              </a:ext>
            </a:extLst>
          </p:cNvPr>
          <p:cNvSpPr txBox="1"/>
          <p:nvPr/>
        </p:nvSpPr>
        <p:spPr>
          <a:xfrm>
            <a:off x="3302445" y="193448"/>
            <a:ext cx="671449" cy="261610"/>
          </a:xfrm>
          <a:prstGeom prst="rect">
            <a:avLst/>
          </a:prstGeom>
          <a:noFill/>
        </p:spPr>
        <p:txBody>
          <a:bodyPr wrap="square">
            <a:spAutoFit/>
          </a:bodyPr>
          <a:lstStyle/>
          <a:p>
            <a:r>
              <a:rPr lang="en" sz="1100" dirty="0">
                <a:solidFill>
                  <a:schemeClr val="bg1">
                    <a:lumMod val="25000"/>
                  </a:schemeClr>
                </a:solidFill>
              </a:rPr>
              <a:t>Home</a:t>
            </a:r>
            <a:endParaRPr lang="en-IN" sz="1100" dirty="0">
              <a:solidFill>
                <a:schemeClr val="bg1">
                  <a:lumMod val="25000"/>
                </a:schemeClr>
              </a:solidFill>
            </a:endParaRPr>
          </a:p>
        </p:txBody>
      </p:sp>
      <p:sp>
        <p:nvSpPr>
          <p:cNvPr id="5" name="TextBox 4">
            <a:extLst>
              <a:ext uri="{FF2B5EF4-FFF2-40B4-BE49-F238E27FC236}">
                <a16:creationId xmlns:a16="http://schemas.microsoft.com/office/drawing/2014/main" id="{A7FE7606-1A82-ABCA-E9FC-EC89FC3D2F92}"/>
              </a:ext>
            </a:extLst>
          </p:cNvPr>
          <p:cNvSpPr txBox="1"/>
          <p:nvPr/>
        </p:nvSpPr>
        <p:spPr>
          <a:xfrm>
            <a:off x="4306899" y="193448"/>
            <a:ext cx="817932" cy="261610"/>
          </a:xfrm>
          <a:prstGeom prst="rect">
            <a:avLst/>
          </a:prstGeom>
          <a:noFill/>
        </p:spPr>
        <p:txBody>
          <a:bodyPr wrap="square">
            <a:spAutoFit/>
          </a:bodyPr>
          <a:lstStyle/>
          <a:p>
            <a:r>
              <a:rPr lang="en-IN" sz="1100" dirty="0">
                <a:solidFill>
                  <a:schemeClr val="bg1">
                    <a:lumMod val="25000"/>
                  </a:schemeClr>
                </a:solidFill>
              </a:rPr>
              <a:t>Reports</a:t>
            </a:r>
          </a:p>
        </p:txBody>
      </p:sp>
      <p:sp>
        <p:nvSpPr>
          <p:cNvPr id="6" name="TextBox 5">
            <a:extLst>
              <a:ext uri="{FF2B5EF4-FFF2-40B4-BE49-F238E27FC236}">
                <a16:creationId xmlns:a16="http://schemas.microsoft.com/office/drawing/2014/main" id="{9734D2A7-C544-7C15-5126-D2D6980CBCF1}"/>
              </a:ext>
            </a:extLst>
          </p:cNvPr>
          <p:cNvSpPr txBox="1"/>
          <p:nvPr/>
        </p:nvSpPr>
        <p:spPr>
          <a:xfrm>
            <a:off x="5457835" y="193448"/>
            <a:ext cx="817932" cy="261610"/>
          </a:xfrm>
          <a:prstGeom prst="rect">
            <a:avLst/>
          </a:prstGeom>
          <a:noFill/>
        </p:spPr>
        <p:txBody>
          <a:bodyPr wrap="square">
            <a:spAutoFit/>
          </a:bodyPr>
          <a:lstStyle/>
          <a:p>
            <a:r>
              <a:rPr lang="en-IN" sz="1100" dirty="0">
                <a:solidFill>
                  <a:schemeClr val="bg1">
                    <a:lumMod val="25000"/>
                  </a:schemeClr>
                </a:solidFill>
              </a:rPr>
              <a:t>Explore</a:t>
            </a:r>
          </a:p>
        </p:txBody>
      </p:sp>
      <p:sp>
        <p:nvSpPr>
          <p:cNvPr id="7" name="TextBox 6">
            <a:extLst>
              <a:ext uri="{FF2B5EF4-FFF2-40B4-BE49-F238E27FC236}">
                <a16:creationId xmlns:a16="http://schemas.microsoft.com/office/drawing/2014/main" id="{975A4EC0-3ADF-1F5B-4887-1778003B7EDA}"/>
              </a:ext>
            </a:extLst>
          </p:cNvPr>
          <p:cNvSpPr txBox="1"/>
          <p:nvPr/>
        </p:nvSpPr>
        <p:spPr>
          <a:xfrm>
            <a:off x="6608771" y="198928"/>
            <a:ext cx="1016803" cy="261610"/>
          </a:xfrm>
          <a:prstGeom prst="rect">
            <a:avLst/>
          </a:prstGeom>
          <a:noFill/>
        </p:spPr>
        <p:txBody>
          <a:bodyPr wrap="square">
            <a:spAutoFit/>
          </a:bodyPr>
          <a:lstStyle/>
          <a:p>
            <a:r>
              <a:rPr lang="en-IN" sz="1100" dirty="0">
                <a:solidFill>
                  <a:schemeClr val="bg1">
                    <a:lumMod val="25000"/>
                  </a:schemeClr>
                </a:solidFill>
              </a:rPr>
              <a:t>Advertising</a:t>
            </a:r>
          </a:p>
        </p:txBody>
      </p:sp>
      <p:sp>
        <p:nvSpPr>
          <p:cNvPr id="8" name="TextBox 7">
            <a:extLst>
              <a:ext uri="{FF2B5EF4-FFF2-40B4-BE49-F238E27FC236}">
                <a16:creationId xmlns:a16="http://schemas.microsoft.com/office/drawing/2014/main" id="{963C6E81-2E54-1D5B-9EC3-D6D3A4B63354}"/>
              </a:ext>
            </a:extLst>
          </p:cNvPr>
          <p:cNvSpPr txBox="1"/>
          <p:nvPr/>
        </p:nvSpPr>
        <p:spPr>
          <a:xfrm>
            <a:off x="7958578" y="198928"/>
            <a:ext cx="1016803" cy="261610"/>
          </a:xfrm>
          <a:prstGeom prst="rect">
            <a:avLst/>
          </a:prstGeom>
          <a:noFill/>
        </p:spPr>
        <p:txBody>
          <a:bodyPr wrap="square">
            <a:spAutoFit/>
          </a:bodyPr>
          <a:lstStyle/>
          <a:p>
            <a:r>
              <a:rPr lang="en-US" sz="1100" dirty="0">
                <a:solidFill>
                  <a:schemeClr val="bg1">
                    <a:lumMod val="25000"/>
                  </a:schemeClr>
                </a:solidFill>
              </a:rPr>
              <a:t>L</a:t>
            </a:r>
            <a:r>
              <a:rPr lang="en-IN" sz="1100" dirty="0">
                <a:solidFill>
                  <a:schemeClr val="bg1">
                    <a:lumMod val="25000"/>
                  </a:schemeClr>
                </a:solidFill>
              </a:rPr>
              <a:t>earnings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37"/>
          <p:cNvSpPr txBox="1">
            <a:spLocks noGrp="1"/>
          </p:cNvSpPr>
          <p:nvPr>
            <p:ph type="title"/>
          </p:nvPr>
        </p:nvSpPr>
        <p:spPr>
          <a:xfrm>
            <a:off x="4715865" y="541625"/>
            <a:ext cx="4124026"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Account Setup &amp; Data Configurations</a:t>
            </a:r>
            <a:endParaRPr dirty="0"/>
          </a:p>
        </p:txBody>
      </p:sp>
      <p:sp>
        <p:nvSpPr>
          <p:cNvPr id="588" name="Google Shape;588;p37"/>
          <p:cNvSpPr txBox="1">
            <a:spLocks noGrp="1"/>
          </p:cNvSpPr>
          <p:nvPr>
            <p:ph type="subTitle" idx="1"/>
          </p:nvPr>
        </p:nvSpPr>
        <p:spPr>
          <a:xfrm>
            <a:off x="4729719" y="1514850"/>
            <a:ext cx="3679500"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W</a:t>
            </a:r>
            <a:r>
              <a:rPr lang="en" dirty="0"/>
              <a:t>e created a GA4 account, added a property and then created data streams for my website called </a:t>
            </a:r>
          </a:p>
          <a:p>
            <a:pPr marL="0" lvl="0" indent="0" algn="l" rtl="0">
              <a:spcBef>
                <a:spcPts val="0"/>
              </a:spcBef>
              <a:spcAft>
                <a:spcPts val="0"/>
              </a:spcAft>
              <a:buNone/>
            </a:pPr>
            <a:r>
              <a:rPr lang="en" dirty="0"/>
              <a:t>“Nina’s Bakery”.</a:t>
            </a:r>
            <a:endParaRPr dirty="0"/>
          </a:p>
        </p:txBody>
      </p:sp>
      <p:pic>
        <p:nvPicPr>
          <p:cNvPr id="589" name="Google Shape;589;p37"/>
          <p:cNvPicPr preferRelativeResize="0">
            <a:picLocks noGrp="1"/>
          </p:cNvPicPr>
          <p:nvPr>
            <p:ph type="pic" idx="2"/>
          </p:nvPr>
        </p:nvPicPr>
        <p:blipFill>
          <a:blip r:embed="rId3">
            <a:alphaModFix/>
          </a:blip>
          <a:srcRect t="468" b="3918"/>
          <a:stretch>
            <a:fillRect/>
          </a:stretch>
        </p:blipFill>
        <p:spPr>
          <a:xfrm>
            <a:off x="713225" y="763500"/>
            <a:ext cx="3675899" cy="3840601"/>
          </a:xfrm>
          <a:prstGeom prst="rect">
            <a:avLst/>
          </a:prstGeom>
        </p:spPr>
      </p:pic>
      <p:pic>
        <p:nvPicPr>
          <p:cNvPr id="590" name="Google Shape;590;p37"/>
          <p:cNvPicPr preferRelativeResize="0">
            <a:picLocks noGrp="1"/>
          </p:cNvPicPr>
          <p:nvPr>
            <p:ph type="pic" idx="3"/>
          </p:nvPr>
        </p:nvPicPr>
        <p:blipFill>
          <a:blip r:embed="rId4">
            <a:alphaModFix/>
          </a:blip>
          <a:srcRect l="587" t="1061" r="694" b="12874"/>
          <a:stretch>
            <a:fillRect/>
          </a:stretch>
        </p:blipFill>
        <p:spPr>
          <a:xfrm>
            <a:off x="4787778" y="2351191"/>
            <a:ext cx="3679201" cy="2338573"/>
          </a:xfrm>
          <a:prstGeom prst="rect">
            <a:avLst/>
          </a:prstGeom>
        </p:spPr>
      </p:pic>
      <p:pic>
        <p:nvPicPr>
          <p:cNvPr id="592" name="Google Shape;592;p37"/>
          <p:cNvPicPr preferRelativeResize="0"/>
          <p:nvPr/>
        </p:nvPicPr>
        <p:blipFill>
          <a:blip r:embed="rId5">
            <a:alphaModFix/>
          </a:blip>
          <a:stretch>
            <a:fillRect/>
          </a:stretch>
        </p:blipFill>
        <p:spPr>
          <a:xfrm flipH="1">
            <a:off x="3435705" y="4059102"/>
            <a:ext cx="1280160" cy="853441"/>
          </a:xfrm>
          <a:prstGeom prst="rect">
            <a:avLst/>
          </a:prstGeom>
          <a:noFill/>
          <a:ln>
            <a:noFill/>
          </a:ln>
        </p:spPr>
      </p:pic>
      <p:pic>
        <p:nvPicPr>
          <p:cNvPr id="593" name="Google Shape;593;p37"/>
          <p:cNvPicPr preferRelativeResize="0"/>
          <p:nvPr/>
        </p:nvPicPr>
        <p:blipFill>
          <a:blip r:embed="rId6">
            <a:alphaModFix/>
          </a:blip>
          <a:stretch>
            <a:fillRect/>
          </a:stretch>
        </p:blipFill>
        <p:spPr>
          <a:xfrm>
            <a:off x="386484" y="2683800"/>
            <a:ext cx="731519" cy="731519"/>
          </a:xfrm>
          <a:prstGeom prst="rect">
            <a:avLst/>
          </a:prstGeom>
          <a:noFill/>
          <a:ln>
            <a:noFill/>
          </a:ln>
        </p:spPr>
      </p:pic>
      <p:sp>
        <p:nvSpPr>
          <p:cNvPr id="5" name="TextBox 4">
            <a:extLst>
              <a:ext uri="{FF2B5EF4-FFF2-40B4-BE49-F238E27FC236}">
                <a16:creationId xmlns:a16="http://schemas.microsoft.com/office/drawing/2014/main" id="{AE5951B5-5A79-198D-3AE8-E820F47C8072}"/>
              </a:ext>
            </a:extLst>
          </p:cNvPr>
          <p:cNvSpPr txBox="1"/>
          <p:nvPr/>
        </p:nvSpPr>
        <p:spPr>
          <a:xfrm>
            <a:off x="2353921" y="193448"/>
            <a:ext cx="498764" cy="261610"/>
          </a:xfrm>
          <a:prstGeom prst="rect">
            <a:avLst/>
          </a:prstGeom>
          <a:noFill/>
        </p:spPr>
        <p:txBody>
          <a:bodyPr wrap="square">
            <a:spAutoFit/>
          </a:bodyPr>
          <a:lstStyle/>
          <a:p>
            <a:r>
              <a:rPr lang="en" sz="1100" dirty="0">
                <a:solidFill>
                  <a:srgbClr val="4285F4"/>
                </a:solidFill>
              </a:rPr>
              <a:t>Intro</a:t>
            </a:r>
            <a:endParaRPr lang="en-IN" sz="1100" dirty="0">
              <a:solidFill>
                <a:srgbClr val="4285F4"/>
              </a:solidFill>
            </a:endParaRPr>
          </a:p>
        </p:txBody>
      </p:sp>
      <p:sp>
        <p:nvSpPr>
          <p:cNvPr id="6" name="TextBox 5">
            <a:extLst>
              <a:ext uri="{FF2B5EF4-FFF2-40B4-BE49-F238E27FC236}">
                <a16:creationId xmlns:a16="http://schemas.microsoft.com/office/drawing/2014/main" id="{310AB5CC-21C9-CB0C-2C68-314A9AC66B2A}"/>
              </a:ext>
            </a:extLst>
          </p:cNvPr>
          <p:cNvSpPr txBox="1"/>
          <p:nvPr/>
        </p:nvSpPr>
        <p:spPr>
          <a:xfrm>
            <a:off x="3302445" y="193448"/>
            <a:ext cx="671449" cy="261610"/>
          </a:xfrm>
          <a:prstGeom prst="rect">
            <a:avLst/>
          </a:prstGeom>
          <a:noFill/>
        </p:spPr>
        <p:txBody>
          <a:bodyPr wrap="square">
            <a:spAutoFit/>
          </a:bodyPr>
          <a:lstStyle/>
          <a:p>
            <a:r>
              <a:rPr lang="en" sz="1100" dirty="0">
                <a:solidFill>
                  <a:schemeClr val="bg1">
                    <a:lumMod val="25000"/>
                  </a:schemeClr>
                </a:solidFill>
              </a:rPr>
              <a:t>Home</a:t>
            </a:r>
            <a:endParaRPr lang="en-IN" sz="1100" dirty="0">
              <a:solidFill>
                <a:schemeClr val="bg1">
                  <a:lumMod val="25000"/>
                </a:schemeClr>
              </a:solidFill>
            </a:endParaRPr>
          </a:p>
        </p:txBody>
      </p:sp>
      <p:sp>
        <p:nvSpPr>
          <p:cNvPr id="7" name="TextBox 6">
            <a:extLst>
              <a:ext uri="{FF2B5EF4-FFF2-40B4-BE49-F238E27FC236}">
                <a16:creationId xmlns:a16="http://schemas.microsoft.com/office/drawing/2014/main" id="{4C236BA2-C26D-1AED-C188-25A1D3765282}"/>
              </a:ext>
            </a:extLst>
          </p:cNvPr>
          <p:cNvSpPr txBox="1"/>
          <p:nvPr/>
        </p:nvSpPr>
        <p:spPr>
          <a:xfrm>
            <a:off x="4306899" y="193448"/>
            <a:ext cx="817932" cy="261610"/>
          </a:xfrm>
          <a:prstGeom prst="rect">
            <a:avLst/>
          </a:prstGeom>
          <a:noFill/>
        </p:spPr>
        <p:txBody>
          <a:bodyPr wrap="square">
            <a:spAutoFit/>
          </a:bodyPr>
          <a:lstStyle/>
          <a:p>
            <a:r>
              <a:rPr lang="en-IN" sz="1100" dirty="0">
                <a:solidFill>
                  <a:schemeClr val="bg1">
                    <a:lumMod val="25000"/>
                  </a:schemeClr>
                </a:solidFill>
              </a:rPr>
              <a:t>Reports</a:t>
            </a:r>
          </a:p>
        </p:txBody>
      </p:sp>
      <p:sp>
        <p:nvSpPr>
          <p:cNvPr id="8" name="TextBox 7">
            <a:extLst>
              <a:ext uri="{FF2B5EF4-FFF2-40B4-BE49-F238E27FC236}">
                <a16:creationId xmlns:a16="http://schemas.microsoft.com/office/drawing/2014/main" id="{84C1504B-610B-9E83-5BE2-E272E253CE10}"/>
              </a:ext>
            </a:extLst>
          </p:cNvPr>
          <p:cNvSpPr txBox="1"/>
          <p:nvPr/>
        </p:nvSpPr>
        <p:spPr>
          <a:xfrm>
            <a:off x="5457835" y="193448"/>
            <a:ext cx="817932" cy="261610"/>
          </a:xfrm>
          <a:prstGeom prst="rect">
            <a:avLst/>
          </a:prstGeom>
          <a:noFill/>
        </p:spPr>
        <p:txBody>
          <a:bodyPr wrap="square">
            <a:spAutoFit/>
          </a:bodyPr>
          <a:lstStyle/>
          <a:p>
            <a:r>
              <a:rPr lang="en-IN" sz="1100" dirty="0">
                <a:solidFill>
                  <a:schemeClr val="bg1">
                    <a:lumMod val="25000"/>
                  </a:schemeClr>
                </a:solidFill>
              </a:rPr>
              <a:t>Explore</a:t>
            </a:r>
          </a:p>
        </p:txBody>
      </p:sp>
      <p:sp>
        <p:nvSpPr>
          <p:cNvPr id="9" name="TextBox 8">
            <a:extLst>
              <a:ext uri="{FF2B5EF4-FFF2-40B4-BE49-F238E27FC236}">
                <a16:creationId xmlns:a16="http://schemas.microsoft.com/office/drawing/2014/main" id="{016D28FC-D656-7F13-4AEB-52701E7EABBB}"/>
              </a:ext>
            </a:extLst>
          </p:cNvPr>
          <p:cNvSpPr txBox="1"/>
          <p:nvPr/>
        </p:nvSpPr>
        <p:spPr>
          <a:xfrm>
            <a:off x="6608771" y="198928"/>
            <a:ext cx="1016803" cy="261610"/>
          </a:xfrm>
          <a:prstGeom prst="rect">
            <a:avLst/>
          </a:prstGeom>
          <a:noFill/>
        </p:spPr>
        <p:txBody>
          <a:bodyPr wrap="square">
            <a:spAutoFit/>
          </a:bodyPr>
          <a:lstStyle/>
          <a:p>
            <a:r>
              <a:rPr lang="en-IN" sz="1100" dirty="0">
                <a:solidFill>
                  <a:schemeClr val="bg1">
                    <a:lumMod val="25000"/>
                  </a:schemeClr>
                </a:solidFill>
              </a:rPr>
              <a:t>Advertising</a:t>
            </a:r>
          </a:p>
        </p:txBody>
      </p:sp>
      <p:sp>
        <p:nvSpPr>
          <p:cNvPr id="10" name="TextBox 9">
            <a:extLst>
              <a:ext uri="{FF2B5EF4-FFF2-40B4-BE49-F238E27FC236}">
                <a16:creationId xmlns:a16="http://schemas.microsoft.com/office/drawing/2014/main" id="{33AC7D81-136B-0728-A0D9-7FDCC6B79EC3}"/>
              </a:ext>
            </a:extLst>
          </p:cNvPr>
          <p:cNvSpPr txBox="1"/>
          <p:nvPr/>
        </p:nvSpPr>
        <p:spPr>
          <a:xfrm>
            <a:off x="7958578" y="198928"/>
            <a:ext cx="1016803" cy="261610"/>
          </a:xfrm>
          <a:prstGeom prst="rect">
            <a:avLst/>
          </a:prstGeom>
          <a:noFill/>
        </p:spPr>
        <p:txBody>
          <a:bodyPr wrap="square">
            <a:spAutoFit/>
          </a:bodyPr>
          <a:lstStyle/>
          <a:p>
            <a:r>
              <a:rPr lang="en-US" sz="1100" dirty="0">
                <a:solidFill>
                  <a:schemeClr val="bg1">
                    <a:lumMod val="25000"/>
                  </a:schemeClr>
                </a:solidFill>
              </a:rPr>
              <a:t>L</a:t>
            </a:r>
            <a:r>
              <a:rPr lang="en-IN" sz="1100" dirty="0">
                <a:solidFill>
                  <a:schemeClr val="bg1">
                    <a:lumMod val="25000"/>
                  </a:schemeClr>
                </a:solidFill>
              </a:rPr>
              <a:t>earnings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9">
          <a:extLst>
            <a:ext uri="{FF2B5EF4-FFF2-40B4-BE49-F238E27FC236}">
              <a16:creationId xmlns:a16="http://schemas.microsoft.com/office/drawing/2014/main" id="{633EE0C9-3041-1757-EE05-40A9CF4A8297}"/>
            </a:ext>
          </a:extLst>
        </p:cNvPr>
        <p:cNvGrpSpPr/>
        <p:nvPr/>
      </p:nvGrpSpPr>
      <p:grpSpPr>
        <a:xfrm>
          <a:off x="0" y="0"/>
          <a:ext cx="0" cy="0"/>
          <a:chOff x="0" y="0"/>
          <a:chExt cx="0" cy="0"/>
        </a:xfrm>
      </p:grpSpPr>
      <p:sp>
        <p:nvSpPr>
          <p:cNvPr id="620" name="Google Shape;620;p40">
            <a:extLst>
              <a:ext uri="{FF2B5EF4-FFF2-40B4-BE49-F238E27FC236}">
                <a16:creationId xmlns:a16="http://schemas.microsoft.com/office/drawing/2014/main" id="{2B53C785-678D-0CAF-6A8F-53ED07B030F2}"/>
              </a:ext>
            </a:extLst>
          </p:cNvPr>
          <p:cNvSpPr txBox="1">
            <a:spLocks noGrp="1"/>
          </p:cNvSpPr>
          <p:nvPr>
            <p:ph type="subTitle" idx="4"/>
          </p:nvPr>
        </p:nvSpPr>
        <p:spPr>
          <a:xfrm>
            <a:off x="4751479" y="2571757"/>
            <a:ext cx="32919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dirty="0"/>
              <a:t>D</a:t>
            </a:r>
            <a:r>
              <a:rPr lang="en" dirty="0"/>
              <a:t>ata Streams </a:t>
            </a:r>
            <a:endParaRPr dirty="0"/>
          </a:p>
        </p:txBody>
      </p:sp>
      <p:sp>
        <p:nvSpPr>
          <p:cNvPr id="622" name="Google Shape;622;p40">
            <a:extLst>
              <a:ext uri="{FF2B5EF4-FFF2-40B4-BE49-F238E27FC236}">
                <a16:creationId xmlns:a16="http://schemas.microsoft.com/office/drawing/2014/main" id="{E7E01467-D283-5D23-F0C7-3235DC67019F}"/>
              </a:ext>
            </a:extLst>
          </p:cNvPr>
          <p:cNvSpPr txBox="1">
            <a:spLocks noGrp="1"/>
          </p:cNvSpPr>
          <p:nvPr>
            <p:ph type="subTitle" idx="1"/>
          </p:nvPr>
        </p:nvSpPr>
        <p:spPr>
          <a:xfrm>
            <a:off x="4751479" y="3028950"/>
            <a:ext cx="3291900" cy="1280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 data stream is the actual source from where GA4 receives information it could be from your app or website, Each stream sends user actions like clicks, page views, device details and sessions into the property all your data flows into one place </a:t>
            </a:r>
            <a:endParaRPr dirty="0"/>
          </a:p>
        </p:txBody>
      </p:sp>
      <p:sp>
        <p:nvSpPr>
          <p:cNvPr id="623" name="Google Shape;623;p40">
            <a:extLst>
              <a:ext uri="{FF2B5EF4-FFF2-40B4-BE49-F238E27FC236}">
                <a16:creationId xmlns:a16="http://schemas.microsoft.com/office/drawing/2014/main" id="{7D6B13DA-B224-2202-5F8E-67D5C2052721}"/>
              </a:ext>
            </a:extLst>
          </p:cNvPr>
          <p:cNvSpPr txBox="1">
            <a:spLocks noGrp="1"/>
          </p:cNvSpPr>
          <p:nvPr>
            <p:ph type="subTitle" idx="2"/>
          </p:nvPr>
        </p:nvSpPr>
        <p:spPr>
          <a:xfrm>
            <a:off x="1100525" y="3028950"/>
            <a:ext cx="3291900" cy="1280100"/>
          </a:xfrm>
          <a:prstGeom prst="rect">
            <a:avLst/>
          </a:prstGeom>
        </p:spPr>
        <p:txBody>
          <a:bodyPr spcFirstLastPara="1" wrap="square" lIns="91425" tIns="91425" rIns="91425" bIns="91425" anchor="t" anchorCtr="0">
            <a:noAutofit/>
          </a:bodyPr>
          <a:lstStyle/>
          <a:p>
            <a:pPr marL="0" lvl="0" indent="0"/>
            <a:r>
              <a:rPr lang="en-US" dirty="0"/>
              <a:t>A property is the specific container that houses your data and reports</a:t>
            </a:r>
            <a:r>
              <a:rPr lang="en" dirty="0"/>
              <a:t>. </a:t>
            </a:r>
            <a:r>
              <a:rPr lang="en-IN" dirty="0"/>
              <a:t>Y</a:t>
            </a:r>
            <a:r>
              <a:rPr lang="en" dirty="0"/>
              <a:t>ou can track – events, conversions, audiences and settings are stored inside this property</a:t>
            </a:r>
            <a:r>
              <a:rPr lang="en-US" dirty="0"/>
              <a:t> limited to 50 data streams per property (max 30 app streams)</a:t>
            </a:r>
            <a:endParaRPr dirty="0"/>
          </a:p>
        </p:txBody>
      </p:sp>
      <p:sp>
        <p:nvSpPr>
          <p:cNvPr id="624" name="Google Shape;624;p40">
            <a:extLst>
              <a:ext uri="{FF2B5EF4-FFF2-40B4-BE49-F238E27FC236}">
                <a16:creationId xmlns:a16="http://schemas.microsoft.com/office/drawing/2014/main" id="{07A5248A-45D9-59A4-2A51-94B2AF05B164}"/>
              </a:ext>
            </a:extLst>
          </p:cNvPr>
          <p:cNvSpPr txBox="1">
            <a:spLocks noGrp="1"/>
          </p:cNvSpPr>
          <p:nvPr>
            <p:ph type="subTitle" idx="3"/>
          </p:nvPr>
        </p:nvSpPr>
        <p:spPr>
          <a:xfrm>
            <a:off x="1100525" y="2571757"/>
            <a:ext cx="32919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Property </a:t>
            </a:r>
            <a:endParaRPr dirty="0"/>
          </a:p>
        </p:txBody>
      </p:sp>
      <p:grpSp>
        <p:nvGrpSpPr>
          <p:cNvPr id="630" name="Google Shape;630;p40">
            <a:extLst>
              <a:ext uri="{FF2B5EF4-FFF2-40B4-BE49-F238E27FC236}">
                <a16:creationId xmlns:a16="http://schemas.microsoft.com/office/drawing/2014/main" id="{FE7FEBD6-94EA-34CC-41F8-9F258ED1B632}"/>
              </a:ext>
            </a:extLst>
          </p:cNvPr>
          <p:cNvGrpSpPr/>
          <p:nvPr/>
        </p:nvGrpSpPr>
        <p:grpSpPr>
          <a:xfrm>
            <a:off x="6123116" y="1749668"/>
            <a:ext cx="548626" cy="548656"/>
            <a:chOff x="4674791" y="1977447"/>
            <a:chExt cx="344528" cy="344114"/>
          </a:xfrm>
        </p:grpSpPr>
        <p:sp>
          <p:nvSpPr>
            <p:cNvPr id="631" name="Google Shape;631;p40">
              <a:extLst>
                <a:ext uri="{FF2B5EF4-FFF2-40B4-BE49-F238E27FC236}">
                  <a16:creationId xmlns:a16="http://schemas.microsoft.com/office/drawing/2014/main" id="{E5B213AD-EADA-8C50-FD0F-6D0A2895D5A9}"/>
                </a:ext>
              </a:extLst>
            </p:cNvPr>
            <p:cNvSpPr/>
            <p:nvPr/>
          </p:nvSpPr>
          <p:spPr>
            <a:xfrm>
              <a:off x="4696022" y="1996768"/>
              <a:ext cx="29570" cy="29220"/>
            </a:xfrm>
            <a:custGeom>
              <a:avLst/>
              <a:gdLst/>
              <a:ahLst/>
              <a:cxnLst/>
              <a:rect l="l" t="t" r="r" b="b"/>
              <a:pathLst>
                <a:path w="929" h="918" extrusionOk="0">
                  <a:moveTo>
                    <a:pt x="476" y="310"/>
                  </a:moveTo>
                  <a:cubicBezTo>
                    <a:pt x="548" y="310"/>
                    <a:pt x="631" y="369"/>
                    <a:pt x="631" y="465"/>
                  </a:cubicBezTo>
                  <a:cubicBezTo>
                    <a:pt x="631" y="536"/>
                    <a:pt x="572" y="607"/>
                    <a:pt x="476" y="607"/>
                  </a:cubicBezTo>
                  <a:cubicBezTo>
                    <a:pt x="405" y="607"/>
                    <a:pt x="334" y="548"/>
                    <a:pt x="334" y="465"/>
                  </a:cubicBezTo>
                  <a:cubicBezTo>
                    <a:pt x="334" y="381"/>
                    <a:pt x="393" y="310"/>
                    <a:pt x="476" y="310"/>
                  </a:cubicBezTo>
                  <a:close/>
                  <a:moveTo>
                    <a:pt x="465" y="0"/>
                  </a:moveTo>
                  <a:cubicBezTo>
                    <a:pt x="215" y="0"/>
                    <a:pt x="0" y="203"/>
                    <a:pt x="0" y="465"/>
                  </a:cubicBezTo>
                  <a:cubicBezTo>
                    <a:pt x="0" y="715"/>
                    <a:pt x="215" y="917"/>
                    <a:pt x="465" y="917"/>
                  </a:cubicBezTo>
                  <a:cubicBezTo>
                    <a:pt x="715" y="917"/>
                    <a:pt x="929" y="715"/>
                    <a:pt x="929" y="465"/>
                  </a:cubicBezTo>
                  <a:cubicBezTo>
                    <a:pt x="929" y="203"/>
                    <a:pt x="715" y="0"/>
                    <a:pt x="4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40">
              <a:extLst>
                <a:ext uri="{FF2B5EF4-FFF2-40B4-BE49-F238E27FC236}">
                  <a16:creationId xmlns:a16="http://schemas.microsoft.com/office/drawing/2014/main" id="{F8F2F7B6-150C-415F-5615-626C304C3FD6}"/>
                </a:ext>
              </a:extLst>
            </p:cNvPr>
            <p:cNvSpPr/>
            <p:nvPr/>
          </p:nvSpPr>
          <p:spPr>
            <a:xfrm>
              <a:off x="4733899" y="1996768"/>
              <a:ext cx="29602" cy="29220"/>
            </a:xfrm>
            <a:custGeom>
              <a:avLst/>
              <a:gdLst/>
              <a:ahLst/>
              <a:cxnLst/>
              <a:rect l="l" t="t" r="r" b="b"/>
              <a:pathLst>
                <a:path w="930" h="918" extrusionOk="0">
                  <a:moveTo>
                    <a:pt x="465" y="310"/>
                  </a:moveTo>
                  <a:cubicBezTo>
                    <a:pt x="549" y="310"/>
                    <a:pt x="608" y="369"/>
                    <a:pt x="608" y="465"/>
                  </a:cubicBezTo>
                  <a:cubicBezTo>
                    <a:pt x="608" y="536"/>
                    <a:pt x="549" y="607"/>
                    <a:pt x="465" y="607"/>
                  </a:cubicBezTo>
                  <a:cubicBezTo>
                    <a:pt x="394" y="607"/>
                    <a:pt x="310" y="548"/>
                    <a:pt x="310" y="465"/>
                  </a:cubicBezTo>
                  <a:cubicBezTo>
                    <a:pt x="310" y="381"/>
                    <a:pt x="370" y="310"/>
                    <a:pt x="465" y="310"/>
                  </a:cubicBezTo>
                  <a:close/>
                  <a:moveTo>
                    <a:pt x="465" y="0"/>
                  </a:moveTo>
                  <a:cubicBezTo>
                    <a:pt x="215" y="0"/>
                    <a:pt x="1" y="203"/>
                    <a:pt x="1" y="465"/>
                  </a:cubicBezTo>
                  <a:cubicBezTo>
                    <a:pt x="1" y="715"/>
                    <a:pt x="215" y="917"/>
                    <a:pt x="465" y="917"/>
                  </a:cubicBezTo>
                  <a:cubicBezTo>
                    <a:pt x="715" y="917"/>
                    <a:pt x="930" y="715"/>
                    <a:pt x="930" y="465"/>
                  </a:cubicBezTo>
                  <a:cubicBezTo>
                    <a:pt x="930" y="203"/>
                    <a:pt x="715" y="0"/>
                    <a:pt x="4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40">
              <a:extLst>
                <a:ext uri="{FF2B5EF4-FFF2-40B4-BE49-F238E27FC236}">
                  <a16:creationId xmlns:a16="http://schemas.microsoft.com/office/drawing/2014/main" id="{6C661220-D7CC-E5F3-66B8-B7FC0E00BBC4}"/>
                </a:ext>
              </a:extLst>
            </p:cNvPr>
            <p:cNvSpPr/>
            <p:nvPr/>
          </p:nvSpPr>
          <p:spPr>
            <a:xfrm>
              <a:off x="4771809" y="1996768"/>
              <a:ext cx="29602" cy="29220"/>
            </a:xfrm>
            <a:custGeom>
              <a:avLst/>
              <a:gdLst/>
              <a:ahLst/>
              <a:cxnLst/>
              <a:rect l="l" t="t" r="r" b="b"/>
              <a:pathLst>
                <a:path w="930" h="918" extrusionOk="0">
                  <a:moveTo>
                    <a:pt x="465" y="310"/>
                  </a:moveTo>
                  <a:cubicBezTo>
                    <a:pt x="536" y="310"/>
                    <a:pt x="608" y="369"/>
                    <a:pt x="608" y="465"/>
                  </a:cubicBezTo>
                  <a:cubicBezTo>
                    <a:pt x="608" y="536"/>
                    <a:pt x="548" y="607"/>
                    <a:pt x="465" y="607"/>
                  </a:cubicBezTo>
                  <a:cubicBezTo>
                    <a:pt x="393" y="607"/>
                    <a:pt x="310" y="548"/>
                    <a:pt x="310" y="465"/>
                  </a:cubicBezTo>
                  <a:cubicBezTo>
                    <a:pt x="310" y="381"/>
                    <a:pt x="370" y="310"/>
                    <a:pt x="465" y="310"/>
                  </a:cubicBezTo>
                  <a:close/>
                  <a:moveTo>
                    <a:pt x="465" y="0"/>
                  </a:moveTo>
                  <a:cubicBezTo>
                    <a:pt x="215" y="0"/>
                    <a:pt x="0" y="203"/>
                    <a:pt x="0" y="465"/>
                  </a:cubicBezTo>
                  <a:cubicBezTo>
                    <a:pt x="0" y="715"/>
                    <a:pt x="215" y="917"/>
                    <a:pt x="465" y="917"/>
                  </a:cubicBezTo>
                  <a:cubicBezTo>
                    <a:pt x="715" y="917"/>
                    <a:pt x="929" y="715"/>
                    <a:pt x="929" y="465"/>
                  </a:cubicBezTo>
                  <a:cubicBezTo>
                    <a:pt x="929" y="203"/>
                    <a:pt x="715" y="0"/>
                    <a:pt x="4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40">
              <a:extLst>
                <a:ext uri="{FF2B5EF4-FFF2-40B4-BE49-F238E27FC236}">
                  <a16:creationId xmlns:a16="http://schemas.microsoft.com/office/drawing/2014/main" id="{640CA9C6-CCFC-B410-80D5-3CB07175F577}"/>
                </a:ext>
              </a:extLst>
            </p:cNvPr>
            <p:cNvSpPr/>
            <p:nvPr/>
          </p:nvSpPr>
          <p:spPr>
            <a:xfrm>
              <a:off x="4674791" y="1977447"/>
              <a:ext cx="344528" cy="344114"/>
            </a:xfrm>
            <a:custGeom>
              <a:avLst/>
              <a:gdLst/>
              <a:ahLst/>
              <a:cxnLst/>
              <a:rect l="l" t="t" r="r" b="b"/>
              <a:pathLst>
                <a:path w="10824" h="10811" extrusionOk="0">
                  <a:moveTo>
                    <a:pt x="10466" y="2155"/>
                  </a:moveTo>
                  <a:lnTo>
                    <a:pt x="10466" y="10120"/>
                  </a:lnTo>
                  <a:lnTo>
                    <a:pt x="10478" y="10120"/>
                  </a:lnTo>
                  <a:cubicBezTo>
                    <a:pt x="10478" y="10323"/>
                    <a:pt x="10311" y="10501"/>
                    <a:pt x="10085" y="10501"/>
                  </a:cubicBezTo>
                  <a:lnTo>
                    <a:pt x="667" y="10501"/>
                  </a:lnTo>
                  <a:cubicBezTo>
                    <a:pt x="465" y="10501"/>
                    <a:pt x="286" y="10335"/>
                    <a:pt x="286" y="10120"/>
                  </a:cubicBezTo>
                  <a:lnTo>
                    <a:pt x="286" y="2155"/>
                  </a:lnTo>
                  <a:close/>
                  <a:moveTo>
                    <a:pt x="703" y="0"/>
                  </a:moveTo>
                  <a:cubicBezTo>
                    <a:pt x="310" y="0"/>
                    <a:pt x="0" y="310"/>
                    <a:pt x="0" y="691"/>
                  </a:cubicBezTo>
                  <a:lnTo>
                    <a:pt x="0" y="10120"/>
                  </a:lnTo>
                  <a:cubicBezTo>
                    <a:pt x="0" y="10501"/>
                    <a:pt x="310" y="10811"/>
                    <a:pt x="703" y="10811"/>
                  </a:cubicBezTo>
                  <a:lnTo>
                    <a:pt x="10121" y="10811"/>
                  </a:lnTo>
                  <a:cubicBezTo>
                    <a:pt x="10502" y="10811"/>
                    <a:pt x="10823" y="10501"/>
                    <a:pt x="10823" y="10120"/>
                  </a:cubicBezTo>
                  <a:lnTo>
                    <a:pt x="10823" y="691"/>
                  </a:lnTo>
                  <a:cubicBezTo>
                    <a:pt x="10799" y="310"/>
                    <a:pt x="10490" y="0"/>
                    <a:pt x="10109" y="0"/>
                  </a:cubicBezTo>
                  <a:lnTo>
                    <a:pt x="5025" y="0"/>
                  </a:lnTo>
                  <a:cubicBezTo>
                    <a:pt x="4942" y="0"/>
                    <a:pt x="4870" y="71"/>
                    <a:pt x="4870" y="155"/>
                  </a:cubicBezTo>
                  <a:cubicBezTo>
                    <a:pt x="4870" y="250"/>
                    <a:pt x="4942" y="321"/>
                    <a:pt x="5025" y="321"/>
                  </a:cubicBezTo>
                  <a:lnTo>
                    <a:pt x="10109" y="321"/>
                  </a:lnTo>
                  <a:cubicBezTo>
                    <a:pt x="10311" y="321"/>
                    <a:pt x="10490" y="488"/>
                    <a:pt x="10490" y="714"/>
                  </a:cubicBezTo>
                  <a:lnTo>
                    <a:pt x="10490" y="1857"/>
                  </a:lnTo>
                  <a:lnTo>
                    <a:pt x="310" y="1857"/>
                  </a:lnTo>
                  <a:lnTo>
                    <a:pt x="310" y="714"/>
                  </a:lnTo>
                  <a:cubicBezTo>
                    <a:pt x="310" y="500"/>
                    <a:pt x="477" y="321"/>
                    <a:pt x="703" y="321"/>
                  </a:cubicBezTo>
                  <a:lnTo>
                    <a:pt x="4049" y="321"/>
                  </a:lnTo>
                  <a:cubicBezTo>
                    <a:pt x="4132" y="321"/>
                    <a:pt x="4215" y="250"/>
                    <a:pt x="4215" y="155"/>
                  </a:cubicBezTo>
                  <a:cubicBezTo>
                    <a:pt x="4215" y="71"/>
                    <a:pt x="4132" y="0"/>
                    <a:pt x="40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40">
              <a:extLst>
                <a:ext uri="{FF2B5EF4-FFF2-40B4-BE49-F238E27FC236}">
                  <a16:creationId xmlns:a16="http://schemas.microsoft.com/office/drawing/2014/main" id="{DDA27686-22F7-6946-98F4-B03A971F6A22}"/>
                </a:ext>
              </a:extLst>
            </p:cNvPr>
            <p:cNvSpPr/>
            <p:nvPr/>
          </p:nvSpPr>
          <p:spPr>
            <a:xfrm>
              <a:off x="4696022" y="2073160"/>
              <a:ext cx="13655" cy="27469"/>
            </a:xfrm>
            <a:custGeom>
              <a:avLst/>
              <a:gdLst/>
              <a:ahLst/>
              <a:cxnLst/>
              <a:rect l="l" t="t" r="r" b="b"/>
              <a:pathLst>
                <a:path w="429" h="863" extrusionOk="0">
                  <a:moveTo>
                    <a:pt x="249" y="1"/>
                  </a:moveTo>
                  <a:cubicBezTo>
                    <a:pt x="198" y="1"/>
                    <a:pt x="148" y="22"/>
                    <a:pt x="119" y="65"/>
                  </a:cubicBezTo>
                  <a:cubicBezTo>
                    <a:pt x="48" y="184"/>
                    <a:pt x="0" y="327"/>
                    <a:pt x="0" y="470"/>
                  </a:cubicBezTo>
                  <a:lnTo>
                    <a:pt x="0" y="708"/>
                  </a:lnTo>
                  <a:cubicBezTo>
                    <a:pt x="0" y="779"/>
                    <a:pt x="72" y="863"/>
                    <a:pt x="167" y="863"/>
                  </a:cubicBezTo>
                  <a:cubicBezTo>
                    <a:pt x="250" y="863"/>
                    <a:pt x="334" y="779"/>
                    <a:pt x="334" y="696"/>
                  </a:cubicBezTo>
                  <a:lnTo>
                    <a:pt x="334" y="470"/>
                  </a:lnTo>
                  <a:cubicBezTo>
                    <a:pt x="334" y="398"/>
                    <a:pt x="357" y="303"/>
                    <a:pt x="393" y="243"/>
                  </a:cubicBezTo>
                  <a:cubicBezTo>
                    <a:pt x="429" y="172"/>
                    <a:pt x="417" y="65"/>
                    <a:pt x="346" y="29"/>
                  </a:cubicBezTo>
                  <a:cubicBezTo>
                    <a:pt x="317" y="10"/>
                    <a:pt x="283" y="1"/>
                    <a:pt x="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40">
              <a:extLst>
                <a:ext uri="{FF2B5EF4-FFF2-40B4-BE49-F238E27FC236}">
                  <a16:creationId xmlns:a16="http://schemas.microsoft.com/office/drawing/2014/main" id="{DBCFA49E-9268-8EE3-4D5E-664460F0B19D}"/>
                </a:ext>
              </a:extLst>
            </p:cNvPr>
            <p:cNvSpPr/>
            <p:nvPr/>
          </p:nvSpPr>
          <p:spPr>
            <a:xfrm>
              <a:off x="4711173" y="2279419"/>
              <a:ext cx="28456" cy="10695"/>
            </a:xfrm>
            <a:custGeom>
              <a:avLst/>
              <a:gdLst/>
              <a:ahLst/>
              <a:cxnLst/>
              <a:rect l="l" t="t" r="r" b="b"/>
              <a:pathLst>
                <a:path w="894" h="336" extrusionOk="0">
                  <a:moveTo>
                    <a:pt x="170" y="1"/>
                  </a:moveTo>
                  <a:cubicBezTo>
                    <a:pt x="96" y="1"/>
                    <a:pt x="34" y="57"/>
                    <a:pt x="12" y="133"/>
                  </a:cubicBezTo>
                  <a:cubicBezTo>
                    <a:pt x="0" y="228"/>
                    <a:pt x="60" y="300"/>
                    <a:pt x="131" y="312"/>
                  </a:cubicBezTo>
                  <a:cubicBezTo>
                    <a:pt x="179" y="312"/>
                    <a:pt x="215" y="336"/>
                    <a:pt x="251" y="336"/>
                  </a:cubicBezTo>
                  <a:lnTo>
                    <a:pt x="727" y="336"/>
                  </a:lnTo>
                  <a:cubicBezTo>
                    <a:pt x="822" y="336"/>
                    <a:pt x="893" y="252"/>
                    <a:pt x="893" y="169"/>
                  </a:cubicBezTo>
                  <a:cubicBezTo>
                    <a:pt x="893" y="74"/>
                    <a:pt x="822" y="2"/>
                    <a:pt x="727" y="2"/>
                  </a:cubicBezTo>
                  <a:lnTo>
                    <a:pt x="191" y="2"/>
                  </a:lnTo>
                  <a:cubicBezTo>
                    <a:pt x="184" y="1"/>
                    <a:pt x="177" y="1"/>
                    <a:pt x="1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40">
              <a:extLst>
                <a:ext uri="{FF2B5EF4-FFF2-40B4-BE49-F238E27FC236}">
                  <a16:creationId xmlns:a16="http://schemas.microsoft.com/office/drawing/2014/main" id="{5DE40780-8B4A-4FB8-A965-1CEE455722E8}"/>
                </a:ext>
              </a:extLst>
            </p:cNvPr>
            <p:cNvSpPr/>
            <p:nvPr/>
          </p:nvSpPr>
          <p:spPr>
            <a:xfrm>
              <a:off x="4714197" y="2064216"/>
              <a:ext cx="28456" cy="10631"/>
            </a:xfrm>
            <a:custGeom>
              <a:avLst/>
              <a:gdLst/>
              <a:ahLst/>
              <a:cxnLst/>
              <a:rect l="l" t="t" r="r" b="b"/>
              <a:pathLst>
                <a:path w="894" h="334" extrusionOk="0">
                  <a:moveTo>
                    <a:pt x="156" y="1"/>
                  </a:moveTo>
                  <a:cubicBezTo>
                    <a:pt x="72" y="1"/>
                    <a:pt x="1" y="84"/>
                    <a:pt x="1" y="167"/>
                  </a:cubicBezTo>
                  <a:cubicBezTo>
                    <a:pt x="13" y="262"/>
                    <a:pt x="72" y="334"/>
                    <a:pt x="156" y="334"/>
                  </a:cubicBezTo>
                  <a:lnTo>
                    <a:pt x="727" y="334"/>
                  </a:lnTo>
                  <a:cubicBezTo>
                    <a:pt x="810" y="334"/>
                    <a:pt x="894" y="262"/>
                    <a:pt x="894" y="167"/>
                  </a:cubicBezTo>
                  <a:cubicBezTo>
                    <a:pt x="894" y="84"/>
                    <a:pt x="810" y="1"/>
                    <a:pt x="7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40">
              <a:extLst>
                <a:ext uri="{FF2B5EF4-FFF2-40B4-BE49-F238E27FC236}">
                  <a16:creationId xmlns:a16="http://schemas.microsoft.com/office/drawing/2014/main" id="{3E3F9B31-A55F-5900-EC65-5079C3BB8B30}"/>
                </a:ext>
              </a:extLst>
            </p:cNvPr>
            <p:cNvSpPr/>
            <p:nvPr/>
          </p:nvSpPr>
          <p:spPr>
            <a:xfrm>
              <a:off x="4747173" y="2279482"/>
              <a:ext cx="28456" cy="10631"/>
            </a:xfrm>
            <a:custGeom>
              <a:avLst/>
              <a:gdLst/>
              <a:ahLst/>
              <a:cxnLst/>
              <a:rect l="l" t="t" r="r" b="b"/>
              <a:pathLst>
                <a:path w="894" h="334" extrusionOk="0">
                  <a:moveTo>
                    <a:pt x="167" y="0"/>
                  </a:moveTo>
                  <a:cubicBezTo>
                    <a:pt x="72" y="0"/>
                    <a:pt x="1" y="72"/>
                    <a:pt x="1" y="167"/>
                  </a:cubicBezTo>
                  <a:cubicBezTo>
                    <a:pt x="1" y="250"/>
                    <a:pt x="72" y="334"/>
                    <a:pt x="167" y="334"/>
                  </a:cubicBezTo>
                  <a:lnTo>
                    <a:pt x="727" y="334"/>
                  </a:lnTo>
                  <a:cubicBezTo>
                    <a:pt x="822" y="334"/>
                    <a:pt x="894" y="250"/>
                    <a:pt x="894" y="167"/>
                  </a:cubicBezTo>
                  <a:cubicBezTo>
                    <a:pt x="894" y="72"/>
                    <a:pt x="822" y="0"/>
                    <a:pt x="7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40">
              <a:extLst>
                <a:ext uri="{FF2B5EF4-FFF2-40B4-BE49-F238E27FC236}">
                  <a16:creationId xmlns:a16="http://schemas.microsoft.com/office/drawing/2014/main" id="{8634BFDD-FF7D-0B0A-BDBB-22947E706974}"/>
                </a:ext>
              </a:extLst>
            </p:cNvPr>
            <p:cNvSpPr/>
            <p:nvPr/>
          </p:nvSpPr>
          <p:spPr>
            <a:xfrm>
              <a:off x="4750196" y="2064216"/>
              <a:ext cx="28456" cy="10631"/>
            </a:xfrm>
            <a:custGeom>
              <a:avLst/>
              <a:gdLst/>
              <a:ahLst/>
              <a:cxnLst/>
              <a:rect l="l" t="t" r="r" b="b"/>
              <a:pathLst>
                <a:path w="894" h="334" extrusionOk="0">
                  <a:moveTo>
                    <a:pt x="156" y="1"/>
                  </a:moveTo>
                  <a:cubicBezTo>
                    <a:pt x="72" y="1"/>
                    <a:pt x="1" y="84"/>
                    <a:pt x="1" y="167"/>
                  </a:cubicBezTo>
                  <a:cubicBezTo>
                    <a:pt x="1" y="262"/>
                    <a:pt x="72" y="334"/>
                    <a:pt x="156" y="334"/>
                  </a:cubicBezTo>
                  <a:lnTo>
                    <a:pt x="727" y="334"/>
                  </a:lnTo>
                  <a:cubicBezTo>
                    <a:pt x="810" y="334"/>
                    <a:pt x="894" y="262"/>
                    <a:pt x="894" y="167"/>
                  </a:cubicBezTo>
                  <a:cubicBezTo>
                    <a:pt x="894" y="84"/>
                    <a:pt x="810" y="1"/>
                    <a:pt x="7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40">
              <a:extLst>
                <a:ext uri="{FF2B5EF4-FFF2-40B4-BE49-F238E27FC236}">
                  <a16:creationId xmlns:a16="http://schemas.microsoft.com/office/drawing/2014/main" id="{CBD9FAD7-A106-B29A-2B9C-B26C5007D04E}"/>
                </a:ext>
              </a:extLst>
            </p:cNvPr>
            <p:cNvSpPr/>
            <p:nvPr/>
          </p:nvSpPr>
          <p:spPr>
            <a:xfrm>
              <a:off x="4696022" y="2107791"/>
              <a:ext cx="10631" cy="28838"/>
            </a:xfrm>
            <a:custGeom>
              <a:avLst/>
              <a:gdLst/>
              <a:ahLst/>
              <a:cxnLst/>
              <a:rect l="l" t="t" r="r" b="b"/>
              <a:pathLst>
                <a:path w="334" h="906" extrusionOk="0">
                  <a:moveTo>
                    <a:pt x="167" y="1"/>
                  </a:moveTo>
                  <a:cubicBezTo>
                    <a:pt x="72" y="1"/>
                    <a:pt x="0" y="84"/>
                    <a:pt x="0" y="167"/>
                  </a:cubicBezTo>
                  <a:lnTo>
                    <a:pt x="0" y="739"/>
                  </a:lnTo>
                  <a:cubicBezTo>
                    <a:pt x="0" y="822"/>
                    <a:pt x="72" y="906"/>
                    <a:pt x="167" y="906"/>
                  </a:cubicBezTo>
                  <a:cubicBezTo>
                    <a:pt x="250" y="906"/>
                    <a:pt x="334" y="822"/>
                    <a:pt x="334" y="739"/>
                  </a:cubicBezTo>
                  <a:lnTo>
                    <a:pt x="334" y="167"/>
                  </a:lnTo>
                  <a:cubicBezTo>
                    <a:pt x="334" y="84"/>
                    <a:pt x="250"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40">
              <a:extLst>
                <a:ext uri="{FF2B5EF4-FFF2-40B4-BE49-F238E27FC236}">
                  <a16:creationId xmlns:a16="http://schemas.microsoft.com/office/drawing/2014/main" id="{766A2BF6-0D4C-EB0B-DDEE-62F6AD4CE578}"/>
                </a:ext>
              </a:extLst>
            </p:cNvPr>
            <p:cNvSpPr/>
            <p:nvPr/>
          </p:nvSpPr>
          <p:spPr>
            <a:xfrm>
              <a:off x="4695640" y="2251058"/>
              <a:ext cx="12541" cy="28074"/>
            </a:xfrm>
            <a:custGeom>
              <a:avLst/>
              <a:gdLst/>
              <a:ahLst/>
              <a:cxnLst/>
              <a:rect l="l" t="t" r="r" b="b"/>
              <a:pathLst>
                <a:path w="394" h="882" extrusionOk="0">
                  <a:moveTo>
                    <a:pt x="155" y="0"/>
                  </a:moveTo>
                  <a:cubicBezTo>
                    <a:pt x="72" y="0"/>
                    <a:pt x="0" y="72"/>
                    <a:pt x="0" y="167"/>
                  </a:cubicBezTo>
                  <a:lnTo>
                    <a:pt x="0" y="488"/>
                  </a:lnTo>
                  <a:cubicBezTo>
                    <a:pt x="0" y="596"/>
                    <a:pt x="12" y="703"/>
                    <a:pt x="60" y="786"/>
                  </a:cubicBezTo>
                  <a:cubicBezTo>
                    <a:pt x="107" y="846"/>
                    <a:pt x="167" y="881"/>
                    <a:pt x="227" y="881"/>
                  </a:cubicBezTo>
                  <a:cubicBezTo>
                    <a:pt x="238" y="881"/>
                    <a:pt x="262" y="881"/>
                    <a:pt x="286" y="869"/>
                  </a:cubicBezTo>
                  <a:cubicBezTo>
                    <a:pt x="358" y="834"/>
                    <a:pt x="393" y="727"/>
                    <a:pt x="358" y="655"/>
                  </a:cubicBezTo>
                  <a:cubicBezTo>
                    <a:pt x="322" y="596"/>
                    <a:pt x="322" y="548"/>
                    <a:pt x="322" y="488"/>
                  </a:cubicBezTo>
                  <a:lnTo>
                    <a:pt x="322" y="167"/>
                  </a:lnTo>
                  <a:cubicBezTo>
                    <a:pt x="322" y="72"/>
                    <a:pt x="250" y="0"/>
                    <a:pt x="1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40">
              <a:extLst>
                <a:ext uri="{FF2B5EF4-FFF2-40B4-BE49-F238E27FC236}">
                  <a16:creationId xmlns:a16="http://schemas.microsoft.com/office/drawing/2014/main" id="{CBAA8F7E-EE81-84AF-3284-2FE1FB529F9D}"/>
                </a:ext>
              </a:extLst>
            </p:cNvPr>
            <p:cNvSpPr/>
            <p:nvPr/>
          </p:nvSpPr>
          <p:spPr>
            <a:xfrm>
              <a:off x="4782790" y="2279482"/>
              <a:ext cx="28456" cy="10631"/>
            </a:xfrm>
            <a:custGeom>
              <a:avLst/>
              <a:gdLst/>
              <a:ahLst/>
              <a:cxnLst/>
              <a:rect l="l" t="t" r="r" b="b"/>
              <a:pathLst>
                <a:path w="894" h="334" extrusionOk="0">
                  <a:moveTo>
                    <a:pt x="167" y="0"/>
                  </a:moveTo>
                  <a:cubicBezTo>
                    <a:pt x="72" y="0"/>
                    <a:pt x="1" y="72"/>
                    <a:pt x="1" y="167"/>
                  </a:cubicBezTo>
                  <a:cubicBezTo>
                    <a:pt x="13" y="250"/>
                    <a:pt x="72" y="334"/>
                    <a:pt x="167" y="334"/>
                  </a:cubicBezTo>
                  <a:lnTo>
                    <a:pt x="727" y="334"/>
                  </a:lnTo>
                  <a:cubicBezTo>
                    <a:pt x="822" y="334"/>
                    <a:pt x="894" y="250"/>
                    <a:pt x="894" y="167"/>
                  </a:cubicBezTo>
                  <a:cubicBezTo>
                    <a:pt x="894" y="72"/>
                    <a:pt x="822" y="0"/>
                    <a:pt x="7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40">
              <a:extLst>
                <a:ext uri="{FF2B5EF4-FFF2-40B4-BE49-F238E27FC236}">
                  <a16:creationId xmlns:a16="http://schemas.microsoft.com/office/drawing/2014/main" id="{5434C71B-B0B1-10E7-4E1B-ECAAD01051B3}"/>
                </a:ext>
              </a:extLst>
            </p:cNvPr>
            <p:cNvSpPr/>
            <p:nvPr/>
          </p:nvSpPr>
          <p:spPr>
            <a:xfrm>
              <a:off x="4696022" y="2143409"/>
              <a:ext cx="10631" cy="28456"/>
            </a:xfrm>
            <a:custGeom>
              <a:avLst/>
              <a:gdLst/>
              <a:ahLst/>
              <a:cxnLst/>
              <a:rect l="l" t="t" r="r" b="b"/>
              <a:pathLst>
                <a:path w="334" h="894" extrusionOk="0">
                  <a:moveTo>
                    <a:pt x="167" y="1"/>
                  </a:moveTo>
                  <a:cubicBezTo>
                    <a:pt x="72" y="1"/>
                    <a:pt x="0" y="72"/>
                    <a:pt x="0" y="168"/>
                  </a:cubicBezTo>
                  <a:lnTo>
                    <a:pt x="0" y="739"/>
                  </a:lnTo>
                  <a:cubicBezTo>
                    <a:pt x="0" y="822"/>
                    <a:pt x="72" y="894"/>
                    <a:pt x="167" y="894"/>
                  </a:cubicBezTo>
                  <a:cubicBezTo>
                    <a:pt x="250" y="894"/>
                    <a:pt x="334" y="822"/>
                    <a:pt x="334" y="739"/>
                  </a:cubicBezTo>
                  <a:lnTo>
                    <a:pt x="334" y="168"/>
                  </a:lnTo>
                  <a:cubicBezTo>
                    <a:pt x="334" y="72"/>
                    <a:pt x="250" y="1"/>
                    <a:pt x="1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40">
              <a:extLst>
                <a:ext uri="{FF2B5EF4-FFF2-40B4-BE49-F238E27FC236}">
                  <a16:creationId xmlns:a16="http://schemas.microsoft.com/office/drawing/2014/main" id="{ED518327-CC14-10A2-75F2-6802AA0F7BD7}"/>
                </a:ext>
              </a:extLst>
            </p:cNvPr>
            <p:cNvSpPr/>
            <p:nvPr/>
          </p:nvSpPr>
          <p:spPr>
            <a:xfrm>
              <a:off x="4696022" y="2215440"/>
              <a:ext cx="10631" cy="28074"/>
            </a:xfrm>
            <a:custGeom>
              <a:avLst/>
              <a:gdLst/>
              <a:ahLst/>
              <a:cxnLst/>
              <a:rect l="l" t="t" r="r" b="b"/>
              <a:pathLst>
                <a:path w="334" h="882" extrusionOk="0">
                  <a:moveTo>
                    <a:pt x="167" y="0"/>
                  </a:moveTo>
                  <a:cubicBezTo>
                    <a:pt x="72" y="0"/>
                    <a:pt x="0" y="83"/>
                    <a:pt x="0" y="167"/>
                  </a:cubicBezTo>
                  <a:lnTo>
                    <a:pt x="0" y="738"/>
                  </a:lnTo>
                  <a:cubicBezTo>
                    <a:pt x="0" y="810"/>
                    <a:pt x="72" y="881"/>
                    <a:pt x="167" y="881"/>
                  </a:cubicBezTo>
                  <a:cubicBezTo>
                    <a:pt x="250" y="881"/>
                    <a:pt x="334" y="810"/>
                    <a:pt x="334" y="715"/>
                  </a:cubicBezTo>
                  <a:lnTo>
                    <a:pt x="334" y="167"/>
                  </a:lnTo>
                  <a:cubicBezTo>
                    <a:pt x="334" y="83"/>
                    <a:pt x="250"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40">
              <a:extLst>
                <a:ext uri="{FF2B5EF4-FFF2-40B4-BE49-F238E27FC236}">
                  <a16:creationId xmlns:a16="http://schemas.microsoft.com/office/drawing/2014/main" id="{43149883-9CD4-B966-EA19-824F0C1BAC0D}"/>
                </a:ext>
              </a:extLst>
            </p:cNvPr>
            <p:cNvSpPr/>
            <p:nvPr/>
          </p:nvSpPr>
          <p:spPr>
            <a:xfrm>
              <a:off x="4696022" y="2179441"/>
              <a:ext cx="10631" cy="28424"/>
            </a:xfrm>
            <a:custGeom>
              <a:avLst/>
              <a:gdLst/>
              <a:ahLst/>
              <a:cxnLst/>
              <a:rect l="l" t="t" r="r" b="b"/>
              <a:pathLst>
                <a:path w="334" h="893" extrusionOk="0">
                  <a:moveTo>
                    <a:pt x="167" y="0"/>
                  </a:moveTo>
                  <a:cubicBezTo>
                    <a:pt x="72" y="0"/>
                    <a:pt x="0" y="71"/>
                    <a:pt x="0" y="167"/>
                  </a:cubicBezTo>
                  <a:lnTo>
                    <a:pt x="0" y="738"/>
                  </a:lnTo>
                  <a:cubicBezTo>
                    <a:pt x="0" y="822"/>
                    <a:pt x="72" y="893"/>
                    <a:pt x="167" y="893"/>
                  </a:cubicBezTo>
                  <a:cubicBezTo>
                    <a:pt x="250" y="893"/>
                    <a:pt x="334" y="822"/>
                    <a:pt x="334" y="738"/>
                  </a:cubicBezTo>
                  <a:lnTo>
                    <a:pt x="334" y="167"/>
                  </a:lnTo>
                  <a:cubicBezTo>
                    <a:pt x="334" y="71"/>
                    <a:pt x="250" y="0"/>
                    <a:pt x="1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40">
              <a:extLst>
                <a:ext uri="{FF2B5EF4-FFF2-40B4-BE49-F238E27FC236}">
                  <a16:creationId xmlns:a16="http://schemas.microsoft.com/office/drawing/2014/main" id="{33E074C5-D331-0AFD-9664-C8733C3BB006}"/>
                </a:ext>
              </a:extLst>
            </p:cNvPr>
            <p:cNvSpPr/>
            <p:nvPr/>
          </p:nvSpPr>
          <p:spPr>
            <a:xfrm>
              <a:off x="4854790" y="2146847"/>
              <a:ext cx="10281" cy="28456"/>
            </a:xfrm>
            <a:custGeom>
              <a:avLst/>
              <a:gdLst/>
              <a:ahLst/>
              <a:cxnLst/>
              <a:rect l="l" t="t" r="r" b="b"/>
              <a:pathLst>
                <a:path w="323" h="894" extrusionOk="0">
                  <a:moveTo>
                    <a:pt x="168" y="0"/>
                  </a:moveTo>
                  <a:cubicBezTo>
                    <a:pt x="72" y="0"/>
                    <a:pt x="1" y="72"/>
                    <a:pt x="1" y="167"/>
                  </a:cubicBezTo>
                  <a:lnTo>
                    <a:pt x="1" y="726"/>
                  </a:lnTo>
                  <a:cubicBezTo>
                    <a:pt x="1" y="822"/>
                    <a:pt x="72" y="893"/>
                    <a:pt x="168" y="893"/>
                  </a:cubicBezTo>
                  <a:cubicBezTo>
                    <a:pt x="251" y="893"/>
                    <a:pt x="322" y="822"/>
                    <a:pt x="322" y="726"/>
                  </a:cubicBezTo>
                  <a:lnTo>
                    <a:pt x="322" y="167"/>
                  </a:lnTo>
                  <a:cubicBezTo>
                    <a:pt x="311" y="72"/>
                    <a:pt x="251" y="0"/>
                    <a:pt x="1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40">
              <a:extLst>
                <a:ext uri="{FF2B5EF4-FFF2-40B4-BE49-F238E27FC236}">
                  <a16:creationId xmlns:a16="http://schemas.microsoft.com/office/drawing/2014/main" id="{A251D01D-4A34-64A9-4FF9-211EF080E855}"/>
                </a:ext>
              </a:extLst>
            </p:cNvPr>
            <p:cNvSpPr/>
            <p:nvPr/>
          </p:nvSpPr>
          <p:spPr>
            <a:xfrm>
              <a:off x="4854790" y="2110847"/>
              <a:ext cx="10281" cy="28424"/>
            </a:xfrm>
            <a:custGeom>
              <a:avLst/>
              <a:gdLst/>
              <a:ahLst/>
              <a:cxnLst/>
              <a:rect l="l" t="t" r="r" b="b"/>
              <a:pathLst>
                <a:path w="323" h="893" extrusionOk="0">
                  <a:moveTo>
                    <a:pt x="168" y="0"/>
                  </a:moveTo>
                  <a:cubicBezTo>
                    <a:pt x="72" y="0"/>
                    <a:pt x="1" y="71"/>
                    <a:pt x="1" y="167"/>
                  </a:cubicBezTo>
                  <a:lnTo>
                    <a:pt x="1" y="726"/>
                  </a:lnTo>
                  <a:cubicBezTo>
                    <a:pt x="1" y="822"/>
                    <a:pt x="72" y="893"/>
                    <a:pt x="168" y="893"/>
                  </a:cubicBezTo>
                  <a:cubicBezTo>
                    <a:pt x="251" y="893"/>
                    <a:pt x="322" y="822"/>
                    <a:pt x="322" y="726"/>
                  </a:cubicBezTo>
                  <a:lnTo>
                    <a:pt x="322" y="167"/>
                  </a:lnTo>
                  <a:cubicBezTo>
                    <a:pt x="311" y="71"/>
                    <a:pt x="251" y="0"/>
                    <a:pt x="1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40">
              <a:extLst>
                <a:ext uri="{FF2B5EF4-FFF2-40B4-BE49-F238E27FC236}">
                  <a16:creationId xmlns:a16="http://schemas.microsoft.com/office/drawing/2014/main" id="{C8940926-FDC1-6DDE-3CE4-55CD7CEF8F5C}"/>
                </a:ext>
              </a:extLst>
            </p:cNvPr>
            <p:cNvSpPr/>
            <p:nvPr/>
          </p:nvSpPr>
          <p:spPr>
            <a:xfrm>
              <a:off x="4854790" y="2182846"/>
              <a:ext cx="10281" cy="28456"/>
            </a:xfrm>
            <a:custGeom>
              <a:avLst/>
              <a:gdLst/>
              <a:ahLst/>
              <a:cxnLst/>
              <a:rect l="l" t="t" r="r" b="b"/>
              <a:pathLst>
                <a:path w="323" h="894" extrusionOk="0">
                  <a:moveTo>
                    <a:pt x="168" y="0"/>
                  </a:moveTo>
                  <a:cubicBezTo>
                    <a:pt x="72" y="0"/>
                    <a:pt x="1" y="72"/>
                    <a:pt x="1" y="167"/>
                  </a:cubicBezTo>
                  <a:lnTo>
                    <a:pt x="1" y="726"/>
                  </a:lnTo>
                  <a:cubicBezTo>
                    <a:pt x="1" y="822"/>
                    <a:pt x="72" y="893"/>
                    <a:pt x="168" y="893"/>
                  </a:cubicBezTo>
                  <a:cubicBezTo>
                    <a:pt x="251" y="893"/>
                    <a:pt x="322" y="822"/>
                    <a:pt x="322" y="726"/>
                  </a:cubicBezTo>
                  <a:lnTo>
                    <a:pt x="322" y="155"/>
                  </a:lnTo>
                  <a:cubicBezTo>
                    <a:pt x="311" y="60"/>
                    <a:pt x="251" y="0"/>
                    <a:pt x="1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40">
              <a:extLst>
                <a:ext uri="{FF2B5EF4-FFF2-40B4-BE49-F238E27FC236}">
                  <a16:creationId xmlns:a16="http://schemas.microsoft.com/office/drawing/2014/main" id="{04B16833-8344-F83A-0A26-C557150FEBCD}"/>
                </a:ext>
              </a:extLst>
            </p:cNvPr>
            <p:cNvSpPr/>
            <p:nvPr/>
          </p:nvSpPr>
          <p:spPr>
            <a:xfrm>
              <a:off x="4852912" y="2075738"/>
              <a:ext cx="12159" cy="27915"/>
            </a:xfrm>
            <a:custGeom>
              <a:avLst/>
              <a:gdLst/>
              <a:ahLst/>
              <a:cxnLst/>
              <a:rect l="l" t="t" r="r" b="b"/>
              <a:pathLst>
                <a:path w="382" h="877" extrusionOk="0">
                  <a:moveTo>
                    <a:pt x="185" y="0"/>
                  </a:moveTo>
                  <a:cubicBezTo>
                    <a:pt x="162" y="0"/>
                    <a:pt x="139" y="6"/>
                    <a:pt x="119" y="20"/>
                  </a:cubicBezTo>
                  <a:cubicBezTo>
                    <a:pt x="48" y="43"/>
                    <a:pt x="0" y="151"/>
                    <a:pt x="48" y="222"/>
                  </a:cubicBezTo>
                  <a:cubicBezTo>
                    <a:pt x="48" y="270"/>
                    <a:pt x="60" y="329"/>
                    <a:pt x="60" y="389"/>
                  </a:cubicBezTo>
                  <a:lnTo>
                    <a:pt x="60" y="722"/>
                  </a:lnTo>
                  <a:cubicBezTo>
                    <a:pt x="60" y="805"/>
                    <a:pt x="131" y="877"/>
                    <a:pt x="227" y="877"/>
                  </a:cubicBezTo>
                  <a:cubicBezTo>
                    <a:pt x="310" y="877"/>
                    <a:pt x="381" y="805"/>
                    <a:pt x="381" y="722"/>
                  </a:cubicBezTo>
                  <a:lnTo>
                    <a:pt x="381" y="389"/>
                  </a:lnTo>
                  <a:cubicBezTo>
                    <a:pt x="381" y="281"/>
                    <a:pt x="370" y="186"/>
                    <a:pt x="322" y="91"/>
                  </a:cubicBezTo>
                  <a:cubicBezTo>
                    <a:pt x="305" y="39"/>
                    <a:pt x="244" y="0"/>
                    <a:pt x="1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40">
              <a:extLst>
                <a:ext uri="{FF2B5EF4-FFF2-40B4-BE49-F238E27FC236}">
                  <a16:creationId xmlns:a16="http://schemas.microsoft.com/office/drawing/2014/main" id="{39DD824D-7AA1-F20C-229E-DAD1079DD094}"/>
                </a:ext>
              </a:extLst>
            </p:cNvPr>
            <p:cNvSpPr/>
            <p:nvPr/>
          </p:nvSpPr>
          <p:spPr>
            <a:xfrm>
              <a:off x="4854790" y="2218464"/>
              <a:ext cx="10281" cy="28456"/>
            </a:xfrm>
            <a:custGeom>
              <a:avLst/>
              <a:gdLst/>
              <a:ahLst/>
              <a:cxnLst/>
              <a:rect l="l" t="t" r="r" b="b"/>
              <a:pathLst>
                <a:path w="323" h="894" extrusionOk="0">
                  <a:moveTo>
                    <a:pt x="168" y="0"/>
                  </a:moveTo>
                  <a:cubicBezTo>
                    <a:pt x="72" y="0"/>
                    <a:pt x="1" y="72"/>
                    <a:pt x="1" y="167"/>
                  </a:cubicBezTo>
                  <a:lnTo>
                    <a:pt x="1" y="727"/>
                  </a:lnTo>
                  <a:cubicBezTo>
                    <a:pt x="1" y="822"/>
                    <a:pt x="72" y="893"/>
                    <a:pt x="168" y="893"/>
                  </a:cubicBezTo>
                  <a:cubicBezTo>
                    <a:pt x="251" y="893"/>
                    <a:pt x="322" y="822"/>
                    <a:pt x="322" y="727"/>
                  </a:cubicBezTo>
                  <a:lnTo>
                    <a:pt x="322" y="167"/>
                  </a:lnTo>
                  <a:cubicBezTo>
                    <a:pt x="311" y="72"/>
                    <a:pt x="251" y="0"/>
                    <a:pt x="1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40">
              <a:extLst>
                <a:ext uri="{FF2B5EF4-FFF2-40B4-BE49-F238E27FC236}">
                  <a16:creationId xmlns:a16="http://schemas.microsoft.com/office/drawing/2014/main" id="{38A3D6A7-DC0D-E334-372A-AB7464D4B7AA}"/>
                </a:ext>
              </a:extLst>
            </p:cNvPr>
            <p:cNvSpPr/>
            <p:nvPr/>
          </p:nvSpPr>
          <p:spPr>
            <a:xfrm>
              <a:off x="4821464" y="2064598"/>
              <a:ext cx="29188" cy="10249"/>
            </a:xfrm>
            <a:custGeom>
              <a:avLst/>
              <a:gdLst/>
              <a:ahLst/>
              <a:cxnLst/>
              <a:rect l="l" t="t" r="r" b="b"/>
              <a:pathLst>
                <a:path w="917" h="322" extrusionOk="0">
                  <a:moveTo>
                    <a:pt x="167" y="0"/>
                  </a:moveTo>
                  <a:cubicBezTo>
                    <a:pt x="84" y="0"/>
                    <a:pt x="0" y="72"/>
                    <a:pt x="0" y="155"/>
                  </a:cubicBezTo>
                  <a:cubicBezTo>
                    <a:pt x="0" y="250"/>
                    <a:pt x="84" y="322"/>
                    <a:pt x="167" y="322"/>
                  </a:cubicBezTo>
                  <a:lnTo>
                    <a:pt x="738" y="322"/>
                  </a:lnTo>
                  <a:cubicBezTo>
                    <a:pt x="810" y="322"/>
                    <a:pt x="881" y="262"/>
                    <a:pt x="893" y="191"/>
                  </a:cubicBezTo>
                  <a:cubicBezTo>
                    <a:pt x="917" y="96"/>
                    <a:pt x="857" y="24"/>
                    <a:pt x="762" y="12"/>
                  </a:cubicBezTo>
                  <a:cubicBezTo>
                    <a:pt x="715" y="12"/>
                    <a:pt x="691" y="0"/>
                    <a:pt x="6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40">
              <a:extLst>
                <a:ext uri="{FF2B5EF4-FFF2-40B4-BE49-F238E27FC236}">
                  <a16:creationId xmlns:a16="http://schemas.microsoft.com/office/drawing/2014/main" id="{10AF8479-BBBB-7B55-27A1-6710C7137ECB}"/>
                </a:ext>
              </a:extLst>
            </p:cNvPr>
            <p:cNvSpPr/>
            <p:nvPr/>
          </p:nvSpPr>
          <p:spPr>
            <a:xfrm>
              <a:off x="4785464" y="2064216"/>
              <a:ext cx="28456" cy="10631"/>
            </a:xfrm>
            <a:custGeom>
              <a:avLst/>
              <a:gdLst/>
              <a:ahLst/>
              <a:cxnLst/>
              <a:rect l="l" t="t" r="r" b="b"/>
              <a:pathLst>
                <a:path w="894" h="334" extrusionOk="0">
                  <a:moveTo>
                    <a:pt x="167" y="1"/>
                  </a:moveTo>
                  <a:cubicBezTo>
                    <a:pt x="83" y="1"/>
                    <a:pt x="0" y="84"/>
                    <a:pt x="0" y="167"/>
                  </a:cubicBezTo>
                  <a:cubicBezTo>
                    <a:pt x="24" y="262"/>
                    <a:pt x="83" y="334"/>
                    <a:pt x="167" y="334"/>
                  </a:cubicBezTo>
                  <a:lnTo>
                    <a:pt x="738" y="334"/>
                  </a:lnTo>
                  <a:cubicBezTo>
                    <a:pt x="822" y="334"/>
                    <a:pt x="893" y="262"/>
                    <a:pt x="893" y="167"/>
                  </a:cubicBezTo>
                  <a:cubicBezTo>
                    <a:pt x="893" y="84"/>
                    <a:pt x="822" y="1"/>
                    <a:pt x="7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40">
              <a:extLst>
                <a:ext uri="{FF2B5EF4-FFF2-40B4-BE49-F238E27FC236}">
                  <a16:creationId xmlns:a16="http://schemas.microsoft.com/office/drawing/2014/main" id="{E9F1E60E-26B3-47F7-6CC2-666D5210AA78}"/>
                </a:ext>
              </a:extLst>
            </p:cNvPr>
            <p:cNvSpPr/>
            <p:nvPr/>
          </p:nvSpPr>
          <p:spPr>
            <a:xfrm>
              <a:off x="4818790" y="2279482"/>
              <a:ext cx="28456" cy="10631"/>
            </a:xfrm>
            <a:custGeom>
              <a:avLst/>
              <a:gdLst/>
              <a:ahLst/>
              <a:cxnLst/>
              <a:rect l="l" t="t" r="r" b="b"/>
              <a:pathLst>
                <a:path w="894" h="334" extrusionOk="0">
                  <a:moveTo>
                    <a:pt x="168" y="0"/>
                  </a:moveTo>
                  <a:cubicBezTo>
                    <a:pt x="72" y="0"/>
                    <a:pt x="1" y="72"/>
                    <a:pt x="1" y="167"/>
                  </a:cubicBezTo>
                  <a:cubicBezTo>
                    <a:pt x="1" y="250"/>
                    <a:pt x="72" y="334"/>
                    <a:pt x="168" y="334"/>
                  </a:cubicBezTo>
                  <a:lnTo>
                    <a:pt x="727" y="334"/>
                  </a:lnTo>
                  <a:cubicBezTo>
                    <a:pt x="822" y="334"/>
                    <a:pt x="894" y="250"/>
                    <a:pt x="894" y="167"/>
                  </a:cubicBezTo>
                  <a:cubicBezTo>
                    <a:pt x="894" y="72"/>
                    <a:pt x="822" y="0"/>
                    <a:pt x="7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40">
              <a:extLst>
                <a:ext uri="{FF2B5EF4-FFF2-40B4-BE49-F238E27FC236}">
                  <a16:creationId xmlns:a16="http://schemas.microsoft.com/office/drawing/2014/main" id="{92C14B1B-6317-0ECA-BD1A-159F4F0B95EB}"/>
                </a:ext>
              </a:extLst>
            </p:cNvPr>
            <p:cNvSpPr/>
            <p:nvPr/>
          </p:nvSpPr>
          <p:spPr>
            <a:xfrm>
              <a:off x="4851002" y="2253700"/>
              <a:ext cx="14069" cy="28074"/>
            </a:xfrm>
            <a:custGeom>
              <a:avLst/>
              <a:gdLst/>
              <a:ahLst/>
              <a:cxnLst/>
              <a:rect l="l" t="t" r="r" b="b"/>
              <a:pathLst>
                <a:path w="442" h="882" extrusionOk="0">
                  <a:moveTo>
                    <a:pt x="275" y="1"/>
                  </a:moveTo>
                  <a:cubicBezTo>
                    <a:pt x="191" y="1"/>
                    <a:pt x="120" y="84"/>
                    <a:pt x="120" y="167"/>
                  </a:cubicBezTo>
                  <a:lnTo>
                    <a:pt x="120" y="405"/>
                  </a:lnTo>
                  <a:cubicBezTo>
                    <a:pt x="120" y="489"/>
                    <a:pt x="84" y="572"/>
                    <a:pt x="60" y="632"/>
                  </a:cubicBezTo>
                  <a:cubicBezTo>
                    <a:pt x="1" y="703"/>
                    <a:pt x="25" y="810"/>
                    <a:pt x="108" y="858"/>
                  </a:cubicBezTo>
                  <a:cubicBezTo>
                    <a:pt x="132" y="870"/>
                    <a:pt x="168" y="882"/>
                    <a:pt x="191" y="882"/>
                  </a:cubicBezTo>
                  <a:cubicBezTo>
                    <a:pt x="239" y="882"/>
                    <a:pt x="299" y="858"/>
                    <a:pt x="322" y="810"/>
                  </a:cubicBezTo>
                  <a:cubicBezTo>
                    <a:pt x="406" y="691"/>
                    <a:pt x="441" y="560"/>
                    <a:pt x="441" y="405"/>
                  </a:cubicBezTo>
                  <a:lnTo>
                    <a:pt x="441" y="167"/>
                  </a:lnTo>
                  <a:cubicBezTo>
                    <a:pt x="441" y="84"/>
                    <a:pt x="370" y="1"/>
                    <a:pt x="2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40">
              <a:extLst>
                <a:ext uri="{FF2B5EF4-FFF2-40B4-BE49-F238E27FC236}">
                  <a16:creationId xmlns:a16="http://schemas.microsoft.com/office/drawing/2014/main" id="{AD54CEDA-78CC-1231-97EB-F8F5CC6DD575}"/>
                </a:ext>
              </a:extLst>
            </p:cNvPr>
            <p:cNvSpPr/>
            <p:nvPr/>
          </p:nvSpPr>
          <p:spPr>
            <a:xfrm>
              <a:off x="4883596" y="2064980"/>
              <a:ext cx="107299" cy="99310"/>
            </a:xfrm>
            <a:custGeom>
              <a:avLst/>
              <a:gdLst/>
              <a:ahLst/>
              <a:cxnLst/>
              <a:rect l="l" t="t" r="r" b="b"/>
              <a:pathLst>
                <a:path w="3371" h="3120" extrusionOk="0">
                  <a:moveTo>
                    <a:pt x="2620" y="310"/>
                  </a:moveTo>
                  <a:cubicBezTo>
                    <a:pt x="2680" y="310"/>
                    <a:pt x="2739" y="322"/>
                    <a:pt x="2787" y="346"/>
                  </a:cubicBezTo>
                  <a:lnTo>
                    <a:pt x="1656" y="1334"/>
                  </a:lnTo>
                  <a:lnTo>
                    <a:pt x="525" y="346"/>
                  </a:lnTo>
                  <a:cubicBezTo>
                    <a:pt x="584" y="322"/>
                    <a:pt x="644" y="310"/>
                    <a:pt x="703" y="310"/>
                  </a:cubicBezTo>
                  <a:close/>
                  <a:moveTo>
                    <a:pt x="3013" y="572"/>
                  </a:moveTo>
                  <a:cubicBezTo>
                    <a:pt x="3025" y="619"/>
                    <a:pt x="3037" y="667"/>
                    <a:pt x="3037" y="727"/>
                  </a:cubicBezTo>
                  <a:lnTo>
                    <a:pt x="3037" y="2394"/>
                  </a:lnTo>
                  <a:cubicBezTo>
                    <a:pt x="3037" y="2453"/>
                    <a:pt x="3025" y="2501"/>
                    <a:pt x="3013" y="2548"/>
                  </a:cubicBezTo>
                  <a:lnTo>
                    <a:pt x="1906" y="1560"/>
                  </a:lnTo>
                  <a:lnTo>
                    <a:pt x="3013" y="572"/>
                  </a:lnTo>
                  <a:close/>
                  <a:moveTo>
                    <a:pt x="310" y="596"/>
                  </a:moveTo>
                  <a:lnTo>
                    <a:pt x="1418" y="1572"/>
                  </a:lnTo>
                  <a:lnTo>
                    <a:pt x="310" y="2560"/>
                  </a:lnTo>
                  <a:cubicBezTo>
                    <a:pt x="298" y="2513"/>
                    <a:pt x="287" y="2465"/>
                    <a:pt x="287" y="2405"/>
                  </a:cubicBezTo>
                  <a:lnTo>
                    <a:pt x="287" y="727"/>
                  </a:lnTo>
                  <a:cubicBezTo>
                    <a:pt x="287" y="679"/>
                    <a:pt x="298" y="619"/>
                    <a:pt x="310" y="596"/>
                  </a:cubicBezTo>
                  <a:close/>
                  <a:moveTo>
                    <a:pt x="715" y="0"/>
                  </a:moveTo>
                  <a:cubicBezTo>
                    <a:pt x="501" y="0"/>
                    <a:pt x="322" y="84"/>
                    <a:pt x="191" y="227"/>
                  </a:cubicBezTo>
                  <a:lnTo>
                    <a:pt x="179" y="238"/>
                  </a:lnTo>
                  <a:cubicBezTo>
                    <a:pt x="60" y="369"/>
                    <a:pt x="1" y="536"/>
                    <a:pt x="1" y="715"/>
                  </a:cubicBezTo>
                  <a:lnTo>
                    <a:pt x="1" y="2382"/>
                  </a:lnTo>
                  <a:cubicBezTo>
                    <a:pt x="1" y="2560"/>
                    <a:pt x="60" y="2727"/>
                    <a:pt x="168" y="2846"/>
                  </a:cubicBezTo>
                  <a:cubicBezTo>
                    <a:pt x="156" y="2870"/>
                    <a:pt x="156" y="2870"/>
                    <a:pt x="168" y="2882"/>
                  </a:cubicBezTo>
                  <a:lnTo>
                    <a:pt x="191" y="2917"/>
                  </a:lnTo>
                  <a:cubicBezTo>
                    <a:pt x="334" y="3048"/>
                    <a:pt x="513" y="3120"/>
                    <a:pt x="703" y="3120"/>
                  </a:cubicBezTo>
                  <a:lnTo>
                    <a:pt x="1132" y="3120"/>
                  </a:lnTo>
                  <a:cubicBezTo>
                    <a:pt x="1227" y="3120"/>
                    <a:pt x="1299" y="3048"/>
                    <a:pt x="1299" y="2953"/>
                  </a:cubicBezTo>
                  <a:cubicBezTo>
                    <a:pt x="1299" y="2870"/>
                    <a:pt x="1227" y="2798"/>
                    <a:pt x="1132" y="2798"/>
                  </a:cubicBezTo>
                  <a:lnTo>
                    <a:pt x="703" y="2798"/>
                  </a:lnTo>
                  <a:cubicBezTo>
                    <a:pt x="644" y="2798"/>
                    <a:pt x="584" y="2775"/>
                    <a:pt x="537" y="2763"/>
                  </a:cubicBezTo>
                  <a:lnTo>
                    <a:pt x="1668" y="1762"/>
                  </a:lnTo>
                  <a:lnTo>
                    <a:pt x="2799" y="2763"/>
                  </a:lnTo>
                  <a:cubicBezTo>
                    <a:pt x="2751" y="2775"/>
                    <a:pt x="2692" y="2798"/>
                    <a:pt x="2632" y="2798"/>
                  </a:cubicBezTo>
                  <a:lnTo>
                    <a:pt x="2096" y="2798"/>
                  </a:lnTo>
                  <a:cubicBezTo>
                    <a:pt x="2013" y="2798"/>
                    <a:pt x="1942" y="2870"/>
                    <a:pt x="1942" y="2953"/>
                  </a:cubicBezTo>
                  <a:cubicBezTo>
                    <a:pt x="1942" y="3048"/>
                    <a:pt x="2013" y="3120"/>
                    <a:pt x="2096" y="3120"/>
                  </a:cubicBezTo>
                  <a:lnTo>
                    <a:pt x="2632" y="3120"/>
                  </a:lnTo>
                  <a:cubicBezTo>
                    <a:pt x="2846" y="3120"/>
                    <a:pt x="3025" y="3036"/>
                    <a:pt x="3156" y="2905"/>
                  </a:cubicBezTo>
                  <a:lnTo>
                    <a:pt x="3168" y="2882"/>
                  </a:lnTo>
                  <a:cubicBezTo>
                    <a:pt x="3287" y="2751"/>
                    <a:pt x="3370" y="2584"/>
                    <a:pt x="3370" y="2394"/>
                  </a:cubicBezTo>
                  <a:lnTo>
                    <a:pt x="3370" y="727"/>
                  </a:lnTo>
                  <a:cubicBezTo>
                    <a:pt x="3370" y="322"/>
                    <a:pt x="3037" y="0"/>
                    <a:pt x="26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40">
              <a:extLst>
                <a:ext uri="{FF2B5EF4-FFF2-40B4-BE49-F238E27FC236}">
                  <a16:creationId xmlns:a16="http://schemas.microsoft.com/office/drawing/2014/main" id="{EBC7E006-D405-C5BA-0AD8-0A59A797C665}"/>
                </a:ext>
              </a:extLst>
            </p:cNvPr>
            <p:cNvSpPr/>
            <p:nvPr/>
          </p:nvSpPr>
          <p:spPr>
            <a:xfrm>
              <a:off x="4882864" y="2190422"/>
              <a:ext cx="107267" cy="99692"/>
            </a:xfrm>
            <a:custGeom>
              <a:avLst/>
              <a:gdLst/>
              <a:ahLst/>
              <a:cxnLst/>
              <a:rect l="l" t="t" r="r" b="b"/>
              <a:pathLst>
                <a:path w="3370" h="3132" extrusionOk="0">
                  <a:moveTo>
                    <a:pt x="2643" y="310"/>
                  </a:moveTo>
                  <a:cubicBezTo>
                    <a:pt x="2703" y="310"/>
                    <a:pt x="2762" y="334"/>
                    <a:pt x="2810" y="346"/>
                  </a:cubicBezTo>
                  <a:lnTo>
                    <a:pt x="1679" y="1346"/>
                  </a:lnTo>
                  <a:lnTo>
                    <a:pt x="548" y="346"/>
                  </a:lnTo>
                  <a:cubicBezTo>
                    <a:pt x="607" y="334"/>
                    <a:pt x="667" y="310"/>
                    <a:pt x="726" y="310"/>
                  </a:cubicBezTo>
                  <a:close/>
                  <a:moveTo>
                    <a:pt x="333" y="584"/>
                  </a:moveTo>
                  <a:lnTo>
                    <a:pt x="1441" y="1560"/>
                  </a:lnTo>
                  <a:lnTo>
                    <a:pt x="333" y="2548"/>
                  </a:lnTo>
                  <a:cubicBezTo>
                    <a:pt x="321" y="2501"/>
                    <a:pt x="310" y="2453"/>
                    <a:pt x="310" y="2393"/>
                  </a:cubicBezTo>
                  <a:lnTo>
                    <a:pt x="310" y="727"/>
                  </a:lnTo>
                  <a:cubicBezTo>
                    <a:pt x="310" y="691"/>
                    <a:pt x="321" y="631"/>
                    <a:pt x="333" y="584"/>
                  </a:cubicBezTo>
                  <a:close/>
                  <a:moveTo>
                    <a:pt x="3036" y="584"/>
                  </a:moveTo>
                  <a:cubicBezTo>
                    <a:pt x="3048" y="631"/>
                    <a:pt x="3060" y="667"/>
                    <a:pt x="3060" y="727"/>
                  </a:cubicBezTo>
                  <a:lnTo>
                    <a:pt x="3060" y="2393"/>
                  </a:lnTo>
                  <a:cubicBezTo>
                    <a:pt x="3060" y="2441"/>
                    <a:pt x="3048" y="2501"/>
                    <a:pt x="3036" y="2548"/>
                  </a:cubicBezTo>
                  <a:lnTo>
                    <a:pt x="1929" y="1560"/>
                  </a:lnTo>
                  <a:lnTo>
                    <a:pt x="3036" y="584"/>
                  </a:lnTo>
                  <a:close/>
                  <a:moveTo>
                    <a:pt x="1691" y="1786"/>
                  </a:moveTo>
                  <a:lnTo>
                    <a:pt x="2822" y="2786"/>
                  </a:lnTo>
                  <a:cubicBezTo>
                    <a:pt x="2762" y="2798"/>
                    <a:pt x="2703" y="2810"/>
                    <a:pt x="2643" y="2810"/>
                  </a:cubicBezTo>
                  <a:lnTo>
                    <a:pt x="726" y="2810"/>
                  </a:lnTo>
                  <a:cubicBezTo>
                    <a:pt x="667" y="2810"/>
                    <a:pt x="607" y="2798"/>
                    <a:pt x="560" y="2786"/>
                  </a:cubicBezTo>
                  <a:lnTo>
                    <a:pt x="1691" y="1786"/>
                  </a:lnTo>
                  <a:close/>
                  <a:moveTo>
                    <a:pt x="726" y="0"/>
                  </a:moveTo>
                  <a:cubicBezTo>
                    <a:pt x="512" y="0"/>
                    <a:pt x="333" y="96"/>
                    <a:pt x="202" y="227"/>
                  </a:cubicBezTo>
                  <a:lnTo>
                    <a:pt x="191" y="238"/>
                  </a:lnTo>
                  <a:cubicBezTo>
                    <a:pt x="71" y="369"/>
                    <a:pt x="0" y="536"/>
                    <a:pt x="0" y="727"/>
                  </a:cubicBezTo>
                  <a:lnTo>
                    <a:pt x="0" y="2393"/>
                  </a:lnTo>
                  <a:cubicBezTo>
                    <a:pt x="0" y="2596"/>
                    <a:pt x="71" y="2751"/>
                    <a:pt x="191" y="2894"/>
                  </a:cubicBezTo>
                  <a:cubicBezTo>
                    <a:pt x="333" y="3036"/>
                    <a:pt x="512" y="3132"/>
                    <a:pt x="726" y="3132"/>
                  </a:cubicBezTo>
                  <a:lnTo>
                    <a:pt x="2643" y="3132"/>
                  </a:lnTo>
                  <a:cubicBezTo>
                    <a:pt x="2858" y="3132"/>
                    <a:pt x="3036" y="3036"/>
                    <a:pt x="3167" y="2905"/>
                  </a:cubicBezTo>
                  <a:lnTo>
                    <a:pt x="3179" y="2894"/>
                  </a:lnTo>
                  <a:cubicBezTo>
                    <a:pt x="3298" y="2751"/>
                    <a:pt x="3369" y="2596"/>
                    <a:pt x="3369" y="2393"/>
                  </a:cubicBezTo>
                  <a:lnTo>
                    <a:pt x="3369" y="727"/>
                  </a:lnTo>
                  <a:cubicBezTo>
                    <a:pt x="3369" y="536"/>
                    <a:pt x="3298" y="369"/>
                    <a:pt x="3179" y="238"/>
                  </a:cubicBezTo>
                  <a:lnTo>
                    <a:pt x="3167" y="227"/>
                  </a:lnTo>
                  <a:cubicBezTo>
                    <a:pt x="3036" y="96"/>
                    <a:pt x="2858" y="0"/>
                    <a:pt x="26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CF783800-E8FE-8F12-0096-7A5FFFF2B855}"/>
              </a:ext>
            </a:extLst>
          </p:cNvPr>
          <p:cNvSpPr txBox="1"/>
          <p:nvPr/>
        </p:nvSpPr>
        <p:spPr>
          <a:xfrm>
            <a:off x="2353921" y="193448"/>
            <a:ext cx="498764" cy="261610"/>
          </a:xfrm>
          <a:prstGeom prst="rect">
            <a:avLst/>
          </a:prstGeom>
          <a:noFill/>
        </p:spPr>
        <p:txBody>
          <a:bodyPr wrap="square">
            <a:spAutoFit/>
          </a:bodyPr>
          <a:lstStyle/>
          <a:p>
            <a:r>
              <a:rPr lang="en" sz="1100" dirty="0">
                <a:solidFill>
                  <a:srgbClr val="4285F4"/>
                </a:solidFill>
              </a:rPr>
              <a:t>Intro</a:t>
            </a:r>
            <a:endParaRPr lang="en-IN" sz="1100" dirty="0">
              <a:solidFill>
                <a:srgbClr val="4285F4"/>
              </a:solidFill>
            </a:endParaRPr>
          </a:p>
        </p:txBody>
      </p:sp>
      <p:sp>
        <p:nvSpPr>
          <p:cNvPr id="3" name="TextBox 2">
            <a:extLst>
              <a:ext uri="{FF2B5EF4-FFF2-40B4-BE49-F238E27FC236}">
                <a16:creationId xmlns:a16="http://schemas.microsoft.com/office/drawing/2014/main" id="{CB0F89E8-3717-E8A1-8684-75678873BF74}"/>
              </a:ext>
            </a:extLst>
          </p:cNvPr>
          <p:cNvSpPr txBox="1"/>
          <p:nvPr/>
        </p:nvSpPr>
        <p:spPr>
          <a:xfrm>
            <a:off x="3302445" y="193448"/>
            <a:ext cx="671449" cy="261610"/>
          </a:xfrm>
          <a:prstGeom prst="rect">
            <a:avLst/>
          </a:prstGeom>
          <a:noFill/>
        </p:spPr>
        <p:txBody>
          <a:bodyPr wrap="square">
            <a:spAutoFit/>
          </a:bodyPr>
          <a:lstStyle/>
          <a:p>
            <a:r>
              <a:rPr lang="en" sz="1100" dirty="0">
                <a:solidFill>
                  <a:schemeClr val="bg1">
                    <a:lumMod val="25000"/>
                  </a:schemeClr>
                </a:solidFill>
              </a:rPr>
              <a:t>Home</a:t>
            </a:r>
            <a:endParaRPr lang="en-IN" sz="1100" dirty="0">
              <a:solidFill>
                <a:schemeClr val="bg1">
                  <a:lumMod val="25000"/>
                </a:schemeClr>
              </a:solidFill>
            </a:endParaRPr>
          </a:p>
        </p:txBody>
      </p:sp>
      <p:sp>
        <p:nvSpPr>
          <p:cNvPr id="4" name="TextBox 3">
            <a:extLst>
              <a:ext uri="{FF2B5EF4-FFF2-40B4-BE49-F238E27FC236}">
                <a16:creationId xmlns:a16="http://schemas.microsoft.com/office/drawing/2014/main" id="{B032BB7F-4DB2-C47E-2D52-558720A0B4E2}"/>
              </a:ext>
            </a:extLst>
          </p:cNvPr>
          <p:cNvSpPr txBox="1"/>
          <p:nvPr/>
        </p:nvSpPr>
        <p:spPr>
          <a:xfrm>
            <a:off x="4306899" y="193448"/>
            <a:ext cx="817932" cy="261610"/>
          </a:xfrm>
          <a:prstGeom prst="rect">
            <a:avLst/>
          </a:prstGeom>
          <a:noFill/>
        </p:spPr>
        <p:txBody>
          <a:bodyPr wrap="square">
            <a:spAutoFit/>
          </a:bodyPr>
          <a:lstStyle/>
          <a:p>
            <a:r>
              <a:rPr lang="en-IN" sz="1100" dirty="0">
                <a:solidFill>
                  <a:schemeClr val="bg1">
                    <a:lumMod val="25000"/>
                  </a:schemeClr>
                </a:solidFill>
              </a:rPr>
              <a:t>Reports</a:t>
            </a:r>
          </a:p>
        </p:txBody>
      </p:sp>
      <p:sp>
        <p:nvSpPr>
          <p:cNvPr id="5" name="TextBox 4">
            <a:extLst>
              <a:ext uri="{FF2B5EF4-FFF2-40B4-BE49-F238E27FC236}">
                <a16:creationId xmlns:a16="http://schemas.microsoft.com/office/drawing/2014/main" id="{907A7014-9D97-413B-32FA-510C4953EAC0}"/>
              </a:ext>
            </a:extLst>
          </p:cNvPr>
          <p:cNvSpPr txBox="1"/>
          <p:nvPr/>
        </p:nvSpPr>
        <p:spPr>
          <a:xfrm>
            <a:off x="5457835" y="193448"/>
            <a:ext cx="817932" cy="261610"/>
          </a:xfrm>
          <a:prstGeom prst="rect">
            <a:avLst/>
          </a:prstGeom>
          <a:noFill/>
        </p:spPr>
        <p:txBody>
          <a:bodyPr wrap="square">
            <a:spAutoFit/>
          </a:bodyPr>
          <a:lstStyle/>
          <a:p>
            <a:r>
              <a:rPr lang="en-IN" sz="1100" dirty="0">
                <a:solidFill>
                  <a:schemeClr val="bg1">
                    <a:lumMod val="25000"/>
                  </a:schemeClr>
                </a:solidFill>
              </a:rPr>
              <a:t>Explore</a:t>
            </a:r>
          </a:p>
        </p:txBody>
      </p:sp>
      <p:sp>
        <p:nvSpPr>
          <p:cNvPr id="6" name="TextBox 5">
            <a:extLst>
              <a:ext uri="{FF2B5EF4-FFF2-40B4-BE49-F238E27FC236}">
                <a16:creationId xmlns:a16="http://schemas.microsoft.com/office/drawing/2014/main" id="{CF7AD6EB-481E-3CA3-5782-8AE09BB0B468}"/>
              </a:ext>
            </a:extLst>
          </p:cNvPr>
          <p:cNvSpPr txBox="1"/>
          <p:nvPr/>
        </p:nvSpPr>
        <p:spPr>
          <a:xfrm>
            <a:off x="6608771" y="198928"/>
            <a:ext cx="1016803" cy="261610"/>
          </a:xfrm>
          <a:prstGeom prst="rect">
            <a:avLst/>
          </a:prstGeom>
          <a:noFill/>
        </p:spPr>
        <p:txBody>
          <a:bodyPr wrap="square">
            <a:spAutoFit/>
          </a:bodyPr>
          <a:lstStyle/>
          <a:p>
            <a:r>
              <a:rPr lang="en-IN" sz="1100" dirty="0">
                <a:solidFill>
                  <a:schemeClr val="bg1">
                    <a:lumMod val="25000"/>
                  </a:schemeClr>
                </a:solidFill>
              </a:rPr>
              <a:t>Advertising</a:t>
            </a:r>
          </a:p>
        </p:txBody>
      </p:sp>
      <p:sp>
        <p:nvSpPr>
          <p:cNvPr id="7" name="TextBox 6">
            <a:extLst>
              <a:ext uri="{FF2B5EF4-FFF2-40B4-BE49-F238E27FC236}">
                <a16:creationId xmlns:a16="http://schemas.microsoft.com/office/drawing/2014/main" id="{DB24C3E0-0D31-4F49-436E-3C68DB0944ED}"/>
              </a:ext>
            </a:extLst>
          </p:cNvPr>
          <p:cNvSpPr txBox="1"/>
          <p:nvPr/>
        </p:nvSpPr>
        <p:spPr>
          <a:xfrm>
            <a:off x="7958578" y="198928"/>
            <a:ext cx="1016803" cy="261610"/>
          </a:xfrm>
          <a:prstGeom prst="rect">
            <a:avLst/>
          </a:prstGeom>
          <a:noFill/>
        </p:spPr>
        <p:txBody>
          <a:bodyPr wrap="square">
            <a:spAutoFit/>
          </a:bodyPr>
          <a:lstStyle/>
          <a:p>
            <a:r>
              <a:rPr lang="en-US" sz="1100" dirty="0">
                <a:solidFill>
                  <a:schemeClr val="bg1">
                    <a:lumMod val="25000"/>
                  </a:schemeClr>
                </a:solidFill>
              </a:rPr>
              <a:t>L</a:t>
            </a:r>
            <a:r>
              <a:rPr lang="en-IN" sz="1100" dirty="0">
                <a:solidFill>
                  <a:schemeClr val="bg1">
                    <a:lumMod val="25000"/>
                  </a:schemeClr>
                </a:solidFill>
              </a:rPr>
              <a:t>earnings</a:t>
            </a:r>
          </a:p>
        </p:txBody>
      </p:sp>
      <p:grpSp>
        <p:nvGrpSpPr>
          <p:cNvPr id="8" name="Google Shape;12093;p67">
            <a:extLst>
              <a:ext uri="{FF2B5EF4-FFF2-40B4-BE49-F238E27FC236}">
                <a16:creationId xmlns:a16="http://schemas.microsoft.com/office/drawing/2014/main" id="{85C27E80-C9FC-68FA-A15E-18BD40FC7A0C}"/>
              </a:ext>
            </a:extLst>
          </p:cNvPr>
          <p:cNvGrpSpPr/>
          <p:nvPr/>
        </p:nvGrpSpPr>
        <p:grpSpPr>
          <a:xfrm>
            <a:off x="2472162" y="1749668"/>
            <a:ext cx="548626" cy="548656"/>
            <a:chOff x="849016" y="2903255"/>
            <a:chExt cx="356655" cy="335425"/>
          </a:xfrm>
          <a:solidFill>
            <a:schemeClr val="bg1">
              <a:lumMod val="25000"/>
            </a:schemeClr>
          </a:solidFill>
        </p:grpSpPr>
        <p:sp>
          <p:nvSpPr>
            <p:cNvPr id="9" name="Google Shape;12094;p67">
              <a:extLst>
                <a:ext uri="{FF2B5EF4-FFF2-40B4-BE49-F238E27FC236}">
                  <a16:creationId xmlns:a16="http://schemas.microsoft.com/office/drawing/2014/main" id="{422A52E1-0BAD-181C-F5EA-90CD2285AAF0}"/>
                </a:ext>
              </a:extLst>
            </p:cNvPr>
            <p:cNvSpPr/>
            <p:nvPr/>
          </p:nvSpPr>
          <p:spPr>
            <a:xfrm>
              <a:off x="849016" y="2903255"/>
              <a:ext cx="356655" cy="335425"/>
            </a:xfrm>
            <a:custGeom>
              <a:avLst/>
              <a:gdLst/>
              <a:ahLst/>
              <a:cxnLst/>
              <a:rect l="l" t="t" r="r" b="b"/>
              <a:pathLst>
                <a:path w="11205" h="10538" extrusionOk="0">
                  <a:moveTo>
                    <a:pt x="9835" y="3192"/>
                  </a:moveTo>
                  <a:lnTo>
                    <a:pt x="9835" y="3680"/>
                  </a:lnTo>
                  <a:lnTo>
                    <a:pt x="2692" y="3680"/>
                  </a:lnTo>
                  <a:cubicBezTo>
                    <a:pt x="2608" y="3680"/>
                    <a:pt x="2525" y="3751"/>
                    <a:pt x="2525" y="3847"/>
                  </a:cubicBezTo>
                  <a:cubicBezTo>
                    <a:pt x="2525" y="3930"/>
                    <a:pt x="2608" y="4013"/>
                    <a:pt x="2692" y="4013"/>
                  </a:cubicBezTo>
                  <a:lnTo>
                    <a:pt x="10824" y="4013"/>
                  </a:lnTo>
                  <a:cubicBezTo>
                    <a:pt x="10847" y="4013"/>
                    <a:pt x="10883" y="4037"/>
                    <a:pt x="10883" y="4073"/>
                  </a:cubicBezTo>
                  <a:lnTo>
                    <a:pt x="10883" y="6478"/>
                  </a:lnTo>
                  <a:cubicBezTo>
                    <a:pt x="10883" y="6514"/>
                    <a:pt x="10847" y="6537"/>
                    <a:pt x="10824" y="6537"/>
                  </a:cubicBezTo>
                  <a:lnTo>
                    <a:pt x="382" y="6537"/>
                  </a:lnTo>
                  <a:cubicBezTo>
                    <a:pt x="358" y="6537"/>
                    <a:pt x="322" y="6502"/>
                    <a:pt x="322" y="6478"/>
                  </a:cubicBezTo>
                  <a:lnTo>
                    <a:pt x="322" y="4073"/>
                  </a:lnTo>
                  <a:cubicBezTo>
                    <a:pt x="322" y="4037"/>
                    <a:pt x="358" y="4013"/>
                    <a:pt x="382" y="4013"/>
                  </a:cubicBezTo>
                  <a:lnTo>
                    <a:pt x="2025" y="4013"/>
                  </a:lnTo>
                  <a:cubicBezTo>
                    <a:pt x="2108" y="4013"/>
                    <a:pt x="2192" y="3930"/>
                    <a:pt x="2192" y="3847"/>
                  </a:cubicBezTo>
                  <a:cubicBezTo>
                    <a:pt x="2192" y="3751"/>
                    <a:pt x="2108" y="3680"/>
                    <a:pt x="2025" y="3680"/>
                  </a:cubicBezTo>
                  <a:lnTo>
                    <a:pt x="1394" y="3680"/>
                  </a:lnTo>
                  <a:lnTo>
                    <a:pt x="1394" y="3192"/>
                  </a:lnTo>
                  <a:close/>
                  <a:moveTo>
                    <a:pt x="9824" y="6871"/>
                  </a:moveTo>
                  <a:lnTo>
                    <a:pt x="9824" y="7359"/>
                  </a:lnTo>
                  <a:lnTo>
                    <a:pt x="1382" y="7359"/>
                  </a:lnTo>
                  <a:lnTo>
                    <a:pt x="1382" y="6871"/>
                  </a:lnTo>
                  <a:close/>
                  <a:moveTo>
                    <a:pt x="382" y="1"/>
                  </a:moveTo>
                  <a:cubicBezTo>
                    <a:pt x="179" y="1"/>
                    <a:pt x="1" y="180"/>
                    <a:pt x="1" y="394"/>
                  </a:cubicBezTo>
                  <a:lnTo>
                    <a:pt x="1" y="2799"/>
                  </a:lnTo>
                  <a:cubicBezTo>
                    <a:pt x="1" y="3013"/>
                    <a:pt x="179" y="3192"/>
                    <a:pt x="382" y="3192"/>
                  </a:cubicBezTo>
                  <a:lnTo>
                    <a:pt x="1061" y="3192"/>
                  </a:lnTo>
                  <a:lnTo>
                    <a:pt x="1061" y="3680"/>
                  </a:lnTo>
                  <a:lnTo>
                    <a:pt x="382" y="3680"/>
                  </a:lnTo>
                  <a:cubicBezTo>
                    <a:pt x="179" y="3680"/>
                    <a:pt x="1" y="3859"/>
                    <a:pt x="1" y="4073"/>
                  </a:cubicBezTo>
                  <a:lnTo>
                    <a:pt x="1" y="6478"/>
                  </a:lnTo>
                  <a:cubicBezTo>
                    <a:pt x="1" y="6692"/>
                    <a:pt x="179" y="6871"/>
                    <a:pt x="382" y="6871"/>
                  </a:cubicBezTo>
                  <a:lnTo>
                    <a:pt x="1061" y="6871"/>
                  </a:lnTo>
                  <a:lnTo>
                    <a:pt x="1061" y="7359"/>
                  </a:lnTo>
                  <a:lnTo>
                    <a:pt x="382" y="7359"/>
                  </a:lnTo>
                  <a:cubicBezTo>
                    <a:pt x="179" y="7359"/>
                    <a:pt x="1" y="7538"/>
                    <a:pt x="1" y="7740"/>
                  </a:cubicBezTo>
                  <a:lnTo>
                    <a:pt x="1" y="10157"/>
                  </a:lnTo>
                  <a:cubicBezTo>
                    <a:pt x="1" y="10359"/>
                    <a:pt x="179" y="10538"/>
                    <a:pt x="382" y="10538"/>
                  </a:cubicBezTo>
                  <a:lnTo>
                    <a:pt x="5002" y="10538"/>
                  </a:lnTo>
                  <a:cubicBezTo>
                    <a:pt x="5085" y="10538"/>
                    <a:pt x="5168" y="10466"/>
                    <a:pt x="5168" y="10383"/>
                  </a:cubicBezTo>
                  <a:cubicBezTo>
                    <a:pt x="5168" y="10288"/>
                    <a:pt x="5085" y="10216"/>
                    <a:pt x="5002" y="10216"/>
                  </a:cubicBezTo>
                  <a:lnTo>
                    <a:pt x="382" y="10216"/>
                  </a:lnTo>
                  <a:cubicBezTo>
                    <a:pt x="358" y="10216"/>
                    <a:pt x="322" y="10181"/>
                    <a:pt x="322" y="10157"/>
                  </a:cubicBezTo>
                  <a:lnTo>
                    <a:pt x="322" y="7740"/>
                  </a:lnTo>
                  <a:cubicBezTo>
                    <a:pt x="322" y="7716"/>
                    <a:pt x="358" y="7680"/>
                    <a:pt x="382" y="7680"/>
                  </a:cubicBezTo>
                  <a:lnTo>
                    <a:pt x="10824" y="7680"/>
                  </a:lnTo>
                  <a:cubicBezTo>
                    <a:pt x="10847" y="7680"/>
                    <a:pt x="10883" y="7716"/>
                    <a:pt x="10883" y="7740"/>
                  </a:cubicBezTo>
                  <a:lnTo>
                    <a:pt x="10883" y="10157"/>
                  </a:lnTo>
                  <a:cubicBezTo>
                    <a:pt x="10883" y="10181"/>
                    <a:pt x="10847" y="10216"/>
                    <a:pt x="10824" y="10216"/>
                  </a:cubicBezTo>
                  <a:lnTo>
                    <a:pt x="5716" y="10216"/>
                  </a:lnTo>
                  <a:cubicBezTo>
                    <a:pt x="5621" y="10216"/>
                    <a:pt x="5549" y="10288"/>
                    <a:pt x="5549" y="10383"/>
                  </a:cubicBezTo>
                  <a:cubicBezTo>
                    <a:pt x="5549" y="10466"/>
                    <a:pt x="5621" y="10538"/>
                    <a:pt x="5716" y="10538"/>
                  </a:cubicBezTo>
                  <a:lnTo>
                    <a:pt x="10824" y="10538"/>
                  </a:lnTo>
                  <a:cubicBezTo>
                    <a:pt x="11026" y="10538"/>
                    <a:pt x="11205" y="10359"/>
                    <a:pt x="11205" y="10157"/>
                  </a:cubicBezTo>
                  <a:lnTo>
                    <a:pt x="11205" y="7740"/>
                  </a:lnTo>
                  <a:cubicBezTo>
                    <a:pt x="11205" y="7538"/>
                    <a:pt x="11026" y="7359"/>
                    <a:pt x="10824" y="7359"/>
                  </a:cubicBezTo>
                  <a:lnTo>
                    <a:pt x="10145" y="7359"/>
                  </a:lnTo>
                  <a:lnTo>
                    <a:pt x="10145" y="6871"/>
                  </a:lnTo>
                  <a:lnTo>
                    <a:pt x="10824" y="6871"/>
                  </a:lnTo>
                  <a:cubicBezTo>
                    <a:pt x="11026" y="6871"/>
                    <a:pt x="11205" y="6692"/>
                    <a:pt x="11205" y="6478"/>
                  </a:cubicBezTo>
                  <a:lnTo>
                    <a:pt x="11205" y="4073"/>
                  </a:lnTo>
                  <a:cubicBezTo>
                    <a:pt x="11205" y="3859"/>
                    <a:pt x="11026" y="3680"/>
                    <a:pt x="10824" y="3680"/>
                  </a:cubicBezTo>
                  <a:lnTo>
                    <a:pt x="10145" y="3680"/>
                  </a:lnTo>
                  <a:lnTo>
                    <a:pt x="10145" y="3192"/>
                  </a:lnTo>
                  <a:lnTo>
                    <a:pt x="10824" y="3192"/>
                  </a:lnTo>
                  <a:cubicBezTo>
                    <a:pt x="11026" y="3192"/>
                    <a:pt x="11205" y="3013"/>
                    <a:pt x="11205" y="2799"/>
                  </a:cubicBezTo>
                  <a:lnTo>
                    <a:pt x="11205" y="394"/>
                  </a:lnTo>
                  <a:cubicBezTo>
                    <a:pt x="11205" y="180"/>
                    <a:pt x="11026" y="1"/>
                    <a:pt x="10824" y="1"/>
                  </a:cubicBezTo>
                  <a:lnTo>
                    <a:pt x="9716" y="1"/>
                  </a:lnTo>
                  <a:cubicBezTo>
                    <a:pt x="9633" y="1"/>
                    <a:pt x="9550" y="72"/>
                    <a:pt x="9550" y="168"/>
                  </a:cubicBezTo>
                  <a:cubicBezTo>
                    <a:pt x="9550" y="251"/>
                    <a:pt x="9633" y="334"/>
                    <a:pt x="9716" y="334"/>
                  </a:cubicBezTo>
                  <a:lnTo>
                    <a:pt x="10824" y="334"/>
                  </a:lnTo>
                  <a:cubicBezTo>
                    <a:pt x="10847" y="334"/>
                    <a:pt x="10883" y="358"/>
                    <a:pt x="10883" y="394"/>
                  </a:cubicBezTo>
                  <a:lnTo>
                    <a:pt x="10883" y="2799"/>
                  </a:lnTo>
                  <a:cubicBezTo>
                    <a:pt x="10883" y="2835"/>
                    <a:pt x="10847" y="2858"/>
                    <a:pt x="10824" y="2858"/>
                  </a:cubicBezTo>
                  <a:lnTo>
                    <a:pt x="382" y="2858"/>
                  </a:lnTo>
                  <a:cubicBezTo>
                    <a:pt x="358" y="2858"/>
                    <a:pt x="322" y="2835"/>
                    <a:pt x="322" y="2799"/>
                  </a:cubicBezTo>
                  <a:lnTo>
                    <a:pt x="322" y="394"/>
                  </a:lnTo>
                  <a:cubicBezTo>
                    <a:pt x="322" y="358"/>
                    <a:pt x="358" y="334"/>
                    <a:pt x="382" y="334"/>
                  </a:cubicBezTo>
                  <a:lnTo>
                    <a:pt x="9062" y="334"/>
                  </a:lnTo>
                  <a:cubicBezTo>
                    <a:pt x="9157" y="334"/>
                    <a:pt x="9228" y="251"/>
                    <a:pt x="9228" y="168"/>
                  </a:cubicBezTo>
                  <a:cubicBezTo>
                    <a:pt x="9228" y="72"/>
                    <a:pt x="9157" y="1"/>
                    <a:pt x="90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a:solidFill>
                    <a:sysClr val="windowText" lastClr="000000"/>
                  </a:solidFill>
                </a:ln>
                <a:solidFill>
                  <a:srgbClr val="34A853"/>
                </a:solidFill>
              </a:endParaRPr>
            </a:p>
          </p:txBody>
        </p:sp>
        <p:sp>
          <p:nvSpPr>
            <p:cNvPr id="10" name="Google Shape;12095;p67">
              <a:extLst>
                <a:ext uri="{FF2B5EF4-FFF2-40B4-BE49-F238E27FC236}">
                  <a16:creationId xmlns:a16="http://schemas.microsoft.com/office/drawing/2014/main" id="{00A90CED-506D-D0BE-5DF1-B242ACB580D1}"/>
                </a:ext>
              </a:extLst>
            </p:cNvPr>
            <p:cNvSpPr/>
            <p:nvPr/>
          </p:nvSpPr>
          <p:spPr>
            <a:xfrm>
              <a:off x="1137046" y="2932825"/>
              <a:ext cx="43607" cy="43607"/>
            </a:xfrm>
            <a:custGeom>
              <a:avLst/>
              <a:gdLst/>
              <a:ahLst/>
              <a:cxnLst/>
              <a:rect l="l" t="t" r="r" b="b"/>
              <a:pathLst>
                <a:path w="1370" h="1370" extrusionOk="0">
                  <a:moveTo>
                    <a:pt x="679" y="322"/>
                  </a:moveTo>
                  <a:cubicBezTo>
                    <a:pt x="882" y="322"/>
                    <a:pt x="1036" y="489"/>
                    <a:pt x="1036" y="679"/>
                  </a:cubicBezTo>
                  <a:cubicBezTo>
                    <a:pt x="1036" y="882"/>
                    <a:pt x="882" y="1036"/>
                    <a:pt x="679" y="1036"/>
                  </a:cubicBezTo>
                  <a:cubicBezTo>
                    <a:pt x="489" y="1036"/>
                    <a:pt x="322" y="870"/>
                    <a:pt x="322" y="679"/>
                  </a:cubicBezTo>
                  <a:cubicBezTo>
                    <a:pt x="322" y="489"/>
                    <a:pt x="489" y="322"/>
                    <a:pt x="679" y="322"/>
                  </a:cubicBezTo>
                  <a:close/>
                  <a:moveTo>
                    <a:pt x="679" y="1"/>
                  </a:moveTo>
                  <a:cubicBezTo>
                    <a:pt x="310" y="1"/>
                    <a:pt x="1" y="310"/>
                    <a:pt x="1" y="679"/>
                  </a:cubicBezTo>
                  <a:cubicBezTo>
                    <a:pt x="1" y="1060"/>
                    <a:pt x="310" y="1370"/>
                    <a:pt x="679" y="1370"/>
                  </a:cubicBezTo>
                  <a:cubicBezTo>
                    <a:pt x="1060" y="1370"/>
                    <a:pt x="1370" y="1060"/>
                    <a:pt x="1370" y="679"/>
                  </a:cubicBezTo>
                  <a:cubicBezTo>
                    <a:pt x="1370" y="310"/>
                    <a:pt x="1060" y="1"/>
                    <a:pt x="67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a:solidFill>
                    <a:sysClr val="windowText" lastClr="000000"/>
                  </a:solidFill>
                </a:ln>
                <a:solidFill>
                  <a:srgbClr val="34A853"/>
                </a:solidFill>
              </a:endParaRPr>
            </a:p>
          </p:txBody>
        </p:sp>
        <p:sp>
          <p:nvSpPr>
            <p:cNvPr id="11" name="Google Shape;12096;p67">
              <a:extLst>
                <a:ext uri="{FF2B5EF4-FFF2-40B4-BE49-F238E27FC236}">
                  <a16:creationId xmlns:a16="http://schemas.microsoft.com/office/drawing/2014/main" id="{36343971-C7B9-C3CF-3B26-A43500A685F3}"/>
                </a:ext>
              </a:extLst>
            </p:cNvPr>
            <p:cNvSpPr/>
            <p:nvPr/>
          </p:nvSpPr>
          <p:spPr>
            <a:xfrm>
              <a:off x="1080579" y="2932825"/>
              <a:ext cx="43607" cy="43607"/>
            </a:xfrm>
            <a:custGeom>
              <a:avLst/>
              <a:gdLst/>
              <a:ahLst/>
              <a:cxnLst/>
              <a:rect l="l" t="t" r="r" b="b"/>
              <a:pathLst>
                <a:path w="1370" h="1370" extrusionOk="0">
                  <a:moveTo>
                    <a:pt x="691" y="322"/>
                  </a:moveTo>
                  <a:cubicBezTo>
                    <a:pt x="882" y="322"/>
                    <a:pt x="1048" y="489"/>
                    <a:pt x="1048" y="679"/>
                  </a:cubicBezTo>
                  <a:cubicBezTo>
                    <a:pt x="1048" y="882"/>
                    <a:pt x="882" y="1036"/>
                    <a:pt x="691" y="1036"/>
                  </a:cubicBezTo>
                  <a:cubicBezTo>
                    <a:pt x="489" y="1036"/>
                    <a:pt x="334" y="870"/>
                    <a:pt x="334" y="679"/>
                  </a:cubicBezTo>
                  <a:cubicBezTo>
                    <a:pt x="334" y="489"/>
                    <a:pt x="489" y="322"/>
                    <a:pt x="691" y="322"/>
                  </a:cubicBezTo>
                  <a:close/>
                  <a:moveTo>
                    <a:pt x="691" y="1"/>
                  </a:moveTo>
                  <a:cubicBezTo>
                    <a:pt x="310" y="1"/>
                    <a:pt x="1" y="310"/>
                    <a:pt x="1" y="679"/>
                  </a:cubicBezTo>
                  <a:cubicBezTo>
                    <a:pt x="1" y="1060"/>
                    <a:pt x="310" y="1370"/>
                    <a:pt x="691" y="1370"/>
                  </a:cubicBezTo>
                  <a:cubicBezTo>
                    <a:pt x="1060" y="1370"/>
                    <a:pt x="1370" y="1060"/>
                    <a:pt x="1370" y="679"/>
                  </a:cubicBezTo>
                  <a:cubicBezTo>
                    <a:pt x="1370" y="310"/>
                    <a:pt x="1072" y="1"/>
                    <a:pt x="6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a:solidFill>
                    <a:sysClr val="windowText" lastClr="000000"/>
                  </a:solidFill>
                </a:ln>
                <a:solidFill>
                  <a:srgbClr val="34A853"/>
                </a:solidFill>
              </a:endParaRPr>
            </a:p>
          </p:txBody>
        </p:sp>
        <p:sp>
          <p:nvSpPr>
            <p:cNvPr id="12" name="Google Shape;12097;p67">
              <a:extLst>
                <a:ext uri="{FF2B5EF4-FFF2-40B4-BE49-F238E27FC236}">
                  <a16:creationId xmlns:a16="http://schemas.microsoft.com/office/drawing/2014/main" id="{95531ECF-224E-C15F-FF5D-A885672CF82C}"/>
                </a:ext>
              </a:extLst>
            </p:cNvPr>
            <p:cNvSpPr/>
            <p:nvPr/>
          </p:nvSpPr>
          <p:spPr>
            <a:xfrm>
              <a:off x="879350" y="2949122"/>
              <a:ext cx="187988" cy="10631"/>
            </a:xfrm>
            <a:custGeom>
              <a:avLst/>
              <a:gdLst/>
              <a:ahLst/>
              <a:cxnLst/>
              <a:rect l="l" t="t" r="r" b="b"/>
              <a:pathLst>
                <a:path w="5906" h="334" extrusionOk="0">
                  <a:moveTo>
                    <a:pt x="167" y="1"/>
                  </a:moveTo>
                  <a:cubicBezTo>
                    <a:pt x="72" y="1"/>
                    <a:pt x="0" y="84"/>
                    <a:pt x="0" y="167"/>
                  </a:cubicBezTo>
                  <a:cubicBezTo>
                    <a:pt x="0" y="263"/>
                    <a:pt x="72" y="334"/>
                    <a:pt x="167" y="334"/>
                  </a:cubicBezTo>
                  <a:lnTo>
                    <a:pt x="5739" y="334"/>
                  </a:lnTo>
                  <a:cubicBezTo>
                    <a:pt x="5834" y="334"/>
                    <a:pt x="5906" y="263"/>
                    <a:pt x="5906" y="167"/>
                  </a:cubicBezTo>
                  <a:cubicBezTo>
                    <a:pt x="5906" y="84"/>
                    <a:pt x="5834" y="1"/>
                    <a:pt x="573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a:solidFill>
                    <a:sysClr val="windowText" lastClr="000000"/>
                  </a:solidFill>
                </a:ln>
                <a:solidFill>
                  <a:srgbClr val="34A853"/>
                </a:solidFill>
              </a:endParaRPr>
            </a:p>
          </p:txBody>
        </p:sp>
        <p:sp>
          <p:nvSpPr>
            <p:cNvPr id="13" name="Google Shape;12098;p67">
              <a:extLst>
                <a:ext uri="{FF2B5EF4-FFF2-40B4-BE49-F238E27FC236}">
                  <a16:creationId xmlns:a16="http://schemas.microsoft.com/office/drawing/2014/main" id="{11A8426C-2B6C-19AA-7D90-570A29522C88}"/>
                </a:ext>
              </a:extLst>
            </p:cNvPr>
            <p:cNvSpPr/>
            <p:nvPr/>
          </p:nvSpPr>
          <p:spPr>
            <a:xfrm>
              <a:off x="1137046" y="3050309"/>
              <a:ext cx="43607" cy="43607"/>
            </a:xfrm>
            <a:custGeom>
              <a:avLst/>
              <a:gdLst/>
              <a:ahLst/>
              <a:cxnLst/>
              <a:rect l="l" t="t" r="r" b="b"/>
              <a:pathLst>
                <a:path w="1370" h="1370" extrusionOk="0">
                  <a:moveTo>
                    <a:pt x="679" y="322"/>
                  </a:moveTo>
                  <a:cubicBezTo>
                    <a:pt x="882" y="322"/>
                    <a:pt x="1036" y="489"/>
                    <a:pt x="1036" y="679"/>
                  </a:cubicBezTo>
                  <a:cubicBezTo>
                    <a:pt x="1036" y="882"/>
                    <a:pt x="882" y="1036"/>
                    <a:pt x="679" y="1036"/>
                  </a:cubicBezTo>
                  <a:cubicBezTo>
                    <a:pt x="489" y="1036"/>
                    <a:pt x="322" y="882"/>
                    <a:pt x="322" y="679"/>
                  </a:cubicBezTo>
                  <a:cubicBezTo>
                    <a:pt x="322" y="489"/>
                    <a:pt x="489" y="322"/>
                    <a:pt x="679" y="322"/>
                  </a:cubicBezTo>
                  <a:close/>
                  <a:moveTo>
                    <a:pt x="679" y="1"/>
                  </a:moveTo>
                  <a:cubicBezTo>
                    <a:pt x="310" y="1"/>
                    <a:pt x="1" y="310"/>
                    <a:pt x="1" y="679"/>
                  </a:cubicBezTo>
                  <a:cubicBezTo>
                    <a:pt x="1" y="1060"/>
                    <a:pt x="310" y="1370"/>
                    <a:pt x="679" y="1370"/>
                  </a:cubicBezTo>
                  <a:cubicBezTo>
                    <a:pt x="1060" y="1370"/>
                    <a:pt x="1370" y="1060"/>
                    <a:pt x="1370" y="679"/>
                  </a:cubicBezTo>
                  <a:cubicBezTo>
                    <a:pt x="1370" y="310"/>
                    <a:pt x="1060" y="1"/>
                    <a:pt x="67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a:solidFill>
                    <a:sysClr val="windowText" lastClr="000000"/>
                  </a:solidFill>
                </a:ln>
                <a:solidFill>
                  <a:srgbClr val="34A853"/>
                </a:solidFill>
              </a:endParaRPr>
            </a:p>
          </p:txBody>
        </p:sp>
        <p:sp>
          <p:nvSpPr>
            <p:cNvPr id="14" name="Google Shape;12099;p67">
              <a:extLst>
                <a:ext uri="{FF2B5EF4-FFF2-40B4-BE49-F238E27FC236}">
                  <a16:creationId xmlns:a16="http://schemas.microsoft.com/office/drawing/2014/main" id="{D7C70CC9-DAC3-9072-2974-276A25019C35}"/>
                </a:ext>
              </a:extLst>
            </p:cNvPr>
            <p:cNvSpPr/>
            <p:nvPr/>
          </p:nvSpPr>
          <p:spPr>
            <a:xfrm>
              <a:off x="1080579" y="3050309"/>
              <a:ext cx="43607" cy="43607"/>
            </a:xfrm>
            <a:custGeom>
              <a:avLst/>
              <a:gdLst/>
              <a:ahLst/>
              <a:cxnLst/>
              <a:rect l="l" t="t" r="r" b="b"/>
              <a:pathLst>
                <a:path w="1370" h="1370" extrusionOk="0">
                  <a:moveTo>
                    <a:pt x="691" y="322"/>
                  </a:moveTo>
                  <a:cubicBezTo>
                    <a:pt x="882" y="322"/>
                    <a:pt x="1048" y="489"/>
                    <a:pt x="1048" y="679"/>
                  </a:cubicBezTo>
                  <a:cubicBezTo>
                    <a:pt x="1048" y="882"/>
                    <a:pt x="882" y="1036"/>
                    <a:pt x="691" y="1036"/>
                  </a:cubicBezTo>
                  <a:cubicBezTo>
                    <a:pt x="489" y="1036"/>
                    <a:pt x="334" y="882"/>
                    <a:pt x="334" y="679"/>
                  </a:cubicBezTo>
                  <a:cubicBezTo>
                    <a:pt x="334" y="489"/>
                    <a:pt x="489" y="322"/>
                    <a:pt x="691" y="322"/>
                  </a:cubicBezTo>
                  <a:close/>
                  <a:moveTo>
                    <a:pt x="691" y="1"/>
                  </a:moveTo>
                  <a:cubicBezTo>
                    <a:pt x="310" y="1"/>
                    <a:pt x="1" y="310"/>
                    <a:pt x="1" y="679"/>
                  </a:cubicBezTo>
                  <a:cubicBezTo>
                    <a:pt x="1" y="1060"/>
                    <a:pt x="310" y="1370"/>
                    <a:pt x="691" y="1370"/>
                  </a:cubicBezTo>
                  <a:cubicBezTo>
                    <a:pt x="1060" y="1370"/>
                    <a:pt x="1370" y="1060"/>
                    <a:pt x="1370" y="679"/>
                  </a:cubicBezTo>
                  <a:cubicBezTo>
                    <a:pt x="1370" y="310"/>
                    <a:pt x="1072" y="1"/>
                    <a:pt x="6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a:solidFill>
                    <a:sysClr val="windowText" lastClr="000000"/>
                  </a:solidFill>
                </a:ln>
                <a:solidFill>
                  <a:srgbClr val="34A853"/>
                </a:solidFill>
              </a:endParaRPr>
            </a:p>
          </p:txBody>
        </p:sp>
        <p:sp>
          <p:nvSpPr>
            <p:cNvPr id="15" name="Google Shape;12100;p67">
              <a:extLst>
                <a:ext uri="{FF2B5EF4-FFF2-40B4-BE49-F238E27FC236}">
                  <a16:creationId xmlns:a16="http://schemas.microsoft.com/office/drawing/2014/main" id="{0F876BEE-C1F0-3755-3806-B37A40AD7BC2}"/>
                </a:ext>
              </a:extLst>
            </p:cNvPr>
            <p:cNvSpPr/>
            <p:nvPr/>
          </p:nvSpPr>
          <p:spPr>
            <a:xfrm>
              <a:off x="879350" y="3066988"/>
              <a:ext cx="187988" cy="10249"/>
            </a:xfrm>
            <a:custGeom>
              <a:avLst/>
              <a:gdLst/>
              <a:ahLst/>
              <a:cxnLst/>
              <a:rect l="l" t="t" r="r" b="b"/>
              <a:pathLst>
                <a:path w="5906" h="322" extrusionOk="0">
                  <a:moveTo>
                    <a:pt x="167" y="0"/>
                  </a:moveTo>
                  <a:cubicBezTo>
                    <a:pt x="72" y="0"/>
                    <a:pt x="0" y="72"/>
                    <a:pt x="0" y="155"/>
                  </a:cubicBezTo>
                  <a:cubicBezTo>
                    <a:pt x="0" y="250"/>
                    <a:pt x="72" y="322"/>
                    <a:pt x="167" y="322"/>
                  </a:cubicBezTo>
                  <a:lnTo>
                    <a:pt x="5739" y="322"/>
                  </a:lnTo>
                  <a:cubicBezTo>
                    <a:pt x="5834" y="322"/>
                    <a:pt x="5906" y="250"/>
                    <a:pt x="5906" y="155"/>
                  </a:cubicBezTo>
                  <a:cubicBezTo>
                    <a:pt x="5906" y="72"/>
                    <a:pt x="5834" y="0"/>
                    <a:pt x="573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a:solidFill>
                    <a:sysClr val="windowText" lastClr="000000"/>
                  </a:solidFill>
                </a:ln>
                <a:solidFill>
                  <a:srgbClr val="34A853"/>
                </a:solidFill>
              </a:endParaRPr>
            </a:p>
          </p:txBody>
        </p:sp>
        <p:sp>
          <p:nvSpPr>
            <p:cNvPr id="16" name="Google Shape;12101;p67">
              <a:extLst>
                <a:ext uri="{FF2B5EF4-FFF2-40B4-BE49-F238E27FC236}">
                  <a16:creationId xmlns:a16="http://schemas.microsoft.com/office/drawing/2014/main" id="{78EF43B5-D5CA-9B98-94B8-88C8E5460043}"/>
                </a:ext>
              </a:extLst>
            </p:cNvPr>
            <p:cNvSpPr/>
            <p:nvPr/>
          </p:nvSpPr>
          <p:spPr>
            <a:xfrm>
              <a:off x="1137046" y="3167794"/>
              <a:ext cx="43607" cy="43607"/>
            </a:xfrm>
            <a:custGeom>
              <a:avLst/>
              <a:gdLst/>
              <a:ahLst/>
              <a:cxnLst/>
              <a:rect l="l" t="t" r="r" b="b"/>
              <a:pathLst>
                <a:path w="1370" h="1370" extrusionOk="0">
                  <a:moveTo>
                    <a:pt x="679" y="310"/>
                  </a:moveTo>
                  <a:cubicBezTo>
                    <a:pt x="882" y="310"/>
                    <a:pt x="1036" y="477"/>
                    <a:pt x="1036" y="667"/>
                  </a:cubicBezTo>
                  <a:cubicBezTo>
                    <a:pt x="1036" y="870"/>
                    <a:pt x="882" y="1024"/>
                    <a:pt x="679" y="1024"/>
                  </a:cubicBezTo>
                  <a:cubicBezTo>
                    <a:pt x="489" y="1024"/>
                    <a:pt x="322" y="858"/>
                    <a:pt x="322" y="667"/>
                  </a:cubicBezTo>
                  <a:cubicBezTo>
                    <a:pt x="322" y="477"/>
                    <a:pt x="489" y="310"/>
                    <a:pt x="679" y="310"/>
                  </a:cubicBezTo>
                  <a:close/>
                  <a:moveTo>
                    <a:pt x="679" y="0"/>
                  </a:moveTo>
                  <a:cubicBezTo>
                    <a:pt x="310" y="0"/>
                    <a:pt x="1" y="310"/>
                    <a:pt x="1" y="679"/>
                  </a:cubicBezTo>
                  <a:cubicBezTo>
                    <a:pt x="1" y="1060"/>
                    <a:pt x="310" y="1370"/>
                    <a:pt x="679" y="1370"/>
                  </a:cubicBezTo>
                  <a:cubicBezTo>
                    <a:pt x="1060" y="1370"/>
                    <a:pt x="1370" y="1060"/>
                    <a:pt x="1370" y="679"/>
                  </a:cubicBezTo>
                  <a:cubicBezTo>
                    <a:pt x="1370" y="298"/>
                    <a:pt x="1060" y="0"/>
                    <a:pt x="6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a:solidFill>
                    <a:sysClr val="windowText" lastClr="000000"/>
                  </a:solidFill>
                </a:ln>
                <a:solidFill>
                  <a:srgbClr val="34A853"/>
                </a:solidFill>
              </a:endParaRPr>
            </a:p>
          </p:txBody>
        </p:sp>
        <p:sp>
          <p:nvSpPr>
            <p:cNvPr id="17" name="Google Shape;12102;p67">
              <a:extLst>
                <a:ext uri="{FF2B5EF4-FFF2-40B4-BE49-F238E27FC236}">
                  <a16:creationId xmlns:a16="http://schemas.microsoft.com/office/drawing/2014/main" id="{F259C7D9-7D34-C4C8-698F-2F707A2C0503}"/>
                </a:ext>
              </a:extLst>
            </p:cNvPr>
            <p:cNvSpPr/>
            <p:nvPr/>
          </p:nvSpPr>
          <p:spPr>
            <a:xfrm>
              <a:off x="1080579" y="3167794"/>
              <a:ext cx="43607" cy="43607"/>
            </a:xfrm>
            <a:custGeom>
              <a:avLst/>
              <a:gdLst/>
              <a:ahLst/>
              <a:cxnLst/>
              <a:rect l="l" t="t" r="r" b="b"/>
              <a:pathLst>
                <a:path w="1370" h="1370" extrusionOk="0">
                  <a:moveTo>
                    <a:pt x="691" y="310"/>
                  </a:moveTo>
                  <a:cubicBezTo>
                    <a:pt x="882" y="310"/>
                    <a:pt x="1048" y="477"/>
                    <a:pt x="1048" y="667"/>
                  </a:cubicBezTo>
                  <a:cubicBezTo>
                    <a:pt x="1048" y="870"/>
                    <a:pt x="882" y="1024"/>
                    <a:pt x="691" y="1024"/>
                  </a:cubicBezTo>
                  <a:cubicBezTo>
                    <a:pt x="489" y="1024"/>
                    <a:pt x="334" y="858"/>
                    <a:pt x="334" y="667"/>
                  </a:cubicBezTo>
                  <a:cubicBezTo>
                    <a:pt x="334" y="477"/>
                    <a:pt x="489" y="310"/>
                    <a:pt x="691" y="310"/>
                  </a:cubicBezTo>
                  <a:close/>
                  <a:moveTo>
                    <a:pt x="691" y="0"/>
                  </a:moveTo>
                  <a:cubicBezTo>
                    <a:pt x="310" y="0"/>
                    <a:pt x="1" y="310"/>
                    <a:pt x="1" y="679"/>
                  </a:cubicBezTo>
                  <a:cubicBezTo>
                    <a:pt x="1" y="1060"/>
                    <a:pt x="310" y="1370"/>
                    <a:pt x="691" y="1370"/>
                  </a:cubicBezTo>
                  <a:cubicBezTo>
                    <a:pt x="1060" y="1370"/>
                    <a:pt x="1370" y="1060"/>
                    <a:pt x="1370" y="679"/>
                  </a:cubicBezTo>
                  <a:cubicBezTo>
                    <a:pt x="1370" y="298"/>
                    <a:pt x="1072" y="0"/>
                    <a:pt x="69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a:solidFill>
                    <a:sysClr val="windowText" lastClr="000000"/>
                  </a:solidFill>
                </a:ln>
                <a:solidFill>
                  <a:srgbClr val="34A853"/>
                </a:solidFill>
              </a:endParaRPr>
            </a:p>
          </p:txBody>
        </p:sp>
        <p:sp>
          <p:nvSpPr>
            <p:cNvPr id="18" name="Google Shape;12103;p67">
              <a:extLst>
                <a:ext uri="{FF2B5EF4-FFF2-40B4-BE49-F238E27FC236}">
                  <a16:creationId xmlns:a16="http://schemas.microsoft.com/office/drawing/2014/main" id="{3E7C727D-31FE-3FD5-D951-D6A80D49FCFC}"/>
                </a:ext>
              </a:extLst>
            </p:cNvPr>
            <p:cNvSpPr/>
            <p:nvPr/>
          </p:nvSpPr>
          <p:spPr>
            <a:xfrm>
              <a:off x="879350" y="3184473"/>
              <a:ext cx="187988" cy="10249"/>
            </a:xfrm>
            <a:custGeom>
              <a:avLst/>
              <a:gdLst/>
              <a:ahLst/>
              <a:cxnLst/>
              <a:rect l="l" t="t" r="r" b="b"/>
              <a:pathLst>
                <a:path w="5906" h="322" extrusionOk="0">
                  <a:moveTo>
                    <a:pt x="167" y="0"/>
                  </a:moveTo>
                  <a:cubicBezTo>
                    <a:pt x="72" y="0"/>
                    <a:pt x="0" y="72"/>
                    <a:pt x="0" y="155"/>
                  </a:cubicBezTo>
                  <a:cubicBezTo>
                    <a:pt x="0" y="250"/>
                    <a:pt x="72" y="322"/>
                    <a:pt x="167" y="322"/>
                  </a:cubicBezTo>
                  <a:lnTo>
                    <a:pt x="5739" y="322"/>
                  </a:lnTo>
                  <a:cubicBezTo>
                    <a:pt x="5834" y="322"/>
                    <a:pt x="5906" y="250"/>
                    <a:pt x="5906" y="155"/>
                  </a:cubicBezTo>
                  <a:cubicBezTo>
                    <a:pt x="5906" y="48"/>
                    <a:pt x="5834" y="0"/>
                    <a:pt x="573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a:solidFill>
                    <a:sysClr val="windowText" lastClr="000000"/>
                  </a:solidFill>
                </a:ln>
                <a:solidFill>
                  <a:srgbClr val="34A853"/>
                </a:solidFill>
              </a:endParaRPr>
            </a:p>
          </p:txBody>
        </p:sp>
        <p:sp>
          <p:nvSpPr>
            <p:cNvPr id="19" name="Google Shape;12104;p67">
              <a:extLst>
                <a:ext uri="{FF2B5EF4-FFF2-40B4-BE49-F238E27FC236}">
                  <a16:creationId xmlns:a16="http://schemas.microsoft.com/office/drawing/2014/main" id="{4C7A6365-DC19-9D09-913E-61DD6240CF5D}"/>
                </a:ext>
              </a:extLst>
            </p:cNvPr>
            <p:cNvSpPr/>
            <p:nvPr/>
          </p:nvSpPr>
          <p:spPr>
            <a:xfrm>
              <a:off x="879350" y="3083285"/>
              <a:ext cx="25432" cy="10631"/>
            </a:xfrm>
            <a:custGeom>
              <a:avLst/>
              <a:gdLst/>
              <a:ahLst/>
              <a:cxnLst/>
              <a:rect l="l" t="t" r="r" b="b"/>
              <a:pathLst>
                <a:path w="799" h="334" extrusionOk="0">
                  <a:moveTo>
                    <a:pt x="167" y="0"/>
                  </a:moveTo>
                  <a:cubicBezTo>
                    <a:pt x="72" y="0"/>
                    <a:pt x="0" y="84"/>
                    <a:pt x="0" y="167"/>
                  </a:cubicBezTo>
                  <a:cubicBezTo>
                    <a:pt x="0" y="262"/>
                    <a:pt x="72" y="334"/>
                    <a:pt x="167" y="334"/>
                  </a:cubicBezTo>
                  <a:lnTo>
                    <a:pt x="643" y="334"/>
                  </a:lnTo>
                  <a:cubicBezTo>
                    <a:pt x="727" y="334"/>
                    <a:pt x="798" y="262"/>
                    <a:pt x="798" y="167"/>
                  </a:cubicBezTo>
                  <a:cubicBezTo>
                    <a:pt x="798" y="84"/>
                    <a:pt x="727" y="0"/>
                    <a:pt x="64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n>
                  <a:solidFill>
                    <a:sysClr val="windowText" lastClr="000000"/>
                  </a:solidFill>
                </a:ln>
                <a:solidFill>
                  <a:srgbClr val="34A853"/>
                </a:solidFill>
              </a:endParaRPr>
            </a:p>
          </p:txBody>
        </p:sp>
      </p:grpSp>
      <p:sp>
        <p:nvSpPr>
          <p:cNvPr id="20" name="Google Shape;351;p30">
            <a:extLst>
              <a:ext uri="{FF2B5EF4-FFF2-40B4-BE49-F238E27FC236}">
                <a16:creationId xmlns:a16="http://schemas.microsoft.com/office/drawing/2014/main" id="{25CC7687-5504-25F7-7B6D-0005A573F3DA}"/>
              </a:ext>
            </a:extLst>
          </p:cNvPr>
          <p:cNvSpPr txBox="1">
            <a:spLocks/>
          </p:cNvSpPr>
          <p:nvPr/>
        </p:nvSpPr>
        <p:spPr>
          <a:xfrm>
            <a:off x="713250" y="721959"/>
            <a:ext cx="7717500" cy="6400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1pPr>
            <a:lvl2pPr marR="0" lvl="1"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2pPr>
            <a:lvl3pPr marR="0" lvl="2"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3pPr>
            <a:lvl4pPr marR="0" lvl="3"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4pPr>
            <a:lvl5pPr marR="0" lvl="4"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5pPr>
            <a:lvl6pPr marR="0" lvl="5"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6pPr>
            <a:lvl7pPr marR="0" lvl="6"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7pPr>
            <a:lvl8pPr marR="0" lvl="7"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8pPr>
            <a:lvl9pPr marR="0" lvl="8"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9pPr>
          </a:lstStyle>
          <a:p>
            <a:r>
              <a:rPr lang="en-IN" dirty="0">
                <a:solidFill>
                  <a:schemeClr val="bg1">
                    <a:lumMod val="25000"/>
                  </a:schemeClr>
                </a:solidFill>
              </a:rPr>
              <a:t>Property &amp; Data Streams Roles</a:t>
            </a:r>
          </a:p>
        </p:txBody>
      </p:sp>
    </p:spTree>
    <p:extLst>
      <p:ext uri="{BB962C8B-B14F-4D97-AF65-F5344CB8AC3E}">
        <p14:creationId xmlns:p14="http://schemas.microsoft.com/office/powerpoint/2010/main" val="3223184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6" name="Google Shape;446;p34"/>
          <p:cNvSpPr txBox="1">
            <a:spLocks noGrp="1"/>
          </p:cNvSpPr>
          <p:nvPr>
            <p:ph type="title" idx="2"/>
          </p:nvPr>
        </p:nvSpPr>
        <p:spPr>
          <a:xfrm>
            <a:off x="1346373" y="2085616"/>
            <a:ext cx="1253689" cy="30407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sz="1600" dirty="0">
                <a:solidFill>
                  <a:schemeClr val="bg1">
                    <a:lumMod val="25000"/>
                  </a:schemeClr>
                </a:solidFill>
                <a:latin typeface="Asap" panose="020B0604020202020204" charset="0"/>
              </a:rPr>
              <a:t>H</a:t>
            </a:r>
            <a:r>
              <a:rPr lang="en" sz="1600" dirty="0">
                <a:solidFill>
                  <a:schemeClr val="bg1">
                    <a:lumMod val="25000"/>
                  </a:schemeClr>
                </a:solidFill>
                <a:latin typeface="Asap" panose="020B0604020202020204" charset="0"/>
              </a:rPr>
              <a:t>ome </a:t>
            </a:r>
            <a:endParaRPr sz="1600" dirty="0">
              <a:solidFill>
                <a:schemeClr val="bg1">
                  <a:lumMod val="25000"/>
                </a:schemeClr>
              </a:solidFill>
              <a:latin typeface="Asap" panose="020B0604020202020204" charset="0"/>
            </a:endParaRPr>
          </a:p>
        </p:txBody>
      </p:sp>
      <p:grpSp>
        <p:nvGrpSpPr>
          <p:cNvPr id="7" name="Group 6">
            <a:extLst>
              <a:ext uri="{FF2B5EF4-FFF2-40B4-BE49-F238E27FC236}">
                <a16:creationId xmlns:a16="http://schemas.microsoft.com/office/drawing/2014/main" id="{0259FFE6-FFEC-639D-C694-8D8A89A7DC9C}"/>
              </a:ext>
            </a:extLst>
          </p:cNvPr>
          <p:cNvGrpSpPr/>
          <p:nvPr/>
        </p:nvGrpSpPr>
        <p:grpSpPr>
          <a:xfrm>
            <a:off x="0" y="840464"/>
            <a:ext cx="7818119" cy="3672100"/>
            <a:chOff x="0" y="840464"/>
            <a:chExt cx="7818119" cy="3672100"/>
          </a:xfrm>
        </p:grpSpPr>
        <p:pic>
          <p:nvPicPr>
            <p:cNvPr id="450" name="Google Shape;450;p34"/>
            <p:cNvPicPr preferRelativeResize="0"/>
            <p:nvPr/>
          </p:nvPicPr>
          <p:blipFill>
            <a:blip r:embed="rId3">
              <a:alphaModFix/>
            </a:blip>
            <a:stretch>
              <a:fillRect/>
            </a:stretch>
          </p:blipFill>
          <p:spPr>
            <a:xfrm>
              <a:off x="0" y="840464"/>
              <a:ext cx="914400" cy="461473"/>
            </a:xfrm>
            <a:prstGeom prst="rect">
              <a:avLst/>
            </a:prstGeom>
            <a:noFill/>
            <a:ln>
              <a:noFill/>
            </a:ln>
          </p:spPr>
        </p:pic>
        <p:pic>
          <p:nvPicPr>
            <p:cNvPr id="451" name="Google Shape;451;p34"/>
            <p:cNvPicPr preferRelativeResize="0"/>
            <p:nvPr/>
          </p:nvPicPr>
          <p:blipFill>
            <a:blip r:embed="rId4">
              <a:alphaModFix/>
            </a:blip>
            <a:stretch>
              <a:fillRect/>
            </a:stretch>
          </p:blipFill>
          <p:spPr>
            <a:xfrm>
              <a:off x="6903720" y="4055363"/>
              <a:ext cx="914399" cy="457201"/>
            </a:xfrm>
            <a:prstGeom prst="rect">
              <a:avLst/>
            </a:prstGeom>
            <a:noFill/>
            <a:ln>
              <a:noFill/>
            </a:ln>
          </p:spPr>
        </p:pic>
      </p:grpSp>
      <p:grpSp>
        <p:nvGrpSpPr>
          <p:cNvPr id="452" name="Google Shape;452;p34"/>
          <p:cNvGrpSpPr/>
          <p:nvPr/>
        </p:nvGrpSpPr>
        <p:grpSpPr>
          <a:xfrm>
            <a:off x="7423692" y="4247755"/>
            <a:ext cx="1463100" cy="640140"/>
            <a:chOff x="667512" y="1847088"/>
            <a:chExt cx="1463100" cy="640140"/>
          </a:xfrm>
        </p:grpSpPr>
        <p:sp>
          <p:nvSpPr>
            <p:cNvPr id="453" name="Google Shape;453;p34"/>
            <p:cNvSpPr/>
            <p:nvPr/>
          </p:nvSpPr>
          <p:spPr>
            <a:xfrm>
              <a:off x="713225" y="1889475"/>
              <a:ext cx="1371600" cy="548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54" name="Google Shape;454;p34"/>
            <p:cNvSpPr/>
            <p:nvPr/>
          </p:nvSpPr>
          <p:spPr>
            <a:xfrm>
              <a:off x="2039112" y="184708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55" name="Google Shape;455;p34"/>
            <p:cNvSpPr/>
            <p:nvPr/>
          </p:nvSpPr>
          <p:spPr>
            <a:xfrm>
              <a:off x="667512" y="184708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56" name="Google Shape;456;p34"/>
            <p:cNvSpPr/>
            <p:nvPr/>
          </p:nvSpPr>
          <p:spPr>
            <a:xfrm>
              <a:off x="2039112" y="239572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57" name="Google Shape;457;p34"/>
            <p:cNvSpPr/>
            <p:nvPr/>
          </p:nvSpPr>
          <p:spPr>
            <a:xfrm>
              <a:off x="667512" y="239572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grpSp>
        <p:nvGrpSpPr>
          <p:cNvPr id="458" name="Google Shape;458;p34"/>
          <p:cNvGrpSpPr/>
          <p:nvPr/>
        </p:nvGrpSpPr>
        <p:grpSpPr>
          <a:xfrm>
            <a:off x="7360920" y="630936"/>
            <a:ext cx="1828802" cy="1242059"/>
            <a:chOff x="7360920" y="630936"/>
            <a:chExt cx="1828802" cy="1242059"/>
          </a:xfrm>
        </p:grpSpPr>
        <p:grpSp>
          <p:nvGrpSpPr>
            <p:cNvPr id="459" name="Google Shape;459;p34"/>
            <p:cNvGrpSpPr/>
            <p:nvPr/>
          </p:nvGrpSpPr>
          <p:grpSpPr>
            <a:xfrm>
              <a:off x="7360920" y="630936"/>
              <a:ext cx="1828802" cy="1242059"/>
              <a:chOff x="7360920" y="630936"/>
              <a:chExt cx="1828802" cy="1242059"/>
            </a:xfrm>
          </p:grpSpPr>
          <p:pic>
            <p:nvPicPr>
              <p:cNvPr id="460" name="Google Shape;460;p34"/>
              <p:cNvPicPr preferRelativeResize="0"/>
              <p:nvPr/>
            </p:nvPicPr>
            <p:blipFill>
              <a:blip r:embed="rId5">
                <a:alphaModFix/>
              </a:blip>
              <a:stretch>
                <a:fillRect/>
              </a:stretch>
            </p:blipFill>
            <p:spPr>
              <a:xfrm>
                <a:off x="7360920" y="630936"/>
                <a:ext cx="1828802" cy="500002"/>
              </a:xfrm>
              <a:prstGeom prst="rect">
                <a:avLst/>
              </a:prstGeom>
              <a:noFill/>
              <a:ln>
                <a:noFill/>
              </a:ln>
            </p:spPr>
          </p:pic>
          <p:pic>
            <p:nvPicPr>
              <p:cNvPr id="461" name="Google Shape;461;p34"/>
              <p:cNvPicPr preferRelativeResize="0"/>
              <p:nvPr/>
            </p:nvPicPr>
            <p:blipFill>
              <a:blip r:embed="rId6">
                <a:alphaModFix/>
              </a:blip>
              <a:stretch>
                <a:fillRect/>
              </a:stretch>
            </p:blipFill>
            <p:spPr>
              <a:xfrm rot="10800000" flipH="1">
                <a:off x="7973515" y="1362455"/>
                <a:ext cx="457200" cy="510540"/>
              </a:xfrm>
              <a:prstGeom prst="rect">
                <a:avLst/>
              </a:prstGeom>
              <a:noFill/>
              <a:ln>
                <a:noFill/>
              </a:ln>
            </p:spPr>
          </p:pic>
        </p:grpSp>
        <p:grpSp>
          <p:nvGrpSpPr>
            <p:cNvPr id="462" name="Google Shape;462;p34"/>
            <p:cNvGrpSpPr/>
            <p:nvPr/>
          </p:nvGrpSpPr>
          <p:grpSpPr>
            <a:xfrm rot="5400000">
              <a:off x="8182367" y="1316694"/>
              <a:ext cx="1006952" cy="91500"/>
              <a:chOff x="712180" y="1362450"/>
              <a:chExt cx="1006953" cy="91500"/>
            </a:xfrm>
          </p:grpSpPr>
          <p:cxnSp>
            <p:nvCxnSpPr>
              <p:cNvPr id="463" name="Google Shape;463;p34"/>
              <p:cNvCxnSpPr/>
              <p:nvPr/>
            </p:nvCxnSpPr>
            <p:spPr>
              <a:xfrm>
                <a:off x="756063" y="1408200"/>
                <a:ext cx="914400" cy="0"/>
              </a:xfrm>
              <a:prstGeom prst="straightConnector1">
                <a:avLst/>
              </a:prstGeom>
              <a:noFill/>
              <a:ln w="9525" cap="rnd" cmpd="sng">
                <a:solidFill>
                  <a:schemeClr val="dk1"/>
                </a:solidFill>
                <a:prstDash val="solid"/>
                <a:round/>
                <a:headEnd type="none" w="med" len="med"/>
                <a:tailEnd type="none" w="med" len="med"/>
              </a:ln>
            </p:spPr>
          </p:cxnSp>
          <p:sp>
            <p:nvSpPr>
              <p:cNvPr id="464" name="Google Shape;464;p34"/>
              <p:cNvSpPr/>
              <p:nvPr/>
            </p:nvSpPr>
            <p:spPr>
              <a:xfrm>
                <a:off x="1627632"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65" name="Google Shape;465;p34"/>
              <p:cNvSpPr/>
              <p:nvPr/>
            </p:nvSpPr>
            <p:spPr>
              <a:xfrm>
                <a:off x="712180"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grpSp>
      <p:sp>
        <p:nvSpPr>
          <p:cNvPr id="8" name="TextBox 7">
            <a:extLst>
              <a:ext uri="{FF2B5EF4-FFF2-40B4-BE49-F238E27FC236}">
                <a16:creationId xmlns:a16="http://schemas.microsoft.com/office/drawing/2014/main" id="{17BDF7B6-9E1E-C2DF-0FC7-79793EABF43F}"/>
              </a:ext>
            </a:extLst>
          </p:cNvPr>
          <p:cNvSpPr txBox="1"/>
          <p:nvPr/>
        </p:nvSpPr>
        <p:spPr>
          <a:xfrm>
            <a:off x="2353921" y="193448"/>
            <a:ext cx="498764" cy="261610"/>
          </a:xfrm>
          <a:prstGeom prst="rect">
            <a:avLst/>
          </a:prstGeom>
          <a:noFill/>
        </p:spPr>
        <p:txBody>
          <a:bodyPr wrap="square">
            <a:spAutoFit/>
          </a:bodyPr>
          <a:lstStyle/>
          <a:p>
            <a:r>
              <a:rPr lang="en" sz="1100" dirty="0">
                <a:solidFill>
                  <a:schemeClr val="bg1">
                    <a:lumMod val="25000"/>
                  </a:schemeClr>
                </a:solidFill>
              </a:rPr>
              <a:t>Intro</a:t>
            </a:r>
            <a:endParaRPr lang="en-IN" sz="1100" dirty="0">
              <a:solidFill>
                <a:schemeClr val="bg1">
                  <a:lumMod val="25000"/>
                </a:schemeClr>
              </a:solidFill>
            </a:endParaRPr>
          </a:p>
        </p:txBody>
      </p:sp>
      <p:sp>
        <p:nvSpPr>
          <p:cNvPr id="9" name="TextBox 8">
            <a:extLst>
              <a:ext uri="{FF2B5EF4-FFF2-40B4-BE49-F238E27FC236}">
                <a16:creationId xmlns:a16="http://schemas.microsoft.com/office/drawing/2014/main" id="{BB60AFE1-313A-D842-36E8-C3D70E93EB3A}"/>
              </a:ext>
            </a:extLst>
          </p:cNvPr>
          <p:cNvSpPr txBox="1"/>
          <p:nvPr/>
        </p:nvSpPr>
        <p:spPr>
          <a:xfrm>
            <a:off x="3302445" y="193448"/>
            <a:ext cx="671449" cy="261610"/>
          </a:xfrm>
          <a:prstGeom prst="rect">
            <a:avLst/>
          </a:prstGeom>
          <a:noFill/>
        </p:spPr>
        <p:txBody>
          <a:bodyPr wrap="square">
            <a:spAutoFit/>
          </a:bodyPr>
          <a:lstStyle/>
          <a:p>
            <a:r>
              <a:rPr lang="en" sz="1100" dirty="0">
                <a:solidFill>
                  <a:srgbClr val="EA4335"/>
                </a:solidFill>
              </a:rPr>
              <a:t>Home</a:t>
            </a:r>
            <a:endParaRPr lang="en-IN" sz="1100" dirty="0">
              <a:solidFill>
                <a:srgbClr val="EA4335"/>
              </a:solidFill>
            </a:endParaRPr>
          </a:p>
        </p:txBody>
      </p:sp>
      <p:sp>
        <p:nvSpPr>
          <p:cNvPr id="10" name="TextBox 9">
            <a:extLst>
              <a:ext uri="{FF2B5EF4-FFF2-40B4-BE49-F238E27FC236}">
                <a16:creationId xmlns:a16="http://schemas.microsoft.com/office/drawing/2014/main" id="{005AFC07-263E-0BE3-A676-680CC0BEA2F8}"/>
              </a:ext>
            </a:extLst>
          </p:cNvPr>
          <p:cNvSpPr txBox="1"/>
          <p:nvPr/>
        </p:nvSpPr>
        <p:spPr>
          <a:xfrm>
            <a:off x="4306899" y="193448"/>
            <a:ext cx="817932" cy="261610"/>
          </a:xfrm>
          <a:prstGeom prst="rect">
            <a:avLst/>
          </a:prstGeom>
          <a:noFill/>
        </p:spPr>
        <p:txBody>
          <a:bodyPr wrap="square">
            <a:spAutoFit/>
          </a:bodyPr>
          <a:lstStyle/>
          <a:p>
            <a:r>
              <a:rPr lang="en-IN" sz="1100" dirty="0">
                <a:solidFill>
                  <a:schemeClr val="bg1">
                    <a:lumMod val="25000"/>
                  </a:schemeClr>
                </a:solidFill>
              </a:rPr>
              <a:t>Reports</a:t>
            </a:r>
          </a:p>
        </p:txBody>
      </p:sp>
      <p:sp>
        <p:nvSpPr>
          <p:cNvPr id="11" name="TextBox 10">
            <a:extLst>
              <a:ext uri="{FF2B5EF4-FFF2-40B4-BE49-F238E27FC236}">
                <a16:creationId xmlns:a16="http://schemas.microsoft.com/office/drawing/2014/main" id="{12B634F2-A905-A670-3F40-D4F4069A2CA7}"/>
              </a:ext>
            </a:extLst>
          </p:cNvPr>
          <p:cNvSpPr txBox="1"/>
          <p:nvPr/>
        </p:nvSpPr>
        <p:spPr>
          <a:xfrm>
            <a:off x="5457835" y="193448"/>
            <a:ext cx="817932" cy="261610"/>
          </a:xfrm>
          <a:prstGeom prst="rect">
            <a:avLst/>
          </a:prstGeom>
          <a:noFill/>
        </p:spPr>
        <p:txBody>
          <a:bodyPr wrap="square">
            <a:spAutoFit/>
          </a:bodyPr>
          <a:lstStyle/>
          <a:p>
            <a:r>
              <a:rPr lang="en-IN" sz="1100" dirty="0">
                <a:solidFill>
                  <a:schemeClr val="bg1">
                    <a:lumMod val="25000"/>
                  </a:schemeClr>
                </a:solidFill>
              </a:rPr>
              <a:t>Explore</a:t>
            </a:r>
          </a:p>
        </p:txBody>
      </p:sp>
      <p:sp>
        <p:nvSpPr>
          <p:cNvPr id="12" name="TextBox 11">
            <a:extLst>
              <a:ext uri="{FF2B5EF4-FFF2-40B4-BE49-F238E27FC236}">
                <a16:creationId xmlns:a16="http://schemas.microsoft.com/office/drawing/2014/main" id="{B55B044B-542C-0498-7104-F0F5181500EF}"/>
              </a:ext>
            </a:extLst>
          </p:cNvPr>
          <p:cNvSpPr txBox="1"/>
          <p:nvPr/>
        </p:nvSpPr>
        <p:spPr>
          <a:xfrm>
            <a:off x="6608771" y="198928"/>
            <a:ext cx="1016803" cy="261610"/>
          </a:xfrm>
          <a:prstGeom prst="rect">
            <a:avLst/>
          </a:prstGeom>
          <a:noFill/>
        </p:spPr>
        <p:txBody>
          <a:bodyPr wrap="square">
            <a:spAutoFit/>
          </a:bodyPr>
          <a:lstStyle/>
          <a:p>
            <a:r>
              <a:rPr lang="en-IN" sz="1100" dirty="0">
                <a:solidFill>
                  <a:schemeClr val="bg1">
                    <a:lumMod val="25000"/>
                  </a:schemeClr>
                </a:solidFill>
              </a:rPr>
              <a:t>Advertising</a:t>
            </a:r>
          </a:p>
        </p:txBody>
      </p:sp>
      <p:sp>
        <p:nvSpPr>
          <p:cNvPr id="13" name="TextBox 12">
            <a:extLst>
              <a:ext uri="{FF2B5EF4-FFF2-40B4-BE49-F238E27FC236}">
                <a16:creationId xmlns:a16="http://schemas.microsoft.com/office/drawing/2014/main" id="{02CDC6B5-1486-C074-6F5B-45984E141AF8}"/>
              </a:ext>
            </a:extLst>
          </p:cNvPr>
          <p:cNvSpPr txBox="1"/>
          <p:nvPr/>
        </p:nvSpPr>
        <p:spPr>
          <a:xfrm>
            <a:off x="7958578" y="198928"/>
            <a:ext cx="1016803" cy="261610"/>
          </a:xfrm>
          <a:prstGeom prst="rect">
            <a:avLst/>
          </a:prstGeom>
          <a:noFill/>
        </p:spPr>
        <p:txBody>
          <a:bodyPr wrap="square">
            <a:spAutoFit/>
          </a:bodyPr>
          <a:lstStyle/>
          <a:p>
            <a:r>
              <a:rPr lang="en-US" sz="1100" dirty="0">
                <a:solidFill>
                  <a:schemeClr val="bg1">
                    <a:lumMod val="25000"/>
                  </a:schemeClr>
                </a:solidFill>
              </a:rPr>
              <a:t>L</a:t>
            </a:r>
            <a:r>
              <a:rPr lang="en-IN" sz="1100" dirty="0">
                <a:solidFill>
                  <a:schemeClr val="bg1">
                    <a:lumMod val="25000"/>
                  </a:schemeClr>
                </a:solidFill>
              </a:rPr>
              <a:t>earnings</a:t>
            </a:r>
          </a:p>
        </p:txBody>
      </p:sp>
      <p:sp>
        <p:nvSpPr>
          <p:cNvPr id="14" name="Google Shape;351;p30">
            <a:extLst>
              <a:ext uri="{FF2B5EF4-FFF2-40B4-BE49-F238E27FC236}">
                <a16:creationId xmlns:a16="http://schemas.microsoft.com/office/drawing/2014/main" id="{F4BCC4F9-DE69-6FD6-246F-1607B10359D0}"/>
              </a:ext>
            </a:extLst>
          </p:cNvPr>
          <p:cNvSpPr txBox="1">
            <a:spLocks/>
          </p:cNvSpPr>
          <p:nvPr/>
        </p:nvSpPr>
        <p:spPr>
          <a:xfrm>
            <a:off x="713250" y="721959"/>
            <a:ext cx="7717500" cy="6400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1pPr>
            <a:lvl2pPr marR="0" lvl="1"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2pPr>
            <a:lvl3pPr marR="0" lvl="2"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3pPr>
            <a:lvl4pPr marR="0" lvl="3"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4pPr>
            <a:lvl5pPr marR="0" lvl="4"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5pPr>
            <a:lvl6pPr marR="0" lvl="5"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6pPr>
            <a:lvl7pPr marR="0" lvl="6"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7pPr>
            <a:lvl8pPr marR="0" lvl="7"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8pPr>
            <a:lvl9pPr marR="0" lvl="8"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9pPr>
          </a:lstStyle>
          <a:p>
            <a:r>
              <a:rPr lang="en-IN" dirty="0">
                <a:solidFill>
                  <a:schemeClr val="bg1">
                    <a:lumMod val="25000"/>
                  </a:schemeClr>
                </a:solidFill>
              </a:rPr>
              <a:t>Dashboard Overview</a:t>
            </a:r>
          </a:p>
        </p:txBody>
      </p:sp>
      <p:sp>
        <p:nvSpPr>
          <p:cNvPr id="17" name="Google Shape;588;p37">
            <a:extLst>
              <a:ext uri="{FF2B5EF4-FFF2-40B4-BE49-F238E27FC236}">
                <a16:creationId xmlns:a16="http://schemas.microsoft.com/office/drawing/2014/main" id="{57CF2F93-4B19-F10E-B0F6-9B730464C5F3}"/>
              </a:ext>
            </a:extLst>
          </p:cNvPr>
          <p:cNvSpPr txBox="1">
            <a:spLocks/>
          </p:cNvSpPr>
          <p:nvPr/>
        </p:nvSpPr>
        <p:spPr>
          <a:xfrm>
            <a:off x="1018085" y="1514329"/>
            <a:ext cx="3697780" cy="37628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b="1" dirty="0">
                <a:solidFill>
                  <a:schemeClr val="bg1">
                    <a:lumMod val="25000"/>
                  </a:schemeClr>
                </a:solidFill>
                <a:latin typeface="Asap" panose="020B0604020202020204" charset="0"/>
              </a:rPr>
              <a:t>4 Key Sections:</a:t>
            </a:r>
          </a:p>
        </p:txBody>
      </p:sp>
      <p:sp>
        <p:nvSpPr>
          <p:cNvPr id="18" name="Google Shape;588;p37">
            <a:extLst>
              <a:ext uri="{FF2B5EF4-FFF2-40B4-BE49-F238E27FC236}">
                <a16:creationId xmlns:a16="http://schemas.microsoft.com/office/drawing/2014/main" id="{8ED1E5F7-EC90-6D45-E37E-891DE89A028E}"/>
              </a:ext>
            </a:extLst>
          </p:cNvPr>
          <p:cNvSpPr txBox="1">
            <a:spLocks/>
          </p:cNvSpPr>
          <p:nvPr/>
        </p:nvSpPr>
        <p:spPr>
          <a:xfrm>
            <a:off x="2676295" y="2055581"/>
            <a:ext cx="6055298" cy="37628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solidFill>
                  <a:schemeClr val="bg1">
                    <a:lumMod val="25000"/>
                  </a:schemeClr>
                </a:solidFill>
                <a:latin typeface="Asap" panose="020B0604020202020204" charset="0"/>
              </a:rPr>
              <a:t>Overview of users, sessions, engagement and real-time activity</a:t>
            </a:r>
          </a:p>
        </p:txBody>
      </p:sp>
      <p:sp>
        <p:nvSpPr>
          <p:cNvPr id="20" name="Google Shape;446;p34">
            <a:extLst>
              <a:ext uri="{FF2B5EF4-FFF2-40B4-BE49-F238E27FC236}">
                <a16:creationId xmlns:a16="http://schemas.microsoft.com/office/drawing/2014/main" id="{D8E6A485-5F40-BA32-4793-5D8324AE8C8C}"/>
              </a:ext>
            </a:extLst>
          </p:cNvPr>
          <p:cNvSpPr txBox="1">
            <a:spLocks/>
          </p:cNvSpPr>
          <p:nvPr/>
        </p:nvSpPr>
        <p:spPr>
          <a:xfrm>
            <a:off x="1346373" y="2619599"/>
            <a:ext cx="1235444" cy="304075"/>
          </a:xfrm>
          <a:prstGeom prst="rect">
            <a:avLst/>
          </a:pr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6000"/>
              <a:buFont typeface="Poppins SemiBold"/>
              <a:buNone/>
              <a:defRPr sz="6000" b="0" i="0" u="none" strike="noStrike" cap="none">
                <a:solidFill>
                  <a:schemeClr val="dk1"/>
                </a:solidFill>
                <a:latin typeface="Poppins SemiBold"/>
                <a:ea typeface="Poppins SemiBold"/>
                <a:cs typeface="Poppins SemiBold"/>
                <a:sym typeface="Poppins SemiBold"/>
              </a:defRPr>
            </a:lvl1pPr>
            <a:lvl2pPr marR="0" lvl="1"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2pPr>
            <a:lvl3pPr marR="0" lvl="2"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3pPr>
            <a:lvl4pPr marR="0" lvl="3"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4pPr>
            <a:lvl5pPr marR="0" lvl="4"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5pPr>
            <a:lvl6pPr marR="0" lvl="5"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6pPr>
            <a:lvl7pPr marR="0" lvl="6"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7pPr>
            <a:lvl8pPr marR="0" lvl="7"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8pPr>
            <a:lvl9pPr marR="0" lvl="8"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9pPr>
          </a:lstStyle>
          <a:p>
            <a:r>
              <a:rPr lang="en-IN" sz="1600" dirty="0">
                <a:solidFill>
                  <a:schemeClr val="bg1">
                    <a:lumMod val="25000"/>
                  </a:schemeClr>
                </a:solidFill>
                <a:latin typeface="Asap" panose="020B0604020202020204" charset="0"/>
              </a:rPr>
              <a:t>Reports </a:t>
            </a:r>
          </a:p>
        </p:txBody>
      </p:sp>
      <p:sp>
        <p:nvSpPr>
          <p:cNvPr id="21" name="Google Shape;588;p37">
            <a:extLst>
              <a:ext uri="{FF2B5EF4-FFF2-40B4-BE49-F238E27FC236}">
                <a16:creationId xmlns:a16="http://schemas.microsoft.com/office/drawing/2014/main" id="{1CD05696-0AFE-3D77-88D7-95FF144AC1A6}"/>
              </a:ext>
            </a:extLst>
          </p:cNvPr>
          <p:cNvSpPr txBox="1">
            <a:spLocks/>
          </p:cNvSpPr>
          <p:nvPr/>
        </p:nvSpPr>
        <p:spPr>
          <a:xfrm>
            <a:off x="2676295" y="2588384"/>
            <a:ext cx="6055298" cy="37628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solidFill>
                  <a:schemeClr val="bg1">
                    <a:lumMod val="25000"/>
                  </a:schemeClr>
                </a:solidFill>
                <a:latin typeface="Asap" panose="020B0604020202020204" charset="0"/>
              </a:rPr>
              <a:t>Insights on acquisition, engagement, monetization and retention </a:t>
            </a:r>
          </a:p>
        </p:txBody>
      </p:sp>
      <p:sp>
        <p:nvSpPr>
          <p:cNvPr id="22" name="Google Shape;446;p34">
            <a:extLst>
              <a:ext uri="{FF2B5EF4-FFF2-40B4-BE49-F238E27FC236}">
                <a16:creationId xmlns:a16="http://schemas.microsoft.com/office/drawing/2014/main" id="{8E2D3A2D-2483-0F39-3A98-CBF3B8BAB2B3}"/>
              </a:ext>
            </a:extLst>
          </p:cNvPr>
          <p:cNvSpPr txBox="1">
            <a:spLocks/>
          </p:cNvSpPr>
          <p:nvPr/>
        </p:nvSpPr>
        <p:spPr>
          <a:xfrm>
            <a:off x="1346374" y="3163362"/>
            <a:ext cx="1253724" cy="304075"/>
          </a:xfrm>
          <a:prstGeom prst="rect">
            <a:avLst/>
          </a:pr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6000"/>
              <a:buFont typeface="Poppins SemiBold"/>
              <a:buNone/>
              <a:defRPr sz="6000" b="0" i="0" u="none" strike="noStrike" cap="none">
                <a:solidFill>
                  <a:schemeClr val="dk1"/>
                </a:solidFill>
                <a:latin typeface="Poppins SemiBold"/>
                <a:ea typeface="Poppins SemiBold"/>
                <a:cs typeface="Poppins SemiBold"/>
                <a:sym typeface="Poppins SemiBold"/>
              </a:defRPr>
            </a:lvl1pPr>
            <a:lvl2pPr marR="0" lvl="1"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2pPr>
            <a:lvl3pPr marR="0" lvl="2"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3pPr>
            <a:lvl4pPr marR="0" lvl="3"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4pPr>
            <a:lvl5pPr marR="0" lvl="4"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5pPr>
            <a:lvl6pPr marR="0" lvl="5"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6pPr>
            <a:lvl7pPr marR="0" lvl="6"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7pPr>
            <a:lvl8pPr marR="0" lvl="7"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8pPr>
            <a:lvl9pPr marR="0" lvl="8"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9pPr>
          </a:lstStyle>
          <a:p>
            <a:r>
              <a:rPr lang="en-IN" sz="1600" dirty="0">
                <a:solidFill>
                  <a:schemeClr val="bg1">
                    <a:lumMod val="25000"/>
                  </a:schemeClr>
                </a:solidFill>
                <a:latin typeface="Asap" panose="020B0604020202020204" charset="0"/>
              </a:rPr>
              <a:t>Explore </a:t>
            </a:r>
          </a:p>
        </p:txBody>
      </p:sp>
      <p:sp>
        <p:nvSpPr>
          <p:cNvPr id="23" name="Google Shape;588;p37">
            <a:extLst>
              <a:ext uri="{FF2B5EF4-FFF2-40B4-BE49-F238E27FC236}">
                <a16:creationId xmlns:a16="http://schemas.microsoft.com/office/drawing/2014/main" id="{35310BEC-D8B7-0A92-7B4B-7978ECFE37AB}"/>
              </a:ext>
            </a:extLst>
          </p:cNvPr>
          <p:cNvSpPr txBox="1">
            <a:spLocks/>
          </p:cNvSpPr>
          <p:nvPr/>
        </p:nvSpPr>
        <p:spPr>
          <a:xfrm>
            <a:off x="2676295" y="3121187"/>
            <a:ext cx="6055298" cy="37628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solidFill>
                  <a:schemeClr val="bg1">
                    <a:lumMod val="25000"/>
                  </a:schemeClr>
                </a:solidFill>
                <a:latin typeface="Asap" panose="020B0604020202020204" charset="0"/>
              </a:rPr>
              <a:t>Custom reports and advanced data analysis</a:t>
            </a:r>
          </a:p>
        </p:txBody>
      </p:sp>
      <p:sp>
        <p:nvSpPr>
          <p:cNvPr id="24" name="Google Shape;446;p34">
            <a:extLst>
              <a:ext uri="{FF2B5EF4-FFF2-40B4-BE49-F238E27FC236}">
                <a16:creationId xmlns:a16="http://schemas.microsoft.com/office/drawing/2014/main" id="{F70357AF-72EA-872F-65B0-70B17936E59A}"/>
              </a:ext>
            </a:extLst>
          </p:cNvPr>
          <p:cNvSpPr txBox="1">
            <a:spLocks/>
          </p:cNvSpPr>
          <p:nvPr/>
        </p:nvSpPr>
        <p:spPr>
          <a:xfrm>
            <a:off x="1346373" y="3702235"/>
            <a:ext cx="1253725" cy="304075"/>
          </a:xfrm>
          <a:prstGeom prst="rect">
            <a:avLst/>
          </a:pr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6000"/>
              <a:buFont typeface="Poppins SemiBold"/>
              <a:buNone/>
              <a:defRPr sz="6000" b="0" i="0" u="none" strike="noStrike" cap="none">
                <a:solidFill>
                  <a:schemeClr val="dk1"/>
                </a:solidFill>
                <a:latin typeface="Poppins SemiBold"/>
                <a:ea typeface="Poppins SemiBold"/>
                <a:cs typeface="Poppins SemiBold"/>
                <a:sym typeface="Poppins SemiBold"/>
              </a:defRPr>
            </a:lvl1pPr>
            <a:lvl2pPr marR="0" lvl="1"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2pPr>
            <a:lvl3pPr marR="0" lvl="2"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3pPr>
            <a:lvl4pPr marR="0" lvl="3"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4pPr>
            <a:lvl5pPr marR="0" lvl="4"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5pPr>
            <a:lvl6pPr marR="0" lvl="5"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6pPr>
            <a:lvl7pPr marR="0" lvl="6"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7pPr>
            <a:lvl8pPr marR="0" lvl="7"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8pPr>
            <a:lvl9pPr marR="0" lvl="8"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9pPr>
          </a:lstStyle>
          <a:p>
            <a:r>
              <a:rPr lang="en-IN" sz="1600" dirty="0">
                <a:solidFill>
                  <a:schemeClr val="bg1">
                    <a:lumMod val="25000"/>
                  </a:schemeClr>
                </a:solidFill>
                <a:latin typeface="Asap" panose="020B0604020202020204" charset="0"/>
              </a:rPr>
              <a:t>Advertising  </a:t>
            </a:r>
          </a:p>
        </p:txBody>
      </p:sp>
      <p:sp>
        <p:nvSpPr>
          <p:cNvPr id="25" name="Google Shape;588;p37">
            <a:extLst>
              <a:ext uri="{FF2B5EF4-FFF2-40B4-BE49-F238E27FC236}">
                <a16:creationId xmlns:a16="http://schemas.microsoft.com/office/drawing/2014/main" id="{8A40190E-1E9C-1CFF-25CD-BDFA5BB50421}"/>
              </a:ext>
            </a:extLst>
          </p:cNvPr>
          <p:cNvSpPr txBox="1">
            <a:spLocks/>
          </p:cNvSpPr>
          <p:nvPr/>
        </p:nvSpPr>
        <p:spPr>
          <a:xfrm>
            <a:off x="2676295" y="3653990"/>
            <a:ext cx="6055298" cy="37628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solidFill>
                  <a:schemeClr val="bg1">
                    <a:lumMod val="25000"/>
                  </a:schemeClr>
                </a:solidFill>
                <a:latin typeface="Asap" panose="020B0604020202020204" charset="0"/>
              </a:rPr>
              <a:t>Tracks Google ads performance and attribution models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pic>
        <p:nvPicPr>
          <p:cNvPr id="614" name="Google Shape;614;p39"/>
          <p:cNvPicPr preferRelativeResize="0">
            <a:picLocks noGrp="1"/>
          </p:cNvPicPr>
          <p:nvPr>
            <p:ph type="pic" idx="2"/>
          </p:nvPr>
        </p:nvPicPr>
        <p:blipFill>
          <a:blip r:embed="rId3">
            <a:alphaModFix/>
          </a:blip>
          <a:srcRect t="-143" b="143"/>
          <a:stretch>
            <a:fillRect/>
          </a:stretch>
        </p:blipFill>
        <p:spPr>
          <a:xfrm>
            <a:off x="0" y="-14875"/>
            <a:ext cx="9144003" cy="5158501"/>
          </a:xfrm>
          <a:prstGeom prst="rect">
            <a:avLst/>
          </a:prstGeom>
        </p:spPr>
      </p:pic>
      <p:sp>
        <p:nvSpPr>
          <p:cNvPr id="615" name="Google Shape;615;p39"/>
          <p:cNvSpPr txBox="1">
            <a:spLocks noGrp="1"/>
          </p:cNvSpPr>
          <p:nvPr>
            <p:ph type="title"/>
          </p:nvPr>
        </p:nvSpPr>
        <p:spPr>
          <a:xfrm>
            <a:off x="2427951" y="450930"/>
            <a:ext cx="4288098" cy="548700"/>
          </a:xfrm>
          <a:prstGeom prst="rect">
            <a:avLst/>
          </a:prstGeom>
          <a:solidFill>
            <a:schemeClr val="accent3">
              <a:lumMod val="40000"/>
              <a:lumOff val="60000"/>
            </a:schemeClr>
          </a:solidFill>
        </p:spPr>
        <p:txBody>
          <a:bodyPr spcFirstLastPara="1" wrap="square" lIns="91425" tIns="91425" rIns="91425" bIns="91425" anchor="ctr" anchorCtr="0">
            <a:noAutofit/>
          </a:bodyPr>
          <a:lstStyle/>
          <a:p>
            <a:r>
              <a:rPr lang="en-IN" dirty="0">
                <a:solidFill>
                  <a:schemeClr val="bg1">
                    <a:lumMod val="25000"/>
                  </a:schemeClr>
                </a:solidFill>
              </a:rPr>
              <a:t>GA4 Dashboard Overview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0"/>
          <p:cNvSpPr txBox="1">
            <a:spLocks noGrp="1"/>
          </p:cNvSpPr>
          <p:nvPr>
            <p:ph type="title"/>
          </p:nvPr>
        </p:nvSpPr>
        <p:spPr>
          <a:xfrm>
            <a:off x="713225" y="668203"/>
            <a:ext cx="77175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K</a:t>
            </a:r>
            <a:r>
              <a:rPr lang="en" dirty="0"/>
              <a:t>ey Metrics &amp; Terminologies </a:t>
            </a:r>
            <a:endParaRPr dirty="0"/>
          </a:p>
        </p:txBody>
      </p:sp>
      <p:graphicFrame>
        <p:nvGraphicFramePr>
          <p:cNvPr id="353" name="Google Shape;353;p30"/>
          <p:cNvGraphicFramePr/>
          <p:nvPr>
            <p:extLst>
              <p:ext uri="{D42A27DB-BD31-4B8C-83A1-F6EECF244321}">
                <p14:modId xmlns:p14="http://schemas.microsoft.com/office/powerpoint/2010/main" val="1685223429"/>
              </p:ext>
            </p:extLst>
          </p:nvPr>
        </p:nvGraphicFramePr>
        <p:xfrm>
          <a:off x="713225" y="1406236"/>
          <a:ext cx="7656600" cy="2784761"/>
        </p:xfrm>
        <a:graphic>
          <a:graphicData uri="http://schemas.openxmlformats.org/drawingml/2006/table">
            <a:tbl>
              <a:tblPr>
                <a:noFill/>
                <a:tableStyleId>{0C68CCFC-5F13-43B5-951E-A89E0A077A7C}</a:tableStyleId>
              </a:tblPr>
              <a:tblGrid>
                <a:gridCol w="2328600">
                  <a:extLst>
                    <a:ext uri="{9D8B030D-6E8A-4147-A177-3AD203B41FA5}">
                      <a16:colId xmlns:a16="http://schemas.microsoft.com/office/drawing/2014/main" val="20000"/>
                    </a:ext>
                  </a:extLst>
                </a:gridCol>
                <a:gridCol w="5328000">
                  <a:extLst>
                    <a:ext uri="{9D8B030D-6E8A-4147-A177-3AD203B41FA5}">
                      <a16:colId xmlns:a16="http://schemas.microsoft.com/office/drawing/2014/main" val="20001"/>
                    </a:ext>
                  </a:extLst>
                </a:gridCol>
              </a:tblGrid>
              <a:tr h="390533">
                <a:tc>
                  <a:txBody>
                    <a:bodyPr/>
                    <a:lstStyle/>
                    <a:p>
                      <a:pPr marL="0" lvl="0" indent="0" algn="l" rtl="0">
                        <a:spcBef>
                          <a:spcPts val="0"/>
                        </a:spcBef>
                        <a:spcAft>
                          <a:spcPts val="0"/>
                        </a:spcAft>
                        <a:buNone/>
                      </a:pPr>
                      <a:r>
                        <a:rPr lang="en" sz="1000" b="1" u="sng" dirty="0">
                          <a:solidFill>
                            <a:schemeClr val="dk1"/>
                          </a:solidFill>
                          <a:latin typeface="Asap"/>
                          <a:ea typeface="Asap"/>
                          <a:cs typeface="Asap"/>
                          <a:sym typeface="Asap"/>
                        </a:rPr>
                        <a:t>Metric</a:t>
                      </a:r>
                      <a:endParaRPr sz="1000" b="1"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US" sz="1000" b="1" u="sng" dirty="0">
                          <a:solidFill>
                            <a:schemeClr val="dk1"/>
                          </a:solidFill>
                          <a:latin typeface="Asap"/>
                          <a:ea typeface="Asap"/>
                          <a:cs typeface="Asap"/>
                          <a:sym typeface="Asap"/>
                        </a:rPr>
                        <a:t>Description </a:t>
                      </a:r>
                      <a:endParaRPr sz="1000" b="1" u="sng"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41563">
                <a:tc>
                  <a:txBody>
                    <a:bodyPr/>
                    <a:lstStyle/>
                    <a:p>
                      <a:pPr marL="0" lvl="0" indent="0" algn="l" rtl="0">
                        <a:spcBef>
                          <a:spcPts val="0"/>
                        </a:spcBef>
                        <a:spcAft>
                          <a:spcPts val="0"/>
                        </a:spcAft>
                        <a:buNone/>
                      </a:pPr>
                      <a:r>
                        <a:rPr lang="en-US" sz="1000" b="1" dirty="0">
                          <a:solidFill>
                            <a:schemeClr val="dk1"/>
                          </a:solidFill>
                          <a:latin typeface="Asap"/>
                          <a:ea typeface="Asap"/>
                          <a:cs typeface="Asap"/>
                          <a:sym typeface="Asap"/>
                        </a:rPr>
                        <a:t>Sessions </a:t>
                      </a:r>
                      <a:endParaRPr sz="1000" b="1"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000" dirty="0">
                          <a:solidFill>
                            <a:schemeClr val="dk1"/>
                          </a:solidFill>
                          <a:latin typeface="Asap"/>
                          <a:ea typeface="Asap"/>
                          <a:cs typeface="Asap"/>
                          <a:sym typeface="Asap"/>
                        </a:rPr>
                        <a:t>The number of times users engage with your site (1 session = engagement time &gt; 10 sec and &lt;= 30min)</a:t>
                      </a:r>
                    </a:p>
                  </a:txBody>
                  <a:tcPr marL="91425" marR="91425" marT="0" marB="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3931228060"/>
                  </a:ext>
                </a:extLst>
              </a:tr>
              <a:tr h="390533">
                <a:tc>
                  <a:txBody>
                    <a:bodyPr/>
                    <a:lstStyle/>
                    <a:p>
                      <a:pPr marL="0" lvl="0" indent="0" algn="l" rtl="0">
                        <a:spcBef>
                          <a:spcPts val="0"/>
                        </a:spcBef>
                        <a:spcAft>
                          <a:spcPts val="0"/>
                        </a:spcAft>
                        <a:buNone/>
                      </a:pPr>
                      <a:r>
                        <a:rPr lang="en-US" sz="1000" b="1" dirty="0">
                          <a:solidFill>
                            <a:schemeClr val="dk1"/>
                          </a:solidFill>
                          <a:latin typeface="Asap"/>
                          <a:ea typeface="Asap"/>
                          <a:cs typeface="Asap"/>
                          <a:sym typeface="Asap"/>
                        </a:rPr>
                        <a:t>Engagement Rate</a:t>
                      </a:r>
                      <a:endParaRPr sz="1000" b="1"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1000" dirty="0">
                          <a:solidFill>
                            <a:schemeClr val="dk1"/>
                          </a:solidFill>
                          <a:latin typeface="Asap"/>
                          <a:ea typeface="Asap"/>
                          <a:cs typeface="Asap"/>
                          <a:sym typeface="Asap"/>
                        </a:rPr>
                        <a:t>Where users actively interact for at least 10 seconds or trigger key events.</a:t>
                      </a:r>
                      <a:endParaRPr sz="1000"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90533">
                <a:tc>
                  <a:txBody>
                    <a:bodyPr/>
                    <a:lstStyle/>
                    <a:p>
                      <a:pPr marL="0" lvl="0" indent="0" algn="l" rtl="0">
                        <a:spcBef>
                          <a:spcPts val="0"/>
                        </a:spcBef>
                        <a:spcAft>
                          <a:spcPts val="0"/>
                        </a:spcAft>
                        <a:buNone/>
                      </a:pPr>
                      <a:r>
                        <a:rPr lang="en-IN" sz="1000" b="1" u="none" dirty="0">
                          <a:solidFill>
                            <a:schemeClr val="dk1"/>
                          </a:solidFill>
                          <a:latin typeface="Asap"/>
                          <a:ea typeface="Asap"/>
                          <a:cs typeface="Asap"/>
                          <a:sym typeface="Asap"/>
                        </a:rPr>
                        <a:t>A</a:t>
                      </a:r>
                      <a:r>
                        <a:rPr lang="en" sz="1000" b="1" u="none" dirty="0">
                          <a:solidFill>
                            <a:schemeClr val="dk1"/>
                          </a:solidFill>
                          <a:latin typeface="Asap"/>
                          <a:ea typeface="Asap"/>
                          <a:cs typeface="Asap"/>
                          <a:sym typeface="Asap"/>
                        </a:rPr>
                        <a:t>vg Engagement Time</a:t>
                      </a:r>
                      <a:endParaRPr sz="1000" b="1" u="none"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IN" sz="1000" dirty="0">
                          <a:solidFill>
                            <a:schemeClr val="dk1"/>
                          </a:solidFill>
                          <a:latin typeface="Asap"/>
                          <a:ea typeface="Asap"/>
                          <a:cs typeface="Asap"/>
                          <a:sym typeface="Asap"/>
                        </a:rPr>
                        <a:t>T</a:t>
                      </a:r>
                      <a:r>
                        <a:rPr lang="en" sz="1000" dirty="0">
                          <a:solidFill>
                            <a:schemeClr val="dk1"/>
                          </a:solidFill>
                          <a:latin typeface="Asap"/>
                          <a:ea typeface="Asap"/>
                          <a:cs typeface="Asap"/>
                          <a:sym typeface="Asap"/>
                        </a:rPr>
                        <a:t>he average time users spend actively engaging with your content</a:t>
                      </a:r>
                      <a:endParaRPr sz="1000"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90533">
                <a:tc>
                  <a:txBody>
                    <a:bodyPr/>
                    <a:lstStyle/>
                    <a:p>
                      <a:pPr marL="0" lvl="0" indent="0" algn="l" rtl="0">
                        <a:spcBef>
                          <a:spcPts val="0"/>
                        </a:spcBef>
                        <a:spcAft>
                          <a:spcPts val="0"/>
                        </a:spcAft>
                        <a:buNone/>
                      </a:pPr>
                      <a:r>
                        <a:rPr lang="en-US" sz="1000" b="1" dirty="0">
                          <a:solidFill>
                            <a:schemeClr val="dk1"/>
                          </a:solidFill>
                          <a:latin typeface="Asap"/>
                          <a:ea typeface="Asap"/>
                          <a:cs typeface="Asap"/>
                          <a:sym typeface="Asap"/>
                        </a:rPr>
                        <a:t>Event Count </a:t>
                      </a:r>
                      <a:endParaRPr sz="1000" b="1"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IN" sz="1000" dirty="0">
                          <a:solidFill>
                            <a:schemeClr val="dk1"/>
                          </a:solidFill>
                          <a:latin typeface="Asap"/>
                          <a:ea typeface="Asap"/>
                          <a:cs typeface="Asap"/>
                          <a:sym typeface="Asap"/>
                        </a:rPr>
                        <a:t>T</a:t>
                      </a:r>
                      <a:r>
                        <a:rPr lang="en" sz="1000" dirty="0">
                          <a:solidFill>
                            <a:schemeClr val="dk1"/>
                          </a:solidFill>
                          <a:latin typeface="Asap"/>
                          <a:ea typeface="Asap"/>
                          <a:cs typeface="Asap"/>
                          <a:sym typeface="Asap"/>
                        </a:rPr>
                        <a:t>he total number of tracked interactions such as clicks, video plays or form submissions.</a:t>
                      </a:r>
                      <a:endParaRPr sz="1000"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90533">
                <a:tc>
                  <a:txBody>
                    <a:bodyPr/>
                    <a:lstStyle/>
                    <a:p>
                      <a:pPr marL="0" lvl="0" indent="0" algn="l" rtl="0">
                        <a:spcBef>
                          <a:spcPts val="0"/>
                        </a:spcBef>
                        <a:spcAft>
                          <a:spcPts val="0"/>
                        </a:spcAft>
                        <a:buNone/>
                      </a:pPr>
                      <a:r>
                        <a:rPr lang="en-IN" sz="1000" b="1" u="none" dirty="0">
                          <a:solidFill>
                            <a:schemeClr val="dk1"/>
                          </a:solidFill>
                          <a:latin typeface="Asap"/>
                          <a:ea typeface="Asap"/>
                          <a:cs typeface="Asap"/>
                          <a:sym typeface="Asap"/>
                        </a:rPr>
                        <a:t>C</a:t>
                      </a:r>
                      <a:r>
                        <a:rPr lang="en" sz="1000" b="1" u="none" dirty="0">
                          <a:solidFill>
                            <a:schemeClr val="dk1"/>
                          </a:solidFill>
                          <a:latin typeface="Asap"/>
                          <a:ea typeface="Asap"/>
                          <a:cs typeface="Asap"/>
                          <a:sym typeface="Asap"/>
                        </a:rPr>
                        <a:t>onversions </a:t>
                      </a:r>
                      <a:endParaRPr sz="1000" b="1" u="none"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IN" sz="1000" dirty="0">
                          <a:solidFill>
                            <a:schemeClr val="dk1"/>
                          </a:solidFill>
                          <a:latin typeface="Asap"/>
                          <a:ea typeface="Asap"/>
                          <a:cs typeface="Asap"/>
                          <a:sym typeface="Asap"/>
                        </a:rPr>
                        <a:t>T</a:t>
                      </a:r>
                      <a:r>
                        <a:rPr lang="en" sz="1000" dirty="0">
                          <a:solidFill>
                            <a:schemeClr val="dk1"/>
                          </a:solidFill>
                          <a:latin typeface="Asap"/>
                          <a:ea typeface="Asap"/>
                          <a:cs typeface="Asap"/>
                          <a:sym typeface="Asap"/>
                        </a:rPr>
                        <a:t>he number of times users complete important actions like purchases or sign-ups</a:t>
                      </a:r>
                      <a:endParaRPr sz="1000"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90533">
                <a:tc>
                  <a:txBody>
                    <a:bodyPr/>
                    <a:lstStyle/>
                    <a:p>
                      <a:pPr marL="0" lvl="0" indent="0" algn="l" rtl="0">
                        <a:spcBef>
                          <a:spcPts val="0"/>
                        </a:spcBef>
                        <a:spcAft>
                          <a:spcPts val="0"/>
                        </a:spcAft>
                        <a:buNone/>
                      </a:pPr>
                      <a:r>
                        <a:rPr lang="en-IN" sz="1000" b="1" dirty="0">
                          <a:solidFill>
                            <a:schemeClr val="dk1"/>
                          </a:solidFill>
                          <a:latin typeface="Asap"/>
                          <a:ea typeface="Asap"/>
                          <a:cs typeface="Asap"/>
                          <a:sym typeface="Asap"/>
                        </a:rPr>
                        <a:t>B</a:t>
                      </a:r>
                      <a:r>
                        <a:rPr lang="en" sz="1000" b="1" dirty="0">
                          <a:solidFill>
                            <a:schemeClr val="dk1"/>
                          </a:solidFill>
                          <a:latin typeface="Asap"/>
                          <a:ea typeface="Asap"/>
                          <a:cs typeface="Asap"/>
                          <a:sym typeface="Asap"/>
                        </a:rPr>
                        <a:t>ounce Rate</a:t>
                      </a:r>
                      <a:endParaRPr sz="1000" b="1"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 sz="1000" dirty="0">
                          <a:solidFill>
                            <a:schemeClr val="dk1"/>
                          </a:solidFill>
                          <a:latin typeface="Asap"/>
                          <a:ea typeface="Asap"/>
                          <a:cs typeface="Asap"/>
                          <a:sym typeface="Asap"/>
                        </a:rPr>
                        <a:t>Where users leaves within &lt;10sec</a:t>
                      </a:r>
                      <a:endParaRPr sz="1000" b="1" u="sng"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356" name="Google Shape;356;p30"/>
          <p:cNvPicPr preferRelativeResize="0"/>
          <p:nvPr/>
        </p:nvPicPr>
        <p:blipFill>
          <a:blip r:embed="rId3">
            <a:alphaModFix/>
          </a:blip>
          <a:stretch>
            <a:fillRect/>
          </a:stretch>
        </p:blipFill>
        <p:spPr>
          <a:xfrm>
            <a:off x="397170" y="4142290"/>
            <a:ext cx="640079" cy="640079"/>
          </a:xfrm>
          <a:prstGeom prst="rect">
            <a:avLst/>
          </a:prstGeom>
          <a:noFill/>
          <a:ln>
            <a:noFill/>
          </a:ln>
        </p:spPr>
      </p:pic>
      <p:grpSp>
        <p:nvGrpSpPr>
          <p:cNvPr id="357" name="Google Shape;357;p30"/>
          <p:cNvGrpSpPr/>
          <p:nvPr/>
        </p:nvGrpSpPr>
        <p:grpSpPr>
          <a:xfrm>
            <a:off x="8238081" y="655413"/>
            <a:ext cx="614322" cy="1359568"/>
            <a:chOff x="7943769" y="304800"/>
            <a:chExt cx="614322" cy="1359568"/>
          </a:xfrm>
        </p:grpSpPr>
        <p:pic>
          <p:nvPicPr>
            <p:cNvPr id="358" name="Google Shape;358;p30"/>
            <p:cNvPicPr preferRelativeResize="0"/>
            <p:nvPr/>
          </p:nvPicPr>
          <p:blipFill>
            <a:blip r:embed="rId4">
              <a:alphaModFix/>
            </a:blip>
            <a:stretch>
              <a:fillRect/>
            </a:stretch>
          </p:blipFill>
          <p:spPr>
            <a:xfrm>
              <a:off x="8252421" y="304800"/>
              <a:ext cx="305671" cy="1188720"/>
            </a:xfrm>
            <a:prstGeom prst="rect">
              <a:avLst/>
            </a:prstGeom>
            <a:noFill/>
            <a:ln>
              <a:noFill/>
            </a:ln>
          </p:spPr>
        </p:pic>
        <p:grpSp>
          <p:nvGrpSpPr>
            <p:cNvPr id="359" name="Google Shape;359;p30"/>
            <p:cNvGrpSpPr/>
            <p:nvPr/>
          </p:nvGrpSpPr>
          <p:grpSpPr>
            <a:xfrm>
              <a:off x="7943769" y="1152286"/>
              <a:ext cx="512082" cy="512082"/>
              <a:chOff x="3917134" y="511959"/>
              <a:chExt cx="512082" cy="512082"/>
            </a:xfrm>
          </p:grpSpPr>
          <p:sp>
            <p:nvSpPr>
              <p:cNvPr id="360" name="Google Shape;360;p30"/>
              <p:cNvSpPr/>
              <p:nvPr/>
            </p:nvSpPr>
            <p:spPr>
              <a:xfrm>
                <a:off x="3944575" y="539400"/>
                <a:ext cx="457200" cy="457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nvGrpSpPr>
              <p:cNvPr id="361" name="Google Shape;361;p30"/>
              <p:cNvGrpSpPr/>
              <p:nvPr/>
            </p:nvGrpSpPr>
            <p:grpSpPr>
              <a:xfrm rot="2700000">
                <a:off x="3992126" y="586951"/>
                <a:ext cx="362097" cy="362097"/>
                <a:chOff x="1726575" y="1666225"/>
                <a:chExt cx="362100" cy="362100"/>
              </a:xfrm>
            </p:grpSpPr>
            <p:cxnSp>
              <p:nvCxnSpPr>
                <p:cNvPr id="362" name="Google Shape;362;p30"/>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363" name="Google Shape;363;p30"/>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grpSp>
      <p:sp>
        <p:nvSpPr>
          <p:cNvPr id="11" name="TextBox 10">
            <a:extLst>
              <a:ext uri="{FF2B5EF4-FFF2-40B4-BE49-F238E27FC236}">
                <a16:creationId xmlns:a16="http://schemas.microsoft.com/office/drawing/2014/main" id="{6397AE09-A4D1-05BD-3ECA-5AE95B6D22A8}"/>
              </a:ext>
            </a:extLst>
          </p:cNvPr>
          <p:cNvSpPr txBox="1"/>
          <p:nvPr/>
        </p:nvSpPr>
        <p:spPr>
          <a:xfrm>
            <a:off x="2353921" y="193448"/>
            <a:ext cx="498764" cy="261610"/>
          </a:xfrm>
          <a:prstGeom prst="rect">
            <a:avLst/>
          </a:prstGeom>
          <a:noFill/>
        </p:spPr>
        <p:txBody>
          <a:bodyPr wrap="square">
            <a:spAutoFit/>
          </a:bodyPr>
          <a:lstStyle/>
          <a:p>
            <a:r>
              <a:rPr lang="en" sz="1100" dirty="0">
                <a:solidFill>
                  <a:schemeClr val="bg1">
                    <a:lumMod val="25000"/>
                  </a:schemeClr>
                </a:solidFill>
              </a:rPr>
              <a:t>Intro</a:t>
            </a:r>
            <a:endParaRPr lang="en-IN" sz="1100" dirty="0">
              <a:solidFill>
                <a:schemeClr val="bg1">
                  <a:lumMod val="25000"/>
                </a:schemeClr>
              </a:solidFill>
            </a:endParaRPr>
          </a:p>
        </p:txBody>
      </p:sp>
      <p:sp>
        <p:nvSpPr>
          <p:cNvPr id="12" name="TextBox 11">
            <a:extLst>
              <a:ext uri="{FF2B5EF4-FFF2-40B4-BE49-F238E27FC236}">
                <a16:creationId xmlns:a16="http://schemas.microsoft.com/office/drawing/2014/main" id="{41A23419-6092-7DC5-6AFC-16923D8B5370}"/>
              </a:ext>
            </a:extLst>
          </p:cNvPr>
          <p:cNvSpPr txBox="1"/>
          <p:nvPr/>
        </p:nvSpPr>
        <p:spPr>
          <a:xfrm>
            <a:off x="3302445" y="193448"/>
            <a:ext cx="671449" cy="261610"/>
          </a:xfrm>
          <a:prstGeom prst="rect">
            <a:avLst/>
          </a:prstGeom>
          <a:noFill/>
        </p:spPr>
        <p:txBody>
          <a:bodyPr wrap="square">
            <a:spAutoFit/>
          </a:bodyPr>
          <a:lstStyle/>
          <a:p>
            <a:r>
              <a:rPr lang="en" sz="1100" dirty="0">
                <a:solidFill>
                  <a:srgbClr val="EA4335"/>
                </a:solidFill>
              </a:rPr>
              <a:t>Home</a:t>
            </a:r>
            <a:endParaRPr lang="en-IN" sz="1100" dirty="0">
              <a:solidFill>
                <a:srgbClr val="EA4335"/>
              </a:solidFill>
            </a:endParaRPr>
          </a:p>
        </p:txBody>
      </p:sp>
      <p:sp>
        <p:nvSpPr>
          <p:cNvPr id="13" name="TextBox 12">
            <a:extLst>
              <a:ext uri="{FF2B5EF4-FFF2-40B4-BE49-F238E27FC236}">
                <a16:creationId xmlns:a16="http://schemas.microsoft.com/office/drawing/2014/main" id="{BA343A12-E3CE-B86C-4336-B12818319164}"/>
              </a:ext>
            </a:extLst>
          </p:cNvPr>
          <p:cNvSpPr txBox="1"/>
          <p:nvPr/>
        </p:nvSpPr>
        <p:spPr>
          <a:xfrm>
            <a:off x="4306899" y="193448"/>
            <a:ext cx="817932" cy="261610"/>
          </a:xfrm>
          <a:prstGeom prst="rect">
            <a:avLst/>
          </a:prstGeom>
          <a:noFill/>
        </p:spPr>
        <p:txBody>
          <a:bodyPr wrap="square">
            <a:spAutoFit/>
          </a:bodyPr>
          <a:lstStyle/>
          <a:p>
            <a:r>
              <a:rPr lang="en-IN" sz="1100" dirty="0">
                <a:solidFill>
                  <a:schemeClr val="bg1">
                    <a:lumMod val="25000"/>
                  </a:schemeClr>
                </a:solidFill>
              </a:rPr>
              <a:t>Reports</a:t>
            </a:r>
          </a:p>
        </p:txBody>
      </p:sp>
      <p:sp>
        <p:nvSpPr>
          <p:cNvPr id="14" name="TextBox 13">
            <a:extLst>
              <a:ext uri="{FF2B5EF4-FFF2-40B4-BE49-F238E27FC236}">
                <a16:creationId xmlns:a16="http://schemas.microsoft.com/office/drawing/2014/main" id="{ED2BAB6C-848F-5810-9946-98F7AF801C32}"/>
              </a:ext>
            </a:extLst>
          </p:cNvPr>
          <p:cNvSpPr txBox="1"/>
          <p:nvPr/>
        </p:nvSpPr>
        <p:spPr>
          <a:xfrm>
            <a:off x="5457835" y="193448"/>
            <a:ext cx="817932" cy="261610"/>
          </a:xfrm>
          <a:prstGeom prst="rect">
            <a:avLst/>
          </a:prstGeom>
          <a:noFill/>
        </p:spPr>
        <p:txBody>
          <a:bodyPr wrap="square">
            <a:spAutoFit/>
          </a:bodyPr>
          <a:lstStyle/>
          <a:p>
            <a:r>
              <a:rPr lang="en-IN" sz="1100" dirty="0">
                <a:solidFill>
                  <a:schemeClr val="bg1">
                    <a:lumMod val="25000"/>
                  </a:schemeClr>
                </a:solidFill>
              </a:rPr>
              <a:t>Explore</a:t>
            </a:r>
          </a:p>
        </p:txBody>
      </p:sp>
      <p:sp>
        <p:nvSpPr>
          <p:cNvPr id="15" name="TextBox 14">
            <a:extLst>
              <a:ext uri="{FF2B5EF4-FFF2-40B4-BE49-F238E27FC236}">
                <a16:creationId xmlns:a16="http://schemas.microsoft.com/office/drawing/2014/main" id="{AE538681-F20F-4C50-D6E6-78BC1D19ACA0}"/>
              </a:ext>
            </a:extLst>
          </p:cNvPr>
          <p:cNvSpPr txBox="1"/>
          <p:nvPr/>
        </p:nvSpPr>
        <p:spPr>
          <a:xfrm>
            <a:off x="6608771" y="198928"/>
            <a:ext cx="1016803" cy="261610"/>
          </a:xfrm>
          <a:prstGeom prst="rect">
            <a:avLst/>
          </a:prstGeom>
          <a:noFill/>
        </p:spPr>
        <p:txBody>
          <a:bodyPr wrap="square">
            <a:spAutoFit/>
          </a:bodyPr>
          <a:lstStyle/>
          <a:p>
            <a:r>
              <a:rPr lang="en-IN" sz="1100" dirty="0">
                <a:solidFill>
                  <a:schemeClr val="bg1">
                    <a:lumMod val="25000"/>
                  </a:schemeClr>
                </a:solidFill>
              </a:rPr>
              <a:t>Advertising</a:t>
            </a:r>
          </a:p>
        </p:txBody>
      </p:sp>
      <p:sp>
        <p:nvSpPr>
          <p:cNvPr id="16" name="TextBox 15">
            <a:extLst>
              <a:ext uri="{FF2B5EF4-FFF2-40B4-BE49-F238E27FC236}">
                <a16:creationId xmlns:a16="http://schemas.microsoft.com/office/drawing/2014/main" id="{870BD9E8-06C8-C1EE-BC59-F5E62ABA47B8}"/>
              </a:ext>
            </a:extLst>
          </p:cNvPr>
          <p:cNvSpPr txBox="1"/>
          <p:nvPr/>
        </p:nvSpPr>
        <p:spPr>
          <a:xfrm>
            <a:off x="7958578" y="198928"/>
            <a:ext cx="1016803" cy="261610"/>
          </a:xfrm>
          <a:prstGeom prst="rect">
            <a:avLst/>
          </a:prstGeom>
          <a:noFill/>
        </p:spPr>
        <p:txBody>
          <a:bodyPr wrap="square">
            <a:spAutoFit/>
          </a:bodyPr>
          <a:lstStyle/>
          <a:p>
            <a:r>
              <a:rPr lang="en-US" sz="1100" dirty="0">
                <a:solidFill>
                  <a:schemeClr val="bg1">
                    <a:lumMod val="25000"/>
                  </a:schemeClr>
                </a:solidFill>
              </a:rPr>
              <a:t>L</a:t>
            </a:r>
            <a:r>
              <a:rPr lang="en-IN" sz="1100" dirty="0">
                <a:solidFill>
                  <a:schemeClr val="bg1">
                    <a:lumMod val="25000"/>
                  </a:schemeClr>
                </a:solidFill>
              </a:rPr>
              <a:t>earnings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41"/>
          <p:cNvSpPr txBox="1">
            <a:spLocks noGrp="1"/>
          </p:cNvSpPr>
          <p:nvPr>
            <p:ph type="subTitle" idx="6"/>
          </p:nvPr>
        </p:nvSpPr>
        <p:spPr>
          <a:xfrm>
            <a:off x="906949" y="3210327"/>
            <a:ext cx="312986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Custom Event Tracking </a:t>
            </a:r>
            <a:endParaRPr dirty="0"/>
          </a:p>
        </p:txBody>
      </p:sp>
      <p:sp>
        <p:nvSpPr>
          <p:cNvPr id="662" name="Google Shape;662;p41"/>
          <p:cNvSpPr txBox="1">
            <a:spLocks noGrp="1"/>
          </p:cNvSpPr>
          <p:nvPr>
            <p:ph type="title"/>
          </p:nvPr>
        </p:nvSpPr>
        <p:spPr>
          <a:xfrm>
            <a:off x="713225" y="763957"/>
            <a:ext cx="77175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D</a:t>
            </a:r>
            <a:r>
              <a:rPr lang="en" dirty="0"/>
              <a:t>ata Recording </a:t>
            </a:r>
            <a:endParaRPr dirty="0"/>
          </a:p>
        </p:txBody>
      </p:sp>
      <p:sp>
        <p:nvSpPr>
          <p:cNvPr id="663" name="Google Shape;663;p41"/>
          <p:cNvSpPr txBox="1">
            <a:spLocks noGrp="1"/>
          </p:cNvSpPr>
          <p:nvPr>
            <p:ph type="subTitle" idx="1"/>
          </p:nvPr>
        </p:nvSpPr>
        <p:spPr>
          <a:xfrm>
            <a:off x="906949" y="2113037"/>
            <a:ext cx="3259534"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GA4 tracks every user interaction like clicks, scrolls and views as individual events for deeper understanding</a:t>
            </a:r>
            <a:endParaRPr dirty="0"/>
          </a:p>
        </p:txBody>
      </p:sp>
      <p:sp>
        <p:nvSpPr>
          <p:cNvPr id="664" name="Google Shape;664;p41"/>
          <p:cNvSpPr txBox="1">
            <a:spLocks noGrp="1"/>
          </p:cNvSpPr>
          <p:nvPr>
            <p:ph type="subTitle" idx="2"/>
          </p:nvPr>
        </p:nvSpPr>
        <p:spPr>
          <a:xfrm>
            <a:off x="4916934" y="2113037"/>
            <a:ext cx="3066198"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GA4 automatically records basic interactions such as page views, scrolls and outbound clicks without extra setup</a:t>
            </a:r>
            <a:endParaRPr dirty="0"/>
          </a:p>
        </p:txBody>
      </p:sp>
      <p:sp>
        <p:nvSpPr>
          <p:cNvPr id="665" name="Google Shape;665;p41"/>
          <p:cNvSpPr txBox="1">
            <a:spLocks noGrp="1"/>
          </p:cNvSpPr>
          <p:nvPr>
            <p:ph type="subTitle" idx="3"/>
          </p:nvPr>
        </p:nvSpPr>
        <p:spPr>
          <a:xfrm>
            <a:off x="906949" y="3667524"/>
            <a:ext cx="3129935"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Y</a:t>
            </a:r>
            <a:r>
              <a:rPr lang="en" dirty="0"/>
              <a:t>ou can create your own events to track specific actions that matter to your business, like form submissions or button clicks</a:t>
            </a:r>
            <a:endParaRPr dirty="0"/>
          </a:p>
        </p:txBody>
      </p:sp>
      <p:sp>
        <p:nvSpPr>
          <p:cNvPr id="666" name="Google Shape;666;p41"/>
          <p:cNvSpPr txBox="1">
            <a:spLocks noGrp="1"/>
          </p:cNvSpPr>
          <p:nvPr>
            <p:ph type="subTitle" idx="4"/>
          </p:nvPr>
        </p:nvSpPr>
        <p:spPr>
          <a:xfrm>
            <a:off x="4916860" y="3667524"/>
            <a:ext cx="3130010"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GA4 Shows live user activity instantly, helping you monitor traffic, behavior and events as they happen </a:t>
            </a:r>
            <a:endParaRPr dirty="0"/>
          </a:p>
        </p:txBody>
      </p:sp>
      <p:sp>
        <p:nvSpPr>
          <p:cNvPr id="667" name="Google Shape;667;p41"/>
          <p:cNvSpPr txBox="1">
            <a:spLocks noGrp="1"/>
          </p:cNvSpPr>
          <p:nvPr>
            <p:ph type="subTitle" idx="5"/>
          </p:nvPr>
        </p:nvSpPr>
        <p:spPr>
          <a:xfrm>
            <a:off x="906949" y="1655839"/>
            <a:ext cx="29442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E</a:t>
            </a:r>
            <a:r>
              <a:rPr lang="en" dirty="0"/>
              <a:t>vent-Based Tracking </a:t>
            </a:r>
            <a:endParaRPr dirty="0"/>
          </a:p>
        </p:txBody>
      </p:sp>
      <p:sp>
        <p:nvSpPr>
          <p:cNvPr id="668" name="Google Shape;668;p41"/>
          <p:cNvSpPr txBox="1">
            <a:spLocks noGrp="1"/>
          </p:cNvSpPr>
          <p:nvPr>
            <p:ph type="subTitle" idx="7"/>
          </p:nvPr>
        </p:nvSpPr>
        <p:spPr>
          <a:xfrm>
            <a:off x="4852972" y="1676932"/>
            <a:ext cx="331582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Automatic Data Collection </a:t>
            </a:r>
            <a:endParaRPr dirty="0"/>
          </a:p>
        </p:txBody>
      </p:sp>
      <p:sp>
        <p:nvSpPr>
          <p:cNvPr id="669" name="Google Shape;669;p41"/>
          <p:cNvSpPr txBox="1">
            <a:spLocks noGrp="1"/>
          </p:cNvSpPr>
          <p:nvPr>
            <p:ph type="subTitle" idx="8"/>
          </p:nvPr>
        </p:nvSpPr>
        <p:spPr>
          <a:xfrm>
            <a:off x="4916934" y="3210327"/>
            <a:ext cx="3513791"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R</a:t>
            </a:r>
            <a:r>
              <a:rPr lang="en" dirty="0"/>
              <a:t>eal-Time Data Processing </a:t>
            </a:r>
            <a:endParaRPr dirty="0"/>
          </a:p>
        </p:txBody>
      </p:sp>
      <p:sp>
        <p:nvSpPr>
          <p:cNvPr id="3" name="TextBox 2">
            <a:extLst>
              <a:ext uri="{FF2B5EF4-FFF2-40B4-BE49-F238E27FC236}">
                <a16:creationId xmlns:a16="http://schemas.microsoft.com/office/drawing/2014/main" id="{C73E651A-98AD-648F-3220-B44CC0DF533B}"/>
              </a:ext>
            </a:extLst>
          </p:cNvPr>
          <p:cNvSpPr txBox="1"/>
          <p:nvPr/>
        </p:nvSpPr>
        <p:spPr>
          <a:xfrm>
            <a:off x="2353921" y="193448"/>
            <a:ext cx="498764" cy="261610"/>
          </a:xfrm>
          <a:prstGeom prst="rect">
            <a:avLst/>
          </a:prstGeom>
          <a:noFill/>
        </p:spPr>
        <p:txBody>
          <a:bodyPr wrap="square">
            <a:spAutoFit/>
          </a:bodyPr>
          <a:lstStyle/>
          <a:p>
            <a:r>
              <a:rPr lang="en" sz="1100" dirty="0">
                <a:solidFill>
                  <a:schemeClr val="bg1">
                    <a:lumMod val="25000"/>
                  </a:schemeClr>
                </a:solidFill>
              </a:rPr>
              <a:t>Intro</a:t>
            </a:r>
            <a:endParaRPr lang="en-IN" sz="1100" dirty="0">
              <a:solidFill>
                <a:schemeClr val="bg1">
                  <a:lumMod val="25000"/>
                </a:schemeClr>
              </a:solidFill>
            </a:endParaRPr>
          </a:p>
        </p:txBody>
      </p:sp>
      <p:sp>
        <p:nvSpPr>
          <p:cNvPr id="4" name="TextBox 3">
            <a:extLst>
              <a:ext uri="{FF2B5EF4-FFF2-40B4-BE49-F238E27FC236}">
                <a16:creationId xmlns:a16="http://schemas.microsoft.com/office/drawing/2014/main" id="{8A84A453-9BCB-17BD-91AE-E9806DEDBAFD}"/>
              </a:ext>
            </a:extLst>
          </p:cNvPr>
          <p:cNvSpPr txBox="1"/>
          <p:nvPr/>
        </p:nvSpPr>
        <p:spPr>
          <a:xfrm>
            <a:off x="3302445" y="193448"/>
            <a:ext cx="671449" cy="261610"/>
          </a:xfrm>
          <a:prstGeom prst="rect">
            <a:avLst/>
          </a:prstGeom>
          <a:noFill/>
        </p:spPr>
        <p:txBody>
          <a:bodyPr wrap="square">
            <a:spAutoFit/>
          </a:bodyPr>
          <a:lstStyle/>
          <a:p>
            <a:r>
              <a:rPr lang="en" sz="1100" dirty="0">
                <a:solidFill>
                  <a:srgbClr val="EA4335"/>
                </a:solidFill>
              </a:rPr>
              <a:t>Home</a:t>
            </a:r>
            <a:endParaRPr lang="en-IN" sz="1100" dirty="0">
              <a:solidFill>
                <a:srgbClr val="EA4335"/>
              </a:solidFill>
            </a:endParaRPr>
          </a:p>
        </p:txBody>
      </p:sp>
      <p:sp>
        <p:nvSpPr>
          <p:cNvPr id="5" name="TextBox 4">
            <a:extLst>
              <a:ext uri="{FF2B5EF4-FFF2-40B4-BE49-F238E27FC236}">
                <a16:creationId xmlns:a16="http://schemas.microsoft.com/office/drawing/2014/main" id="{603E337A-CFD5-64DC-FF29-49C8C1DDDDDC}"/>
              </a:ext>
            </a:extLst>
          </p:cNvPr>
          <p:cNvSpPr txBox="1"/>
          <p:nvPr/>
        </p:nvSpPr>
        <p:spPr>
          <a:xfrm>
            <a:off x="4306899" y="193448"/>
            <a:ext cx="817932" cy="261610"/>
          </a:xfrm>
          <a:prstGeom prst="rect">
            <a:avLst/>
          </a:prstGeom>
          <a:noFill/>
        </p:spPr>
        <p:txBody>
          <a:bodyPr wrap="square">
            <a:spAutoFit/>
          </a:bodyPr>
          <a:lstStyle/>
          <a:p>
            <a:r>
              <a:rPr lang="en-IN" sz="1100" dirty="0">
                <a:solidFill>
                  <a:schemeClr val="bg1">
                    <a:lumMod val="25000"/>
                  </a:schemeClr>
                </a:solidFill>
              </a:rPr>
              <a:t>Reports</a:t>
            </a:r>
          </a:p>
        </p:txBody>
      </p:sp>
      <p:sp>
        <p:nvSpPr>
          <p:cNvPr id="6" name="TextBox 5">
            <a:extLst>
              <a:ext uri="{FF2B5EF4-FFF2-40B4-BE49-F238E27FC236}">
                <a16:creationId xmlns:a16="http://schemas.microsoft.com/office/drawing/2014/main" id="{47511898-ADB4-DE47-B614-54B2D304CC4F}"/>
              </a:ext>
            </a:extLst>
          </p:cNvPr>
          <p:cNvSpPr txBox="1"/>
          <p:nvPr/>
        </p:nvSpPr>
        <p:spPr>
          <a:xfrm>
            <a:off x="5457835" y="193448"/>
            <a:ext cx="817932" cy="261610"/>
          </a:xfrm>
          <a:prstGeom prst="rect">
            <a:avLst/>
          </a:prstGeom>
          <a:noFill/>
        </p:spPr>
        <p:txBody>
          <a:bodyPr wrap="square">
            <a:spAutoFit/>
          </a:bodyPr>
          <a:lstStyle/>
          <a:p>
            <a:r>
              <a:rPr lang="en-IN" sz="1100" dirty="0">
                <a:solidFill>
                  <a:schemeClr val="bg1">
                    <a:lumMod val="25000"/>
                  </a:schemeClr>
                </a:solidFill>
              </a:rPr>
              <a:t>Explore</a:t>
            </a:r>
          </a:p>
        </p:txBody>
      </p:sp>
      <p:sp>
        <p:nvSpPr>
          <p:cNvPr id="7" name="TextBox 6">
            <a:extLst>
              <a:ext uri="{FF2B5EF4-FFF2-40B4-BE49-F238E27FC236}">
                <a16:creationId xmlns:a16="http://schemas.microsoft.com/office/drawing/2014/main" id="{04BAC9FC-1079-6586-867A-A2129EE2ED78}"/>
              </a:ext>
            </a:extLst>
          </p:cNvPr>
          <p:cNvSpPr txBox="1"/>
          <p:nvPr/>
        </p:nvSpPr>
        <p:spPr>
          <a:xfrm>
            <a:off x="6608771" y="198928"/>
            <a:ext cx="1016803" cy="261610"/>
          </a:xfrm>
          <a:prstGeom prst="rect">
            <a:avLst/>
          </a:prstGeom>
          <a:noFill/>
        </p:spPr>
        <p:txBody>
          <a:bodyPr wrap="square">
            <a:spAutoFit/>
          </a:bodyPr>
          <a:lstStyle/>
          <a:p>
            <a:r>
              <a:rPr lang="en-IN" sz="1100" dirty="0">
                <a:solidFill>
                  <a:schemeClr val="bg1">
                    <a:lumMod val="25000"/>
                  </a:schemeClr>
                </a:solidFill>
              </a:rPr>
              <a:t>Advertising</a:t>
            </a:r>
          </a:p>
        </p:txBody>
      </p:sp>
      <p:sp>
        <p:nvSpPr>
          <p:cNvPr id="8" name="TextBox 7">
            <a:extLst>
              <a:ext uri="{FF2B5EF4-FFF2-40B4-BE49-F238E27FC236}">
                <a16:creationId xmlns:a16="http://schemas.microsoft.com/office/drawing/2014/main" id="{4D80662F-3432-50B7-EE62-E5340B0A7D09}"/>
              </a:ext>
            </a:extLst>
          </p:cNvPr>
          <p:cNvSpPr txBox="1"/>
          <p:nvPr/>
        </p:nvSpPr>
        <p:spPr>
          <a:xfrm>
            <a:off x="7958578" y="198928"/>
            <a:ext cx="1016803" cy="261610"/>
          </a:xfrm>
          <a:prstGeom prst="rect">
            <a:avLst/>
          </a:prstGeom>
          <a:noFill/>
        </p:spPr>
        <p:txBody>
          <a:bodyPr wrap="square">
            <a:spAutoFit/>
          </a:bodyPr>
          <a:lstStyle/>
          <a:p>
            <a:r>
              <a:rPr lang="en-US" sz="1100" dirty="0">
                <a:solidFill>
                  <a:schemeClr val="bg1">
                    <a:lumMod val="25000"/>
                  </a:schemeClr>
                </a:solidFill>
              </a:rPr>
              <a:t>L</a:t>
            </a:r>
            <a:r>
              <a:rPr lang="en-IN" sz="1100" dirty="0">
                <a:solidFill>
                  <a:schemeClr val="bg1">
                    <a:lumMod val="25000"/>
                  </a:schemeClr>
                </a:solidFill>
              </a:rPr>
              <a:t>earnings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3"/>
          <p:cNvSpPr txBox="1">
            <a:spLocks noGrp="1"/>
          </p:cNvSpPr>
          <p:nvPr>
            <p:ph type="title"/>
          </p:nvPr>
        </p:nvSpPr>
        <p:spPr>
          <a:xfrm>
            <a:off x="686103" y="715416"/>
            <a:ext cx="77175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L</a:t>
            </a:r>
            <a:r>
              <a:rPr lang="en" dirty="0"/>
              <a:t>ifecycle Reports</a:t>
            </a:r>
            <a:endParaRPr dirty="0"/>
          </a:p>
        </p:txBody>
      </p:sp>
      <p:sp>
        <p:nvSpPr>
          <p:cNvPr id="3" name="TextBox 2">
            <a:extLst>
              <a:ext uri="{FF2B5EF4-FFF2-40B4-BE49-F238E27FC236}">
                <a16:creationId xmlns:a16="http://schemas.microsoft.com/office/drawing/2014/main" id="{58A042F5-EA4C-1808-B3E8-19A561AC77E4}"/>
              </a:ext>
            </a:extLst>
          </p:cNvPr>
          <p:cNvSpPr txBox="1"/>
          <p:nvPr/>
        </p:nvSpPr>
        <p:spPr>
          <a:xfrm>
            <a:off x="2353921" y="193448"/>
            <a:ext cx="498764" cy="261610"/>
          </a:xfrm>
          <a:prstGeom prst="rect">
            <a:avLst/>
          </a:prstGeom>
          <a:noFill/>
        </p:spPr>
        <p:txBody>
          <a:bodyPr wrap="square">
            <a:spAutoFit/>
          </a:bodyPr>
          <a:lstStyle/>
          <a:p>
            <a:r>
              <a:rPr lang="en" sz="1100" dirty="0">
                <a:solidFill>
                  <a:schemeClr val="bg1">
                    <a:lumMod val="25000"/>
                  </a:schemeClr>
                </a:solidFill>
              </a:rPr>
              <a:t>Intro</a:t>
            </a:r>
            <a:endParaRPr lang="en-IN" sz="1100" dirty="0">
              <a:solidFill>
                <a:schemeClr val="bg1">
                  <a:lumMod val="25000"/>
                </a:schemeClr>
              </a:solidFill>
            </a:endParaRPr>
          </a:p>
        </p:txBody>
      </p:sp>
      <p:sp>
        <p:nvSpPr>
          <p:cNvPr id="4" name="TextBox 3">
            <a:extLst>
              <a:ext uri="{FF2B5EF4-FFF2-40B4-BE49-F238E27FC236}">
                <a16:creationId xmlns:a16="http://schemas.microsoft.com/office/drawing/2014/main" id="{3C0388D3-DD87-E52E-987D-3C4EBD306ACA}"/>
              </a:ext>
            </a:extLst>
          </p:cNvPr>
          <p:cNvSpPr txBox="1"/>
          <p:nvPr/>
        </p:nvSpPr>
        <p:spPr>
          <a:xfrm>
            <a:off x="3302445" y="193448"/>
            <a:ext cx="671449" cy="261610"/>
          </a:xfrm>
          <a:prstGeom prst="rect">
            <a:avLst/>
          </a:prstGeom>
          <a:noFill/>
        </p:spPr>
        <p:txBody>
          <a:bodyPr wrap="square">
            <a:spAutoFit/>
          </a:bodyPr>
          <a:lstStyle/>
          <a:p>
            <a:r>
              <a:rPr lang="en" sz="1100" dirty="0">
                <a:solidFill>
                  <a:schemeClr val="bg1">
                    <a:lumMod val="25000"/>
                  </a:schemeClr>
                </a:solidFill>
              </a:rPr>
              <a:t>Home</a:t>
            </a:r>
            <a:endParaRPr lang="en-IN" sz="1100" dirty="0">
              <a:solidFill>
                <a:schemeClr val="bg1">
                  <a:lumMod val="25000"/>
                </a:schemeClr>
              </a:solidFill>
            </a:endParaRPr>
          </a:p>
        </p:txBody>
      </p:sp>
      <p:sp>
        <p:nvSpPr>
          <p:cNvPr id="5" name="TextBox 4">
            <a:extLst>
              <a:ext uri="{FF2B5EF4-FFF2-40B4-BE49-F238E27FC236}">
                <a16:creationId xmlns:a16="http://schemas.microsoft.com/office/drawing/2014/main" id="{6FBCB57F-C09D-3B84-5E2D-196EB9E7C562}"/>
              </a:ext>
            </a:extLst>
          </p:cNvPr>
          <p:cNvSpPr txBox="1"/>
          <p:nvPr/>
        </p:nvSpPr>
        <p:spPr>
          <a:xfrm>
            <a:off x="4306899" y="193448"/>
            <a:ext cx="817932" cy="261610"/>
          </a:xfrm>
          <a:prstGeom prst="rect">
            <a:avLst/>
          </a:prstGeom>
          <a:noFill/>
        </p:spPr>
        <p:txBody>
          <a:bodyPr wrap="square">
            <a:spAutoFit/>
          </a:bodyPr>
          <a:lstStyle/>
          <a:p>
            <a:r>
              <a:rPr lang="en-IN" sz="1100" dirty="0">
                <a:solidFill>
                  <a:srgbClr val="FBBC05"/>
                </a:solidFill>
              </a:rPr>
              <a:t>Reports</a:t>
            </a:r>
          </a:p>
        </p:txBody>
      </p:sp>
      <p:sp>
        <p:nvSpPr>
          <p:cNvPr id="6" name="TextBox 5">
            <a:extLst>
              <a:ext uri="{FF2B5EF4-FFF2-40B4-BE49-F238E27FC236}">
                <a16:creationId xmlns:a16="http://schemas.microsoft.com/office/drawing/2014/main" id="{76BC1E91-1E52-1EA8-542C-0257AD62C56F}"/>
              </a:ext>
            </a:extLst>
          </p:cNvPr>
          <p:cNvSpPr txBox="1"/>
          <p:nvPr/>
        </p:nvSpPr>
        <p:spPr>
          <a:xfrm>
            <a:off x="5457835" y="193448"/>
            <a:ext cx="817932" cy="261610"/>
          </a:xfrm>
          <a:prstGeom prst="rect">
            <a:avLst/>
          </a:prstGeom>
          <a:noFill/>
        </p:spPr>
        <p:txBody>
          <a:bodyPr wrap="square">
            <a:spAutoFit/>
          </a:bodyPr>
          <a:lstStyle/>
          <a:p>
            <a:r>
              <a:rPr lang="en-IN" sz="1100" dirty="0">
                <a:solidFill>
                  <a:schemeClr val="bg1">
                    <a:lumMod val="25000"/>
                  </a:schemeClr>
                </a:solidFill>
              </a:rPr>
              <a:t>Explore</a:t>
            </a:r>
          </a:p>
        </p:txBody>
      </p:sp>
      <p:sp>
        <p:nvSpPr>
          <p:cNvPr id="7" name="TextBox 6">
            <a:extLst>
              <a:ext uri="{FF2B5EF4-FFF2-40B4-BE49-F238E27FC236}">
                <a16:creationId xmlns:a16="http://schemas.microsoft.com/office/drawing/2014/main" id="{9251ABF4-C13B-D7CB-7E13-A7A443DB0CB8}"/>
              </a:ext>
            </a:extLst>
          </p:cNvPr>
          <p:cNvSpPr txBox="1"/>
          <p:nvPr/>
        </p:nvSpPr>
        <p:spPr>
          <a:xfrm>
            <a:off x="6608771" y="198928"/>
            <a:ext cx="1016803" cy="261610"/>
          </a:xfrm>
          <a:prstGeom prst="rect">
            <a:avLst/>
          </a:prstGeom>
          <a:noFill/>
        </p:spPr>
        <p:txBody>
          <a:bodyPr wrap="square">
            <a:spAutoFit/>
          </a:bodyPr>
          <a:lstStyle/>
          <a:p>
            <a:r>
              <a:rPr lang="en-IN" sz="1100" dirty="0">
                <a:solidFill>
                  <a:schemeClr val="bg1">
                    <a:lumMod val="25000"/>
                  </a:schemeClr>
                </a:solidFill>
              </a:rPr>
              <a:t>Advertising</a:t>
            </a:r>
          </a:p>
        </p:txBody>
      </p:sp>
      <p:sp>
        <p:nvSpPr>
          <p:cNvPr id="8" name="TextBox 7">
            <a:extLst>
              <a:ext uri="{FF2B5EF4-FFF2-40B4-BE49-F238E27FC236}">
                <a16:creationId xmlns:a16="http://schemas.microsoft.com/office/drawing/2014/main" id="{AAEE2602-7A07-579F-D641-89E09135990F}"/>
              </a:ext>
            </a:extLst>
          </p:cNvPr>
          <p:cNvSpPr txBox="1"/>
          <p:nvPr/>
        </p:nvSpPr>
        <p:spPr>
          <a:xfrm>
            <a:off x="7958578" y="198928"/>
            <a:ext cx="1016803" cy="261610"/>
          </a:xfrm>
          <a:prstGeom prst="rect">
            <a:avLst/>
          </a:prstGeom>
          <a:noFill/>
        </p:spPr>
        <p:txBody>
          <a:bodyPr wrap="square">
            <a:spAutoFit/>
          </a:bodyPr>
          <a:lstStyle/>
          <a:p>
            <a:r>
              <a:rPr lang="en-US" sz="1100" dirty="0">
                <a:solidFill>
                  <a:schemeClr val="bg1">
                    <a:lumMod val="25000"/>
                  </a:schemeClr>
                </a:solidFill>
              </a:rPr>
              <a:t>L</a:t>
            </a:r>
            <a:r>
              <a:rPr lang="en-IN" sz="1100" dirty="0">
                <a:solidFill>
                  <a:schemeClr val="bg1">
                    <a:lumMod val="25000"/>
                  </a:schemeClr>
                </a:solidFill>
              </a:rPr>
              <a:t>earnings</a:t>
            </a:r>
          </a:p>
        </p:txBody>
      </p:sp>
      <p:sp>
        <p:nvSpPr>
          <p:cNvPr id="9" name="Google Shape;386;p32">
            <a:extLst>
              <a:ext uri="{FF2B5EF4-FFF2-40B4-BE49-F238E27FC236}">
                <a16:creationId xmlns:a16="http://schemas.microsoft.com/office/drawing/2014/main" id="{A2A88FBD-1EC5-7FE4-8CBA-583DBF372958}"/>
              </a:ext>
            </a:extLst>
          </p:cNvPr>
          <p:cNvSpPr txBox="1">
            <a:spLocks/>
          </p:cNvSpPr>
          <p:nvPr/>
        </p:nvSpPr>
        <p:spPr>
          <a:xfrm>
            <a:off x="1230059" y="1610494"/>
            <a:ext cx="6808709" cy="301386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1pPr>
            <a:lvl2pPr marL="914400" marR="0" lvl="1"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2pPr>
            <a:lvl3pPr marL="1371600" marR="0" lvl="2"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3pPr>
            <a:lvl4pPr marL="1828800" marR="0" lvl="3"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4pPr>
            <a:lvl5pPr marL="2286000" marR="0" lvl="4"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5pPr>
            <a:lvl6pPr marL="2743200" marR="0" lvl="5"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6pPr>
            <a:lvl7pPr marL="3200400" marR="0" lvl="6"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7pPr>
            <a:lvl8pPr marL="3657600" marR="0" lvl="7"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8pPr>
            <a:lvl9pPr marL="4114800" marR="0" lvl="8"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9pPr>
          </a:lstStyle>
          <a:p>
            <a:pPr marL="0" indent="0" algn="l"/>
            <a:r>
              <a:rPr lang="en-US" sz="1400" b="1" dirty="0"/>
              <a:t>It shows how users interact from the moment they arrive until they convert </a:t>
            </a:r>
          </a:p>
          <a:p>
            <a:pPr marL="0" indent="0" algn="l"/>
            <a:r>
              <a:rPr lang="en-US" dirty="0"/>
              <a:t>This includes:  </a:t>
            </a:r>
          </a:p>
          <a:p>
            <a:pPr algn="l">
              <a:spcBef>
                <a:spcPts val="1000"/>
              </a:spcBef>
              <a:buFont typeface="Asap"/>
              <a:buChar char="●"/>
            </a:pPr>
            <a:r>
              <a:rPr lang="en-US" b="1" dirty="0"/>
              <a:t>Acquisition : </a:t>
            </a:r>
            <a:r>
              <a:rPr lang="en-US" dirty="0"/>
              <a:t>Shows how users discovered your website or app through ads, search, social or direct visits.</a:t>
            </a:r>
          </a:p>
          <a:p>
            <a:pPr algn="l">
              <a:spcBef>
                <a:spcPts val="1000"/>
              </a:spcBef>
              <a:buFont typeface="Asap"/>
              <a:buChar char="●"/>
            </a:pPr>
            <a:r>
              <a:rPr lang="en-US" b="1" dirty="0"/>
              <a:t>Engagement: </a:t>
            </a:r>
            <a:r>
              <a:rPr lang="en-US" dirty="0"/>
              <a:t>Highlights what users do after they arrive such as clicks, views and time spent on the content.</a:t>
            </a:r>
          </a:p>
          <a:p>
            <a:pPr algn="l">
              <a:spcBef>
                <a:spcPts val="1000"/>
              </a:spcBef>
              <a:buFont typeface="Asap"/>
              <a:buChar char="●"/>
            </a:pPr>
            <a:r>
              <a:rPr lang="en-US" b="1" dirty="0"/>
              <a:t>Monetization:</a:t>
            </a:r>
            <a:r>
              <a:rPr lang="en-US" dirty="0"/>
              <a:t> Display how your platform earns revenue through purchases, ads or subscriptions.</a:t>
            </a:r>
          </a:p>
          <a:p>
            <a:pPr algn="l">
              <a:spcBef>
                <a:spcPts val="1000"/>
              </a:spcBef>
              <a:buFont typeface="Asap"/>
              <a:buChar char="●"/>
            </a:pPr>
            <a:r>
              <a:rPr lang="en-US" b="1" dirty="0"/>
              <a:t>Retention</a:t>
            </a:r>
            <a:r>
              <a:rPr lang="en-US" dirty="0"/>
              <a:t>: measures how often users come back and how well you keep them engaged over time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0">
          <a:extLst>
            <a:ext uri="{FF2B5EF4-FFF2-40B4-BE49-F238E27FC236}">
              <a16:creationId xmlns:a16="http://schemas.microsoft.com/office/drawing/2014/main" id="{0E000337-099F-BAF6-5DA6-FC38C1985DDB}"/>
            </a:ext>
          </a:extLst>
        </p:cNvPr>
        <p:cNvGrpSpPr/>
        <p:nvPr/>
      </p:nvGrpSpPr>
      <p:grpSpPr>
        <a:xfrm>
          <a:off x="0" y="0"/>
          <a:ext cx="0" cy="0"/>
          <a:chOff x="0" y="0"/>
          <a:chExt cx="0" cy="0"/>
        </a:xfrm>
      </p:grpSpPr>
      <p:sp>
        <p:nvSpPr>
          <p:cNvPr id="661" name="Google Shape;661;p41">
            <a:extLst>
              <a:ext uri="{FF2B5EF4-FFF2-40B4-BE49-F238E27FC236}">
                <a16:creationId xmlns:a16="http://schemas.microsoft.com/office/drawing/2014/main" id="{E0FAE7F3-DD02-9B5E-19A6-A46D21D96024}"/>
              </a:ext>
            </a:extLst>
          </p:cNvPr>
          <p:cNvSpPr txBox="1">
            <a:spLocks noGrp="1"/>
          </p:cNvSpPr>
          <p:nvPr>
            <p:ph type="subTitle" idx="6"/>
          </p:nvPr>
        </p:nvSpPr>
        <p:spPr>
          <a:xfrm>
            <a:off x="906949" y="3210327"/>
            <a:ext cx="312986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Performance Analysis</a:t>
            </a:r>
            <a:endParaRPr dirty="0"/>
          </a:p>
        </p:txBody>
      </p:sp>
      <p:sp>
        <p:nvSpPr>
          <p:cNvPr id="662" name="Google Shape;662;p41">
            <a:extLst>
              <a:ext uri="{FF2B5EF4-FFF2-40B4-BE49-F238E27FC236}">
                <a16:creationId xmlns:a16="http://schemas.microsoft.com/office/drawing/2014/main" id="{9CC3978B-0FAD-2CBC-4AD4-AE4791620432}"/>
              </a:ext>
            </a:extLst>
          </p:cNvPr>
          <p:cNvSpPr txBox="1">
            <a:spLocks noGrp="1"/>
          </p:cNvSpPr>
          <p:nvPr>
            <p:ph type="title"/>
          </p:nvPr>
        </p:nvSpPr>
        <p:spPr>
          <a:xfrm>
            <a:off x="713225" y="763957"/>
            <a:ext cx="77175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Acquisition </a:t>
            </a:r>
            <a:endParaRPr dirty="0"/>
          </a:p>
        </p:txBody>
      </p:sp>
      <p:sp>
        <p:nvSpPr>
          <p:cNvPr id="663" name="Google Shape;663;p41">
            <a:extLst>
              <a:ext uri="{FF2B5EF4-FFF2-40B4-BE49-F238E27FC236}">
                <a16:creationId xmlns:a16="http://schemas.microsoft.com/office/drawing/2014/main" id="{008EB0EB-BC4A-9971-0137-8D04491588B1}"/>
              </a:ext>
            </a:extLst>
          </p:cNvPr>
          <p:cNvSpPr txBox="1">
            <a:spLocks noGrp="1"/>
          </p:cNvSpPr>
          <p:nvPr>
            <p:ph type="subTitle" idx="1"/>
          </p:nvPr>
        </p:nvSpPr>
        <p:spPr>
          <a:xfrm>
            <a:off x="906949" y="2113037"/>
            <a:ext cx="3259534"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Shows where new users are coming from and which channels attract first time visitors</a:t>
            </a:r>
            <a:endParaRPr dirty="0"/>
          </a:p>
        </p:txBody>
      </p:sp>
      <p:sp>
        <p:nvSpPr>
          <p:cNvPr id="664" name="Google Shape;664;p41">
            <a:extLst>
              <a:ext uri="{FF2B5EF4-FFF2-40B4-BE49-F238E27FC236}">
                <a16:creationId xmlns:a16="http://schemas.microsoft.com/office/drawing/2014/main" id="{E7A33D6C-8910-452F-20AB-5422007C44A5}"/>
              </a:ext>
            </a:extLst>
          </p:cNvPr>
          <p:cNvSpPr txBox="1">
            <a:spLocks noGrp="1"/>
          </p:cNvSpPr>
          <p:nvPr>
            <p:ph type="subTitle" idx="2"/>
          </p:nvPr>
        </p:nvSpPr>
        <p:spPr>
          <a:xfrm>
            <a:off x="4916934" y="2113037"/>
            <a:ext cx="3066198"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Reveals how all sessions start, helping you understand the overall flow of visits from every channel</a:t>
            </a:r>
            <a:endParaRPr dirty="0"/>
          </a:p>
        </p:txBody>
      </p:sp>
      <p:sp>
        <p:nvSpPr>
          <p:cNvPr id="665" name="Google Shape;665;p41">
            <a:extLst>
              <a:ext uri="{FF2B5EF4-FFF2-40B4-BE49-F238E27FC236}">
                <a16:creationId xmlns:a16="http://schemas.microsoft.com/office/drawing/2014/main" id="{82600F0A-E8A3-1007-10D4-D8B08BE73616}"/>
              </a:ext>
            </a:extLst>
          </p:cNvPr>
          <p:cNvSpPr txBox="1">
            <a:spLocks noGrp="1"/>
          </p:cNvSpPr>
          <p:nvPr>
            <p:ph type="subTitle" idx="3"/>
          </p:nvPr>
        </p:nvSpPr>
        <p:spPr>
          <a:xfrm>
            <a:off x="906949" y="3667524"/>
            <a:ext cx="3129935"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Helps you evaluate which sources, campaigns or channels are performing best based on key metrics  </a:t>
            </a:r>
            <a:endParaRPr dirty="0"/>
          </a:p>
        </p:txBody>
      </p:sp>
      <p:sp>
        <p:nvSpPr>
          <p:cNvPr id="666" name="Google Shape;666;p41">
            <a:extLst>
              <a:ext uri="{FF2B5EF4-FFF2-40B4-BE49-F238E27FC236}">
                <a16:creationId xmlns:a16="http://schemas.microsoft.com/office/drawing/2014/main" id="{D1177E1D-C8D2-E319-AC42-8DA8688DB9FA}"/>
              </a:ext>
            </a:extLst>
          </p:cNvPr>
          <p:cNvSpPr txBox="1">
            <a:spLocks noGrp="1"/>
          </p:cNvSpPr>
          <p:nvPr>
            <p:ph type="subTitle" idx="4"/>
          </p:nvPr>
        </p:nvSpPr>
        <p:spPr>
          <a:xfrm>
            <a:off x="4916860" y="3667524"/>
            <a:ext cx="3130010"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Provides actionable ideas to improve traffic boost engagement and strengthen marketing results </a:t>
            </a:r>
            <a:endParaRPr dirty="0"/>
          </a:p>
        </p:txBody>
      </p:sp>
      <p:sp>
        <p:nvSpPr>
          <p:cNvPr id="667" name="Google Shape;667;p41">
            <a:extLst>
              <a:ext uri="{FF2B5EF4-FFF2-40B4-BE49-F238E27FC236}">
                <a16:creationId xmlns:a16="http://schemas.microsoft.com/office/drawing/2014/main" id="{F93DBF7B-DDEB-4C74-0E6C-F121523645E3}"/>
              </a:ext>
            </a:extLst>
          </p:cNvPr>
          <p:cNvSpPr txBox="1">
            <a:spLocks noGrp="1"/>
          </p:cNvSpPr>
          <p:nvPr>
            <p:ph type="subTitle" idx="5"/>
          </p:nvPr>
        </p:nvSpPr>
        <p:spPr>
          <a:xfrm>
            <a:off x="906949" y="1655839"/>
            <a:ext cx="29442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User Acquisition</a:t>
            </a:r>
            <a:endParaRPr dirty="0"/>
          </a:p>
        </p:txBody>
      </p:sp>
      <p:sp>
        <p:nvSpPr>
          <p:cNvPr id="668" name="Google Shape;668;p41">
            <a:extLst>
              <a:ext uri="{FF2B5EF4-FFF2-40B4-BE49-F238E27FC236}">
                <a16:creationId xmlns:a16="http://schemas.microsoft.com/office/drawing/2014/main" id="{410EA507-22C2-87B4-DF5E-F7637D9BDAAA}"/>
              </a:ext>
            </a:extLst>
          </p:cNvPr>
          <p:cNvSpPr txBox="1">
            <a:spLocks noGrp="1"/>
          </p:cNvSpPr>
          <p:nvPr>
            <p:ph type="subTitle" idx="7"/>
          </p:nvPr>
        </p:nvSpPr>
        <p:spPr>
          <a:xfrm>
            <a:off x="4909258" y="1676932"/>
            <a:ext cx="3259534"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Traffic Acquisition </a:t>
            </a:r>
            <a:endParaRPr dirty="0"/>
          </a:p>
        </p:txBody>
      </p:sp>
      <p:sp>
        <p:nvSpPr>
          <p:cNvPr id="669" name="Google Shape;669;p41">
            <a:extLst>
              <a:ext uri="{FF2B5EF4-FFF2-40B4-BE49-F238E27FC236}">
                <a16:creationId xmlns:a16="http://schemas.microsoft.com/office/drawing/2014/main" id="{BB78BD7F-533E-A96D-5C10-15A75778D77D}"/>
              </a:ext>
            </a:extLst>
          </p:cNvPr>
          <p:cNvSpPr txBox="1">
            <a:spLocks noGrp="1"/>
          </p:cNvSpPr>
          <p:nvPr>
            <p:ph type="subTitle" idx="8"/>
          </p:nvPr>
        </p:nvSpPr>
        <p:spPr>
          <a:xfrm>
            <a:off x="4916934" y="3210327"/>
            <a:ext cx="3513791"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Optimization Insights</a:t>
            </a:r>
            <a:endParaRPr dirty="0"/>
          </a:p>
        </p:txBody>
      </p:sp>
      <p:sp>
        <p:nvSpPr>
          <p:cNvPr id="3" name="TextBox 2">
            <a:extLst>
              <a:ext uri="{FF2B5EF4-FFF2-40B4-BE49-F238E27FC236}">
                <a16:creationId xmlns:a16="http://schemas.microsoft.com/office/drawing/2014/main" id="{42BC97FE-3278-3F89-3745-95048C33D356}"/>
              </a:ext>
            </a:extLst>
          </p:cNvPr>
          <p:cNvSpPr txBox="1"/>
          <p:nvPr/>
        </p:nvSpPr>
        <p:spPr>
          <a:xfrm>
            <a:off x="2353921" y="193448"/>
            <a:ext cx="498764" cy="261610"/>
          </a:xfrm>
          <a:prstGeom prst="rect">
            <a:avLst/>
          </a:prstGeom>
          <a:noFill/>
        </p:spPr>
        <p:txBody>
          <a:bodyPr wrap="square">
            <a:spAutoFit/>
          </a:bodyPr>
          <a:lstStyle/>
          <a:p>
            <a:r>
              <a:rPr lang="en" sz="1100" dirty="0">
                <a:solidFill>
                  <a:schemeClr val="bg1">
                    <a:lumMod val="25000"/>
                  </a:schemeClr>
                </a:solidFill>
              </a:rPr>
              <a:t>Intro</a:t>
            </a:r>
            <a:endParaRPr lang="en-IN" sz="1100" dirty="0">
              <a:solidFill>
                <a:schemeClr val="bg1">
                  <a:lumMod val="25000"/>
                </a:schemeClr>
              </a:solidFill>
            </a:endParaRPr>
          </a:p>
        </p:txBody>
      </p:sp>
      <p:sp>
        <p:nvSpPr>
          <p:cNvPr id="4" name="TextBox 3">
            <a:extLst>
              <a:ext uri="{FF2B5EF4-FFF2-40B4-BE49-F238E27FC236}">
                <a16:creationId xmlns:a16="http://schemas.microsoft.com/office/drawing/2014/main" id="{9162DB6D-8959-5F85-1D2C-525CF1A92C03}"/>
              </a:ext>
            </a:extLst>
          </p:cNvPr>
          <p:cNvSpPr txBox="1"/>
          <p:nvPr/>
        </p:nvSpPr>
        <p:spPr>
          <a:xfrm>
            <a:off x="3302445" y="193448"/>
            <a:ext cx="671449" cy="261610"/>
          </a:xfrm>
          <a:prstGeom prst="rect">
            <a:avLst/>
          </a:prstGeom>
          <a:noFill/>
        </p:spPr>
        <p:txBody>
          <a:bodyPr wrap="square">
            <a:spAutoFit/>
          </a:bodyPr>
          <a:lstStyle/>
          <a:p>
            <a:r>
              <a:rPr lang="en" sz="1100" dirty="0">
                <a:solidFill>
                  <a:schemeClr val="bg1">
                    <a:lumMod val="25000"/>
                  </a:schemeClr>
                </a:solidFill>
              </a:rPr>
              <a:t>Home</a:t>
            </a:r>
            <a:endParaRPr lang="en-IN" sz="1100" dirty="0">
              <a:solidFill>
                <a:schemeClr val="bg1">
                  <a:lumMod val="25000"/>
                </a:schemeClr>
              </a:solidFill>
            </a:endParaRPr>
          </a:p>
        </p:txBody>
      </p:sp>
      <p:sp>
        <p:nvSpPr>
          <p:cNvPr id="5" name="TextBox 4">
            <a:extLst>
              <a:ext uri="{FF2B5EF4-FFF2-40B4-BE49-F238E27FC236}">
                <a16:creationId xmlns:a16="http://schemas.microsoft.com/office/drawing/2014/main" id="{39816EDE-D82A-87B8-851F-E7D3F60745EF}"/>
              </a:ext>
            </a:extLst>
          </p:cNvPr>
          <p:cNvSpPr txBox="1"/>
          <p:nvPr/>
        </p:nvSpPr>
        <p:spPr>
          <a:xfrm>
            <a:off x="4306899" y="193448"/>
            <a:ext cx="817932" cy="261610"/>
          </a:xfrm>
          <a:prstGeom prst="rect">
            <a:avLst/>
          </a:prstGeom>
          <a:noFill/>
        </p:spPr>
        <p:txBody>
          <a:bodyPr wrap="square">
            <a:spAutoFit/>
          </a:bodyPr>
          <a:lstStyle/>
          <a:p>
            <a:r>
              <a:rPr lang="en-IN" sz="1100" dirty="0">
                <a:solidFill>
                  <a:srgbClr val="FBBC05"/>
                </a:solidFill>
              </a:rPr>
              <a:t>Reports</a:t>
            </a:r>
          </a:p>
        </p:txBody>
      </p:sp>
      <p:sp>
        <p:nvSpPr>
          <p:cNvPr id="6" name="TextBox 5">
            <a:extLst>
              <a:ext uri="{FF2B5EF4-FFF2-40B4-BE49-F238E27FC236}">
                <a16:creationId xmlns:a16="http://schemas.microsoft.com/office/drawing/2014/main" id="{ADB051C2-65A6-1E08-7946-2D8A3DC5CC76}"/>
              </a:ext>
            </a:extLst>
          </p:cNvPr>
          <p:cNvSpPr txBox="1"/>
          <p:nvPr/>
        </p:nvSpPr>
        <p:spPr>
          <a:xfrm>
            <a:off x="5457835" y="193448"/>
            <a:ext cx="817932" cy="261610"/>
          </a:xfrm>
          <a:prstGeom prst="rect">
            <a:avLst/>
          </a:prstGeom>
          <a:noFill/>
        </p:spPr>
        <p:txBody>
          <a:bodyPr wrap="square">
            <a:spAutoFit/>
          </a:bodyPr>
          <a:lstStyle/>
          <a:p>
            <a:r>
              <a:rPr lang="en-IN" sz="1100" dirty="0">
                <a:solidFill>
                  <a:schemeClr val="bg1">
                    <a:lumMod val="25000"/>
                  </a:schemeClr>
                </a:solidFill>
              </a:rPr>
              <a:t>Explore</a:t>
            </a:r>
          </a:p>
        </p:txBody>
      </p:sp>
      <p:sp>
        <p:nvSpPr>
          <p:cNvPr id="7" name="TextBox 6">
            <a:extLst>
              <a:ext uri="{FF2B5EF4-FFF2-40B4-BE49-F238E27FC236}">
                <a16:creationId xmlns:a16="http://schemas.microsoft.com/office/drawing/2014/main" id="{2C7DC382-0113-7A73-920A-2B407DB424A6}"/>
              </a:ext>
            </a:extLst>
          </p:cNvPr>
          <p:cNvSpPr txBox="1"/>
          <p:nvPr/>
        </p:nvSpPr>
        <p:spPr>
          <a:xfrm>
            <a:off x="6608771" y="198928"/>
            <a:ext cx="1016803" cy="261610"/>
          </a:xfrm>
          <a:prstGeom prst="rect">
            <a:avLst/>
          </a:prstGeom>
          <a:noFill/>
        </p:spPr>
        <p:txBody>
          <a:bodyPr wrap="square">
            <a:spAutoFit/>
          </a:bodyPr>
          <a:lstStyle/>
          <a:p>
            <a:r>
              <a:rPr lang="en-IN" sz="1100" dirty="0">
                <a:solidFill>
                  <a:schemeClr val="bg1">
                    <a:lumMod val="25000"/>
                  </a:schemeClr>
                </a:solidFill>
              </a:rPr>
              <a:t>Advertising</a:t>
            </a:r>
          </a:p>
        </p:txBody>
      </p:sp>
      <p:sp>
        <p:nvSpPr>
          <p:cNvPr id="8" name="TextBox 7">
            <a:extLst>
              <a:ext uri="{FF2B5EF4-FFF2-40B4-BE49-F238E27FC236}">
                <a16:creationId xmlns:a16="http://schemas.microsoft.com/office/drawing/2014/main" id="{8BFCE8D3-A96F-2124-A13E-B99001CC5C14}"/>
              </a:ext>
            </a:extLst>
          </p:cNvPr>
          <p:cNvSpPr txBox="1"/>
          <p:nvPr/>
        </p:nvSpPr>
        <p:spPr>
          <a:xfrm>
            <a:off x="7958578" y="198928"/>
            <a:ext cx="1016803" cy="261610"/>
          </a:xfrm>
          <a:prstGeom prst="rect">
            <a:avLst/>
          </a:prstGeom>
          <a:noFill/>
        </p:spPr>
        <p:txBody>
          <a:bodyPr wrap="square">
            <a:spAutoFit/>
          </a:bodyPr>
          <a:lstStyle/>
          <a:p>
            <a:r>
              <a:rPr lang="en-US" sz="1100" dirty="0">
                <a:solidFill>
                  <a:schemeClr val="bg1">
                    <a:lumMod val="25000"/>
                  </a:schemeClr>
                </a:solidFill>
              </a:rPr>
              <a:t>L</a:t>
            </a:r>
            <a:r>
              <a:rPr lang="en-IN" sz="1100" dirty="0">
                <a:solidFill>
                  <a:schemeClr val="bg1">
                    <a:lumMod val="25000"/>
                  </a:schemeClr>
                </a:solidFill>
              </a:rPr>
              <a:t>earnings</a:t>
            </a:r>
          </a:p>
        </p:txBody>
      </p:sp>
      <p:pic>
        <p:nvPicPr>
          <p:cNvPr id="2" name="Google Shape;707;p42">
            <a:extLst>
              <a:ext uri="{FF2B5EF4-FFF2-40B4-BE49-F238E27FC236}">
                <a16:creationId xmlns:a16="http://schemas.microsoft.com/office/drawing/2014/main" id="{9004A1B1-AD7E-B1D0-DA90-3387EFB33A58}"/>
              </a:ext>
            </a:extLst>
          </p:cNvPr>
          <p:cNvPicPr preferRelativeResize="0"/>
          <p:nvPr/>
        </p:nvPicPr>
        <p:blipFill>
          <a:blip r:embed="rId3">
            <a:alphaModFix/>
          </a:blip>
          <a:stretch>
            <a:fillRect/>
          </a:stretch>
        </p:blipFill>
        <p:spPr>
          <a:xfrm>
            <a:off x="8229600" y="628863"/>
            <a:ext cx="914400" cy="461473"/>
          </a:xfrm>
          <a:prstGeom prst="rect">
            <a:avLst/>
          </a:prstGeom>
          <a:noFill/>
          <a:ln>
            <a:noFill/>
          </a:ln>
        </p:spPr>
      </p:pic>
    </p:spTree>
    <p:extLst>
      <p:ext uri="{BB962C8B-B14F-4D97-AF65-F5344CB8AC3E}">
        <p14:creationId xmlns:p14="http://schemas.microsoft.com/office/powerpoint/2010/main" val="4243559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13">
          <a:extLst>
            <a:ext uri="{FF2B5EF4-FFF2-40B4-BE49-F238E27FC236}">
              <a16:creationId xmlns:a16="http://schemas.microsoft.com/office/drawing/2014/main" id="{63033688-3C07-607B-AFA1-DBB5F6B6E3EA}"/>
            </a:ext>
          </a:extLst>
        </p:cNvPr>
        <p:cNvGrpSpPr/>
        <p:nvPr/>
      </p:nvGrpSpPr>
      <p:grpSpPr>
        <a:xfrm>
          <a:off x="0" y="0"/>
          <a:ext cx="0" cy="0"/>
          <a:chOff x="0" y="0"/>
          <a:chExt cx="0" cy="0"/>
        </a:xfrm>
      </p:grpSpPr>
      <p:pic>
        <p:nvPicPr>
          <p:cNvPr id="614" name="Google Shape;614;p39">
            <a:extLst>
              <a:ext uri="{FF2B5EF4-FFF2-40B4-BE49-F238E27FC236}">
                <a16:creationId xmlns:a16="http://schemas.microsoft.com/office/drawing/2014/main" id="{C474197E-1E37-73BA-7A10-C7E184493D2D}"/>
              </a:ext>
            </a:extLst>
          </p:cNvPr>
          <p:cNvPicPr preferRelativeResize="0">
            <a:picLocks noGrp="1"/>
          </p:cNvPicPr>
          <p:nvPr>
            <p:ph type="pic" idx="2"/>
          </p:nvPr>
        </p:nvPicPr>
        <p:blipFill>
          <a:blip r:embed="rId3">
            <a:alphaModFix/>
          </a:blip>
          <a:srcRect/>
          <a:stretch>
            <a:fillRect/>
          </a:stretch>
        </p:blipFill>
        <p:spPr>
          <a:xfrm>
            <a:off x="0" y="-14875"/>
            <a:ext cx="9144003" cy="5158501"/>
          </a:xfrm>
          <a:prstGeom prst="rect">
            <a:avLst/>
          </a:prstGeom>
        </p:spPr>
      </p:pic>
      <p:sp>
        <p:nvSpPr>
          <p:cNvPr id="615" name="Google Shape;615;p39">
            <a:extLst>
              <a:ext uri="{FF2B5EF4-FFF2-40B4-BE49-F238E27FC236}">
                <a16:creationId xmlns:a16="http://schemas.microsoft.com/office/drawing/2014/main" id="{DF8C15A1-22BB-3171-57DC-019DB513C429}"/>
              </a:ext>
            </a:extLst>
          </p:cNvPr>
          <p:cNvSpPr txBox="1">
            <a:spLocks noGrp="1"/>
          </p:cNvSpPr>
          <p:nvPr>
            <p:ph type="title"/>
          </p:nvPr>
        </p:nvSpPr>
        <p:spPr>
          <a:xfrm>
            <a:off x="2736156" y="394854"/>
            <a:ext cx="3436044" cy="445448"/>
          </a:xfrm>
          <a:prstGeom prst="rect">
            <a:avLst/>
          </a:prstGeom>
          <a:solidFill>
            <a:schemeClr val="bg2">
              <a:lumMod val="60000"/>
              <a:lumOff val="40000"/>
            </a:schemeClr>
          </a:solidFill>
        </p:spPr>
        <p:txBody>
          <a:bodyPr spcFirstLastPara="1" wrap="square" lIns="91425" tIns="91425" rIns="91425" bIns="91425" anchor="ctr" anchorCtr="0">
            <a:noAutofit/>
          </a:bodyPr>
          <a:lstStyle/>
          <a:p>
            <a:r>
              <a:rPr lang="en-IN" dirty="0">
                <a:solidFill>
                  <a:schemeClr val="bg1">
                    <a:lumMod val="25000"/>
                  </a:schemeClr>
                </a:solidFill>
              </a:rPr>
              <a:t>Acquisition Overview</a:t>
            </a:r>
          </a:p>
        </p:txBody>
      </p:sp>
    </p:spTree>
    <p:extLst>
      <p:ext uri="{BB962C8B-B14F-4D97-AF65-F5344CB8AC3E}">
        <p14:creationId xmlns:p14="http://schemas.microsoft.com/office/powerpoint/2010/main" val="725068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0">
          <a:extLst>
            <a:ext uri="{FF2B5EF4-FFF2-40B4-BE49-F238E27FC236}">
              <a16:creationId xmlns:a16="http://schemas.microsoft.com/office/drawing/2014/main" id="{CAA89017-2FD8-17D6-B2AF-2BE55A843FD3}"/>
            </a:ext>
          </a:extLst>
        </p:cNvPr>
        <p:cNvGrpSpPr/>
        <p:nvPr/>
      </p:nvGrpSpPr>
      <p:grpSpPr>
        <a:xfrm>
          <a:off x="0" y="0"/>
          <a:ext cx="0" cy="0"/>
          <a:chOff x="0" y="0"/>
          <a:chExt cx="0" cy="0"/>
        </a:xfrm>
      </p:grpSpPr>
      <p:sp>
        <p:nvSpPr>
          <p:cNvPr id="661" name="Google Shape;661;p41">
            <a:extLst>
              <a:ext uri="{FF2B5EF4-FFF2-40B4-BE49-F238E27FC236}">
                <a16:creationId xmlns:a16="http://schemas.microsoft.com/office/drawing/2014/main" id="{A1671293-C57E-AFCE-8063-C896C597DC31}"/>
              </a:ext>
            </a:extLst>
          </p:cNvPr>
          <p:cNvSpPr txBox="1">
            <a:spLocks noGrp="1"/>
          </p:cNvSpPr>
          <p:nvPr>
            <p:ph type="subTitle" idx="6"/>
          </p:nvPr>
        </p:nvSpPr>
        <p:spPr>
          <a:xfrm>
            <a:off x="906949" y="3210327"/>
            <a:ext cx="312986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Event Tracking </a:t>
            </a:r>
            <a:endParaRPr dirty="0"/>
          </a:p>
        </p:txBody>
      </p:sp>
      <p:sp>
        <p:nvSpPr>
          <p:cNvPr id="662" name="Google Shape;662;p41">
            <a:extLst>
              <a:ext uri="{FF2B5EF4-FFF2-40B4-BE49-F238E27FC236}">
                <a16:creationId xmlns:a16="http://schemas.microsoft.com/office/drawing/2014/main" id="{2BB3A326-5159-ABBD-F886-B32D4628B403}"/>
              </a:ext>
            </a:extLst>
          </p:cNvPr>
          <p:cNvSpPr txBox="1">
            <a:spLocks noGrp="1"/>
          </p:cNvSpPr>
          <p:nvPr>
            <p:ph type="title"/>
          </p:nvPr>
        </p:nvSpPr>
        <p:spPr>
          <a:xfrm>
            <a:off x="713225" y="763957"/>
            <a:ext cx="77175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Engagement </a:t>
            </a:r>
            <a:endParaRPr dirty="0"/>
          </a:p>
        </p:txBody>
      </p:sp>
      <p:sp>
        <p:nvSpPr>
          <p:cNvPr id="663" name="Google Shape;663;p41">
            <a:extLst>
              <a:ext uri="{FF2B5EF4-FFF2-40B4-BE49-F238E27FC236}">
                <a16:creationId xmlns:a16="http://schemas.microsoft.com/office/drawing/2014/main" id="{09B6DD9C-03A6-81A8-28D2-126418A18CF1}"/>
              </a:ext>
            </a:extLst>
          </p:cNvPr>
          <p:cNvSpPr txBox="1">
            <a:spLocks noGrp="1"/>
          </p:cNvSpPr>
          <p:nvPr>
            <p:ph type="subTitle" idx="1"/>
          </p:nvPr>
        </p:nvSpPr>
        <p:spPr>
          <a:xfrm>
            <a:off x="906949" y="2113037"/>
            <a:ext cx="3259534"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S</a:t>
            </a:r>
            <a:r>
              <a:rPr lang="en" dirty="0"/>
              <a:t>hows how users behave on the site or app including actions, patterns and engagement levels </a:t>
            </a:r>
            <a:endParaRPr dirty="0"/>
          </a:p>
        </p:txBody>
      </p:sp>
      <p:sp>
        <p:nvSpPr>
          <p:cNvPr id="664" name="Google Shape;664;p41">
            <a:extLst>
              <a:ext uri="{FF2B5EF4-FFF2-40B4-BE49-F238E27FC236}">
                <a16:creationId xmlns:a16="http://schemas.microsoft.com/office/drawing/2014/main" id="{3A22405B-4EF0-A8DB-B998-A98DF8760413}"/>
              </a:ext>
            </a:extLst>
          </p:cNvPr>
          <p:cNvSpPr txBox="1">
            <a:spLocks noGrp="1"/>
          </p:cNvSpPr>
          <p:nvPr>
            <p:ph type="subTitle" idx="2"/>
          </p:nvPr>
        </p:nvSpPr>
        <p:spPr>
          <a:xfrm>
            <a:off x="4916934" y="2113037"/>
            <a:ext cx="3066198"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D</a:t>
            </a:r>
            <a:r>
              <a:rPr lang="en" dirty="0"/>
              <a:t>isplays which pages or screens users visit most and how they navigate through your content</a:t>
            </a:r>
            <a:endParaRPr dirty="0"/>
          </a:p>
        </p:txBody>
      </p:sp>
      <p:sp>
        <p:nvSpPr>
          <p:cNvPr id="665" name="Google Shape;665;p41">
            <a:extLst>
              <a:ext uri="{FF2B5EF4-FFF2-40B4-BE49-F238E27FC236}">
                <a16:creationId xmlns:a16="http://schemas.microsoft.com/office/drawing/2014/main" id="{94AE45AF-397D-26F9-A497-86A9D655031F}"/>
              </a:ext>
            </a:extLst>
          </p:cNvPr>
          <p:cNvSpPr txBox="1">
            <a:spLocks noGrp="1"/>
          </p:cNvSpPr>
          <p:nvPr>
            <p:ph type="subTitle" idx="3"/>
          </p:nvPr>
        </p:nvSpPr>
        <p:spPr>
          <a:xfrm>
            <a:off x="906949" y="3667524"/>
            <a:ext cx="3129935"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Captures specific user actions like clicks, scrolls, video plays or downloads for deeper insight</a:t>
            </a:r>
            <a:endParaRPr dirty="0"/>
          </a:p>
        </p:txBody>
      </p:sp>
      <p:sp>
        <p:nvSpPr>
          <p:cNvPr id="666" name="Google Shape;666;p41">
            <a:extLst>
              <a:ext uri="{FF2B5EF4-FFF2-40B4-BE49-F238E27FC236}">
                <a16:creationId xmlns:a16="http://schemas.microsoft.com/office/drawing/2014/main" id="{83C8A945-6C8C-D5C1-EA74-69368C7F6E5A}"/>
              </a:ext>
            </a:extLst>
          </p:cNvPr>
          <p:cNvSpPr txBox="1">
            <a:spLocks noGrp="1"/>
          </p:cNvSpPr>
          <p:nvPr>
            <p:ph type="subTitle" idx="4"/>
          </p:nvPr>
        </p:nvSpPr>
        <p:spPr>
          <a:xfrm>
            <a:off x="4916860" y="3667524"/>
            <a:ext cx="3130010"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Helps to understand how users complete key goals such as sign-ups, purchases or form submissions</a:t>
            </a:r>
            <a:endParaRPr dirty="0"/>
          </a:p>
        </p:txBody>
      </p:sp>
      <p:sp>
        <p:nvSpPr>
          <p:cNvPr id="667" name="Google Shape;667;p41">
            <a:extLst>
              <a:ext uri="{FF2B5EF4-FFF2-40B4-BE49-F238E27FC236}">
                <a16:creationId xmlns:a16="http://schemas.microsoft.com/office/drawing/2014/main" id="{09412C81-C49E-4238-09E3-3BE56742FA90}"/>
              </a:ext>
            </a:extLst>
          </p:cNvPr>
          <p:cNvSpPr txBox="1">
            <a:spLocks noGrp="1"/>
          </p:cNvSpPr>
          <p:nvPr>
            <p:ph type="subTitle" idx="5"/>
          </p:nvPr>
        </p:nvSpPr>
        <p:spPr>
          <a:xfrm>
            <a:off x="906949" y="1676932"/>
            <a:ext cx="3602707"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Overview of User Interactions</a:t>
            </a:r>
            <a:endParaRPr dirty="0"/>
          </a:p>
        </p:txBody>
      </p:sp>
      <p:sp>
        <p:nvSpPr>
          <p:cNvPr id="668" name="Google Shape;668;p41">
            <a:extLst>
              <a:ext uri="{FF2B5EF4-FFF2-40B4-BE49-F238E27FC236}">
                <a16:creationId xmlns:a16="http://schemas.microsoft.com/office/drawing/2014/main" id="{F82DF082-A572-D98F-0262-9F88E071E23C}"/>
              </a:ext>
            </a:extLst>
          </p:cNvPr>
          <p:cNvSpPr txBox="1">
            <a:spLocks noGrp="1"/>
          </p:cNvSpPr>
          <p:nvPr>
            <p:ph type="subTitle" idx="7"/>
          </p:nvPr>
        </p:nvSpPr>
        <p:spPr>
          <a:xfrm>
            <a:off x="4909258" y="1676932"/>
            <a:ext cx="3259534"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Pages and Screens</a:t>
            </a:r>
            <a:endParaRPr dirty="0"/>
          </a:p>
        </p:txBody>
      </p:sp>
      <p:sp>
        <p:nvSpPr>
          <p:cNvPr id="669" name="Google Shape;669;p41">
            <a:extLst>
              <a:ext uri="{FF2B5EF4-FFF2-40B4-BE49-F238E27FC236}">
                <a16:creationId xmlns:a16="http://schemas.microsoft.com/office/drawing/2014/main" id="{C00229E1-14A5-E751-27ED-9E3B7B4D058B}"/>
              </a:ext>
            </a:extLst>
          </p:cNvPr>
          <p:cNvSpPr txBox="1">
            <a:spLocks noGrp="1"/>
          </p:cNvSpPr>
          <p:nvPr>
            <p:ph type="subTitle" idx="8"/>
          </p:nvPr>
        </p:nvSpPr>
        <p:spPr>
          <a:xfrm>
            <a:off x="4916934" y="3210327"/>
            <a:ext cx="3513791"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Conversion Analysis</a:t>
            </a:r>
            <a:endParaRPr dirty="0"/>
          </a:p>
        </p:txBody>
      </p:sp>
      <p:sp>
        <p:nvSpPr>
          <p:cNvPr id="3" name="TextBox 2">
            <a:extLst>
              <a:ext uri="{FF2B5EF4-FFF2-40B4-BE49-F238E27FC236}">
                <a16:creationId xmlns:a16="http://schemas.microsoft.com/office/drawing/2014/main" id="{BC301324-A3A7-CDD4-C0D9-2CB170645E4D}"/>
              </a:ext>
            </a:extLst>
          </p:cNvPr>
          <p:cNvSpPr txBox="1"/>
          <p:nvPr/>
        </p:nvSpPr>
        <p:spPr>
          <a:xfrm>
            <a:off x="2353921" y="193448"/>
            <a:ext cx="498764" cy="261610"/>
          </a:xfrm>
          <a:prstGeom prst="rect">
            <a:avLst/>
          </a:prstGeom>
          <a:noFill/>
        </p:spPr>
        <p:txBody>
          <a:bodyPr wrap="square">
            <a:spAutoFit/>
          </a:bodyPr>
          <a:lstStyle/>
          <a:p>
            <a:r>
              <a:rPr lang="en" sz="1100" dirty="0">
                <a:solidFill>
                  <a:schemeClr val="bg1">
                    <a:lumMod val="25000"/>
                  </a:schemeClr>
                </a:solidFill>
              </a:rPr>
              <a:t>Intro</a:t>
            </a:r>
            <a:endParaRPr lang="en-IN" sz="1100" dirty="0">
              <a:solidFill>
                <a:schemeClr val="bg1">
                  <a:lumMod val="25000"/>
                </a:schemeClr>
              </a:solidFill>
            </a:endParaRPr>
          </a:p>
        </p:txBody>
      </p:sp>
      <p:sp>
        <p:nvSpPr>
          <p:cNvPr id="4" name="TextBox 3">
            <a:extLst>
              <a:ext uri="{FF2B5EF4-FFF2-40B4-BE49-F238E27FC236}">
                <a16:creationId xmlns:a16="http://schemas.microsoft.com/office/drawing/2014/main" id="{E4A9D30D-E84E-B71E-50C1-C89574A0C96C}"/>
              </a:ext>
            </a:extLst>
          </p:cNvPr>
          <p:cNvSpPr txBox="1"/>
          <p:nvPr/>
        </p:nvSpPr>
        <p:spPr>
          <a:xfrm>
            <a:off x="3302445" y="193448"/>
            <a:ext cx="671449" cy="261610"/>
          </a:xfrm>
          <a:prstGeom prst="rect">
            <a:avLst/>
          </a:prstGeom>
          <a:noFill/>
        </p:spPr>
        <p:txBody>
          <a:bodyPr wrap="square">
            <a:spAutoFit/>
          </a:bodyPr>
          <a:lstStyle/>
          <a:p>
            <a:r>
              <a:rPr lang="en" sz="1100" dirty="0">
                <a:solidFill>
                  <a:schemeClr val="bg1">
                    <a:lumMod val="25000"/>
                  </a:schemeClr>
                </a:solidFill>
              </a:rPr>
              <a:t>Home</a:t>
            </a:r>
            <a:endParaRPr lang="en-IN" sz="1100" dirty="0">
              <a:solidFill>
                <a:schemeClr val="bg1">
                  <a:lumMod val="25000"/>
                </a:schemeClr>
              </a:solidFill>
            </a:endParaRPr>
          </a:p>
        </p:txBody>
      </p:sp>
      <p:sp>
        <p:nvSpPr>
          <p:cNvPr id="5" name="TextBox 4">
            <a:extLst>
              <a:ext uri="{FF2B5EF4-FFF2-40B4-BE49-F238E27FC236}">
                <a16:creationId xmlns:a16="http://schemas.microsoft.com/office/drawing/2014/main" id="{459FEBE6-A046-407C-551A-6EE7A5936A90}"/>
              </a:ext>
            </a:extLst>
          </p:cNvPr>
          <p:cNvSpPr txBox="1"/>
          <p:nvPr/>
        </p:nvSpPr>
        <p:spPr>
          <a:xfrm>
            <a:off x="4306899" y="193448"/>
            <a:ext cx="817932" cy="261610"/>
          </a:xfrm>
          <a:prstGeom prst="rect">
            <a:avLst/>
          </a:prstGeom>
          <a:noFill/>
        </p:spPr>
        <p:txBody>
          <a:bodyPr wrap="square">
            <a:spAutoFit/>
          </a:bodyPr>
          <a:lstStyle/>
          <a:p>
            <a:r>
              <a:rPr lang="en-IN" sz="1100" dirty="0">
                <a:solidFill>
                  <a:srgbClr val="FBBC05"/>
                </a:solidFill>
              </a:rPr>
              <a:t>Reports</a:t>
            </a:r>
          </a:p>
        </p:txBody>
      </p:sp>
      <p:sp>
        <p:nvSpPr>
          <p:cNvPr id="6" name="TextBox 5">
            <a:extLst>
              <a:ext uri="{FF2B5EF4-FFF2-40B4-BE49-F238E27FC236}">
                <a16:creationId xmlns:a16="http://schemas.microsoft.com/office/drawing/2014/main" id="{1892E01A-7EC6-585C-DF2C-5D63F5065F20}"/>
              </a:ext>
            </a:extLst>
          </p:cNvPr>
          <p:cNvSpPr txBox="1"/>
          <p:nvPr/>
        </p:nvSpPr>
        <p:spPr>
          <a:xfrm>
            <a:off x="5457835" y="193448"/>
            <a:ext cx="817932" cy="261610"/>
          </a:xfrm>
          <a:prstGeom prst="rect">
            <a:avLst/>
          </a:prstGeom>
          <a:noFill/>
        </p:spPr>
        <p:txBody>
          <a:bodyPr wrap="square">
            <a:spAutoFit/>
          </a:bodyPr>
          <a:lstStyle/>
          <a:p>
            <a:r>
              <a:rPr lang="en-IN" sz="1100" dirty="0">
                <a:solidFill>
                  <a:schemeClr val="bg1">
                    <a:lumMod val="25000"/>
                  </a:schemeClr>
                </a:solidFill>
              </a:rPr>
              <a:t>Explore</a:t>
            </a:r>
          </a:p>
        </p:txBody>
      </p:sp>
      <p:sp>
        <p:nvSpPr>
          <p:cNvPr id="7" name="TextBox 6">
            <a:extLst>
              <a:ext uri="{FF2B5EF4-FFF2-40B4-BE49-F238E27FC236}">
                <a16:creationId xmlns:a16="http://schemas.microsoft.com/office/drawing/2014/main" id="{8B4E734A-988E-1A22-5C57-5009E2A5B132}"/>
              </a:ext>
            </a:extLst>
          </p:cNvPr>
          <p:cNvSpPr txBox="1"/>
          <p:nvPr/>
        </p:nvSpPr>
        <p:spPr>
          <a:xfrm>
            <a:off x="6608771" y="198928"/>
            <a:ext cx="1016803" cy="261610"/>
          </a:xfrm>
          <a:prstGeom prst="rect">
            <a:avLst/>
          </a:prstGeom>
          <a:noFill/>
        </p:spPr>
        <p:txBody>
          <a:bodyPr wrap="square">
            <a:spAutoFit/>
          </a:bodyPr>
          <a:lstStyle/>
          <a:p>
            <a:r>
              <a:rPr lang="en-IN" sz="1100" dirty="0">
                <a:solidFill>
                  <a:schemeClr val="bg1">
                    <a:lumMod val="25000"/>
                  </a:schemeClr>
                </a:solidFill>
              </a:rPr>
              <a:t>Advertising</a:t>
            </a:r>
          </a:p>
        </p:txBody>
      </p:sp>
      <p:sp>
        <p:nvSpPr>
          <p:cNvPr id="8" name="TextBox 7">
            <a:extLst>
              <a:ext uri="{FF2B5EF4-FFF2-40B4-BE49-F238E27FC236}">
                <a16:creationId xmlns:a16="http://schemas.microsoft.com/office/drawing/2014/main" id="{BDAA7265-0674-CA2B-9E72-2C60B9805374}"/>
              </a:ext>
            </a:extLst>
          </p:cNvPr>
          <p:cNvSpPr txBox="1"/>
          <p:nvPr/>
        </p:nvSpPr>
        <p:spPr>
          <a:xfrm>
            <a:off x="7958578" y="198928"/>
            <a:ext cx="1016803" cy="261610"/>
          </a:xfrm>
          <a:prstGeom prst="rect">
            <a:avLst/>
          </a:prstGeom>
          <a:noFill/>
        </p:spPr>
        <p:txBody>
          <a:bodyPr wrap="square">
            <a:spAutoFit/>
          </a:bodyPr>
          <a:lstStyle/>
          <a:p>
            <a:r>
              <a:rPr lang="en-US" sz="1100" dirty="0">
                <a:solidFill>
                  <a:schemeClr val="bg1">
                    <a:lumMod val="25000"/>
                  </a:schemeClr>
                </a:solidFill>
              </a:rPr>
              <a:t>L</a:t>
            </a:r>
            <a:r>
              <a:rPr lang="en-IN" sz="1100" dirty="0">
                <a:solidFill>
                  <a:schemeClr val="bg1">
                    <a:lumMod val="25000"/>
                  </a:schemeClr>
                </a:solidFill>
              </a:rPr>
              <a:t>earnings</a:t>
            </a:r>
          </a:p>
        </p:txBody>
      </p:sp>
      <p:pic>
        <p:nvPicPr>
          <p:cNvPr id="2" name="Google Shape;707;p42">
            <a:extLst>
              <a:ext uri="{FF2B5EF4-FFF2-40B4-BE49-F238E27FC236}">
                <a16:creationId xmlns:a16="http://schemas.microsoft.com/office/drawing/2014/main" id="{D1138197-EE91-82A9-CAC0-BA4C2FDF69E8}"/>
              </a:ext>
            </a:extLst>
          </p:cNvPr>
          <p:cNvPicPr preferRelativeResize="0"/>
          <p:nvPr/>
        </p:nvPicPr>
        <p:blipFill>
          <a:blip r:embed="rId3">
            <a:alphaModFix/>
          </a:blip>
          <a:stretch>
            <a:fillRect/>
          </a:stretch>
        </p:blipFill>
        <p:spPr>
          <a:xfrm>
            <a:off x="8229600" y="628863"/>
            <a:ext cx="914400" cy="461473"/>
          </a:xfrm>
          <a:prstGeom prst="rect">
            <a:avLst/>
          </a:prstGeom>
          <a:noFill/>
          <a:ln>
            <a:noFill/>
          </a:ln>
        </p:spPr>
      </p:pic>
      <p:pic>
        <p:nvPicPr>
          <p:cNvPr id="11" name="Google Shape;576;p36">
            <a:extLst>
              <a:ext uri="{FF2B5EF4-FFF2-40B4-BE49-F238E27FC236}">
                <a16:creationId xmlns:a16="http://schemas.microsoft.com/office/drawing/2014/main" id="{5D065A92-4C94-8C44-2C52-E761B8792C3E}"/>
              </a:ext>
            </a:extLst>
          </p:cNvPr>
          <p:cNvPicPr preferRelativeResize="0"/>
          <p:nvPr/>
        </p:nvPicPr>
        <p:blipFill>
          <a:blip r:embed="rId4">
            <a:alphaModFix/>
          </a:blip>
          <a:stretch>
            <a:fillRect/>
          </a:stretch>
        </p:blipFill>
        <p:spPr>
          <a:xfrm>
            <a:off x="8114698" y="4216042"/>
            <a:ext cx="640079" cy="640079"/>
          </a:xfrm>
          <a:prstGeom prst="rect">
            <a:avLst/>
          </a:prstGeom>
          <a:noFill/>
          <a:ln>
            <a:noFill/>
          </a:ln>
        </p:spPr>
      </p:pic>
      <p:grpSp>
        <p:nvGrpSpPr>
          <p:cNvPr id="12" name="Google Shape;577;p36">
            <a:extLst>
              <a:ext uri="{FF2B5EF4-FFF2-40B4-BE49-F238E27FC236}">
                <a16:creationId xmlns:a16="http://schemas.microsoft.com/office/drawing/2014/main" id="{08CC5053-F2F0-6F08-BB92-B570831E90FE}"/>
              </a:ext>
            </a:extLst>
          </p:cNvPr>
          <p:cNvGrpSpPr/>
          <p:nvPr/>
        </p:nvGrpSpPr>
        <p:grpSpPr>
          <a:xfrm>
            <a:off x="8462187" y="4046167"/>
            <a:ext cx="1463100" cy="640140"/>
            <a:chOff x="667512" y="1847088"/>
            <a:chExt cx="1463100" cy="640140"/>
          </a:xfrm>
        </p:grpSpPr>
        <p:sp>
          <p:nvSpPr>
            <p:cNvPr id="13" name="Google Shape;578;p36">
              <a:extLst>
                <a:ext uri="{FF2B5EF4-FFF2-40B4-BE49-F238E27FC236}">
                  <a16:creationId xmlns:a16="http://schemas.microsoft.com/office/drawing/2014/main" id="{F13F3EA4-77AD-F0C5-E5FB-A380AA819079}"/>
                </a:ext>
              </a:extLst>
            </p:cNvPr>
            <p:cNvSpPr/>
            <p:nvPr/>
          </p:nvSpPr>
          <p:spPr>
            <a:xfrm>
              <a:off x="713225" y="1889475"/>
              <a:ext cx="1371600" cy="548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4" name="Google Shape;579;p36">
              <a:extLst>
                <a:ext uri="{FF2B5EF4-FFF2-40B4-BE49-F238E27FC236}">
                  <a16:creationId xmlns:a16="http://schemas.microsoft.com/office/drawing/2014/main" id="{232E3059-0AEF-55B5-AD06-1B9725EC82F1}"/>
                </a:ext>
              </a:extLst>
            </p:cNvPr>
            <p:cNvSpPr/>
            <p:nvPr/>
          </p:nvSpPr>
          <p:spPr>
            <a:xfrm>
              <a:off x="2039112" y="184708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5" name="Google Shape;580;p36">
              <a:extLst>
                <a:ext uri="{FF2B5EF4-FFF2-40B4-BE49-F238E27FC236}">
                  <a16:creationId xmlns:a16="http://schemas.microsoft.com/office/drawing/2014/main" id="{4C92FF91-78B2-7D44-932E-A9F17CB3F9CD}"/>
                </a:ext>
              </a:extLst>
            </p:cNvPr>
            <p:cNvSpPr/>
            <p:nvPr/>
          </p:nvSpPr>
          <p:spPr>
            <a:xfrm>
              <a:off x="667512" y="184708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6" name="Google Shape;581;p36">
              <a:extLst>
                <a:ext uri="{FF2B5EF4-FFF2-40B4-BE49-F238E27FC236}">
                  <a16:creationId xmlns:a16="http://schemas.microsoft.com/office/drawing/2014/main" id="{F145B48A-5A97-7AE7-146D-C5D236288D13}"/>
                </a:ext>
              </a:extLst>
            </p:cNvPr>
            <p:cNvSpPr/>
            <p:nvPr/>
          </p:nvSpPr>
          <p:spPr>
            <a:xfrm>
              <a:off x="2039112" y="239572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7" name="Google Shape;582;p36">
              <a:extLst>
                <a:ext uri="{FF2B5EF4-FFF2-40B4-BE49-F238E27FC236}">
                  <a16:creationId xmlns:a16="http://schemas.microsoft.com/office/drawing/2014/main" id="{29C8915A-1B2F-6795-B605-8A1FFFE56470}"/>
                </a:ext>
              </a:extLst>
            </p:cNvPr>
            <p:cNvSpPr/>
            <p:nvPr/>
          </p:nvSpPr>
          <p:spPr>
            <a:xfrm>
              <a:off x="667512" y="239572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spTree>
    <p:extLst>
      <p:ext uri="{BB962C8B-B14F-4D97-AF65-F5344CB8AC3E}">
        <p14:creationId xmlns:p14="http://schemas.microsoft.com/office/powerpoint/2010/main" val="2641887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13">
          <a:extLst>
            <a:ext uri="{FF2B5EF4-FFF2-40B4-BE49-F238E27FC236}">
              <a16:creationId xmlns:a16="http://schemas.microsoft.com/office/drawing/2014/main" id="{8B8D3E97-FC83-60EC-9BA2-F9EB3A061E8C}"/>
            </a:ext>
          </a:extLst>
        </p:cNvPr>
        <p:cNvGrpSpPr/>
        <p:nvPr/>
      </p:nvGrpSpPr>
      <p:grpSpPr>
        <a:xfrm>
          <a:off x="0" y="0"/>
          <a:ext cx="0" cy="0"/>
          <a:chOff x="0" y="0"/>
          <a:chExt cx="0" cy="0"/>
        </a:xfrm>
      </p:grpSpPr>
      <p:pic>
        <p:nvPicPr>
          <p:cNvPr id="614" name="Google Shape;614;p39">
            <a:extLst>
              <a:ext uri="{FF2B5EF4-FFF2-40B4-BE49-F238E27FC236}">
                <a16:creationId xmlns:a16="http://schemas.microsoft.com/office/drawing/2014/main" id="{A7501F95-C923-49C7-F4B2-86DB2DB5D196}"/>
              </a:ext>
            </a:extLst>
          </p:cNvPr>
          <p:cNvPicPr preferRelativeResize="0">
            <a:picLocks noGrp="1"/>
          </p:cNvPicPr>
          <p:nvPr>
            <p:ph type="pic" idx="2"/>
          </p:nvPr>
        </p:nvPicPr>
        <p:blipFill>
          <a:blip r:embed="rId3">
            <a:alphaModFix/>
          </a:blip>
          <a:srcRect/>
          <a:stretch/>
        </p:blipFill>
        <p:spPr>
          <a:xfrm>
            <a:off x="0" y="-14875"/>
            <a:ext cx="9144003" cy="5158501"/>
          </a:xfrm>
          <a:prstGeom prst="rect">
            <a:avLst/>
          </a:prstGeom>
        </p:spPr>
      </p:pic>
      <p:sp>
        <p:nvSpPr>
          <p:cNvPr id="615" name="Google Shape;615;p39">
            <a:extLst>
              <a:ext uri="{FF2B5EF4-FFF2-40B4-BE49-F238E27FC236}">
                <a16:creationId xmlns:a16="http://schemas.microsoft.com/office/drawing/2014/main" id="{729E16D4-3598-0F8F-AD17-3DF74913DC61}"/>
              </a:ext>
            </a:extLst>
          </p:cNvPr>
          <p:cNvSpPr txBox="1">
            <a:spLocks noGrp="1"/>
          </p:cNvSpPr>
          <p:nvPr>
            <p:ph type="title"/>
          </p:nvPr>
        </p:nvSpPr>
        <p:spPr>
          <a:xfrm>
            <a:off x="2736157" y="394854"/>
            <a:ext cx="3436044" cy="445448"/>
          </a:xfrm>
          <a:prstGeom prst="rect">
            <a:avLst/>
          </a:prstGeom>
          <a:solidFill>
            <a:schemeClr val="bg2">
              <a:lumMod val="60000"/>
              <a:lumOff val="40000"/>
            </a:schemeClr>
          </a:solidFill>
        </p:spPr>
        <p:txBody>
          <a:bodyPr spcFirstLastPara="1" wrap="square" lIns="91425" tIns="91425" rIns="91425" bIns="91425" anchor="ctr" anchorCtr="0">
            <a:noAutofit/>
          </a:bodyPr>
          <a:lstStyle/>
          <a:p>
            <a:r>
              <a:rPr lang="en-IN" dirty="0">
                <a:solidFill>
                  <a:schemeClr val="bg1">
                    <a:lumMod val="25000"/>
                  </a:schemeClr>
                </a:solidFill>
              </a:rPr>
              <a:t>Engagement Overview</a:t>
            </a:r>
          </a:p>
        </p:txBody>
      </p:sp>
    </p:spTree>
    <p:extLst>
      <p:ext uri="{BB962C8B-B14F-4D97-AF65-F5344CB8AC3E}">
        <p14:creationId xmlns:p14="http://schemas.microsoft.com/office/powerpoint/2010/main" val="5121362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pic>
        <p:nvPicPr>
          <p:cNvPr id="707" name="Google Shape;707;p42"/>
          <p:cNvPicPr preferRelativeResize="0"/>
          <p:nvPr/>
        </p:nvPicPr>
        <p:blipFill>
          <a:blip r:embed="rId3">
            <a:alphaModFix/>
          </a:blip>
          <a:stretch>
            <a:fillRect/>
          </a:stretch>
        </p:blipFill>
        <p:spPr>
          <a:xfrm>
            <a:off x="8229600" y="628863"/>
            <a:ext cx="914400" cy="461473"/>
          </a:xfrm>
          <a:prstGeom prst="rect">
            <a:avLst/>
          </a:prstGeom>
          <a:noFill/>
          <a:ln>
            <a:noFill/>
          </a:ln>
        </p:spPr>
      </p:pic>
      <p:sp>
        <p:nvSpPr>
          <p:cNvPr id="3" name="TextBox 2">
            <a:extLst>
              <a:ext uri="{FF2B5EF4-FFF2-40B4-BE49-F238E27FC236}">
                <a16:creationId xmlns:a16="http://schemas.microsoft.com/office/drawing/2014/main" id="{6CA1D124-4F76-EB4C-7C57-DC4CFA064B49}"/>
              </a:ext>
            </a:extLst>
          </p:cNvPr>
          <p:cNvSpPr txBox="1"/>
          <p:nvPr/>
        </p:nvSpPr>
        <p:spPr>
          <a:xfrm>
            <a:off x="2353921" y="193448"/>
            <a:ext cx="498764" cy="261610"/>
          </a:xfrm>
          <a:prstGeom prst="rect">
            <a:avLst/>
          </a:prstGeom>
          <a:noFill/>
        </p:spPr>
        <p:txBody>
          <a:bodyPr wrap="square">
            <a:spAutoFit/>
          </a:bodyPr>
          <a:lstStyle/>
          <a:p>
            <a:r>
              <a:rPr lang="en" sz="1100" dirty="0">
                <a:solidFill>
                  <a:schemeClr val="bg1">
                    <a:lumMod val="25000"/>
                  </a:schemeClr>
                </a:solidFill>
              </a:rPr>
              <a:t>Intro</a:t>
            </a:r>
            <a:endParaRPr lang="en-IN" sz="1100" dirty="0">
              <a:solidFill>
                <a:schemeClr val="bg1">
                  <a:lumMod val="25000"/>
                </a:schemeClr>
              </a:solidFill>
            </a:endParaRPr>
          </a:p>
        </p:txBody>
      </p:sp>
      <p:sp>
        <p:nvSpPr>
          <p:cNvPr id="4" name="TextBox 3">
            <a:extLst>
              <a:ext uri="{FF2B5EF4-FFF2-40B4-BE49-F238E27FC236}">
                <a16:creationId xmlns:a16="http://schemas.microsoft.com/office/drawing/2014/main" id="{0F41BEBB-DC2E-78D0-FAA8-DD5646B42D01}"/>
              </a:ext>
            </a:extLst>
          </p:cNvPr>
          <p:cNvSpPr txBox="1"/>
          <p:nvPr/>
        </p:nvSpPr>
        <p:spPr>
          <a:xfrm>
            <a:off x="3302445" y="193448"/>
            <a:ext cx="671449" cy="261610"/>
          </a:xfrm>
          <a:prstGeom prst="rect">
            <a:avLst/>
          </a:prstGeom>
          <a:noFill/>
        </p:spPr>
        <p:txBody>
          <a:bodyPr wrap="square">
            <a:spAutoFit/>
          </a:bodyPr>
          <a:lstStyle/>
          <a:p>
            <a:r>
              <a:rPr lang="en" sz="1100" dirty="0">
                <a:solidFill>
                  <a:schemeClr val="bg1">
                    <a:lumMod val="25000"/>
                  </a:schemeClr>
                </a:solidFill>
              </a:rPr>
              <a:t>Home</a:t>
            </a:r>
            <a:endParaRPr lang="en-IN" sz="1100" dirty="0">
              <a:solidFill>
                <a:schemeClr val="bg1">
                  <a:lumMod val="25000"/>
                </a:schemeClr>
              </a:solidFill>
            </a:endParaRPr>
          </a:p>
        </p:txBody>
      </p:sp>
      <p:sp>
        <p:nvSpPr>
          <p:cNvPr id="5" name="TextBox 4">
            <a:extLst>
              <a:ext uri="{FF2B5EF4-FFF2-40B4-BE49-F238E27FC236}">
                <a16:creationId xmlns:a16="http://schemas.microsoft.com/office/drawing/2014/main" id="{49756DC7-E86B-E32A-F23A-01157A53EE38}"/>
              </a:ext>
            </a:extLst>
          </p:cNvPr>
          <p:cNvSpPr txBox="1"/>
          <p:nvPr/>
        </p:nvSpPr>
        <p:spPr>
          <a:xfrm>
            <a:off x="4306899" y="193448"/>
            <a:ext cx="817932" cy="261610"/>
          </a:xfrm>
          <a:prstGeom prst="rect">
            <a:avLst/>
          </a:prstGeom>
          <a:noFill/>
        </p:spPr>
        <p:txBody>
          <a:bodyPr wrap="square">
            <a:spAutoFit/>
          </a:bodyPr>
          <a:lstStyle/>
          <a:p>
            <a:r>
              <a:rPr lang="en-IN" sz="1100" dirty="0">
                <a:solidFill>
                  <a:srgbClr val="FBBC05"/>
                </a:solidFill>
              </a:rPr>
              <a:t>Reports</a:t>
            </a:r>
          </a:p>
        </p:txBody>
      </p:sp>
      <p:sp>
        <p:nvSpPr>
          <p:cNvPr id="6" name="TextBox 5">
            <a:extLst>
              <a:ext uri="{FF2B5EF4-FFF2-40B4-BE49-F238E27FC236}">
                <a16:creationId xmlns:a16="http://schemas.microsoft.com/office/drawing/2014/main" id="{B896C996-B67C-5BE2-4757-755EB92617E4}"/>
              </a:ext>
            </a:extLst>
          </p:cNvPr>
          <p:cNvSpPr txBox="1"/>
          <p:nvPr/>
        </p:nvSpPr>
        <p:spPr>
          <a:xfrm>
            <a:off x="5457835" y="193448"/>
            <a:ext cx="817932" cy="261610"/>
          </a:xfrm>
          <a:prstGeom prst="rect">
            <a:avLst/>
          </a:prstGeom>
          <a:noFill/>
        </p:spPr>
        <p:txBody>
          <a:bodyPr wrap="square">
            <a:spAutoFit/>
          </a:bodyPr>
          <a:lstStyle/>
          <a:p>
            <a:r>
              <a:rPr lang="en-IN" sz="1100" dirty="0">
                <a:solidFill>
                  <a:schemeClr val="bg1">
                    <a:lumMod val="25000"/>
                  </a:schemeClr>
                </a:solidFill>
              </a:rPr>
              <a:t>Explore</a:t>
            </a:r>
          </a:p>
        </p:txBody>
      </p:sp>
      <p:sp>
        <p:nvSpPr>
          <p:cNvPr id="7" name="TextBox 6">
            <a:extLst>
              <a:ext uri="{FF2B5EF4-FFF2-40B4-BE49-F238E27FC236}">
                <a16:creationId xmlns:a16="http://schemas.microsoft.com/office/drawing/2014/main" id="{2109588D-65AC-7681-35BC-0CAD7C2D64B4}"/>
              </a:ext>
            </a:extLst>
          </p:cNvPr>
          <p:cNvSpPr txBox="1"/>
          <p:nvPr/>
        </p:nvSpPr>
        <p:spPr>
          <a:xfrm>
            <a:off x="6608771" y="192001"/>
            <a:ext cx="1016803" cy="261610"/>
          </a:xfrm>
          <a:prstGeom prst="rect">
            <a:avLst/>
          </a:prstGeom>
          <a:noFill/>
        </p:spPr>
        <p:txBody>
          <a:bodyPr wrap="square">
            <a:spAutoFit/>
          </a:bodyPr>
          <a:lstStyle/>
          <a:p>
            <a:r>
              <a:rPr lang="en-IN" sz="1100" dirty="0">
                <a:solidFill>
                  <a:schemeClr val="bg1">
                    <a:lumMod val="25000"/>
                  </a:schemeClr>
                </a:solidFill>
              </a:rPr>
              <a:t>Advertising</a:t>
            </a:r>
          </a:p>
        </p:txBody>
      </p:sp>
      <p:sp>
        <p:nvSpPr>
          <p:cNvPr id="8" name="TextBox 7">
            <a:extLst>
              <a:ext uri="{FF2B5EF4-FFF2-40B4-BE49-F238E27FC236}">
                <a16:creationId xmlns:a16="http://schemas.microsoft.com/office/drawing/2014/main" id="{C7CB042E-531F-9822-6E20-2A236FA2E554}"/>
              </a:ext>
            </a:extLst>
          </p:cNvPr>
          <p:cNvSpPr txBox="1"/>
          <p:nvPr/>
        </p:nvSpPr>
        <p:spPr>
          <a:xfrm>
            <a:off x="7958578" y="192001"/>
            <a:ext cx="1016803" cy="261610"/>
          </a:xfrm>
          <a:prstGeom prst="rect">
            <a:avLst/>
          </a:prstGeom>
          <a:noFill/>
        </p:spPr>
        <p:txBody>
          <a:bodyPr wrap="square">
            <a:spAutoFit/>
          </a:bodyPr>
          <a:lstStyle/>
          <a:p>
            <a:r>
              <a:rPr lang="en-US" sz="1100" dirty="0">
                <a:solidFill>
                  <a:schemeClr val="bg1">
                    <a:lumMod val="25000"/>
                  </a:schemeClr>
                </a:solidFill>
              </a:rPr>
              <a:t>L</a:t>
            </a:r>
            <a:r>
              <a:rPr lang="en-IN" sz="1100" dirty="0">
                <a:solidFill>
                  <a:schemeClr val="bg1">
                    <a:lumMod val="25000"/>
                  </a:schemeClr>
                </a:solidFill>
              </a:rPr>
              <a:t>earnings</a:t>
            </a:r>
          </a:p>
        </p:txBody>
      </p:sp>
      <p:sp>
        <p:nvSpPr>
          <p:cNvPr id="34" name="Google Shape;661;p41">
            <a:extLst>
              <a:ext uri="{FF2B5EF4-FFF2-40B4-BE49-F238E27FC236}">
                <a16:creationId xmlns:a16="http://schemas.microsoft.com/office/drawing/2014/main" id="{35D644E6-0A51-3881-46AF-CB1A862D0BCF}"/>
              </a:ext>
            </a:extLst>
          </p:cNvPr>
          <p:cNvSpPr txBox="1">
            <a:spLocks/>
          </p:cNvSpPr>
          <p:nvPr/>
        </p:nvSpPr>
        <p:spPr>
          <a:xfrm>
            <a:off x="906949" y="3210327"/>
            <a:ext cx="3129860" cy="45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1pPr>
            <a:lvl2pPr marL="914400" marR="0" lvl="1"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2pPr>
            <a:lvl3pPr marL="1371600" marR="0" lvl="2"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3pPr>
            <a:lvl4pPr marL="1828800" marR="0" lvl="3"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4pPr>
            <a:lvl5pPr marL="2286000" marR="0" lvl="4"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5pPr>
            <a:lvl6pPr marL="2743200" marR="0" lvl="5"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6pPr>
            <a:lvl7pPr marL="3200400" marR="0" lvl="6"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7pPr>
            <a:lvl8pPr marL="3657600" marR="0" lvl="7"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8pPr>
            <a:lvl9pPr marL="4114800" marR="0" lvl="8"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9pPr>
          </a:lstStyle>
          <a:p>
            <a:pPr marL="0" indent="0" algn="l"/>
            <a:r>
              <a:rPr lang="en-US" sz="1800" b="1" dirty="0">
                <a:latin typeface="Poppins SemiBold" panose="00000700000000000000" pitchFamily="2" charset="0"/>
                <a:cs typeface="Poppins SemiBold" panose="00000700000000000000" pitchFamily="2" charset="0"/>
              </a:rPr>
              <a:t>In-App Purchase</a:t>
            </a:r>
          </a:p>
        </p:txBody>
      </p:sp>
      <p:sp>
        <p:nvSpPr>
          <p:cNvPr id="35" name="Google Shape;662;p41">
            <a:extLst>
              <a:ext uri="{FF2B5EF4-FFF2-40B4-BE49-F238E27FC236}">
                <a16:creationId xmlns:a16="http://schemas.microsoft.com/office/drawing/2014/main" id="{73878481-F9DB-0507-37CC-FAC05BCDABFD}"/>
              </a:ext>
            </a:extLst>
          </p:cNvPr>
          <p:cNvSpPr txBox="1">
            <a:spLocks noGrp="1"/>
          </p:cNvSpPr>
          <p:nvPr>
            <p:ph type="title"/>
          </p:nvPr>
        </p:nvSpPr>
        <p:spPr>
          <a:xfrm>
            <a:off x="713225" y="763957"/>
            <a:ext cx="77175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Monetization </a:t>
            </a:r>
            <a:endParaRPr dirty="0"/>
          </a:p>
        </p:txBody>
      </p:sp>
      <p:sp>
        <p:nvSpPr>
          <p:cNvPr id="36" name="Google Shape;663;p41">
            <a:extLst>
              <a:ext uri="{FF2B5EF4-FFF2-40B4-BE49-F238E27FC236}">
                <a16:creationId xmlns:a16="http://schemas.microsoft.com/office/drawing/2014/main" id="{70706201-C624-8490-5ACA-73BB2207F1E2}"/>
              </a:ext>
            </a:extLst>
          </p:cNvPr>
          <p:cNvSpPr txBox="1">
            <a:spLocks noGrp="1"/>
          </p:cNvSpPr>
          <p:nvPr>
            <p:ph type="subTitle" idx="1"/>
          </p:nvPr>
        </p:nvSpPr>
        <p:spPr>
          <a:xfrm>
            <a:off x="906949" y="2113037"/>
            <a:ext cx="3259534"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Total income from the website or app generates from different user actions </a:t>
            </a:r>
            <a:endParaRPr dirty="0"/>
          </a:p>
        </p:txBody>
      </p:sp>
      <p:sp>
        <p:nvSpPr>
          <p:cNvPr id="37" name="Google Shape;664;p41">
            <a:extLst>
              <a:ext uri="{FF2B5EF4-FFF2-40B4-BE49-F238E27FC236}">
                <a16:creationId xmlns:a16="http://schemas.microsoft.com/office/drawing/2014/main" id="{01C6A15D-DB9B-E8B3-C7CF-1D9685756890}"/>
              </a:ext>
            </a:extLst>
          </p:cNvPr>
          <p:cNvSpPr txBox="1">
            <a:spLocks noGrp="1"/>
          </p:cNvSpPr>
          <p:nvPr>
            <p:ph type="subTitle" idx="2"/>
          </p:nvPr>
        </p:nvSpPr>
        <p:spPr>
          <a:xfrm>
            <a:off x="4916934" y="2113037"/>
            <a:ext cx="3066198"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a:t>
            </a:r>
            <a:r>
              <a:rPr lang="en-IN" dirty="0"/>
              <a:t>racks online product sales, order value and purchase behaviour on the website</a:t>
            </a:r>
            <a:endParaRPr dirty="0"/>
          </a:p>
        </p:txBody>
      </p:sp>
      <p:sp>
        <p:nvSpPr>
          <p:cNvPr id="38" name="Google Shape;665;p41">
            <a:extLst>
              <a:ext uri="{FF2B5EF4-FFF2-40B4-BE49-F238E27FC236}">
                <a16:creationId xmlns:a16="http://schemas.microsoft.com/office/drawing/2014/main" id="{EAB41ED9-20DB-DC04-DF12-E2E097E90DE8}"/>
              </a:ext>
            </a:extLst>
          </p:cNvPr>
          <p:cNvSpPr txBox="1">
            <a:spLocks noGrp="1"/>
          </p:cNvSpPr>
          <p:nvPr>
            <p:ph type="subTitle" idx="3"/>
          </p:nvPr>
        </p:nvSpPr>
        <p:spPr>
          <a:xfrm>
            <a:off x="906949" y="3667524"/>
            <a:ext cx="3129935"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Measures revenue from items or features users buy inside mobile app</a:t>
            </a:r>
            <a:endParaRPr dirty="0"/>
          </a:p>
        </p:txBody>
      </p:sp>
      <p:sp>
        <p:nvSpPr>
          <p:cNvPr id="39" name="Google Shape;666;p41">
            <a:extLst>
              <a:ext uri="{FF2B5EF4-FFF2-40B4-BE49-F238E27FC236}">
                <a16:creationId xmlns:a16="http://schemas.microsoft.com/office/drawing/2014/main" id="{89B4E2B1-0CEA-7C3B-9D74-78AB193D41A2}"/>
              </a:ext>
            </a:extLst>
          </p:cNvPr>
          <p:cNvSpPr txBox="1">
            <a:spLocks noGrp="1"/>
          </p:cNvSpPr>
          <p:nvPr>
            <p:ph type="subTitle" idx="4"/>
          </p:nvPr>
        </p:nvSpPr>
        <p:spPr>
          <a:xfrm>
            <a:off x="4916860" y="3667524"/>
            <a:ext cx="3130010"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Display earnings generated from ads shown on the site or app</a:t>
            </a:r>
            <a:endParaRPr dirty="0"/>
          </a:p>
        </p:txBody>
      </p:sp>
      <p:sp>
        <p:nvSpPr>
          <p:cNvPr id="40" name="Google Shape;667;p41">
            <a:extLst>
              <a:ext uri="{FF2B5EF4-FFF2-40B4-BE49-F238E27FC236}">
                <a16:creationId xmlns:a16="http://schemas.microsoft.com/office/drawing/2014/main" id="{BBCAA7C6-A027-BADA-8AAA-27DC3AD48192}"/>
              </a:ext>
            </a:extLst>
          </p:cNvPr>
          <p:cNvSpPr txBox="1">
            <a:spLocks noGrp="1"/>
          </p:cNvSpPr>
          <p:nvPr>
            <p:ph type="subTitle" idx="5"/>
          </p:nvPr>
        </p:nvSpPr>
        <p:spPr>
          <a:xfrm>
            <a:off x="906949" y="1676932"/>
            <a:ext cx="3602707"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800" dirty="0">
                <a:latin typeface="Poppins SemiBold" panose="00000700000000000000" pitchFamily="2" charset="0"/>
                <a:cs typeface="Poppins SemiBold" panose="00000700000000000000" pitchFamily="2" charset="0"/>
              </a:rPr>
              <a:t>Revenue Tracking</a:t>
            </a:r>
            <a:endParaRPr sz="1800" dirty="0">
              <a:latin typeface="Poppins SemiBold" panose="00000700000000000000" pitchFamily="2" charset="0"/>
              <a:cs typeface="Poppins SemiBold" panose="00000700000000000000" pitchFamily="2" charset="0"/>
            </a:endParaRPr>
          </a:p>
        </p:txBody>
      </p:sp>
      <p:sp>
        <p:nvSpPr>
          <p:cNvPr id="41" name="Google Shape;668;p41">
            <a:extLst>
              <a:ext uri="{FF2B5EF4-FFF2-40B4-BE49-F238E27FC236}">
                <a16:creationId xmlns:a16="http://schemas.microsoft.com/office/drawing/2014/main" id="{EA628B24-57B5-1C73-D457-77579477483E}"/>
              </a:ext>
            </a:extLst>
          </p:cNvPr>
          <p:cNvSpPr txBox="1">
            <a:spLocks/>
          </p:cNvSpPr>
          <p:nvPr/>
        </p:nvSpPr>
        <p:spPr>
          <a:xfrm>
            <a:off x="4909258" y="1676932"/>
            <a:ext cx="3259534" cy="45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1pPr>
            <a:lvl2pPr marL="914400" marR="0" lvl="1"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2pPr>
            <a:lvl3pPr marL="1371600" marR="0" lvl="2"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3pPr>
            <a:lvl4pPr marL="1828800" marR="0" lvl="3"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4pPr>
            <a:lvl5pPr marL="2286000" marR="0" lvl="4"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5pPr>
            <a:lvl6pPr marL="2743200" marR="0" lvl="5"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6pPr>
            <a:lvl7pPr marL="3200400" marR="0" lvl="6"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7pPr>
            <a:lvl8pPr marL="3657600" marR="0" lvl="7"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8pPr>
            <a:lvl9pPr marL="4114800" marR="0" lvl="8"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9pPr>
          </a:lstStyle>
          <a:p>
            <a:pPr marL="0" indent="0" algn="l"/>
            <a:r>
              <a:rPr lang="en-US" dirty="0"/>
              <a:t>E-commerce Purchase </a:t>
            </a:r>
          </a:p>
        </p:txBody>
      </p:sp>
      <p:sp>
        <p:nvSpPr>
          <p:cNvPr id="42" name="Google Shape;669;p41">
            <a:extLst>
              <a:ext uri="{FF2B5EF4-FFF2-40B4-BE49-F238E27FC236}">
                <a16:creationId xmlns:a16="http://schemas.microsoft.com/office/drawing/2014/main" id="{BB06ED97-CE34-A9D1-E41E-FCB5BA581C4D}"/>
              </a:ext>
            </a:extLst>
          </p:cNvPr>
          <p:cNvSpPr txBox="1">
            <a:spLocks/>
          </p:cNvSpPr>
          <p:nvPr/>
        </p:nvSpPr>
        <p:spPr>
          <a:xfrm>
            <a:off x="4916934" y="3210327"/>
            <a:ext cx="3513791" cy="45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1pPr>
            <a:lvl2pPr marL="914400" marR="0" lvl="1"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2pPr>
            <a:lvl3pPr marL="1371600" marR="0" lvl="2"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3pPr>
            <a:lvl4pPr marL="1828800" marR="0" lvl="3"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4pPr>
            <a:lvl5pPr marL="2286000" marR="0" lvl="4"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5pPr>
            <a:lvl6pPr marL="2743200" marR="0" lvl="5"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6pPr>
            <a:lvl7pPr marL="3200400" marR="0" lvl="6"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7pPr>
            <a:lvl8pPr marL="3657600" marR="0" lvl="7"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8pPr>
            <a:lvl9pPr marL="4114800" marR="0" lvl="8"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9pPr>
          </a:lstStyle>
          <a:p>
            <a:pPr marL="0" indent="0" algn="l"/>
            <a:r>
              <a:rPr lang="en-US" dirty="0"/>
              <a:t>Ad Revenue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13">
          <a:extLst>
            <a:ext uri="{FF2B5EF4-FFF2-40B4-BE49-F238E27FC236}">
              <a16:creationId xmlns:a16="http://schemas.microsoft.com/office/drawing/2014/main" id="{4BE3B626-1434-2DCF-C3CE-92484BB7C85D}"/>
            </a:ext>
          </a:extLst>
        </p:cNvPr>
        <p:cNvGrpSpPr/>
        <p:nvPr/>
      </p:nvGrpSpPr>
      <p:grpSpPr>
        <a:xfrm>
          <a:off x="0" y="0"/>
          <a:ext cx="0" cy="0"/>
          <a:chOff x="0" y="0"/>
          <a:chExt cx="0" cy="0"/>
        </a:xfrm>
      </p:grpSpPr>
      <p:pic>
        <p:nvPicPr>
          <p:cNvPr id="614" name="Google Shape;614;p39">
            <a:extLst>
              <a:ext uri="{FF2B5EF4-FFF2-40B4-BE49-F238E27FC236}">
                <a16:creationId xmlns:a16="http://schemas.microsoft.com/office/drawing/2014/main" id="{0AC67D85-2263-3F32-9142-CAB7CFFC2D12}"/>
              </a:ext>
            </a:extLst>
          </p:cNvPr>
          <p:cNvPicPr preferRelativeResize="0">
            <a:picLocks noGrp="1"/>
          </p:cNvPicPr>
          <p:nvPr>
            <p:ph type="pic" idx="2"/>
          </p:nvPr>
        </p:nvPicPr>
        <p:blipFill>
          <a:blip r:embed="rId3">
            <a:alphaModFix/>
          </a:blip>
          <a:srcRect/>
          <a:stretch/>
        </p:blipFill>
        <p:spPr>
          <a:xfrm>
            <a:off x="0" y="-14875"/>
            <a:ext cx="9144003" cy="5158501"/>
          </a:xfrm>
          <a:prstGeom prst="rect">
            <a:avLst/>
          </a:prstGeom>
        </p:spPr>
      </p:pic>
      <p:sp>
        <p:nvSpPr>
          <p:cNvPr id="615" name="Google Shape;615;p39">
            <a:extLst>
              <a:ext uri="{FF2B5EF4-FFF2-40B4-BE49-F238E27FC236}">
                <a16:creationId xmlns:a16="http://schemas.microsoft.com/office/drawing/2014/main" id="{CE8DFF1D-5529-7047-FAA6-8CEB7523B058}"/>
              </a:ext>
            </a:extLst>
          </p:cNvPr>
          <p:cNvSpPr txBox="1">
            <a:spLocks noGrp="1"/>
          </p:cNvSpPr>
          <p:nvPr>
            <p:ph type="title"/>
          </p:nvPr>
        </p:nvSpPr>
        <p:spPr>
          <a:xfrm>
            <a:off x="2736156" y="394854"/>
            <a:ext cx="3436044" cy="445448"/>
          </a:xfrm>
          <a:prstGeom prst="rect">
            <a:avLst/>
          </a:prstGeom>
          <a:solidFill>
            <a:schemeClr val="bg2">
              <a:lumMod val="60000"/>
              <a:lumOff val="40000"/>
            </a:schemeClr>
          </a:solidFill>
        </p:spPr>
        <p:txBody>
          <a:bodyPr spcFirstLastPara="1" wrap="square" lIns="91425" tIns="91425" rIns="91425" bIns="91425" anchor="ctr" anchorCtr="0">
            <a:noAutofit/>
          </a:bodyPr>
          <a:lstStyle/>
          <a:p>
            <a:r>
              <a:rPr lang="en-IN" dirty="0">
                <a:solidFill>
                  <a:schemeClr val="bg1">
                    <a:lumMod val="25000"/>
                  </a:schemeClr>
                </a:solidFill>
              </a:rPr>
              <a:t>Monetization Overview </a:t>
            </a:r>
          </a:p>
        </p:txBody>
      </p:sp>
    </p:spTree>
    <p:extLst>
      <p:ext uri="{BB962C8B-B14F-4D97-AF65-F5344CB8AC3E}">
        <p14:creationId xmlns:p14="http://schemas.microsoft.com/office/powerpoint/2010/main" val="3143935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3">
          <a:extLst>
            <a:ext uri="{FF2B5EF4-FFF2-40B4-BE49-F238E27FC236}">
              <a16:creationId xmlns:a16="http://schemas.microsoft.com/office/drawing/2014/main" id="{3888AB3E-1BB0-9AD1-BA2D-0FCDBCE4BE78}"/>
            </a:ext>
          </a:extLst>
        </p:cNvPr>
        <p:cNvGrpSpPr/>
        <p:nvPr/>
      </p:nvGrpSpPr>
      <p:grpSpPr>
        <a:xfrm>
          <a:off x="0" y="0"/>
          <a:ext cx="0" cy="0"/>
          <a:chOff x="0" y="0"/>
          <a:chExt cx="0" cy="0"/>
        </a:xfrm>
      </p:grpSpPr>
      <p:pic>
        <p:nvPicPr>
          <p:cNvPr id="707" name="Google Shape;707;p42">
            <a:extLst>
              <a:ext uri="{FF2B5EF4-FFF2-40B4-BE49-F238E27FC236}">
                <a16:creationId xmlns:a16="http://schemas.microsoft.com/office/drawing/2014/main" id="{5A7879BC-3378-E8F0-0F37-FD61F3D6A57D}"/>
              </a:ext>
            </a:extLst>
          </p:cNvPr>
          <p:cNvPicPr preferRelativeResize="0"/>
          <p:nvPr/>
        </p:nvPicPr>
        <p:blipFill>
          <a:blip r:embed="rId3">
            <a:alphaModFix/>
          </a:blip>
          <a:stretch>
            <a:fillRect/>
          </a:stretch>
        </p:blipFill>
        <p:spPr>
          <a:xfrm>
            <a:off x="8229600" y="628863"/>
            <a:ext cx="914400" cy="461473"/>
          </a:xfrm>
          <a:prstGeom prst="rect">
            <a:avLst/>
          </a:prstGeom>
          <a:noFill/>
          <a:ln>
            <a:noFill/>
          </a:ln>
        </p:spPr>
      </p:pic>
      <p:sp>
        <p:nvSpPr>
          <p:cNvPr id="3" name="TextBox 2">
            <a:extLst>
              <a:ext uri="{FF2B5EF4-FFF2-40B4-BE49-F238E27FC236}">
                <a16:creationId xmlns:a16="http://schemas.microsoft.com/office/drawing/2014/main" id="{37CE0CA4-22DA-E3B0-A8C6-E37D139DC6EC}"/>
              </a:ext>
            </a:extLst>
          </p:cNvPr>
          <p:cNvSpPr txBox="1"/>
          <p:nvPr/>
        </p:nvSpPr>
        <p:spPr>
          <a:xfrm>
            <a:off x="2353921" y="193448"/>
            <a:ext cx="498764" cy="261610"/>
          </a:xfrm>
          <a:prstGeom prst="rect">
            <a:avLst/>
          </a:prstGeom>
          <a:noFill/>
        </p:spPr>
        <p:txBody>
          <a:bodyPr wrap="square">
            <a:spAutoFit/>
          </a:bodyPr>
          <a:lstStyle/>
          <a:p>
            <a:r>
              <a:rPr lang="en" sz="1100" dirty="0">
                <a:solidFill>
                  <a:schemeClr val="bg1">
                    <a:lumMod val="25000"/>
                  </a:schemeClr>
                </a:solidFill>
              </a:rPr>
              <a:t>Intro</a:t>
            </a:r>
            <a:endParaRPr lang="en-IN" sz="1100" dirty="0">
              <a:solidFill>
                <a:schemeClr val="bg1">
                  <a:lumMod val="25000"/>
                </a:schemeClr>
              </a:solidFill>
            </a:endParaRPr>
          </a:p>
        </p:txBody>
      </p:sp>
      <p:sp>
        <p:nvSpPr>
          <p:cNvPr id="4" name="TextBox 3">
            <a:extLst>
              <a:ext uri="{FF2B5EF4-FFF2-40B4-BE49-F238E27FC236}">
                <a16:creationId xmlns:a16="http://schemas.microsoft.com/office/drawing/2014/main" id="{4D35847B-B14B-C862-5B5C-5E6F8907D558}"/>
              </a:ext>
            </a:extLst>
          </p:cNvPr>
          <p:cNvSpPr txBox="1"/>
          <p:nvPr/>
        </p:nvSpPr>
        <p:spPr>
          <a:xfrm>
            <a:off x="3302445" y="193448"/>
            <a:ext cx="671449" cy="261610"/>
          </a:xfrm>
          <a:prstGeom prst="rect">
            <a:avLst/>
          </a:prstGeom>
          <a:noFill/>
        </p:spPr>
        <p:txBody>
          <a:bodyPr wrap="square">
            <a:spAutoFit/>
          </a:bodyPr>
          <a:lstStyle/>
          <a:p>
            <a:r>
              <a:rPr lang="en" sz="1100" dirty="0">
                <a:solidFill>
                  <a:schemeClr val="bg1">
                    <a:lumMod val="25000"/>
                  </a:schemeClr>
                </a:solidFill>
              </a:rPr>
              <a:t>Home</a:t>
            </a:r>
            <a:endParaRPr lang="en-IN" sz="1100" dirty="0">
              <a:solidFill>
                <a:schemeClr val="bg1">
                  <a:lumMod val="25000"/>
                </a:schemeClr>
              </a:solidFill>
            </a:endParaRPr>
          </a:p>
        </p:txBody>
      </p:sp>
      <p:sp>
        <p:nvSpPr>
          <p:cNvPr id="5" name="TextBox 4">
            <a:extLst>
              <a:ext uri="{FF2B5EF4-FFF2-40B4-BE49-F238E27FC236}">
                <a16:creationId xmlns:a16="http://schemas.microsoft.com/office/drawing/2014/main" id="{68759D73-8D59-F11C-1DEC-D0AE9573684A}"/>
              </a:ext>
            </a:extLst>
          </p:cNvPr>
          <p:cNvSpPr txBox="1"/>
          <p:nvPr/>
        </p:nvSpPr>
        <p:spPr>
          <a:xfrm>
            <a:off x="4306899" y="193448"/>
            <a:ext cx="817932" cy="261610"/>
          </a:xfrm>
          <a:prstGeom prst="rect">
            <a:avLst/>
          </a:prstGeom>
          <a:noFill/>
        </p:spPr>
        <p:txBody>
          <a:bodyPr wrap="square">
            <a:spAutoFit/>
          </a:bodyPr>
          <a:lstStyle/>
          <a:p>
            <a:r>
              <a:rPr lang="en-IN" sz="1100" dirty="0">
                <a:solidFill>
                  <a:srgbClr val="FBBC05"/>
                </a:solidFill>
              </a:rPr>
              <a:t>Reports</a:t>
            </a:r>
          </a:p>
        </p:txBody>
      </p:sp>
      <p:sp>
        <p:nvSpPr>
          <p:cNvPr id="6" name="TextBox 5">
            <a:extLst>
              <a:ext uri="{FF2B5EF4-FFF2-40B4-BE49-F238E27FC236}">
                <a16:creationId xmlns:a16="http://schemas.microsoft.com/office/drawing/2014/main" id="{CDB50AD7-7D87-829F-3BF5-71AD102D5B19}"/>
              </a:ext>
            </a:extLst>
          </p:cNvPr>
          <p:cNvSpPr txBox="1"/>
          <p:nvPr/>
        </p:nvSpPr>
        <p:spPr>
          <a:xfrm>
            <a:off x="5457835" y="193448"/>
            <a:ext cx="817932" cy="261610"/>
          </a:xfrm>
          <a:prstGeom prst="rect">
            <a:avLst/>
          </a:prstGeom>
          <a:noFill/>
        </p:spPr>
        <p:txBody>
          <a:bodyPr wrap="square">
            <a:spAutoFit/>
          </a:bodyPr>
          <a:lstStyle/>
          <a:p>
            <a:r>
              <a:rPr lang="en-IN" sz="1100" dirty="0">
                <a:solidFill>
                  <a:schemeClr val="bg1">
                    <a:lumMod val="25000"/>
                  </a:schemeClr>
                </a:solidFill>
              </a:rPr>
              <a:t>Explore</a:t>
            </a:r>
          </a:p>
        </p:txBody>
      </p:sp>
      <p:sp>
        <p:nvSpPr>
          <p:cNvPr id="7" name="TextBox 6">
            <a:extLst>
              <a:ext uri="{FF2B5EF4-FFF2-40B4-BE49-F238E27FC236}">
                <a16:creationId xmlns:a16="http://schemas.microsoft.com/office/drawing/2014/main" id="{C552E310-BE0E-B976-CCDD-3F18C52636C1}"/>
              </a:ext>
            </a:extLst>
          </p:cNvPr>
          <p:cNvSpPr txBox="1"/>
          <p:nvPr/>
        </p:nvSpPr>
        <p:spPr>
          <a:xfrm>
            <a:off x="6608771" y="192001"/>
            <a:ext cx="1016803" cy="261610"/>
          </a:xfrm>
          <a:prstGeom prst="rect">
            <a:avLst/>
          </a:prstGeom>
          <a:noFill/>
        </p:spPr>
        <p:txBody>
          <a:bodyPr wrap="square">
            <a:spAutoFit/>
          </a:bodyPr>
          <a:lstStyle/>
          <a:p>
            <a:r>
              <a:rPr lang="en-IN" sz="1100" dirty="0">
                <a:solidFill>
                  <a:schemeClr val="bg1">
                    <a:lumMod val="25000"/>
                  </a:schemeClr>
                </a:solidFill>
              </a:rPr>
              <a:t>Advertising</a:t>
            </a:r>
          </a:p>
        </p:txBody>
      </p:sp>
      <p:sp>
        <p:nvSpPr>
          <p:cNvPr id="8" name="TextBox 7">
            <a:extLst>
              <a:ext uri="{FF2B5EF4-FFF2-40B4-BE49-F238E27FC236}">
                <a16:creationId xmlns:a16="http://schemas.microsoft.com/office/drawing/2014/main" id="{D4FC5985-4660-7413-0353-2284E6A2EF44}"/>
              </a:ext>
            </a:extLst>
          </p:cNvPr>
          <p:cNvSpPr txBox="1"/>
          <p:nvPr/>
        </p:nvSpPr>
        <p:spPr>
          <a:xfrm>
            <a:off x="7958578" y="192001"/>
            <a:ext cx="1016803" cy="261610"/>
          </a:xfrm>
          <a:prstGeom prst="rect">
            <a:avLst/>
          </a:prstGeom>
          <a:noFill/>
        </p:spPr>
        <p:txBody>
          <a:bodyPr wrap="square">
            <a:spAutoFit/>
          </a:bodyPr>
          <a:lstStyle/>
          <a:p>
            <a:r>
              <a:rPr lang="en-US" sz="1100" dirty="0">
                <a:solidFill>
                  <a:schemeClr val="bg1">
                    <a:lumMod val="25000"/>
                  </a:schemeClr>
                </a:solidFill>
              </a:rPr>
              <a:t>L</a:t>
            </a:r>
            <a:r>
              <a:rPr lang="en-IN" sz="1100" dirty="0">
                <a:solidFill>
                  <a:schemeClr val="bg1">
                    <a:lumMod val="25000"/>
                  </a:schemeClr>
                </a:solidFill>
              </a:rPr>
              <a:t>earnings</a:t>
            </a:r>
          </a:p>
        </p:txBody>
      </p:sp>
      <p:sp>
        <p:nvSpPr>
          <p:cNvPr id="34" name="Google Shape;661;p41">
            <a:extLst>
              <a:ext uri="{FF2B5EF4-FFF2-40B4-BE49-F238E27FC236}">
                <a16:creationId xmlns:a16="http://schemas.microsoft.com/office/drawing/2014/main" id="{677FEB35-331E-66FE-69C3-AE52C35A3E24}"/>
              </a:ext>
            </a:extLst>
          </p:cNvPr>
          <p:cNvSpPr txBox="1">
            <a:spLocks/>
          </p:cNvSpPr>
          <p:nvPr/>
        </p:nvSpPr>
        <p:spPr>
          <a:xfrm>
            <a:off x="906949" y="3210327"/>
            <a:ext cx="3129860" cy="45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1pPr>
            <a:lvl2pPr marL="914400" marR="0" lvl="1"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2pPr>
            <a:lvl3pPr marL="1371600" marR="0" lvl="2"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3pPr>
            <a:lvl4pPr marL="1828800" marR="0" lvl="3"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4pPr>
            <a:lvl5pPr marL="2286000" marR="0" lvl="4"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5pPr>
            <a:lvl6pPr marL="2743200" marR="0" lvl="5"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6pPr>
            <a:lvl7pPr marL="3200400" marR="0" lvl="6"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7pPr>
            <a:lvl8pPr marL="3657600" marR="0" lvl="7"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8pPr>
            <a:lvl9pPr marL="4114800" marR="0" lvl="8"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9pPr>
          </a:lstStyle>
          <a:p>
            <a:pPr marL="0" indent="0" algn="l"/>
            <a:r>
              <a:rPr lang="en-US" sz="1800" b="1" dirty="0">
                <a:latin typeface="Poppins SemiBold" panose="00000700000000000000" pitchFamily="2" charset="0"/>
                <a:cs typeface="Poppins SemiBold" panose="00000700000000000000" pitchFamily="2" charset="0"/>
              </a:rPr>
              <a:t>Engagement Trends</a:t>
            </a:r>
          </a:p>
        </p:txBody>
      </p:sp>
      <p:sp>
        <p:nvSpPr>
          <p:cNvPr id="35" name="Google Shape;662;p41">
            <a:extLst>
              <a:ext uri="{FF2B5EF4-FFF2-40B4-BE49-F238E27FC236}">
                <a16:creationId xmlns:a16="http://schemas.microsoft.com/office/drawing/2014/main" id="{08D923FB-D8AD-E911-CF1C-A371DE2B4EC0}"/>
              </a:ext>
            </a:extLst>
          </p:cNvPr>
          <p:cNvSpPr txBox="1">
            <a:spLocks noGrp="1"/>
          </p:cNvSpPr>
          <p:nvPr>
            <p:ph type="title"/>
          </p:nvPr>
        </p:nvSpPr>
        <p:spPr>
          <a:xfrm>
            <a:off x="713225" y="763957"/>
            <a:ext cx="77175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Retention  </a:t>
            </a:r>
            <a:endParaRPr dirty="0"/>
          </a:p>
        </p:txBody>
      </p:sp>
      <p:sp>
        <p:nvSpPr>
          <p:cNvPr id="36" name="Google Shape;663;p41">
            <a:extLst>
              <a:ext uri="{FF2B5EF4-FFF2-40B4-BE49-F238E27FC236}">
                <a16:creationId xmlns:a16="http://schemas.microsoft.com/office/drawing/2014/main" id="{968BA095-384E-95F6-CD3A-469F4A728651}"/>
              </a:ext>
            </a:extLst>
          </p:cNvPr>
          <p:cNvSpPr txBox="1">
            <a:spLocks noGrp="1"/>
          </p:cNvSpPr>
          <p:nvPr>
            <p:ph type="subTitle" idx="1"/>
          </p:nvPr>
        </p:nvSpPr>
        <p:spPr>
          <a:xfrm>
            <a:off x="906949" y="2113037"/>
            <a:ext cx="3259534"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How well we keep our users those they come back after their first visit </a:t>
            </a:r>
            <a:endParaRPr dirty="0"/>
          </a:p>
        </p:txBody>
      </p:sp>
      <p:sp>
        <p:nvSpPr>
          <p:cNvPr id="37" name="Google Shape;664;p41">
            <a:extLst>
              <a:ext uri="{FF2B5EF4-FFF2-40B4-BE49-F238E27FC236}">
                <a16:creationId xmlns:a16="http://schemas.microsoft.com/office/drawing/2014/main" id="{F8E739FB-1FB4-4C83-DD0C-46E2BD8D959E}"/>
              </a:ext>
            </a:extLst>
          </p:cNvPr>
          <p:cNvSpPr txBox="1">
            <a:spLocks noGrp="1"/>
          </p:cNvSpPr>
          <p:nvPr>
            <p:ph type="subTitle" idx="2"/>
          </p:nvPr>
        </p:nvSpPr>
        <p:spPr>
          <a:xfrm>
            <a:off x="4916934" y="2113037"/>
            <a:ext cx="3066198"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Compares first-time visitors with users who come back again</a:t>
            </a:r>
            <a:endParaRPr dirty="0"/>
          </a:p>
        </p:txBody>
      </p:sp>
      <p:sp>
        <p:nvSpPr>
          <p:cNvPr id="38" name="Google Shape;665;p41">
            <a:extLst>
              <a:ext uri="{FF2B5EF4-FFF2-40B4-BE49-F238E27FC236}">
                <a16:creationId xmlns:a16="http://schemas.microsoft.com/office/drawing/2014/main" id="{DFDAE2DA-92CA-0D97-0629-9B17A8791921}"/>
              </a:ext>
            </a:extLst>
          </p:cNvPr>
          <p:cNvSpPr txBox="1">
            <a:spLocks noGrp="1"/>
          </p:cNvSpPr>
          <p:nvPr>
            <p:ph type="subTitle" idx="3"/>
          </p:nvPr>
        </p:nvSpPr>
        <p:spPr>
          <a:xfrm>
            <a:off x="906949" y="3667524"/>
            <a:ext cx="3129935"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Highlight user activities changes over time based on interactions</a:t>
            </a:r>
            <a:endParaRPr dirty="0"/>
          </a:p>
        </p:txBody>
      </p:sp>
      <p:sp>
        <p:nvSpPr>
          <p:cNvPr id="39" name="Google Shape;666;p41">
            <a:extLst>
              <a:ext uri="{FF2B5EF4-FFF2-40B4-BE49-F238E27FC236}">
                <a16:creationId xmlns:a16="http://schemas.microsoft.com/office/drawing/2014/main" id="{7836E64A-38C4-B16B-BCB4-ACA207809AE4}"/>
              </a:ext>
            </a:extLst>
          </p:cNvPr>
          <p:cNvSpPr txBox="1">
            <a:spLocks noGrp="1"/>
          </p:cNvSpPr>
          <p:nvPr>
            <p:ph type="subTitle" idx="4"/>
          </p:nvPr>
        </p:nvSpPr>
        <p:spPr>
          <a:xfrm>
            <a:off x="4916860" y="3667524"/>
            <a:ext cx="3130010"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Identifies how many users stop returning and where drop offs may happen</a:t>
            </a:r>
            <a:endParaRPr dirty="0"/>
          </a:p>
        </p:txBody>
      </p:sp>
      <p:sp>
        <p:nvSpPr>
          <p:cNvPr id="40" name="Google Shape;667;p41">
            <a:extLst>
              <a:ext uri="{FF2B5EF4-FFF2-40B4-BE49-F238E27FC236}">
                <a16:creationId xmlns:a16="http://schemas.microsoft.com/office/drawing/2014/main" id="{4AB459D0-13E3-C09F-1C99-A5010A706FEE}"/>
              </a:ext>
            </a:extLst>
          </p:cNvPr>
          <p:cNvSpPr txBox="1">
            <a:spLocks noGrp="1"/>
          </p:cNvSpPr>
          <p:nvPr>
            <p:ph type="subTitle" idx="5"/>
          </p:nvPr>
        </p:nvSpPr>
        <p:spPr>
          <a:xfrm>
            <a:off x="906949" y="1676932"/>
            <a:ext cx="3602707"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800" dirty="0">
                <a:latin typeface="Poppins SemiBold" panose="00000700000000000000" pitchFamily="2" charset="0"/>
                <a:cs typeface="Poppins SemiBold" panose="00000700000000000000" pitchFamily="2" charset="0"/>
              </a:rPr>
              <a:t>User retention Analysis</a:t>
            </a:r>
            <a:endParaRPr sz="1800" dirty="0">
              <a:latin typeface="Poppins SemiBold" panose="00000700000000000000" pitchFamily="2" charset="0"/>
              <a:cs typeface="Poppins SemiBold" panose="00000700000000000000" pitchFamily="2" charset="0"/>
            </a:endParaRPr>
          </a:p>
        </p:txBody>
      </p:sp>
      <p:sp>
        <p:nvSpPr>
          <p:cNvPr id="41" name="Google Shape;668;p41">
            <a:extLst>
              <a:ext uri="{FF2B5EF4-FFF2-40B4-BE49-F238E27FC236}">
                <a16:creationId xmlns:a16="http://schemas.microsoft.com/office/drawing/2014/main" id="{E62CDE3F-7713-20F9-0034-DDE08B799B05}"/>
              </a:ext>
            </a:extLst>
          </p:cNvPr>
          <p:cNvSpPr txBox="1">
            <a:spLocks/>
          </p:cNvSpPr>
          <p:nvPr/>
        </p:nvSpPr>
        <p:spPr>
          <a:xfrm>
            <a:off x="4909258" y="1676932"/>
            <a:ext cx="3259534" cy="45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1pPr>
            <a:lvl2pPr marL="914400" marR="0" lvl="1"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2pPr>
            <a:lvl3pPr marL="1371600" marR="0" lvl="2"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3pPr>
            <a:lvl4pPr marL="1828800" marR="0" lvl="3"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4pPr>
            <a:lvl5pPr marL="2286000" marR="0" lvl="4"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5pPr>
            <a:lvl6pPr marL="2743200" marR="0" lvl="5"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6pPr>
            <a:lvl7pPr marL="3200400" marR="0" lvl="6"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7pPr>
            <a:lvl8pPr marL="3657600" marR="0" lvl="7"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8pPr>
            <a:lvl9pPr marL="4114800" marR="0" lvl="8"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9pPr>
          </a:lstStyle>
          <a:p>
            <a:pPr marL="0" indent="0" algn="l"/>
            <a:r>
              <a:rPr lang="en-US" dirty="0"/>
              <a:t>New vs Returning Users</a:t>
            </a:r>
          </a:p>
        </p:txBody>
      </p:sp>
      <p:sp>
        <p:nvSpPr>
          <p:cNvPr id="42" name="Google Shape;669;p41">
            <a:extLst>
              <a:ext uri="{FF2B5EF4-FFF2-40B4-BE49-F238E27FC236}">
                <a16:creationId xmlns:a16="http://schemas.microsoft.com/office/drawing/2014/main" id="{72806BFF-752F-A352-A975-5741694D7696}"/>
              </a:ext>
            </a:extLst>
          </p:cNvPr>
          <p:cNvSpPr txBox="1">
            <a:spLocks/>
          </p:cNvSpPr>
          <p:nvPr/>
        </p:nvSpPr>
        <p:spPr>
          <a:xfrm>
            <a:off x="4916934" y="3210327"/>
            <a:ext cx="3513791" cy="45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1pPr>
            <a:lvl2pPr marL="914400" marR="0" lvl="1"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2pPr>
            <a:lvl3pPr marL="1371600" marR="0" lvl="2"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3pPr>
            <a:lvl4pPr marL="1828800" marR="0" lvl="3"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4pPr>
            <a:lvl5pPr marL="2286000" marR="0" lvl="4"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5pPr>
            <a:lvl6pPr marL="2743200" marR="0" lvl="5"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6pPr>
            <a:lvl7pPr marL="3200400" marR="0" lvl="6"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7pPr>
            <a:lvl8pPr marL="3657600" marR="0" lvl="7"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8pPr>
            <a:lvl9pPr marL="4114800" marR="0" lvl="8"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9pPr>
          </a:lstStyle>
          <a:p>
            <a:pPr marL="0" indent="0" algn="l"/>
            <a:r>
              <a:rPr lang="en-US" dirty="0"/>
              <a:t>Churn Rate Insights</a:t>
            </a:r>
          </a:p>
        </p:txBody>
      </p:sp>
      <p:pic>
        <p:nvPicPr>
          <p:cNvPr id="2" name="Google Shape;576;p36">
            <a:extLst>
              <a:ext uri="{FF2B5EF4-FFF2-40B4-BE49-F238E27FC236}">
                <a16:creationId xmlns:a16="http://schemas.microsoft.com/office/drawing/2014/main" id="{7384F963-BE07-AAB8-CBA4-8E5715A08412}"/>
              </a:ext>
            </a:extLst>
          </p:cNvPr>
          <p:cNvPicPr preferRelativeResize="0"/>
          <p:nvPr/>
        </p:nvPicPr>
        <p:blipFill>
          <a:blip r:embed="rId4">
            <a:alphaModFix/>
          </a:blip>
          <a:stretch>
            <a:fillRect/>
          </a:stretch>
        </p:blipFill>
        <p:spPr>
          <a:xfrm>
            <a:off x="393185" y="914451"/>
            <a:ext cx="640079" cy="640079"/>
          </a:xfrm>
          <a:prstGeom prst="rect">
            <a:avLst/>
          </a:prstGeom>
          <a:noFill/>
          <a:ln>
            <a:noFill/>
          </a:ln>
        </p:spPr>
      </p:pic>
      <p:grpSp>
        <p:nvGrpSpPr>
          <p:cNvPr id="9" name="Google Shape;577;p36">
            <a:extLst>
              <a:ext uri="{FF2B5EF4-FFF2-40B4-BE49-F238E27FC236}">
                <a16:creationId xmlns:a16="http://schemas.microsoft.com/office/drawing/2014/main" id="{BFFA9E86-E3DC-3269-00DE-E55D5AFFF2F7}"/>
              </a:ext>
            </a:extLst>
          </p:cNvPr>
          <p:cNvGrpSpPr/>
          <p:nvPr/>
        </p:nvGrpSpPr>
        <p:grpSpPr>
          <a:xfrm>
            <a:off x="740674" y="744576"/>
            <a:ext cx="1463100" cy="640140"/>
            <a:chOff x="667512" y="1847088"/>
            <a:chExt cx="1463100" cy="640140"/>
          </a:xfrm>
        </p:grpSpPr>
        <p:sp>
          <p:nvSpPr>
            <p:cNvPr id="10" name="Google Shape;578;p36">
              <a:extLst>
                <a:ext uri="{FF2B5EF4-FFF2-40B4-BE49-F238E27FC236}">
                  <a16:creationId xmlns:a16="http://schemas.microsoft.com/office/drawing/2014/main" id="{CFDE0C6B-C6D3-860C-9B26-AE92D7D86660}"/>
                </a:ext>
              </a:extLst>
            </p:cNvPr>
            <p:cNvSpPr/>
            <p:nvPr/>
          </p:nvSpPr>
          <p:spPr>
            <a:xfrm>
              <a:off x="713225" y="1889475"/>
              <a:ext cx="1371600" cy="548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1" name="Google Shape;579;p36">
              <a:extLst>
                <a:ext uri="{FF2B5EF4-FFF2-40B4-BE49-F238E27FC236}">
                  <a16:creationId xmlns:a16="http://schemas.microsoft.com/office/drawing/2014/main" id="{3A59BDF4-721D-F8E6-B45A-9CD91810A356}"/>
                </a:ext>
              </a:extLst>
            </p:cNvPr>
            <p:cNvSpPr/>
            <p:nvPr/>
          </p:nvSpPr>
          <p:spPr>
            <a:xfrm>
              <a:off x="2039112" y="184708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2" name="Google Shape;580;p36">
              <a:extLst>
                <a:ext uri="{FF2B5EF4-FFF2-40B4-BE49-F238E27FC236}">
                  <a16:creationId xmlns:a16="http://schemas.microsoft.com/office/drawing/2014/main" id="{2218A226-3F25-A01F-F9C7-212931310826}"/>
                </a:ext>
              </a:extLst>
            </p:cNvPr>
            <p:cNvSpPr/>
            <p:nvPr/>
          </p:nvSpPr>
          <p:spPr>
            <a:xfrm>
              <a:off x="667512" y="184708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3" name="Google Shape;581;p36">
              <a:extLst>
                <a:ext uri="{FF2B5EF4-FFF2-40B4-BE49-F238E27FC236}">
                  <a16:creationId xmlns:a16="http://schemas.microsoft.com/office/drawing/2014/main" id="{BC514EE9-8E49-250B-1856-0F52C1B65F25}"/>
                </a:ext>
              </a:extLst>
            </p:cNvPr>
            <p:cNvSpPr/>
            <p:nvPr/>
          </p:nvSpPr>
          <p:spPr>
            <a:xfrm>
              <a:off x="2039112" y="239572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4" name="Google Shape;582;p36">
              <a:extLst>
                <a:ext uri="{FF2B5EF4-FFF2-40B4-BE49-F238E27FC236}">
                  <a16:creationId xmlns:a16="http://schemas.microsoft.com/office/drawing/2014/main" id="{F1CE6001-A0F6-C449-D516-1112C61F8E15}"/>
                </a:ext>
              </a:extLst>
            </p:cNvPr>
            <p:cNvSpPr/>
            <p:nvPr/>
          </p:nvSpPr>
          <p:spPr>
            <a:xfrm>
              <a:off x="667512" y="239572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spTree>
    <p:extLst>
      <p:ext uri="{BB962C8B-B14F-4D97-AF65-F5344CB8AC3E}">
        <p14:creationId xmlns:p14="http://schemas.microsoft.com/office/powerpoint/2010/main" val="2034623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13">
          <a:extLst>
            <a:ext uri="{FF2B5EF4-FFF2-40B4-BE49-F238E27FC236}">
              <a16:creationId xmlns:a16="http://schemas.microsoft.com/office/drawing/2014/main" id="{5DA10C8F-3558-05F5-FCEB-C1EE0F83D5B0}"/>
            </a:ext>
          </a:extLst>
        </p:cNvPr>
        <p:cNvGrpSpPr/>
        <p:nvPr/>
      </p:nvGrpSpPr>
      <p:grpSpPr>
        <a:xfrm>
          <a:off x="0" y="0"/>
          <a:ext cx="0" cy="0"/>
          <a:chOff x="0" y="0"/>
          <a:chExt cx="0" cy="0"/>
        </a:xfrm>
      </p:grpSpPr>
      <p:pic>
        <p:nvPicPr>
          <p:cNvPr id="614" name="Google Shape;614;p39">
            <a:extLst>
              <a:ext uri="{FF2B5EF4-FFF2-40B4-BE49-F238E27FC236}">
                <a16:creationId xmlns:a16="http://schemas.microsoft.com/office/drawing/2014/main" id="{564343F9-392D-2608-E8FC-321F45B9745A}"/>
              </a:ext>
            </a:extLst>
          </p:cNvPr>
          <p:cNvPicPr preferRelativeResize="0">
            <a:picLocks noGrp="1"/>
          </p:cNvPicPr>
          <p:nvPr>
            <p:ph type="pic" idx="2"/>
          </p:nvPr>
        </p:nvPicPr>
        <p:blipFill>
          <a:blip r:embed="rId3">
            <a:alphaModFix/>
          </a:blip>
          <a:srcRect/>
          <a:stretch/>
        </p:blipFill>
        <p:spPr>
          <a:xfrm>
            <a:off x="0" y="-14875"/>
            <a:ext cx="9144003" cy="5158501"/>
          </a:xfrm>
          <a:prstGeom prst="rect">
            <a:avLst/>
          </a:prstGeom>
        </p:spPr>
      </p:pic>
      <p:sp>
        <p:nvSpPr>
          <p:cNvPr id="615" name="Google Shape;615;p39">
            <a:extLst>
              <a:ext uri="{FF2B5EF4-FFF2-40B4-BE49-F238E27FC236}">
                <a16:creationId xmlns:a16="http://schemas.microsoft.com/office/drawing/2014/main" id="{3C7E0881-84AB-7698-E4FA-91AADB40CAE4}"/>
              </a:ext>
            </a:extLst>
          </p:cNvPr>
          <p:cNvSpPr txBox="1">
            <a:spLocks noGrp="1"/>
          </p:cNvSpPr>
          <p:nvPr>
            <p:ph type="title"/>
          </p:nvPr>
        </p:nvSpPr>
        <p:spPr>
          <a:xfrm>
            <a:off x="2736156" y="394854"/>
            <a:ext cx="3436044" cy="445448"/>
          </a:xfrm>
          <a:prstGeom prst="rect">
            <a:avLst/>
          </a:prstGeom>
          <a:solidFill>
            <a:schemeClr val="bg2">
              <a:lumMod val="60000"/>
              <a:lumOff val="40000"/>
            </a:schemeClr>
          </a:solidFill>
        </p:spPr>
        <p:txBody>
          <a:bodyPr spcFirstLastPara="1" wrap="square" lIns="91425" tIns="91425" rIns="91425" bIns="91425" anchor="ctr" anchorCtr="0">
            <a:noAutofit/>
          </a:bodyPr>
          <a:lstStyle/>
          <a:p>
            <a:r>
              <a:rPr lang="en-IN" dirty="0">
                <a:solidFill>
                  <a:schemeClr val="bg1">
                    <a:lumMod val="25000"/>
                  </a:schemeClr>
                </a:solidFill>
              </a:rPr>
              <a:t>Retention Overview</a:t>
            </a:r>
          </a:p>
        </p:txBody>
      </p:sp>
    </p:spTree>
    <p:extLst>
      <p:ext uri="{BB962C8B-B14F-4D97-AF65-F5344CB8AC3E}">
        <p14:creationId xmlns:p14="http://schemas.microsoft.com/office/powerpoint/2010/main" val="3712543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4">
          <a:extLst>
            <a:ext uri="{FF2B5EF4-FFF2-40B4-BE49-F238E27FC236}">
              <a16:creationId xmlns:a16="http://schemas.microsoft.com/office/drawing/2014/main" id="{96F4C214-2A22-B4F8-AFA4-B7E71EE2AA29}"/>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8F89086F-DE48-1052-11C5-C37645DDEFFF}"/>
              </a:ext>
            </a:extLst>
          </p:cNvPr>
          <p:cNvGrpSpPr/>
          <p:nvPr/>
        </p:nvGrpSpPr>
        <p:grpSpPr>
          <a:xfrm>
            <a:off x="110542" y="804245"/>
            <a:ext cx="7818119" cy="3672100"/>
            <a:chOff x="0" y="840464"/>
            <a:chExt cx="7818119" cy="3672100"/>
          </a:xfrm>
        </p:grpSpPr>
        <p:pic>
          <p:nvPicPr>
            <p:cNvPr id="450" name="Google Shape;450;p34">
              <a:extLst>
                <a:ext uri="{FF2B5EF4-FFF2-40B4-BE49-F238E27FC236}">
                  <a16:creationId xmlns:a16="http://schemas.microsoft.com/office/drawing/2014/main" id="{97AB76BA-97F8-D433-58DC-8D9AF5299D55}"/>
                </a:ext>
              </a:extLst>
            </p:cNvPr>
            <p:cNvPicPr preferRelativeResize="0"/>
            <p:nvPr/>
          </p:nvPicPr>
          <p:blipFill>
            <a:blip r:embed="rId3">
              <a:alphaModFix/>
            </a:blip>
            <a:stretch>
              <a:fillRect/>
            </a:stretch>
          </p:blipFill>
          <p:spPr>
            <a:xfrm>
              <a:off x="0" y="840464"/>
              <a:ext cx="914400" cy="461473"/>
            </a:xfrm>
            <a:prstGeom prst="rect">
              <a:avLst/>
            </a:prstGeom>
            <a:noFill/>
            <a:ln>
              <a:noFill/>
            </a:ln>
          </p:spPr>
        </p:pic>
        <p:pic>
          <p:nvPicPr>
            <p:cNvPr id="451" name="Google Shape;451;p34">
              <a:extLst>
                <a:ext uri="{FF2B5EF4-FFF2-40B4-BE49-F238E27FC236}">
                  <a16:creationId xmlns:a16="http://schemas.microsoft.com/office/drawing/2014/main" id="{7B239475-C96B-864E-5160-13E20B81C0DF}"/>
                </a:ext>
              </a:extLst>
            </p:cNvPr>
            <p:cNvPicPr preferRelativeResize="0"/>
            <p:nvPr/>
          </p:nvPicPr>
          <p:blipFill>
            <a:blip r:embed="rId4">
              <a:alphaModFix/>
            </a:blip>
            <a:stretch>
              <a:fillRect/>
            </a:stretch>
          </p:blipFill>
          <p:spPr>
            <a:xfrm>
              <a:off x="6903720" y="4055363"/>
              <a:ext cx="914399" cy="457201"/>
            </a:xfrm>
            <a:prstGeom prst="rect">
              <a:avLst/>
            </a:prstGeom>
            <a:noFill/>
            <a:ln>
              <a:noFill/>
            </a:ln>
          </p:spPr>
        </p:pic>
      </p:grpSp>
      <p:grpSp>
        <p:nvGrpSpPr>
          <p:cNvPr id="452" name="Google Shape;452;p34">
            <a:extLst>
              <a:ext uri="{FF2B5EF4-FFF2-40B4-BE49-F238E27FC236}">
                <a16:creationId xmlns:a16="http://schemas.microsoft.com/office/drawing/2014/main" id="{47607BDD-3B45-EAA7-AA4C-C80505A534E6}"/>
              </a:ext>
            </a:extLst>
          </p:cNvPr>
          <p:cNvGrpSpPr/>
          <p:nvPr/>
        </p:nvGrpSpPr>
        <p:grpSpPr>
          <a:xfrm>
            <a:off x="7423692" y="4247755"/>
            <a:ext cx="1463100" cy="640140"/>
            <a:chOff x="667512" y="1847088"/>
            <a:chExt cx="1463100" cy="640140"/>
          </a:xfrm>
        </p:grpSpPr>
        <p:sp>
          <p:nvSpPr>
            <p:cNvPr id="453" name="Google Shape;453;p34">
              <a:extLst>
                <a:ext uri="{FF2B5EF4-FFF2-40B4-BE49-F238E27FC236}">
                  <a16:creationId xmlns:a16="http://schemas.microsoft.com/office/drawing/2014/main" id="{3B6F7320-D222-D0C2-E014-5164BC512944}"/>
                </a:ext>
              </a:extLst>
            </p:cNvPr>
            <p:cNvSpPr/>
            <p:nvPr/>
          </p:nvSpPr>
          <p:spPr>
            <a:xfrm>
              <a:off x="713225" y="1889475"/>
              <a:ext cx="1371600" cy="548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54" name="Google Shape;454;p34">
              <a:extLst>
                <a:ext uri="{FF2B5EF4-FFF2-40B4-BE49-F238E27FC236}">
                  <a16:creationId xmlns:a16="http://schemas.microsoft.com/office/drawing/2014/main" id="{0682FA95-8FA0-81D6-602A-86BC8882317E}"/>
                </a:ext>
              </a:extLst>
            </p:cNvPr>
            <p:cNvSpPr/>
            <p:nvPr/>
          </p:nvSpPr>
          <p:spPr>
            <a:xfrm>
              <a:off x="2039112" y="184708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55" name="Google Shape;455;p34">
              <a:extLst>
                <a:ext uri="{FF2B5EF4-FFF2-40B4-BE49-F238E27FC236}">
                  <a16:creationId xmlns:a16="http://schemas.microsoft.com/office/drawing/2014/main" id="{1C2B7243-CBFB-9602-6501-4F7D0F13B166}"/>
                </a:ext>
              </a:extLst>
            </p:cNvPr>
            <p:cNvSpPr/>
            <p:nvPr/>
          </p:nvSpPr>
          <p:spPr>
            <a:xfrm>
              <a:off x="667512" y="184708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56" name="Google Shape;456;p34">
              <a:extLst>
                <a:ext uri="{FF2B5EF4-FFF2-40B4-BE49-F238E27FC236}">
                  <a16:creationId xmlns:a16="http://schemas.microsoft.com/office/drawing/2014/main" id="{E86017EF-5401-90C8-DB79-D9AC71E5ECC5}"/>
                </a:ext>
              </a:extLst>
            </p:cNvPr>
            <p:cNvSpPr/>
            <p:nvPr/>
          </p:nvSpPr>
          <p:spPr>
            <a:xfrm>
              <a:off x="2039112" y="239572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57" name="Google Shape;457;p34">
              <a:extLst>
                <a:ext uri="{FF2B5EF4-FFF2-40B4-BE49-F238E27FC236}">
                  <a16:creationId xmlns:a16="http://schemas.microsoft.com/office/drawing/2014/main" id="{FDFB2324-4F46-82FE-BC66-9E4AE3DF27C8}"/>
                </a:ext>
              </a:extLst>
            </p:cNvPr>
            <p:cNvSpPr/>
            <p:nvPr/>
          </p:nvSpPr>
          <p:spPr>
            <a:xfrm>
              <a:off x="667512" y="239572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grpSp>
        <p:nvGrpSpPr>
          <p:cNvPr id="458" name="Google Shape;458;p34">
            <a:extLst>
              <a:ext uri="{FF2B5EF4-FFF2-40B4-BE49-F238E27FC236}">
                <a16:creationId xmlns:a16="http://schemas.microsoft.com/office/drawing/2014/main" id="{01E06F6F-4D21-50D7-AAE3-2979A069A22F}"/>
              </a:ext>
            </a:extLst>
          </p:cNvPr>
          <p:cNvGrpSpPr/>
          <p:nvPr/>
        </p:nvGrpSpPr>
        <p:grpSpPr>
          <a:xfrm>
            <a:off x="7316066" y="684948"/>
            <a:ext cx="1828802" cy="1242059"/>
            <a:chOff x="7360920" y="630936"/>
            <a:chExt cx="1828802" cy="1242059"/>
          </a:xfrm>
        </p:grpSpPr>
        <p:grpSp>
          <p:nvGrpSpPr>
            <p:cNvPr id="459" name="Google Shape;459;p34">
              <a:extLst>
                <a:ext uri="{FF2B5EF4-FFF2-40B4-BE49-F238E27FC236}">
                  <a16:creationId xmlns:a16="http://schemas.microsoft.com/office/drawing/2014/main" id="{82E61EA5-EE9A-05EA-EBF7-0997B967EB27}"/>
                </a:ext>
              </a:extLst>
            </p:cNvPr>
            <p:cNvGrpSpPr/>
            <p:nvPr/>
          </p:nvGrpSpPr>
          <p:grpSpPr>
            <a:xfrm>
              <a:off x="7360920" y="630936"/>
              <a:ext cx="1828802" cy="1242059"/>
              <a:chOff x="7360920" y="630936"/>
              <a:chExt cx="1828802" cy="1242059"/>
            </a:xfrm>
          </p:grpSpPr>
          <p:pic>
            <p:nvPicPr>
              <p:cNvPr id="460" name="Google Shape;460;p34">
                <a:extLst>
                  <a:ext uri="{FF2B5EF4-FFF2-40B4-BE49-F238E27FC236}">
                    <a16:creationId xmlns:a16="http://schemas.microsoft.com/office/drawing/2014/main" id="{C1FF57D7-AE69-40E8-56E7-D8EECCCBFC71}"/>
                  </a:ext>
                </a:extLst>
              </p:cNvPr>
              <p:cNvPicPr preferRelativeResize="0"/>
              <p:nvPr/>
            </p:nvPicPr>
            <p:blipFill>
              <a:blip r:embed="rId5">
                <a:alphaModFix/>
              </a:blip>
              <a:stretch>
                <a:fillRect/>
              </a:stretch>
            </p:blipFill>
            <p:spPr>
              <a:xfrm>
                <a:off x="7360920" y="630936"/>
                <a:ext cx="1828802" cy="500002"/>
              </a:xfrm>
              <a:prstGeom prst="rect">
                <a:avLst/>
              </a:prstGeom>
              <a:noFill/>
              <a:ln>
                <a:noFill/>
              </a:ln>
            </p:spPr>
          </p:pic>
          <p:pic>
            <p:nvPicPr>
              <p:cNvPr id="461" name="Google Shape;461;p34">
                <a:extLst>
                  <a:ext uri="{FF2B5EF4-FFF2-40B4-BE49-F238E27FC236}">
                    <a16:creationId xmlns:a16="http://schemas.microsoft.com/office/drawing/2014/main" id="{8496C8D8-4772-D081-8B17-A2FD0C91AA1C}"/>
                  </a:ext>
                </a:extLst>
              </p:cNvPr>
              <p:cNvPicPr preferRelativeResize="0"/>
              <p:nvPr/>
            </p:nvPicPr>
            <p:blipFill>
              <a:blip r:embed="rId6">
                <a:alphaModFix/>
              </a:blip>
              <a:stretch>
                <a:fillRect/>
              </a:stretch>
            </p:blipFill>
            <p:spPr>
              <a:xfrm rot="10800000" flipH="1">
                <a:off x="7973515" y="1362455"/>
                <a:ext cx="457200" cy="510540"/>
              </a:xfrm>
              <a:prstGeom prst="rect">
                <a:avLst/>
              </a:prstGeom>
              <a:noFill/>
              <a:ln>
                <a:noFill/>
              </a:ln>
            </p:spPr>
          </p:pic>
        </p:grpSp>
        <p:grpSp>
          <p:nvGrpSpPr>
            <p:cNvPr id="462" name="Google Shape;462;p34">
              <a:extLst>
                <a:ext uri="{FF2B5EF4-FFF2-40B4-BE49-F238E27FC236}">
                  <a16:creationId xmlns:a16="http://schemas.microsoft.com/office/drawing/2014/main" id="{BD1FB542-B132-F06E-14DB-31464245AFBE}"/>
                </a:ext>
              </a:extLst>
            </p:cNvPr>
            <p:cNvGrpSpPr/>
            <p:nvPr/>
          </p:nvGrpSpPr>
          <p:grpSpPr>
            <a:xfrm rot="5400000">
              <a:off x="8182367" y="1316694"/>
              <a:ext cx="1006952" cy="91500"/>
              <a:chOff x="712180" y="1362450"/>
              <a:chExt cx="1006953" cy="91500"/>
            </a:xfrm>
          </p:grpSpPr>
          <p:cxnSp>
            <p:nvCxnSpPr>
              <p:cNvPr id="463" name="Google Shape;463;p34">
                <a:extLst>
                  <a:ext uri="{FF2B5EF4-FFF2-40B4-BE49-F238E27FC236}">
                    <a16:creationId xmlns:a16="http://schemas.microsoft.com/office/drawing/2014/main" id="{18D96BB5-FF28-6E7D-4D7D-ED96AF86B433}"/>
                  </a:ext>
                </a:extLst>
              </p:cNvPr>
              <p:cNvCxnSpPr/>
              <p:nvPr/>
            </p:nvCxnSpPr>
            <p:spPr>
              <a:xfrm>
                <a:off x="756063" y="1408200"/>
                <a:ext cx="914400" cy="0"/>
              </a:xfrm>
              <a:prstGeom prst="straightConnector1">
                <a:avLst/>
              </a:prstGeom>
              <a:noFill/>
              <a:ln w="9525" cap="rnd" cmpd="sng">
                <a:solidFill>
                  <a:schemeClr val="dk1"/>
                </a:solidFill>
                <a:prstDash val="solid"/>
                <a:round/>
                <a:headEnd type="none" w="med" len="med"/>
                <a:tailEnd type="none" w="med" len="med"/>
              </a:ln>
            </p:spPr>
          </p:cxnSp>
          <p:sp>
            <p:nvSpPr>
              <p:cNvPr id="464" name="Google Shape;464;p34">
                <a:extLst>
                  <a:ext uri="{FF2B5EF4-FFF2-40B4-BE49-F238E27FC236}">
                    <a16:creationId xmlns:a16="http://schemas.microsoft.com/office/drawing/2014/main" id="{753EB890-A931-C60B-3F20-D7219CB13D40}"/>
                  </a:ext>
                </a:extLst>
              </p:cNvPr>
              <p:cNvSpPr/>
              <p:nvPr/>
            </p:nvSpPr>
            <p:spPr>
              <a:xfrm>
                <a:off x="1627632"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65" name="Google Shape;465;p34">
                <a:extLst>
                  <a:ext uri="{FF2B5EF4-FFF2-40B4-BE49-F238E27FC236}">
                    <a16:creationId xmlns:a16="http://schemas.microsoft.com/office/drawing/2014/main" id="{F05B6097-D436-1251-7F95-26BEBF70B930}"/>
                  </a:ext>
                </a:extLst>
              </p:cNvPr>
              <p:cNvSpPr/>
              <p:nvPr/>
            </p:nvSpPr>
            <p:spPr>
              <a:xfrm>
                <a:off x="712180"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grpSp>
      <p:sp>
        <p:nvSpPr>
          <p:cNvPr id="8" name="TextBox 7">
            <a:extLst>
              <a:ext uri="{FF2B5EF4-FFF2-40B4-BE49-F238E27FC236}">
                <a16:creationId xmlns:a16="http://schemas.microsoft.com/office/drawing/2014/main" id="{BFB95E01-2C6B-8ED2-1263-94AF75F0900E}"/>
              </a:ext>
            </a:extLst>
          </p:cNvPr>
          <p:cNvSpPr txBox="1"/>
          <p:nvPr/>
        </p:nvSpPr>
        <p:spPr>
          <a:xfrm>
            <a:off x="2353921" y="193448"/>
            <a:ext cx="498764" cy="261610"/>
          </a:xfrm>
          <a:prstGeom prst="rect">
            <a:avLst/>
          </a:prstGeom>
          <a:noFill/>
        </p:spPr>
        <p:txBody>
          <a:bodyPr wrap="square">
            <a:spAutoFit/>
          </a:bodyPr>
          <a:lstStyle/>
          <a:p>
            <a:r>
              <a:rPr lang="en" sz="1100" dirty="0">
                <a:solidFill>
                  <a:schemeClr val="bg1">
                    <a:lumMod val="25000"/>
                  </a:schemeClr>
                </a:solidFill>
              </a:rPr>
              <a:t>Intro</a:t>
            </a:r>
            <a:endParaRPr lang="en-IN" sz="1100" dirty="0">
              <a:solidFill>
                <a:schemeClr val="bg1">
                  <a:lumMod val="25000"/>
                </a:schemeClr>
              </a:solidFill>
            </a:endParaRPr>
          </a:p>
        </p:txBody>
      </p:sp>
      <p:sp>
        <p:nvSpPr>
          <p:cNvPr id="9" name="TextBox 8">
            <a:extLst>
              <a:ext uri="{FF2B5EF4-FFF2-40B4-BE49-F238E27FC236}">
                <a16:creationId xmlns:a16="http://schemas.microsoft.com/office/drawing/2014/main" id="{CC6337B2-1ABC-533F-8908-B7CD10093407}"/>
              </a:ext>
            </a:extLst>
          </p:cNvPr>
          <p:cNvSpPr txBox="1"/>
          <p:nvPr/>
        </p:nvSpPr>
        <p:spPr>
          <a:xfrm>
            <a:off x="3302445" y="193448"/>
            <a:ext cx="671449" cy="261610"/>
          </a:xfrm>
          <a:prstGeom prst="rect">
            <a:avLst/>
          </a:prstGeom>
          <a:noFill/>
        </p:spPr>
        <p:txBody>
          <a:bodyPr wrap="square">
            <a:spAutoFit/>
          </a:bodyPr>
          <a:lstStyle/>
          <a:p>
            <a:r>
              <a:rPr lang="en" sz="1100" dirty="0">
                <a:solidFill>
                  <a:schemeClr val="bg1">
                    <a:lumMod val="25000"/>
                  </a:schemeClr>
                </a:solidFill>
              </a:rPr>
              <a:t>Home</a:t>
            </a:r>
            <a:endParaRPr lang="en-IN" sz="1100" dirty="0">
              <a:solidFill>
                <a:schemeClr val="bg1">
                  <a:lumMod val="25000"/>
                </a:schemeClr>
              </a:solidFill>
            </a:endParaRPr>
          </a:p>
        </p:txBody>
      </p:sp>
      <p:sp>
        <p:nvSpPr>
          <p:cNvPr id="10" name="TextBox 9">
            <a:extLst>
              <a:ext uri="{FF2B5EF4-FFF2-40B4-BE49-F238E27FC236}">
                <a16:creationId xmlns:a16="http://schemas.microsoft.com/office/drawing/2014/main" id="{6D487EDD-4424-05E1-F4F5-36A8A292ACFA}"/>
              </a:ext>
            </a:extLst>
          </p:cNvPr>
          <p:cNvSpPr txBox="1"/>
          <p:nvPr/>
        </p:nvSpPr>
        <p:spPr>
          <a:xfrm>
            <a:off x="4306899" y="193448"/>
            <a:ext cx="817932" cy="261610"/>
          </a:xfrm>
          <a:prstGeom prst="rect">
            <a:avLst/>
          </a:prstGeom>
          <a:noFill/>
        </p:spPr>
        <p:txBody>
          <a:bodyPr wrap="square">
            <a:spAutoFit/>
          </a:bodyPr>
          <a:lstStyle/>
          <a:p>
            <a:r>
              <a:rPr lang="en-IN" sz="1100" dirty="0">
                <a:solidFill>
                  <a:srgbClr val="FBBC05"/>
                </a:solidFill>
              </a:rPr>
              <a:t>Reports</a:t>
            </a:r>
          </a:p>
        </p:txBody>
      </p:sp>
      <p:sp>
        <p:nvSpPr>
          <p:cNvPr id="11" name="TextBox 10">
            <a:extLst>
              <a:ext uri="{FF2B5EF4-FFF2-40B4-BE49-F238E27FC236}">
                <a16:creationId xmlns:a16="http://schemas.microsoft.com/office/drawing/2014/main" id="{2013E19F-33DE-00B5-5B5B-388DD31781AB}"/>
              </a:ext>
            </a:extLst>
          </p:cNvPr>
          <p:cNvSpPr txBox="1"/>
          <p:nvPr/>
        </p:nvSpPr>
        <p:spPr>
          <a:xfrm>
            <a:off x="5457835" y="193448"/>
            <a:ext cx="817932" cy="261610"/>
          </a:xfrm>
          <a:prstGeom prst="rect">
            <a:avLst/>
          </a:prstGeom>
          <a:noFill/>
        </p:spPr>
        <p:txBody>
          <a:bodyPr wrap="square">
            <a:spAutoFit/>
          </a:bodyPr>
          <a:lstStyle/>
          <a:p>
            <a:r>
              <a:rPr lang="en-IN" sz="1100" dirty="0">
                <a:solidFill>
                  <a:schemeClr val="bg1">
                    <a:lumMod val="25000"/>
                  </a:schemeClr>
                </a:solidFill>
              </a:rPr>
              <a:t>Explore</a:t>
            </a:r>
          </a:p>
        </p:txBody>
      </p:sp>
      <p:sp>
        <p:nvSpPr>
          <p:cNvPr id="12" name="TextBox 11">
            <a:extLst>
              <a:ext uri="{FF2B5EF4-FFF2-40B4-BE49-F238E27FC236}">
                <a16:creationId xmlns:a16="http://schemas.microsoft.com/office/drawing/2014/main" id="{8B18F79C-9D1E-B2DD-A737-7F8D8B1E657D}"/>
              </a:ext>
            </a:extLst>
          </p:cNvPr>
          <p:cNvSpPr txBox="1"/>
          <p:nvPr/>
        </p:nvSpPr>
        <p:spPr>
          <a:xfrm>
            <a:off x="6608771" y="198928"/>
            <a:ext cx="1016803" cy="261610"/>
          </a:xfrm>
          <a:prstGeom prst="rect">
            <a:avLst/>
          </a:prstGeom>
          <a:noFill/>
        </p:spPr>
        <p:txBody>
          <a:bodyPr wrap="square">
            <a:spAutoFit/>
          </a:bodyPr>
          <a:lstStyle/>
          <a:p>
            <a:r>
              <a:rPr lang="en-IN" sz="1100" dirty="0">
                <a:solidFill>
                  <a:schemeClr val="bg1">
                    <a:lumMod val="25000"/>
                  </a:schemeClr>
                </a:solidFill>
              </a:rPr>
              <a:t>Advertising</a:t>
            </a:r>
          </a:p>
        </p:txBody>
      </p:sp>
      <p:sp>
        <p:nvSpPr>
          <p:cNvPr id="13" name="TextBox 12">
            <a:extLst>
              <a:ext uri="{FF2B5EF4-FFF2-40B4-BE49-F238E27FC236}">
                <a16:creationId xmlns:a16="http://schemas.microsoft.com/office/drawing/2014/main" id="{8044B2DB-B5C8-9065-FF3B-88E2E7115058}"/>
              </a:ext>
            </a:extLst>
          </p:cNvPr>
          <p:cNvSpPr txBox="1"/>
          <p:nvPr/>
        </p:nvSpPr>
        <p:spPr>
          <a:xfrm>
            <a:off x="7958578" y="198928"/>
            <a:ext cx="1016803" cy="261610"/>
          </a:xfrm>
          <a:prstGeom prst="rect">
            <a:avLst/>
          </a:prstGeom>
          <a:noFill/>
        </p:spPr>
        <p:txBody>
          <a:bodyPr wrap="square">
            <a:spAutoFit/>
          </a:bodyPr>
          <a:lstStyle/>
          <a:p>
            <a:r>
              <a:rPr lang="en-US" sz="1100" dirty="0">
                <a:solidFill>
                  <a:schemeClr val="bg1">
                    <a:lumMod val="25000"/>
                  </a:schemeClr>
                </a:solidFill>
              </a:rPr>
              <a:t>L</a:t>
            </a:r>
            <a:r>
              <a:rPr lang="en-IN" sz="1100" dirty="0">
                <a:solidFill>
                  <a:schemeClr val="bg1">
                    <a:lumMod val="25000"/>
                  </a:schemeClr>
                </a:solidFill>
              </a:rPr>
              <a:t>earnings</a:t>
            </a:r>
          </a:p>
        </p:txBody>
      </p:sp>
      <p:sp>
        <p:nvSpPr>
          <p:cNvPr id="14" name="Google Shape;351;p30">
            <a:extLst>
              <a:ext uri="{FF2B5EF4-FFF2-40B4-BE49-F238E27FC236}">
                <a16:creationId xmlns:a16="http://schemas.microsoft.com/office/drawing/2014/main" id="{ED604293-1185-4CB6-F574-7519FF688E68}"/>
              </a:ext>
            </a:extLst>
          </p:cNvPr>
          <p:cNvSpPr txBox="1">
            <a:spLocks/>
          </p:cNvSpPr>
          <p:nvPr/>
        </p:nvSpPr>
        <p:spPr>
          <a:xfrm>
            <a:off x="713250" y="618656"/>
            <a:ext cx="7717500" cy="6400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1pPr>
            <a:lvl2pPr marR="0" lvl="1"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2pPr>
            <a:lvl3pPr marR="0" lvl="2"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3pPr>
            <a:lvl4pPr marR="0" lvl="3"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4pPr>
            <a:lvl5pPr marR="0" lvl="4"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5pPr>
            <a:lvl6pPr marR="0" lvl="5"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6pPr>
            <a:lvl7pPr marR="0" lvl="6"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7pPr>
            <a:lvl8pPr marR="0" lvl="7"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8pPr>
            <a:lvl9pPr marR="0" lvl="8"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9pPr>
          </a:lstStyle>
          <a:p>
            <a:r>
              <a:rPr lang="en-IN" dirty="0">
                <a:solidFill>
                  <a:schemeClr val="bg1">
                    <a:lumMod val="25000"/>
                  </a:schemeClr>
                </a:solidFill>
              </a:rPr>
              <a:t>Comparative Analysis</a:t>
            </a:r>
          </a:p>
        </p:txBody>
      </p:sp>
      <p:pic>
        <p:nvPicPr>
          <p:cNvPr id="5" name="Google Shape;589;p37">
            <a:extLst>
              <a:ext uri="{FF2B5EF4-FFF2-40B4-BE49-F238E27FC236}">
                <a16:creationId xmlns:a16="http://schemas.microsoft.com/office/drawing/2014/main" id="{F35C72A3-ABD7-48A6-CE8F-123045EF012E}"/>
              </a:ext>
            </a:extLst>
          </p:cNvPr>
          <p:cNvPicPr preferRelativeResize="0">
            <a:picLocks/>
          </p:cNvPicPr>
          <p:nvPr/>
        </p:nvPicPr>
        <p:blipFill>
          <a:blip r:embed="rId7">
            <a:alphaModFix/>
          </a:blip>
          <a:srcRect l="143" r="310"/>
          <a:stretch>
            <a:fillRect/>
          </a:stretch>
        </p:blipFill>
        <p:spPr>
          <a:xfrm>
            <a:off x="372320" y="1412427"/>
            <a:ext cx="3601573" cy="3383968"/>
          </a:xfrm>
          <a:prstGeom prst="rect">
            <a:avLst/>
          </a:prstGeom>
          <a:noFill/>
          <a:ln w="9525" cap="rnd" cmpd="sng">
            <a:solidFill>
              <a:schemeClr val="dk1"/>
            </a:solidFill>
            <a:prstDash val="solid"/>
            <a:round/>
            <a:headEnd type="none" w="sm" len="sm"/>
            <a:tailEnd type="none" w="sm" len="sm"/>
          </a:ln>
        </p:spPr>
      </p:pic>
      <p:sp>
        <p:nvSpPr>
          <p:cNvPr id="16" name="Google Shape;386;p32">
            <a:extLst>
              <a:ext uri="{FF2B5EF4-FFF2-40B4-BE49-F238E27FC236}">
                <a16:creationId xmlns:a16="http://schemas.microsoft.com/office/drawing/2014/main" id="{C795B470-3F05-1225-48F5-816279C89AFE}"/>
              </a:ext>
            </a:extLst>
          </p:cNvPr>
          <p:cNvSpPr txBox="1">
            <a:spLocks/>
          </p:cNvSpPr>
          <p:nvPr/>
        </p:nvSpPr>
        <p:spPr>
          <a:xfrm>
            <a:off x="4053753" y="1824976"/>
            <a:ext cx="4655880" cy="301386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1pPr>
            <a:lvl2pPr marL="914400" marR="0" lvl="1"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2pPr>
            <a:lvl3pPr marL="1371600" marR="0" lvl="2"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3pPr>
            <a:lvl4pPr marL="1828800" marR="0" lvl="3"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4pPr>
            <a:lvl5pPr marL="2286000" marR="0" lvl="4"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5pPr>
            <a:lvl6pPr marL="2743200" marR="0" lvl="5"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6pPr>
            <a:lvl7pPr marL="3200400" marR="0" lvl="6"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7pPr>
            <a:lvl8pPr marL="3657600" marR="0" lvl="7"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8pPr>
            <a:lvl9pPr marL="4114800" marR="0" lvl="8"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9pPr>
          </a:lstStyle>
          <a:p>
            <a:pPr algn="l">
              <a:spcBef>
                <a:spcPts val="1000"/>
              </a:spcBef>
              <a:buFont typeface="Asap"/>
              <a:buChar char="●"/>
            </a:pPr>
            <a:r>
              <a:rPr lang="en-US" b="1" dirty="0"/>
              <a:t>Before vs After Performance: </a:t>
            </a:r>
            <a:r>
              <a:rPr lang="en-US" dirty="0"/>
              <a:t>Compares metrics over time periods to show what improved or declined</a:t>
            </a:r>
          </a:p>
          <a:p>
            <a:pPr algn="l">
              <a:spcBef>
                <a:spcPts val="1000"/>
              </a:spcBef>
              <a:buFont typeface="Asap"/>
              <a:buChar char="●"/>
            </a:pPr>
            <a:r>
              <a:rPr lang="en-US" b="1" dirty="0"/>
              <a:t>Traffic Source Effectiveness: </a:t>
            </a:r>
            <a:r>
              <a:rPr lang="en-US" dirty="0"/>
              <a:t>Reveals which channels bring the highest quality traffic and best results</a:t>
            </a:r>
          </a:p>
          <a:p>
            <a:pPr algn="l">
              <a:spcBef>
                <a:spcPts val="1000"/>
              </a:spcBef>
              <a:buFont typeface="Asap"/>
              <a:buChar char="●"/>
            </a:pPr>
            <a:r>
              <a:rPr lang="en-US" b="1" dirty="0"/>
              <a:t>User Behavior Changes:</a:t>
            </a:r>
            <a:r>
              <a:rPr lang="en-US" dirty="0"/>
              <a:t> How user actions shift over time due to new content, campaigns or updates</a:t>
            </a:r>
          </a:p>
          <a:p>
            <a:pPr algn="l">
              <a:spcBef>
                <a:spcPts val="1000"/>
              </a:spcBef>
              <a:buFont typeface="Asap"/>
              <a:buChar char="●"/>
            </a:pPr>
            <a:r>
              <a:rPr lang="en-US" b="1" dirty="0"/>
              <a:t>Data-Driven Decision Making</a:t>
            </a:r>
            <a:r>
              <a:rPr lang="en-US" dirty="0"/>
              <a:t>: Helps you make smarter choices by using insights instead of assumptions</a:t>
            </a:r>
          </a:p>
        </p:txBody>
      </p:sp>
    </p:spTree>
    <p:extLst>
      <p:ext uri="{BB962C8B-B14F-4D97-AF65-F5344CB8AC3E}">
        <p14:creationId xmlns:p14="http://schemas.microsoft.com/office/powerpoint/2010/main" val="3883959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1"/>
          <p:cNvSpPr txBox="1">
            <a:spLocks noGrp="1"/>
          </p:cNvSpPr>
          <p:nvPr>
            <p:ph type="title"/>
          </p:nvPr>
        </p:nvSpPr>
        <p:spPr>
          <a:xfrm>
            <a:off x="708461" y="691900"/>
            <a:ext cx="77175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C</a:t>
            </a:r>
            <a:r>
              <a:rPr lang="en" dirty="0"/>
              <a:t>ustomized Reports</a:t>
            </a:r>
            <a:endParaRPr dirty="0"/>
          </a:p>
        </p:txBody>
      </p:sp>
      <p:sp>
        <p:nvSpPr>
          <p:cNvPr id="371" name="Google Shape;371;p31"/>
          <p:cNvSpPr txBox="1">
            <a:spLocks noGrp="1"/>
          </p:cNvSpPr>
          <p:nvPr>
            <p:ph type="subTitle" idx="4"/>
          </p:nvPr>
        </p:nvSpPr>
        <p:spPr>
          <a:xfrm>
            <a:off x="708461" y="1569680"/>
            <a:ext cx="2421166"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400" dirty="0"/>
              <a:t>Tailor-made insights </a:t>
            </a:r>
            <a:endParaRPr sz="1400" dirty="0"/>
          </a:p>
        </p:txBody>
      </p:sp>
      <p:sp>
        <p:nvSpPr>
          <p:cNvPr id="372" name="Google Shape;372;p31"/>
          <p:cNvSpPr txBox="1">
            <a:spLocks noGrp="1"/>
          </p:cNvSpPr>
          <p:nvPr>
            <p:ph type="title" idx="3"/>
          </p:nvPr>
        </p:nvSpPr>
        <p:spPr>
          <a:xfrm>
            <a:off x="708462" y="2052550"/>
            <a:ext cx="2350420" cy="771356"/>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sz="1100" dirty="0"/>
              <a:t>Create reports focused on specific business goals.</a:t>
            </a:r>
            <a:endParaRPr sz="1100" dirty="0"/>
          </a:p>
        </p:txBody>
      </p:sp>
      <p:sp>
        <p:nvSpPr>
          <p:cNvPr id="2" name="TextBox 1">
            <a:extLst>
              <a:ext uri="{FF2B5EF4-FFF2-40B4-BE49-F238E27FC236}">
                <a16:creationId xmlns:a16="http://schemas.microsoft.com/office/drawing/2014/main" id="{8D2FD929-D7A2-2030-079D-AF3A6BC3F4E7}"/>
              </a:ext>
            </a:extLst>
          </p:cNvPr>
          <p:cNvSpPr txBox="1"/>
          <p:nvPr/>
        </p:nvSpPr>
        <p:spPr>
          <a:xfrm>
            <a:off x="2353921" y="193448"/>
            <a:ext cx="498764" cy="261610"/>
          </a:xfrm>
          <a:prstGeom prst="rect">
            <a:avLst/>
          </a:prstGeom>
          <a:noFill/>
        </p:spPr>
        <p:txBody>
          <a:bodyPr wrap="square">
            <a:spAutoFit/>
          </a:bodyPr>
          <a:lstStyle/>
          <a:p>
            <a:r>
              <a:rPr lang="en" sz="1100" dirty="0">
                <a:solidFill>
                  <a:schemeClr val="bg1">
                    <a:lumMod val="25000"/>
                  </a:schemeClr>
                </a:solidFill>
              </a:rPr>
              <a:t>Intro</a:t>
            </a:r>
            <a:endParaRPr lang="en-IN" sz="1100" dirty="0">
              <a:solidFill>
                <a:schemeClr val="bg1">
                  <a:lumMod val="25000"/>
                </a:schemeClr>
              </a:solidFill>
            </a:endParaRPr>
          </a:p>
        </p:txBody>
      </p:sp>
      <p:sp>
        <p:nvSpPr>
          <p:cNvPr id="3" name="TextBox 2">
            <a:extLst>
              <a:ext uri="{FF2B5EF4-FFF2-40B4-BE49-F238E27FC236}">
                <a16:creationId xmlns:a16="http://schemas.microsoft.com/office/drawing/2014/main" id="{954FFB66-0015-CE5B-8907-C03952272E13}"/>
              </a:ext>
            </a:extLst>
          </p:cNvPr>
          <p:cNvSpPr txBox="1"/>
          <p:nvPr/>
        </p:nvSpPr>
        <p:spPr>
          <a:xfrm>
            <a:off x="3302445" y="193448"/>
            <a:ext cx="671449" cy="261610"/>
          </a:xfrm>
          <a:prstGeom prst="rect">
            <a:avLst/>
          </a:prstGeom>
          <a:noFill/>
        </p:spPr>
        <p:txBody>
          <a:bodyPr wrap="square">
            <a:spAutoFit/>
          </a:bodyPr>
          <a:lstStyle/>
          <a:p>
            <a:r>
              <a:rPr lang="en" sz="1100" dirty="0">
                <a:solidFill>
                  <a:schemeClr val="bg1">
                    <a:lumMod val="25000"/>
                  </a:schemeClr>
                </a:solidFill>
              </a:rPr>
              <a:t>Home</a:t>
            </a:r>
            <a:endParaRPr lang="en-IN" sz="1100" dirty="0">
              <a:solidFill>
                <a:schemeClr val="bg1">
                  <a:lumMod val="25000"/>
                </a:schemeClr>
              </a:solidFill>
            </a:endParaRPr>
          </a:p>
        </p:txBody>
      </p:sp>
      <p:sp>
        <p:nvSpPr>
          <p:cNvPr id="4" name="TextBox 3">
            <a:extLst>
              <a:ext uri="{FF2B5EF4-FFF2-40B4-BE49-F238E27FC236}">
                <a16:creationId xmlns:a16="http://schemas.microsoft.com/office/drawing/2014/main" id="{218A70F2-74C4-D840-DBB6-D342AEC5583F}"/>
              </a:ext>
            </a:extLst>
          </p:cNvPr>
          <p:cNvSpPr txBox="1"/>
          <p:nvPr/>
        </p:nvSpPr>
        <p:spPr>
          <a:xfrm>
            <a:off x="4306899" y="193448"/>
            <a:ext cx="817932" cy="261610"/>
          </a:xfrm>
          <a:prstGeom prst="rect">
            <a:avLst/>
          </a:prstGeom>
          <a:noFill/>
        </p:spPr>
        <p:txBody>
          <a:bodyPr wrap="square">
            <a:spAutoFit/>
          </a:bodyPr>
          <a:lstStyle/>
          <a:p>
            <a:r>
              <a:rPr lang="en-IN" sz="1100" dirty="0">
                <a:solidFill>
                  <a:srgbClr val="FBBC05"/>
                </a:solidFill>
              </a:rPr>
              <a:t>Reports</a:t>
            </a:r>
          </a:p>
        </p:txBody>
      </p:sp>
      <p:sp>
        <p:nvSpPr>
          <p:cNvPr id="5" name="TextBox 4">
            <a:extLst>
              <a:ext uri="{FF2B5EF4-FFF2-40B4-BE49-F238E27FC236}">
                <a16:creationId xmlns:a16="http://schemas.microsoft.com/office/drawing/2014/main" id="{E14D7F3E-1A27-892C-118F-D435EC837350}"/>
              </a:ext>
            </a:extLst>
          </p:cNvPr>
          <p:cNvSpPr txBox="1"/>
          <p:nvPr/>
        </p:nvSpPr>
        <p:spPr>
          <a:xfrm>
            <a:off x="5457835" y="193448"/>
            <a:ext cx="817932" cy="261610"/>
          </a:xfrm>
          <a:prstGeom prst="rect">
            <a:avLst/>
          </a:prstGeom>
          <a:noFill/>
        </p:spPr>
        <p:txBody>
          <a:bodyPr wrap="square">
            <a:spAutoFit/>
          </a:bodyPr>
          <a:lstStyle/>
          <a:p>
            <a:r>
              <a:rPr lang="en-IN" sz="1100" dirty="0">
                <a:solidFill>
                  <a:schemeClr val="bg1">
                    <a:lumMod val="25000"/>
                  </a:schemeClr>
                </a:solidFill>
              </a:rPr>
              <a:t>Explore</a:t>
            </a:r>
          </a:p>
        </p:txBody>
      </p:sp>
      <p:sp>
        <p:nvSpPr>
          <p:cNvPr id="6" name="TextBox 5">
            <a:extLst>
              <a:ext uri="{FF2B5EF4-FFF2-40B4-BE49-F238E27FC236}">
                <a16:creationId xmlns:a16="http://schemas.microsoft.com/office/drawing/2014/main" id="{DEAB51D6-3FD2-A65D-05F0-0340658E1D61}"/>
              </a:ext>
            </a:extLst>
          </p:cNvPr>
          <p:cNvSpPr txBox="1"/>
          <p:nvPr/>
        </p:nvSpPr>
        <p:spPr>
          <a:xfrm>
            <a:off x="6608771" y="198928"/>
            <a:ext cx="1016803" cy="261610"/>
          </a:xfrm>
          <a:prstGeom prst="rect">
            <a:avLst/>
          </a:prstGeom>
          <a:noFill/>
        </p:spPr>
        <p:txBody>
          <a:bodyPr wrap="square">
            <a:spAutoFit/>
          </a:bodyPr>
          <a:lstStyle/>
          <a:p>
            <a:r>
              <a:rPr lang="en-IN" sz="1100" dirty="0">
                <a:solidFill>
                  <a:schemeClr val="bg1">
                    <a:lumMod val="25000"/>
                  </a:schemeClr>
                </a:solidFill>
              </a:rPr>
              <a:t>Advertising</a:t>
            </a:r>
          </a:p>
        </p:txBody>
      </p:sp>
      <p:sp>
        <p:nvSpPr>
          <p:cNvPr id="7" name="TextBox 6">
            <a:extLst>
              <a:ext uri="{FF2B5EF4-FFF2-40B4-BE49-F238E27FC236}">
                <a16:creationId xmlns:a16="http://schemas.microsoft.com/office/drawing/2014/main" id="{ABED2A79-5A66-ECED-D9DB-C47245B02B1E}"/>
              </a:ext>
            </a:extLst>
          </p:cNvPr>
          <p:cNvSpPr txBox="1"/>
          <p:nvPr/>
        </p:nvSpPr>
        <p:spPr>
          <a:xfrm>
            <a:off x="7958578" y="198928"/>
            <a:ext cx="1016803" cy="261610"/>
          </a:xfrm>
          <a:prstGeom prst="rect">
            <a:avLst/>
          </a:prstGeom>
          <a:noFill/>
        </p:spPr>
        <p:txBody>
          <a:bodyPr wrap="square">
            <a:spAutoFit/>
          </a:bodyPr>
          <a:lstStyle/>
          <a:p>
            <a:r>
              <a:rPr lang="en-US" sz="1100" dirty="0">
                <a:solidFill>
                  <a:schemeClr val="bg1">
                    <a:lumMod val="25000"/>
                  </a:schemeClr>
                </a:solidFill>
              </a:rPr>
              <a:t>L</a:t>
            </a:r>
            <a:r>
              <a:rPr lang="en-IN" sz="1100" dirty="0">
                <a:solidFill>
                  <a:schemeClr val="bg1">
                    <a:lumMod val="25000"/>
                  </a:schemeClr>
                </a:solidFill>
              </a:rPr>
              <a:t>earnings</a:t>
            </a:r>
          </a:p>
        </p:txBody>
      </p:sp>
      <p:sp>
        <p:nvSpPr>
          <p:cNvPr id="14" name="Google Shape;371;p31">
            <a:extLst>
              <a:ext uri="{FF2B5EF4-FFF2-40B4-BE49-F238E27FC236}">
                <a16:creationId xmlns:a16="http://schemas.microsoft.com/office/drawing/2014/main" id="{66A0BFAF-9A27-21DE-00B3-412C2448BB07}"/>
              </a:ext>
            </a:extLst>
          </p:cNvPr>
          <p:cNvSpPr txBox="1">
            <a:spLocks/>
          </p:cNvSpPr>
          <p:nvPr/>
        </p:nvSpPr>
        <p:spPr>
          <a:xfrm>
            <a:off x="3058881" y="1563462"/>
            <a:ext cx="3078619" cy="45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1pPr>
            <a:lvl2pPr marL="914400" marR="0" lvl="1"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2pPr>
            <a:lvl3pPr marL="1371600" marR="0" lvl="2"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3pPr>
            <a:lvl4pPr marL="1828800" marR="0" lvl="3"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4pPr>
            <a:lvl5pPr marL="2286000" marR="0" lvl="4"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5pPr>
            <a:lvl6pPr marL="2743200" marR="0" lvl="5"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6pPr>
            <a:lvl7pPr marL="3200400" marR="0" lvl="6"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7pPr>
            <a:lvl8pPr marL="3657600" marR="0" lvl="7"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8pPr>
            <a:lvl9pPr marL="4114800" marR="0" lvl="8"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9pPr>
          </a:lstStyle>
          <a:p>
            <a:pPr marL="0" indent="0"/>
            <a:r>
              <a:rPr lang="en-IN" sz="1400" dirty="0"/>
              <a:t>Flexible metrics &amp; dimensions</a:t>
            </a:r>
          </a:p>
        </p:txBody>
      </p:sp>
      <p:sp>
        <p:nvSpPr>
          <p:cNvPr id="15" name="Google Shape;372;p31">
            <a:extLst>
              <a:ext uri="{FF2B5EF4-FFF2-40B4-BE49-F238E27FC236}">
                <a16:creationId xmlns:a16="http://schemas.microsoft.com/office/drawing/2014/main" id="{EABF2B38-A25F-7375-EF02-7CF6E8E70CC9}"/>
              </a:ext>
            </a:extLst>
          </p:cNvPr>
          <p:cNvSpPr txBox="1">
            <a:spLocks/>
          </p:cNvSpPr>
          <p:nvPr/>
        </p:nvSpPr>
        <p:spPr>
          <a:xfrm>
            <a:off x="3366934" y="2052550"/>
            <a:ext cx="2408282" cy="777575"/>
          </a:xfrm>
          <a:prstGeom prst="rect">
            <a:avLst/>
          </a:prstGeom>
          <a:noFill/>
          <a:ln w="9525" cap="rnd" cmpd="sng">
            <a:solidFill>
              <a:schemeClr val="dk1"/>
            </a:solidFill>
            <a:prstDash val="solid"/>
            <a:round/>
            <a:headEnd type="none" w="sm" len="sm"/>
            <a:tailEnd type="none" w="sm" len="sm"/>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1pPr>
            <a:lvl2pPr marR="0" lvl="1"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2pPr>
            <a:lvl3pPr marR="0" lvl="2"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3pPr>
            <a:lvl4pPr marR="0" lvl="3"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4pPr>
            <a:lvl5pPr marR="0" lvl="4"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5pPr>
            <a:lvl6pPr marR="0" lvl="5"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6pPr>
            <a:lvl7pPr marR="0" lvl="6"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7pPr>
            <a:lvl8pPr marR="0" lvl="7"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8pPr>
            <a:lvl9pPr marR="0" lvl="8"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9pPr>
          </a:lstStyle>
          <a:p>
            <a:r>
              <a:rPr lang="en-US" sz="1100" dirty="0"/>
              <a:t>Choosing exactly what we want to analyze events, users, revenue etc. </a:t>
            </a:r>
          </a:p>
        </p:txBody>
      </p:sp>
      <p:sp>
        <p:nvSpPr>
          <p:cNvPr id="20" name="Google Shape;371;p31">
            <a:extLst>
              <a:ext uri="{FF2B5EF4-FFF2-40B4-BE49-F238E27FC236}">
                <a16:creationId xmlns:a16="http://schemas.microsoft.com/office/drawing/2014/main" id="{FDFE8377-F5A3-AE41-3848-CAEE6AE67E91}"/>
              </a:ext>
            </a:extLst>
          </p:cNvPr>
          <p:cNvSpPr txBox="1">
            <a:spLocks/>
          </p:cNvSpPr>
          <p:nvPr/>
        </p:nvSpPr>
        <p:spPr>
          <a:xfrm>
            <a:off x="6055972" y="1579817"/>
            <a:ext cx="2421166" cy="45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1pPr>
            <a:lvl2pPr marL="914400" marR="0" lvl="1"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2pPr>
            <a:lvl3pPr marL="1371600" marR="0" lvl="2"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3pPr>
            <a:lvl4pPr marL="1828800" marR="0" lvl="3"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4pPr>
            <a:lvl5pPr marL="2286000" marR="0" lvl="4"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5pPr>
            <a:lvl6pPr marL="2743200" marR="0" lvl="5"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6pPr>
            <a:lvl7pPr marL="3200400" marR="0" lvl="6"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7pPr>
            <a:lvl8pPr marL="3657600" marR="0" lvl="7"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8pPr>
            <a:lvl9pPr marL="4114800" marR="0" lvl="8"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9pPr>
          </a:lstStyle>
          <a:p>
            <a:pPr marL="0" indent="0"/>
            <a:r>
              <a:rPr lang="en-IN" sz="1400" dirty="0"/>
              <a:t>Deeper analysis</a:t>
            </a:r>
          </a:p>
        </p:txBody>
      </p:sp>
      <p:sp>
        <p:nvSpPr>
          <p:cNvPr id="21" name="Google Shape;372;p31">
            <a:extLst>
              <a:ext uri="{FF2B5EF4-FFF2-40B4-BE49-F238E27FC236}">
                <a16:creationId xmlns:a16="http://schemas.microsoft.com/office/drawing/2014/main" id="{7A6810EB-2FFC-5051-4943-20B4F34FC3C8}"/>
              </a:ext>
            </a:extLst>
          </p:cNvPr>
          <p:cNvSpPr txBox="1">
            <a:spLocks/>
          </p:cNvSpPr>
          <p:nvPr/>
        </p:nvSpPr>
        <p:spPr>
          <a:xfrm>
            <a:off x="6066748" y="2052550"/>
            <a:ext cx="2408282" cy="771356"/>
          </a:xfrm>
          <a:prstGeom prst="rect">
            <a:avLst/>
          </a:prstGeom>
          <a:noFill/>
          <a:ln w="9525" cap="rnd" cmpd="sng">
            <a:solidFill>
              <a:schemeClr val="dk1"/>
            </a:solidFill>
            <a:prstDash val="solid"/>
            <a:round/>
            <a:headEnd type="none" w="sm" len="sm"/>
            <a:tailEnd type="none" w="sm" len="sm"/>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1pPr>
            <a:lvl2pPr marR="0" lvl="1"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2pPr>
            <a:lvl3pPr marR="0" lvl="2"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3pPr>
            <a:lvl4pPr marR="0" lvl="3"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4pPr>
            <a:lvl5pPr marR="0" lvl="4"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5pPr>
            <a:lvl6pPr marR="0" lvl="5"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6pPr>
            <a:lvl7pPr marR="0" lvl="6"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7pPr>
            <a:lvl8pPr marR="0" lvl="7"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8pPr>
            <a:lvl9pPr marR="0" lvl="8"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9pPr>
          </a:lstStyle>
          <a:p>
            <a:r>
              <a:rPr lang="en-US" sz="1100" dirty="0"/>
              <a:t>Helps uncover patterns that standard reports may not show.  </a:t>
            </a:r>
          </a:p>
        </p:txBody>
      </p:sp>
      <p:sp>
        <p:nvSpPr>
          <p:cNvPr id="34" name="Google Shape;371;p31">
            <a:extLst>
              <a:ext uri="{FF2B5EF4-FFF2-40B4-BE49-F238E27FC236}">
                <a16:creationId xmlns:a16="http://schemas.microsoft.com/office/drawing/2014/main" id="{77475BD1-EC3D-9307-CA44-3FEF277279CD}"/>
              </a:ext>
            </a:extLst>
          </p:cNvPr>
          <p:cNvSpPr txBox="1">
            <a:spLocks/>
          </p:cNvSpPr>
          <p:nvPr/>
        </p:nvSpPr>
        <p:spPr>
          <a:xfrm>
            <a:off x="1927449" y="3041472"/>
            <a:ext cx="2421166" cy="45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1pPr>
            <a:lvl2pPr marL="914400" marR="0" lvl="1"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2pPr>
            <a:lvl3pPr marL="1371600" marR="0" lvl="2"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3pPr>
            <a:lvl4pPr marL="1828800" marR="0" lvl="3"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4pPr>
            <a:lvl5pPr marL="2286000" marR="0" lvl="4"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5pPr>
            <a:lvl6pPr marL="2743200" marR="0" lvl="5"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6pPr>
            <a:lvl7pPr marL="3200400" marR="0" lvl="6"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7pPr>
            <a:lvl8pPr marL="3657600" marR="0" lvl="7"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8pPr>
            <a:lvl9pPr marL="4114800" marR="0" lvl="8"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9pPr>
          </a:lstStyle>
          <a:p>
            <a:pPr marL="0" indent="0"/>
            <a:r>
              <a:rPr lang="en-IN" sz="1400" dirty="0"/>
              <a:t>Decision making </a:t>
            </a:r>
          </a:p>
        </p:txBody>
      </p:sp>
      <p:sp>
        <p:nvSpPr>
          <p:cNvPr id="35" name="Google Shape;372;p31">
            <a:extLst>
              <a:ext uri="{FF2B5EF4-FFF2-40B4-BE49-F238E27FC236}">
                <a16:creationId xmlns:a16="http://schemas.microsoft.com/office/drawing/2014/main" id="{89E5FEFC-5C2D-3B87-49E8-66A5CAFFBB29}"/>
              </a:ext>
            </a:extLst>
          </p:cNvPr>
          <p:cNvSpPr txBox="1">
            <a:spLocks/>
          </p:cNvSpPr>
          <p:nvPr/>
        </p:nvSpPr>
        <p:spPr>
          <a:xfrm>
            <a:off x="1938225" y="3514205"/>
            <a:ext cx="2408282" cy="771356"/>
          </a:xfrm>
          <a:prstGeom prst="rect">
            <a:avLst/>
          </a:prstGeom>
          <a:noFill/>
          <a:ln w="9525" cap="rnd" cmpd="sng">
            <a:solidFill>
              <a:schemeClr val="dk1"/>
            </a:solidFill>
            <a:prstDash val="solid"/>
            <a:round/>
            <a:headEnd type="none" w="sm" len="sm"/>
            <a:tailEnd type="none" w="sm" len="sm"/>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1pPr>
            <a:lvl2pPr marR="0" lvl="1"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2pPr>
            <a:lvl3pPr marR="0" lvl="2"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3pPr>
            <a:lvl4pPr marR="0" lvl="3"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4pPr>
            <a:lvl5pPr marR="0" lvl="4"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5pPr>
            <a:lvl6pPr marR="0" lvl="5"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6pPr>
            <a:lvl7pPr marR="0" lvl="6"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7pPr>
            <a:lvl8pPr marR="0" lvl="7"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8pPr>
            <a:lvl9pPr marR="0" lvl="8"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9pPr>
          </a:lstStyle>
          <a:p>
            <a:r>
              <a:rPr lang="en-US" sz="1100" dirty="0"/>
              <a:t> Provides insights unique to the website/app  </a:t>
            </a:r>
          </a:p>
        </p:txBody>
      </p:sp>
      <p:sp>
        <p:nvSpPr>
          <p:cNvPr id="36" name="Google Shape;371;p31">
            <a:extLst>
              <a:ext uri="{FF2B5EF4-FFF2-40B4-BE49-F238E27FC236}">
                <a16:creationId xmlns:a16="http://schemas.microsoft.com/office/drawing/2014/main" id="{A943859D-99F7-6C55-CAF9-038D27075F03}"/>
              </a:ext>
            </a:extLst>
          </p:cNvPr>
          <p:cNvSpPr txBox="1">
            <a:spLocks/>
          </p:cNvSpPr>
          <p:nvPr/>
        </p:nvSpPr>
        <p:spPr>
          <a:xfrm>
            <a:off x="4784609" y="3041472"/>
            <a:ext cx="2421166" cy="457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1pPr>
            <a:lvl2pPr marL="914400" marR="0" lvl="1"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2pPr>
            <a:lvl3pPr marL="1371600" marR="0" lvl="2"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3pPr>
            <a:lvl4pPr marL="1828800" marR="0" lvl="3"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4pPr>
            <a:lvl5pPr marL="2286000" marR="0" lvl="4"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5pPr>
            <a:lvl6pPr marL="2743200" marR="0" lvl="5"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6pPr>
            <a:lvl7pPr marL="3200400" marR="0" lvl="6"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7pPr>
            <a:lvl8pPr marL="3657600" marR="0" lvl="7"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8pPr>
            <a:lvl9pPr marL="4114800" marR="0" lvl="8" indent="-304800" algn="l" rtl="0">
              <a:lnSpc>
                <a:spcPct val="100000"/>
              </a:lnSpc>
              <a:spcBef>
                <a:spcPts val="0"/>
              </a:spcBef>
              <a:spcAft>
                <a:spcPts val="0"/>
              </a:spcAft>
              <a:buClr>
                <a:schemeClr val="dk1"/>
              </a:buClr>
              <a:buSzPts val="1800"/>
              <a:buFont typeface="Poppins SemiBold"/>
              <a:buNone/>
              <a:defRPr sz="1800" b="0" i="0" u="none" strike="noStrike" cap="none">
                <a:solidFill>
                  <a:schemeClr val="dk1"/>
                </a:solidFill>
                <a:latin typeface="Poppins SemiBold"/>
                <a:ea typeface="Poppins SemiBold"/>
                <a:cs typeface="Poppins SemiBold"/>
                <a:sym typeface="Poppins SemiBold"/>
              </a:defRPr>
            </a:lvl9pPr>
          </a:lstStyle>
          <a:p>
            <a:pPr marL="0" indent="0"/>
            <a:r>
              <a:rPr lang="en-IN" sz="1400" dirty="0"/>
              <a:t>Easy sharing</a:t>
            </a:r>
          </a:p>
        </p:txBody>
      </p:sp>
      <p:sp>
        <p:nvSpPr>
          <p:cNvPr id="37" name="Google Shape;372;p31">
            <a:extLst>
              <a:ext uri="{FF2B5EF4-FFF2-40B4-BE49-F238E27FC236}">
                <a16:creationId xmlns:a16="http://schemas.microsoft.com/office/drawing/2014/main" id="{F4DF7DDA-00AD-9C61-3BC2-FBF246C9E3B1}"/>
              </a:ext>
            </a:extLst>
          </p:cNvPr>
          <p:cNvSpPr txBox="1">
            <a:spLocks/>
          </p:cNvSpPr>
          <p:nvPr/>
        </p:nvSpPr>
        <p:spPr>
          <a:xfrm>
            <a:off x="4795385" y="3514205"/>
            <a:ext cx="2408282" cy="771356"/>
          </a:xfrm>
          <a:prstGeom prst="rect">
            <a:avLst/>
          </a:prstGeom>
          <a:noFill/>
          <a:ln w="9525" cap="rnd" cmpd="sng">
            <a:solidFill>
              <a:schemeClr val="dk1"/>
            </a:solidFill>
            <a:prstDash val="solid"/>
            <a:round/>
            <a:headEnd type="none" w="sm" len="sm"/>
            <a:tailEnd type="none" w="sm" len="sm"/>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1pPr>
            <a:lvl2pPr marR="0" lvl="1"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2pPr>
            <a:lvl3pPr marR="0" lvl="2"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3pPr>
            <a:lvl4pPr marR="0" lvl="3"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4pPr>
            <a:lvl5pPr marR="0" lvl="4"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5pPr>
            <a:lvl6pPr marR="0" lvl="5"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6pPr>
            <a:lvl7pPr marR="0" lvl="6"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7pPr>
            <a:lvl8pPr marR="0" lvl="7"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8pPr>
            <a:lvl9pPr marR="0" lvl="8" algn="l" rtl="0">
              <a:lnSpc>
                <a:spcPct val="100000"/>
              </a:lnSpc>
              <a:spcBef>
                <a:spcPts val="0"/>
              </a:spcBef>
              <a:spcAft>
                <a:spcPts val="0"/>
              </a:spcAft>
              <a:buClr>
                <a:schemeClr val="dk1"/>
              </a:buClr>
              <a:buSzPts val="2500"/>
              <a:buFont typeface="Poppins SemiBold"/>
              <a:buNone/>
              <a:defRPr sz="2500" b="0" i="0" u="none" strike="noStrike" cap="none">
                <a:solidFill>
                  <a:schemeClr val="dk1"/>
                </a:solidFill>
                <a:latin typeface="Poppins SemiBold"/>
                <a:ea typeface="Poppins SemiBold"/>
                <a:cs typeface="Poppins SemiBold"/>
                <a:sym typeface="Poppins SemiBold"/>
              </a:defRPr>
            </a:lvl9pPr>
          </a:lstStyle>
          <a:p>
            <a:r>
              <a:rPr lang="en-US" sz="1100" dirty="0"/>
              <a:t> Export or share custom reports with your team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13">
          <a:extLst>
            <a:ext uri="{FF2B5EF4-FFF2-40B4-BE49-F238E27FC236}">
              <a16:creationId xmlns:a16="http://schemas.microsoft.com/office/drawing/2014/main" id="{16302012-9D02-DDC3-2A27-09251CD05214}"/>
            </a:ext>
          </a:extLst>
        </p:cNvPr>
        <p:cNvGrpSpPr/>
        <p:nvPr/>
      </p:nvGrpSpPr>
      <p:grpSpPr>
        <a:xfrm>
          <a:off x="0" y="0"/>
          <a:ext cx="0" cy="0"/>
          <a:chOff x="0" y="0"/>
          <a:chExt cx="0" cy="0"/>
        </a:xfrm>
      </p:grpSpPr>
      <p:pic>
        <p:nvPicPr>
          <p:cNvPr id="614" name="Google Shape;614;p39">
            <a:extLst>
              <a:ext uri="{FF2B5EF4-FFF2-40B4-BE49-F238E27FC236}">
                <a16:creationId xmlns:a16="http://schemas.microsoft.com/office/drawing/2014/main" id="{B2F3EADF-129C-0A2C-10C2-6B5E10F22E74}"/>
              </a:ext>
            </a:extLst>
          </p:cNvPr>
          <p:cNvPicPr preferRelativeResize="0">
            <a:picLocks noGrp="1"/>
          </p:cNvPicPr>
          <p:nvPr>
            <p:ph type="pic" idx="2"/>
          </p:nvPr>
        </p:nvPicPr>
        <p:blipFill>
          <a:blip r:embed="rId3">
            <a:alphaModFix/>
          </a:blip>
          <a:srcRect b="3559"/>
          <a:stretch>
            <a:fillRect/>
          </a:stretch>
        </p:blipFill>
        <p:spPr>
          <a:xfrm>
            <a:off x="0" y="-14875"/>
            <a:ext cx="9144003" cy="5158501"/>
          </a:xfrm>
          <a:prstGeom prst="rect">
            <a:avLst/>
          </a:prstGeom>
        </p:spPr>
      </p:pic>
      <p:sp>
        <p:nvSpPr>
          <p:cNvPr id="615" name="Google Shape;615;p39">
            <a:extLst>
              <a:ext uri="{FF2B5EF4-FFF2-40B4-BE49-F238E27FC236}">
                <a16:creationId xmlns:a16="http://schemas.microsoft.com/office/drawing/2014/main" id="{10BF6342-2C5C-AFB3-3E9F-7FA637C9A121}"/>
              </a:ext>
            </a:extLst>
          </p:cNvPr>
          <p:cNvSpPr txBox="1">
            <a:spLocks noGrp="1"/>
          </p:cNvSpPr>
          <p:nvPr>
            <p:ph type="title"/>
          </p:nvPr>
        </p:nvSpPr>
        <p:spPr>
          <a:xfrm>
            <a:off x="2736156" y="394854"/>
            <a:ext cx="3436044" cy="445448"/>
          </a:xfrm>
          <a:prstGeom prst="rect">
            <a:avLst/>
          </a:prstGeom>
          <a:solidFill>
            <a:schemeClr val="bg2">
              <a:lumMod val="60000"/>
              <a:lumOff val="40000"/>
            </a:schemeClr>
          </a:solidFill>
        </p:spPr>
        <p:txBody>
          <a:bodyPr spcFirstLastPara="1" wrap="square" lIns="91425" tIns="91425" rIns="91425" bIns="91425" anchor="ctr" anchorCtr="0">
            <a:noAutofit/>
          </a:bodyPr>
          <a:lstStyle/>
          <a:p>
            <a:r>
              <a:rPr lang="en-IN" dirty="0">
                <a:solidFill>
                  <a:schemeClr val="bg1">
                    <a:lumMod val="25000"/>
                  </a:schemeClr>
                </a:solidFill>
              </a:rPr>
              <a:t>Customized Reports</a:t>
            </a:r>
          </a:p>
        </p:txBody>
      </p:sp>
    </p:spTree>
    <p:extLst>
      <p:ext uri="{BB962C8B-B14F-4D97-AF65-F5344CB8AC3E}">
        <p14:creationId xmlns:p14="http://schemas.microsoft.com/office/powerpoint/2010/main" val="2614535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97">
          <a:extLst>
            <a:ext uri="{FF2B5EF4-FFF2-40B4-BE49-F238E27FC236}">
              <a16:creationId xmlns:a16="http://schemas.microsoft.com/office/drawing/2014/main" id="{31B32A15-9CB4-0F3F-A278-EA0F862A3FBA}"/>
            </a:ext>
          </a:extLst>
        </p:cNvPr>
        <p:cNvGrpSpPr/>
        <p:nvPr/>
      </p:nvGrpSpPr>
      <p:grpSpPr>
        <a:xfrm>
          <a:off x="0" y="0"/>
          <a:ext cx="0" cy="0"/>
          <a:chOff x="0" y="0"/>
          <a:chExt cx="0" cy="0"/>
        </a:xfrm>
      </p:grpSpPr>
      <p:sp>
        <p:nvSpPr>
          <p:cNvPr id="598" name="Google Shape;598;p38">
            <a:extLst>
              <a:ext uri="{FF2B5EF4-FFF2-40B4-BE49-F238E27FC236}">
                <a16:creationId xmlns:a16="http://schemas.microsoft.com/office/drawing/2014/main" id="{E2DA4424-E1B9-C261-7637-6A98C41BBB97}"/>
              </a:ext>
            </a:extLst>
          </p:cNvPr>
          <p:cNvSpPr txBox="1">
            <a:spLocks noGrp="1"/>
          </p:cNvSpPr>
          <p:nvPr>
            <p:ph type="title"/>
          </p:nvPr>
        </p:nvSpPr>
        <p:spPr>
          <a:xfrm>
            <a:off x="365761" y="3075371"/>
            <a:ext cx="4282522"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2800" dirty="0"/>
              <a:t>E</a:t>
            </a:r>
            <a:r>
              <a:rPr lang="en" sz="2800" dirty="0"/>
              <a:t>xplore Overview</a:t>
            </a:r>
            <a:endParaRPr sz="2800" dirty="0"/>
          </a:p>
        </p:txBody>
      </p:sp>
      <p:sp>
        <p:nvSpPr>
          <p:cNvPr id="599" name="Google Shape;599;p38">
            <a:extLst>
              <a:ext uri="{FF2B5EF4-FFF2-40B4-BE49-F238E27FC236}">
                <a16:creationId xmlns:a16="http://schemas.microsoft.com/office/drawing/2014/main" id="{8A7107E0-DBB1-78FF-F4E7-B82C6EAB57EF}"/>
              </a:ext>
            </a:extLst>
          </p:cNvPr>
          <p:cNvSpPr txBox="1">
            <a:spLocks noGrp="1"/>
          </p:cNvSpPr>
          <p:nvPr>
            <p:ph type="subTitle" idx="1"/>
          </p:nvPr>
        </p:nvSpPr>
        <p:spPr>
          <a:xfrm>
            <a:off x="365761" y="3580326"/>
            <a:ext cx="4206240" cy="1201986"/>
          </a:xfrm>
          <a:prstGeom prst="rect">
            <a:avLst/>
          </a:prstGeom>
        </p:spPr>
        <p:txBody>
          <a:bodyPr spcFirstLastPara="1" wrap="square" lIns="91425" tIns="91425" rIns="91425" bIns="91425" anchor="t" anchorCtr="0">
            <a:noAutofit/>
          </a:bodyPr>
          <a:lstStyle/>
          <a:p>
            <a:pPr marL="0" lvl="0" indent="0"/>
            <a:r>
              <a:rPr lang="en-US" sz="1400" dirty="0"/>
              <a:t>Explore page is the workspace for advanced data discovery. While standard reports provide high-level summaries, Explorations allow raw data to answer specific business questions through visuals.</a:t>
            </a:r>
            <a:endParaRPr sz="1400" dirty="0"/>
          </a:p>
        </p:txBody>
      </p:sp>
      <p:pic>
        <p:nvPicPr>
          <p:cNvPr id="600" name="Google Shape;600;p38">
            <a:extLst>
              <a:ext uri="{FF2B5EF4-FFF2-40B4-BE49-F238E27FC236}">
                <a16:creationId xmlns:a16="http://schemas.microsoft.com/office/drawing/2014/main" id="{87A6DB7D-5067-5FF3-FDBE-CCF3ADD915E2}"/>
              </a:ext>
            </a:extLst>
          </p:cNvPr>
          <p:cNvPicPr preferRelativeResize="0">
            <a:picLocks noGrp="1"/>
          </p:cNvPicPr>
          <p:nvPr>
            <p:ph type="pic" idx="2"/>
          </p:nvPr>
        </p:nvPicPr>
        <p:blipFill>
          <a:blip r:embed="rId3">
            <a:alphaModFix/>
          </a:blip>
          <a:srcRect b="8144"/>
          <a:stretch>
            <a:fillRect/>
          </a:stretch>
        </p:blipFill>
        <p:spPr>
          <a:xfrm>
            <a:off x="4751525" y="763500"/>
            <a:ext cx="3679201" cy="3840599"/>
          </a:xfrm>
          <a:prstGeom prst="rect">
            <a:avLst/>
          </a:prstGeom>
        </p:spPr>
      </p:pic>
      <p:pic>
        <p:nvPicPr>
          <p:cNvPr id="601" name="Google Shape;601;p38">
            <a:extLst>
              <a:ext uri="{FF2B5EF4-FFF2-40B4-BE49-F238E27FC236}">
                <a16:creationId xmlns:a16="http://schemas.microsoft.com/office/drawing/2014/main" id="{0BA5EC76-B3E4-C9B0-F7FE-267D6E152772}"/>
              </a:ext>
            </a:extLst>
          </p:cNvPr>
          <p:cNvPicPr preferRelativeResize="0">
            <a:picLocks noGrp="1"/>
          </p:cNvPicPr>
          <p:nvPr>
            <p:ph type="pic" idx="3"/>
          </p:nvPr>
        </p:nvPicPr>
        <p:blipFill>
          <a:blip r:embed="rId4">
            <a:alphaModFix/>
          </a:blip>
          <a:srcRect l="301" r="25771" b="6351"/>
          <a:stretch>
            <a:fillRect/>
          </a:stretch>
        </p:blipFill>
        <p:spPr>
          <a:xfrm>
            <a:off x="365761" y="763500"/>
            <a:ext cx="4206239" cy="2228742"/>
          </a:xfrm>
          <a:prstGeom prst="rect">
            <a:avLst/>
          </a:prstGeom>
        </p:spPr>
      </p:pic>
      <p:pic>
        <p:nvPicPr>
          <p:cNvPr id="602" name="Google Shape;602;p38">
            <a:extLst>
              <a:ext uri="{FF2B5EF4-FFF2-40B4-BE49-F238E27FC236}">
                <a16:creationId xmlns:a16="http://schemas.microsoft.com/office/drawing/2014/main" id="{DC64D2A3-EB28-2B96-56AF-3FFAACEBEFE7}"/>
              </a:ext>
            </a:extLst>
          </p:cNvPr>
          <p:cNvPicPr preferRelativeResize="0"/>
          <p:nvPr/>
        </p:nvPicPr>
        <p:blipFill>
          <a:blip r:embed="rId5">
            <a:alphaModFix/>
          </a:blip>
          <a:stretch>
            <a:fillRect/>
          </a:stretch>
        </p:blipFill>
        <p:spPr>
          <a:xfrm>
            <a:off x="8610250" y="792625"/>
            <a:ext cx="305671" cy="1188720"/>
          </a:xfrm>
          <a:prstGeom prst="rect">
            <a:avLst/>
          </a:prstGeom>
          <a:noFill/>
          <a:ln>
            <a:noFill/>
          </a:ln>
        </p:spPr>
      </p:pic>
      <p:grpSp>
        <p:nvGrpSpPr>
          <p:cNvPr id="603" name="Google Shape;603;p38">
            <a:extLst>
              <a:ext uri="{FF2B5EF4-FFF2-40B4-BE49-F238E27FC236}">
                <a16:creationId xmlns:a16="http://schemas.microsoft.com/office/drawing/2014/main" id="{9FDF601E-F825-2387-BE80-FD68853A5FED}"/>
              </a:ext>
            </a:extLst>
          </p:cNvPr>
          <p:cNvGrpSpPr/>
          <p:nvPr/>
        </p:nvGrpSpPr>
        <p:grpSpPr>
          <a:xfrm>
            <a:off x="7357638" y="3502152"/>
            <a:ext cx="1420602" cy="1280160"/>
            <a:chOff x="7357638" y="3502152"/>
            <a:chExt cx="1420602" cy="1280160"/>
          </a:xfrm>
        </p:grpSpPr>
        <p:pic>
          <p:nvPicPr>
            <p:cNvPr id="604" name="Google Shape;604;p38">
              <a:extLst>
                <a:ext uri="{FF2B5EF4-FFF2-40B4-BE49-F238E27FC236}">
                  <a16:creationId xmlns:a16="http://schemas.microsoft.com/office/drawing/2014/main" id="{89B9C39A-5C3B-FD2A-D556-AAD1711EC5D4}"/>
                </a:ext>
              </a:extLst>
            </p:cNvPr>
            <p:cNvPicPr preferRelativeResize="0"/>
            <p:nvPr/>
          </p:nvPicPr>
          <p:blipFill>
            <a:blip r:embed="rId6">
              <a:alphaModFix/>
            </a:blip>
            <a:stretch>
              <a:fillRect/>
            </a:stretch>
          </p:blipFill>
          <p:spPr>
            <a:xfrm>
              <a:off x="7863840" y="4325112"/>
              <a:ext cx="914400" cy="457200"/>
            </a:xfrm>
            <a:prstGeom prst="rect">
              <a:avLst/>
            </a:prstGeom>
            <a:noFill/>
            <a:ln>
              <a:noFill/>
            </a:ln>
          </p:spPr>
        </p:pic>
        <p:pic>
          <p:nvPicPr>
            <p:cNvPr id="605" name="Google Shape;605;p38">
              <a:extLst>
                <a:ext uri="{FF2B5EF4-FFF2-40B4-BE49-F238E27FC236}">
                  <a16:creationId xmlns:a16="http://schemas.microsoft.com/office/drawing/2014/main" id="{5184FFF0-2965-2288-B663-C73F6D14A037}"/>
                </a:ext>
              </a:extLst>
            </p:cNvPr>
            <p:cNvPicPr preferRelativeResize="0"/>
            <p:nvPr/>
          </p:nvPicPr>
          <p:blipFill>
            <a:blip r:embed="rId7">
              <a:alphaModFix/>
            </a:blip>
            <a:stretch>
              <a:fillRect/>
            </a:stretch>
          </p:blipFill>
          <p:spPr>
            <a:xfrm>
              <a:off x="8138159" y="3502152"/>
              <a:ext cx="640079" cy="640079"/>
            </a:xfrm>
            <a:prstGeom prst="rect">
              <a:avLst/>
            </a:prstGeom>
            <a:noFill/>
            <a:ln>
              <a:noFill/>
            </a:ln>
          </p:spPr>
        </p:pic>
        <p:grpSp>
          <p:nvGrpSpPr>
            <p:cNvPr id="606" name="Google Shape;606;p38">
              <a:extLst>
                <a:ext uri="{FF2B5EF4-FFF2-40B4-BE49-F238E27FC236}">
                  <a16:creationId xmlns:a16="http://schemas.microsoft.com/office/drawing/2014/main" id="{962FF82E-858C-67B6-954A-71534B7336AA}"/>
                </a:ext>
              </a:extLst>
            </p:cNvPr>
            <p:cNvGrpSpPr/>
            <p:nvPr/>
          </p:nvGrpSpPr>
          <p:grpSpPr>
            <a:xfrm>
              <a:off x="7357638" y="4429381"/>
              <a:ext cx="1006952" cy="91500"/>
              <a:chOff x="712180" y="1362450"/>
              <a:chExt cx="1006953" cy="91500"/>
            </a:xfrm>
          </p:grpSpPr>
          <p:cxnSp>
            <p:nvCxnSpPr>
              <p:cNvPr id="607" name="Google Shape;607;p38">
                <a:extLst>
                  <a:ext uri="{FF2B5EF4-FFF2-40B4-BE49-F238E27FC236}">
                    <a16:creationId xmlns:a16="http://schemas.microsoft.com/office/drawing/2014/main" id="{F09D0DAC-60BE-7588-3C8C-0241AAFA99D9}"/>
                  </a:ext>
                </a:extLst>
              </p:cNvPr>
              <p:cNvCxnSpPr/>
              <p:nvPr/>
            </p:nvCxnSpPr>
            <p:spPr>
              <a:xfrm>
                <a:off x="756063" y="1408200"/>
                <a:ext cx="914400" cy="0"/>
              </a:xfrm>
              <a:prstGeom prst="straightConnector1">
                <a:avLst/>
              </a:prstGeom>
              <a:noFill/>
              <a:ln w="9525" cap="rnd" cmpd="sng">
                <a:solidFill>
                  <a:schemeClr val="dk1"/>
                </a:solidFill>
                <a:prstDash val="solid"/>
                <a:round/>
                <a:headEnd type="none" w="med" len="med"/>
                <a:tailEnd type="none" w="med" len="med"/>
              </a:ln>
            </p:spPr>
          </p:cxnSp>
          <p:sp>
            <p:nvSpPr>
              <p:cNvPr id="608" name="Google Shape;608;p38">
                <a:extLst>
                  <a:ext uri="{FF2B5EF4-FFF2-40B4-BE49-F238E27FC236}">
                    <a16:creationId xmlns:a16="http://schemas.microsoft.com/office/drawing/2014/main" id="{A128E1B9-066F-FBCE-3E13-A5461361E0EB}"/>
                  </a:ext>
                </a:extLst>
              </p:cNvPr>
              <p:cNvSpPr/>
              <p:nvPr/>
            </p:nvSpPr>
            <p:spPr>
              <a:xfrm>
                <a:off x="1627632"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609" name="Google Shape;609;p38">
                <a:extLst>
                  <a:ext uri="{FF2B5EF4-FFF2-40B4-BE49-F238E27FC236}">
                    <a16:creationId xmlns:a16="http://schemas.microsoft.com/office/drawing/2014/main" id="{29E30939-3ED4-533E-6F08-C3432CAE3AF0}"/>
                  </a:ext>
                </a:extLst>
              </p:cNvPr>
              <p:cNvSpPr/>
              <p:nvPr/>
            </p:nvSpPr>
            <p:spPr>
              <a:xfrm>
                <a:off x="712180"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grpSp>
      <p:sp>
        <p:nvSpPr>
          <p:cNvPr id="2" name="TextBox 1">
            <a:extLst>
              <a:ext uri="{FF2B5EF4-FFF2-40B4-BE49-F238E27FC236}">
                <a16:creationId xmlns:a16="http://schemas.microsoft.com/office/drawing/2014/main" id="{E22B5BA3-CE06-2D2F-9F8C-70BD142C2384}"/>
              </a:ext>
            </a:extLst>
          </p:cNvPr>
          <p:cNvSpPr txBox="1"/>
          <p:nvPr/>
        </p:nvSpPr>
        <p:spPr>
          <a:xfrm>
            <a:off x="2353921" y="193448"/>
            <a:ext cx="498764" cy="261610"/>
          </a:xfrm>
          <a:prstGeom prst="rect">
            <a:avLst/>
          </a:prstGeom>
          <a:noFill/>
        </p:spPr>
        <p:txBody>
          <a:bodyPr wrap="square">
            <a:spAutoFit/>
          </a:bodyPr>
          <a:lstStyle/>
          <a:p>
            <a:r>
              <a:rPr lang="en" sz="1100" dirty="0">
                <a:solidFill>
                  <a:schemeClr val="bg1">
                    <a:lumMod val="25000"/>
                  </a:schemeClr>
                </a:solidFill>
              </a:rPr>
              <a:t>Intro</a:t>
            </a:r>
            <a:endParaRPr lang="en-IN" sz="1100" dirty="0">
              <a:solidFill>
                <a:schemeClr val="bg1">
                  <a:lumMod val="25000"/>
                </a:schemeClr>
              </a:solidFill>
            </a:endParaRPr>
          </a:p>
        </p:txBody>
      </p:sp>
      <p:sp>
        <p:nvSpPr>
          <p:cNvPr id="3" name="TextBox 2">
            <a:extLst>
              <a:ext uri="{FF2B5EF4-FFF2-40B4-BE49-F238E27FC236}">
                <a16:creationId xmlns:a16="http://schemas.microsoft.com/office/drawing/2014/main" id="{0A4EF3F1-D5DA-82AC-ECBE-E96D3638E93D}"/>
              </a:ext>
            </a:extLst>
          </p:cNvPr>
          <p:cNvSpPr txBox="1"/>
          <p:nvPr/>
        </p:nvSpPr>
        <p:spPr>
          <a:xfrm>
            <a:off x="3302445" y="193448"/>
            <a:ext cx="671449" cy="261610"/>
          </a:xfrm>
          <a:prstGeom prst="rect">
            <a:avLst/>
          </a:prstGeom>
          <a:noFill/>
        </p:spPr>
        <p:txBody>
          <a:bodyPr wrap="square">
            <a:spAutoFit/>
          </a:bodyPr>
          <a:lstStyle/>
          <a:p>
            <a:r>
              <a:rPr lang="en" sz="1100" dirty="0">
                <a:solidFill>
                  <a:schemeClr val="bg1">
                    <a:lumMod val="25000"/>
                  </a:schemeClr>
                </a:solidFill>
              </a:rPr>
              <a:t>Home</a:t>
            </a:r>
            <a:endParaRPr lang="en-IN" sz="1100" dirty="0">
              <a:solidFill>
                <a:schemeClr val="bg1">
                  <a:lumMod val="25000"/>
                </a:schemeClr>
              </a:solidFill>
            </a:endParaRPr>
          </a:p>
        </p:txBody>
      </p:sp>
      <p:sp>
        <p:nvSpPr>
          <p:cNvPr id="4" name="TextBox 3">
            <a:extLst>
              <a:ext uri="{FF2B5EF4-FFF2-40B4-BE49-F238E27FC236}">
                <a16:creationId xmlns:a16="http://schemas.microsoft.com/office/drawing/2014/main" id="{D6731B0B-247D-2905-857D-CCE1FF544D2C}"/>
              </a:ext>
            </a:extLst>
          </p:cNvPr>
          <p:cNvSpPr txBox="1"/>
          <p:nvPr/>
        </p:nvSpPr>
        <p:spPr>
          <a:xfrm>
            <a:off x="4306899" y="193448"/>
            <a:ext cx="817932" cy="261610"/>
          </a:xfrm>
          <a:prstGeom prst="rect">
            <a:avLst/>
          </a:prstGeom>
          <a:noFill/>
        </p:spPr>
        <p:txBody>
          <a:bodyPr wrap="square">
            <a:spAutoFit/>
          </a:bodyPr>
          <a:lstStyle/>
          <a:p>
            <a:r>
              <a:rPr lang="en-IN" sz="1100" dirty="0">
                <a:solidFill>
                  <a:schemeClr val="bg1">
                    <a:lumMod val="25000"/>
                  </a:schemeClr>
                </a:solidFill>
              </a:rPr>
              <a:t>Reports</a:t>
            </a:r>
          </a:p>
        </p:txBody>
      </p:sp>
      <p:sp>
        <p:nvSpPr>
          <p:cNvPr id="5" name="TextBox 4">
            <a:extLst>
              <a:ext uri="{FF2B5EF4-FFF2-40B4-BE49-F238E27FC236}">
                <a16:creationId xmlns:a16="http://schemas.microsoft.com/office/drawing/2014/main" id="{3C0C3890-E097-89E5-8B41-8F848A29B4FE}"/>
              </a:ext>
            </a:extLst>
          </p:cNvPr>
          <p:cNvSpPr txBox="1"/>
          <p:nvPr/>
        </p:nvSpPr>
        <p:spPr>
          <a:xfrm>
            <a:off x="5457835" y="193448"/>
            <a:ext cx="817932" cy="261610"/>
          </a:xfrm>
          <a:prstGeom prst="rect">
            <a:avLst/>
          </a:prstGeom>
          <a:noFill/>
        </p:spPr>
        <p:txBody>
          <a:bodyPr wrap="square">
            <a:spAutoFit/>
          </a:bodyPr>
          <a:lstStyle/>
          <a:p>
            <a:r>
              <a:rPr lang="en-IN" sz="1100" dirty="0">
                <a:solidFill>
                  <a:srgbClr val="4285F4"/>
                </a:solidFill>
              </a:rPr>
              <a:t>Explore</a:t>
            </a:r>
          </a:p>
        </p:txBody>
      </p:sp>
      <p:sp>
        <p:nvSpPr>
          <p:cNvPr id="6" name="TextBox 5">
            <a:extLst>
              <a:ext uri="{FF2B5EF4-FFF2-40B4-BE49-F238E27FC236}">
                <a16:creationId xmlns:a16="http://schemas.microsoft.com/office/drawing/2014/main" id="{54722E59-8D9E-8AA2-2142-7E7811550F01}"/>
              </a:ext>
            </a:extLst>
          </p:cNvPr>
          <p:cNvSpPr txBox="1"/>
          <p:nvPr/>
        </p:nvSpPr>
        <p:spPr>
          <a:xfrm>
            <a:off x="6608771" y="198928"/>
            <a:ext cx="1016803" cy="261610"/>
          </a:xfrm>
          <a:prstGeom prst="rect">
            <a:avLst/>
          </a:prstGeom>
          <a:noFill/>
        </p:spPr>
        <p:txBody>
          <a:bodyPr wrap="square">
            <a:spAutoFit/>
          </a:bodyPr>
          <a:lstStyle/>
          <a:p>
            <a:r>
              <a:rPr lang="en-IN" sz="1100" dirty="0">
                <a:solidFill>
                  <a:schemeClr val="bg1">
                    <a:lumMod val="25000"/>
                  </a:schemeClr>
                </a:solidFill>
              </a:rPr>
              <a:t>Advertising</a:t>
            </a:r>
          </a:p>
        </p:txBody>
      </p:sp>
      <p:sp>
        <p:nvSpPr>
          <p:cNvPr id="7" name="TextBox 6">
            <a:extLst>
              <a:ext uri="{FF2B5EF4-FFF2-40B4-BE49-F238E27FC236}">
                <a16:creationId xmlns:a16="http://schemas.microsoft.com/office/drawing/2014/main" id="{AB090712-B448-EFFA-0888-3997D6D8ACA0}"/>
              </a:ext>
            </a:extLst>
          </p:cNvPr>
          <p:cNvSpPr txBox="1"/>
          <p:nvPr/>
        </p:nvSpPr>
        <p:spPr>
          <a:xfrm>
            <a:off x="7958578" y="198928"/>
            <a:ext cx="1016803" cy="261610"/>
          </a:xfrm>
          <a:prstGeom prst="rect">
            <a:avLst/>
          </a:prstGeom>
          <a:noFill/>
        </p:spPr>
        <p:txBody>
          <a:bodyPr wrap="square">
            <a:spAutoFit/>
          </a:bodyPr>
          <a:lstStyle/>
          <a:p>
            <a:r>
              <a:rPr lang="en-US" sz="1100" dirty="0">
                <a:solidFill>
                  <a:schemeClr val="bg1">
                    <a:lumMod val="25000"/>
                  </a:schemeClr>
                </a:solidFill>
              </a:rPr>
              <a:t>L</a:t>
            </a:r>
            <a:r>
              <a:rPr lang="en-IN" sz="1100" dirty="0">
                <a:solidFill>
                  <a:schemeClr val="bg1">
                    <a:lumMod val="25000"/>
                  </a:schemeClr>
                </a:solidFill>
              </a:rPr>
              <a:t>earnings</a:t>
            </a:r>
          </a:p>
        </p:txBody>
      </p:sp>
    </p:spTree>
    <p:extLst>
      <p:ext uri="{BB962C8B-B14F-4D97-AF65-F5344CB8AC3E}">
        <p14:creationId xmlns:p14="http://schemas.microsoft.com/office/powerpoint/2010/main" val="42536238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4">
          <a:extLst>
            <a:ext uri="{FF2B5EF4-FFF2-40B4-BE49-F238E27FC236}">
              <a16:creationId xmlns:a16="http://schemas.microsoft.com/office/drawing/2014/main" id="{B4431BF2-EB35-7B8F-B517-00E03C3C61B2}"/>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51BAF593-33C9-8B1A-9638-D3AC106B0B00}"/>
              </a:ext>
            </a:extLst>
          </p:cNvPr>
          <p:cNvGrpSpPr/>
          <p:nvPr/>
        </p:nvGrpSpPr>
        <p:grpSpPr>
          <a:xfrm>
            <a:off x="0" y="840464"/>
            <a:ext cx="7818119" cy="3672100"/>
            <a:chOff x="0" y="840464"/>
            <a:chExt cx="7818119" cy="3672100"/>
          </a:xfrm>
        </p:grpSpPr>
        <p:pic>
          <p:nvPicPr>
            <p:cNvPr id="450" name="Google Shape;450;p34">
              <a:extLst>
                <a:ext uri="{FF2B5EF4-FFF2-40B4-BE49-F238E27FC236}">
                  <a16:creationId xmlns:a16="http://schemas.microsoft.com/office/drawing/2014/main" id="{CFEBAB19-A174-E0CE-6024-0AE15B22EC0D}"/>
                </a:ext>
              </a:extLst>
            </p:cNvPr>
            <p:cNvPicPr preferRelativeResize="0"/>
            <p:nvPr/>
          </p:nvPicPr>
          <p:blipFill>
            <a:blip r:embed="rId3">
              <a:alphaModFix/>
            </a:blip>
            <a:stretch>
              <a:fillRect/>
            </a:stretch>
          </p:blipFill>
          <p:spPr>
            <a:xfrm>
              <a:off x="0" y="840464"/>
              <a:ext cx="914400" cy="461473"/>
            </a:xfrm>
            <a:prstGeom prst="rect">
              <a:avLst/>
            </a:prstGeom>
            <a:noFill/>
            <a:ln>
              <a:noFill/>
            </a:ln>
          </p:spPr>
        </p:pic>
        <p:pic>
          <p:nvPicPr>
            <p:cNvPr id="451" name="Google Shape;451;p34">
              <a:extLst>
                <a:ext uri="{FF2B5EF4-FFF2-40B4-BE49-F238E27FC236}">
                  <a16:creationId xmlns:a16="http://schemas.microsoft.com/office/drawing/2014/main" id="{F5FFAA4A-A55A-EE62-0829-EE9E79558B2A}"/>
                </a:ext>
              </a:extLst>
            </p:cNvPr>
            <p:cNvPicPr preferRelativeResize="0"/>
            <p:nvPr/>
          </p:nvPicPr>
          <p:blipFill>
            <a:blip r:embed="rId4">
              <a:alphaModFix/>
            </a:blip>
            <a:stretch>
              <a:fillRect/>
            </a:stretch>
          </p:blipFill>
          <p:spPr>
            <a:xfrm>
              <a:off x="6903720" y="4055363"/>
              <a:ext cx="914399" cy="457201"/>
            </a:xfrm>
            <a:prstGeom prst="rect">
              <a:avLst/>
            </a:prstGeom>
            <a:noFill/>
            <a:ln>
              <a:noFill/>
            </a:ln>
          </p:spPr>
        </p:pic>
      </p:grpSp>
      <p:grpSp>
        <p:nvGrpSpPr>
          <p:cNvPr id="452" name="Google Shape;452;p34">
            <a:extLst>
              <a:ext uri="{FF2B5EF4-FFF2-40B4-BE49-F238E27FC236}">
                <a16:creationId xmlns:a16="http://schemas.microsoft.com/office/drawing/2014/main" id="{CC30DDE0-EF03-6EE6-81DB-2A0DDDD3B2E9}"/>
              </a:ext>
            </a:extLst>
          </p:cNvPr>
          <p:cNvGrpSpPr/>
          <p:nvPr/>
        </p:nvGrpSpPr>
        <p:grpSpPr>
          <a:xfrm>
            <a:off x="7423692" y="4247755"/>
            <a:ext cx="1463100" cy="640140"/>
            <a:chOff x="667512" y="1847088"/>
            <a:chExt cx="1463100" cy="640140"/>
          </a:xfrm>
        </p:grpSpPr>
        <p:sp>
          <p:nvSpPr>
            <p:cNvPr id="453" name="Google Shape;453;p34">
              <a:extLst>
                <a:ext uri="{FF2B5EF4-FFF2-40B4-BE49-F238E27FC236}">
                  <a16:creationId xmlns:a16="http://schemas.microsoft.com/office/drawing/2014/main" id="{2C9B9427-CD1A-B4FA-49F7-B65BB1F866AA}"/>
                </a:ext>
              </a:extLst>
            </p:cNvPr>
            <p:cNvSpPr/>
            <p:nvPr/>
          </p:nvSpPr>
          <p:spPr>
            <a:xfrm>
              <a:off x="713225" y="1889475"/>
              <a:ext cx="1371600" cy="548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54" name="Google Shape;454;p34">
              <a:extLst>
                <a:ext uri="{FF2B5EF4-FFF2-40B4-BE49-F238E27FC236}">
                  <a16:creationId xmlns:a16="http://schemas.microsoft.com/office/drawing/2014/main" id="{3B115604-33EA-7890-F675-BFFC02932DEB}"/>
                </a:ext>
              </a:extLst>
            </p:cNvPr>
            <p:cNvSpPr/>
            <p:nvPr/>
          </p:nvSpPr>
          <p:spPr>
            <a:xfrm>
              <a:off x="2039112" y="184708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55" name="Google Shape;455;p34">
              <a:extLst>
                <a:ext uri="{FF2B5EF4-FFF2-40B4-BE49-F238E27FC236}">
                  <a16:creationId xmlns:a16="http://schemas.microsoft.com/office/drawing/2014/main" id="{6EDAD25C-F5ED-1FDE-F209-8CFE9F59BA36}"/>
                </a:ext>
              </a:extLst>
            </p:cNvPr>
            <p:cNvSpPr/>
            <p:nvPr/>
          </p:nvSpPr>
          <p:spPr>
            <a:xfrm>
              <a:off x="667512" y="184708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56" name="Google Shape;456;p34">
              <a:extLst>
                <a:ext uri="{FF2B5EF4-FFF2-40B4-BE49-F238E27FC236}">
                  <a16:creationId xmlns:a16="http://schemas.microsoft.com/office/drawing/2014/main" id="{BF345CA7-81B8-F5F9-F876-B0B1AACAEBE9}"/>
                </a:ext>
              </a:extLst>
            </p:cNvPr>
            <p:cNvSpPr/>
            <p:nvPr/>
          </p:nvSpPr>
          <p:spPr>
            <a:xfrm>
              <a:off x="2039112" y="239572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57" name="Google Shape;457;p34">
              <a:extLst>
                <a:ext uri="{FF2B5EF4-FFF2-40B4-BE49-F238E27FC236}">
                  <a16:creationId xmlns:a16="http://schemas.microsoft.com/office/drawing/2014/main" id="{9EFAF818-3CF3-B341-1FA0-8B32ECE9BA23}"/>
                </a:ext>
              </a:extLst>
            </p:cNvPr>
            <p:cNvSpPr/>
            <p:nvPr/>
          </p:nvSpPr>
          <p:spPr>
            <a:xfrm>
              <a:off x="667512" y="239572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grpSp>
        <p:nvGrpSpPr>
          <p:cNvPr id="458" name="Google Shape;458;p34">
            <a:extLst>
              <a:ext uri="{FF2B5EF4-FFF2-40B4-BE49-F238E27FC236}">
                <a16:creationId xmlns:a16="http://schemas.microsoft.com/office/drawing/2014/main" id="{D74F628C-8AA8-B3CB-FA77-9552DEF5DCF0}"/>
              </a:ext>
            </a:extLst>
          </p:cNvPr>
          <p:cNvGrpSpPr/>
          <p:nvPr/>
        </p:nvGrpSpPr>
        <p:grpSpPr>
          <a:xfrm>
            <a:off x="7360920" y="630936"/>
            <a:ext cx="1828802" cy="1242059"/>
            <a:chOff x="7360920" y="630936"/>
            <a:chExt cx="1828802" cy="1242059"/>
          </a:xfrm>
        </p:grpSpPr>
        <p:grpSp>
          <p:nvGrpSpPr>
            <p:cNvPr id="459" name="Google Shape;459;p34">
              <a:extLst>
                <a:ext uri="{FF2B5EF4-FFF2-40B4-BE49-F238E27FC236}">
                  <a16:creationId xmlns:a16="http://schemas.microsoft.com/office/drawing/2014/main" id="{E2D7D1DE-36AC-6105-1256-8F59C0E56665}"/>
                </a:ext>
              </a:extLst>
            </p:cNvPr>
            <p:cNvGrpSpPr/>
            <p:nvPr/>
          </p:nvGrpSpPr>
          <p:grpSpPr>
            <a:xfrm>
              <a:off x="7360920" y="630936"/>
              <a:ext cx="1828802" cy="1242059"/>
              <a:chOff x="7360920" y="630936"/>
              <a:chExt cx="1828802" cy="1242059"/>
            </a:xfrm>
          </p:grpSpPr>
          <p:pic>
            <p:nvPicPr>
              <p:cNvPr id="460" name="Google Shape;460;p34">
                <a:extLst>
                  <a:ext uri="{FF2B5EF4-FFF2-40B4-BE49-F238E27FC236}">
                    <a16:creationId xmlns:a16="http://schemas.microsoft.com/office/drawing/2014/main" id="{EEC97C35-5848-1BC4-D189-CAA81D3123E2}"/>
                  </a:ext>
                </a:extLst>
              </p:cNvPr>
              <p:cNvPicPr preferRelativeResize="0"/>
              <p:nvPr/>
            </p:nvPicPr>
            <p:blipFill>
              <a:blip r:embed="rId5">
                <a:alphaModFix/>
              </a:blip>
              <a:stretch>
                <a:fillRect/>
              </a:stretch>
            </p:blipFill>
            <p:spPr>
              <a:xfrm>
                <a:off x="7360920" y="630936"/>
                <a:ext cx="1828802" cy="500002"/>
              </a:xfrm>
              <a:prstGeom prst="rect">
                <a:avLst/>
              </a:prstGeom>
              <a:noFill/>
              <a:ln>
                <a:noFill/>
              </a:ln>
            </p:spPr>
          </p:pic>
          <p:pic>
            <p:nvPicPr>
              <p:cNvPr id="461" name="Google Shape;461;p34">
                <a:extLst>
                  <a:ext uri="{FF2B5EF4-FFF2-40B4-BE49-F238E27FC236}">
                    <a16:creationId xmlns:a16="http://schemas.microsoft.com/office/drawing/2014/main" id="{49FFFD3C-9505-63B8-F64B-9FDA8E4A02F3}"/>
                  </a:ext>
                </a:extLst>
              </p:cNvPr>
              <p:cNvPicPr preferRelativeResize="0"/>
              <p:nvPr/>
            </p:nvPicPr>
            <p:blipFill>
              <a:blip r:embed="rId6">
                <a:alphaModFix/>
              </a:blip>
              <a:stretch>
                <a:fillRect/>
              </a:stretch>
            </p:blipFill>
            <p:spPr>
              <a:xfrm rot="10800000" flipH="1">
                <a:off x="7973515" y="1362455"/>
                <a:ext cx="457200" cy="510540"/>
              </a:xfrm>
              <a:prstGeom prst="rect">
                <a:avLst/>
              </a:prstGeom>
              <a:noFill/>
              <a:ln>
                <a:noFill/>
              </a:ln>
            </p:spPr>
          </p:pic>
        </p:grpSp>
        <p:grpSp>
          <p:nvGrpSpPr>
            <p:cNvPr id="462" name="Google Shape;462;p34">
              <a:extLst>
                <a:ext uri="{FF2B5EF4-FFF2-40B4-BE49-F238E27FC236}">
                  <a16:creationId xmlns:a16="http://schemas.microsoft.com/office/drawing/2014/main" id="{F5F42931-4953-E867-3A41-FC515EAC67CA}"/>
                </a:ext>
              </a:extLst>
            </p:cNvPr>
            <p:cNvGrpSpPr/>
            <p:nvPr/>
          </p:nvGrpSpPr>
          <p:grpSpPr>
            <a:xfrm rot="5400000">
              <a:off x="8182367" y="1316694"/>
              <a:ext cx="1006952" cy="91500"/>
              <a:chOff x="712180" y="1362450"/>
              <a:chExt cx="1006953" cy="91500"/>
            </a:xfrm>
          </p:grpSpPr>
          <p:cxnSp>
            <p:nvCxnSpPr>
              <p:cNvPr id="463" name="Google Shape;463;p34">
                <a:extLst>
                  <a:ext uri="{FF2B5EF4-FFF2-40B4-BE49-F238E27FC236}">
                    <a16:creationId xmlns:a16="http://schemas.microsoft.com/office/drawing/2014/main" id="{27758A9E-4CF6-5DF2-B454-30A3438AE3B2}"/>
                  </a:ext>
                </a:extLst>
              </p:cNvPr>
              <p:cNvCxnSpPr/>
              <p:nvPr/>
            </p:nvCxnSpPr>
            <p:spPr>
              <a:xfrm>
                <a:off x="756063" y="1408200"/>
                <a:ext cx="914400" cy="0"/>
              </a:xfrm>
              <a:prstGeom prst="straightConnector1">
                <a:avLst/>
              </a:prstGeom>
              <a:noFill/>
              <a:ln w="9525" cap="rnd" cmpd="sng">
                <a:solidFill>
                  <a:schemeClr val="dk1"/>
                </a:solidFill>
                <a:prstDash val="solid"/>
                <a:round/>
                <a:headEnd type="none" w="med" len="med"/>
                <a:tailEnd type="none" w="med" len="med"/>
              </a:ln>
            </p:spPr>
          </p:cxnSp>
          <p:sp>
            <p:nvSpPr>
              <p:cNvPr id="464" name="Google Shape;464;p34">
                <a:extLst>
                  <a:ext uri="{FF2B5EF4-FFF2-40B4-BE49-F238E27FC236}">
                    <a16:creationId xmlns:a16="http://schemas.microsoft.com/office/drawing/2014/main" id="{4CC3D347-4299-4B2B-C065-4931792C37B9}"/>
                  </a:ext>
                </a:extLst>
              </p:cNvPr>
              <p:cNvSpPr/>
              <p:nvPr/>
            </p:nvSpPr>
            <p:spPr>
              <a:xfrm>
                <a:off x="1627632"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65" name="Google Shape;465;p34">
                <a:extLst>
                  <a:ext uri="{FF2B5EF4-FFF2-40B4-BE49-F238E27FC236}">
                    <a16:creationId xmlns:a16="http://schemas.microsoft.com/office/drawing/2014/main" id="{BAD82525-0C9F-15EE-A093-16493B9C0BAC}"/>
                  </a:ext>
                </a:extLst>
              </p:cNvPr>
              <p:cNvSpPr/>
              <p:nvPr/>
            </p:nvSpPr>
            <p:spPr>
              <a:xfrm>
                <a:off x="712180"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grpSp>
      <p:sp>
        <p:nvSpPr>
          <p:cNvPr id="8" name="TextBox 7">
            <a:extLst>
              <a:ext uri="{FF2B5EF4-FFF2-40B4-BE49-F238E27FC236}">
                <a16:creationId xmlns:a16="http://schemas.microsoft.com/office/drawing/2014/main" id="{DEC3CB49-903B-2E40-5E8D-45A5872DF2F8}"/>
              </a:ext>
            </a:extLst>
          </p:cNvPr>
          <p:cNvSpPr txBox="1"/>
          <p:nvPr/>
        </p:nvSpPr>
        <p:spPr>
          <a:xfrm>
            <a:off x="2353921" y="193448"/>
            <a:ext cx="498764" cy="261610"/>
          </a:xfrm>
          <a:prstGeom prst="rect">
            <a:avLst/>
          </a:prstGeom>
          <a:noFill/>
        </p:spPr>
        <p:txBody>
          <a:bodyPr wrap="square">
            <a:spAutoFit/>
          </a:bodyPr>
          <a:lstStyle/>
          <a:p>
            <a:r>
              <a:rPr lang="en" sz="1100" dirty="0">
                <a:solidFill>
                  <a:schemeClr val="bg1">
                    <a:lumMod val="25000"/>
                  </a:schemeClr>
                </a:solidFill>
              </a:rPr>
              <a:t>Intro</a:t>
            </a:r>
            <a:endParaRPr lang="en-IN" sz="1100" dirty="0">
              <a:solidFill>
                <a:schemeClr val="bg1">
                  <a:lumMod val="25000"/>
                </a:schemeClr>
              </a:solidFill>
            </a:endParaRPr>
          </a:p>
        </p:txBody>
      </p:sp>
      <p:sp>
        <p:nvSpPr>
          <p:cNvPr id="9" name="TextBox 8">
            <a:extLst>
              <a:ext uri="{FF2B5EF4-FFF2-40B4-BE49-F238E27FC236}">
                <a16:creationId xmlns:a16="http://schemas.microsoft.com/office/drawing/2014/main" id="{3B0646ED-9D77-D05C-EC36-B81ACF688378}"/>
              </a:ext>
            </a:extLst>
          </p:cNvPr>
          <p:cNvSpPr txBox="1"/>
          <p:nvPr/>
        </p:nvSpPr>
        <p:spPr>
          <a:xfrm>
            <a:off x="3302445" y="193448"/>
            <a:ext cx="671449" cy="261610"/>
          </a:xfrm>
          <a:prstGeom prst="rect">
            <a:avLst/>
          </a:prstGeom>
          <a:noFill/>
        </p:spPr>
        <p:txBody>
          <a:bodyPr wrap="square">
            <a:spAutoFit/>
          </a:bodyPr>
          <a:lstStyle/>
          <a:p>
            <a:r>
              <a:rPr lang="en" sz="1100" dirty="0">
                <a:solidFill>
                  <a:schemeClr val="bg1">
                    <a:lumMod val="25000"/>
                  </a:schemeClr>
                </a:solidFill>
              </a:rPr>
              <a:t>Home</a:t>
            </a:r>
            <a:endParaRPr lang="en-IN" sz="1100" dirty="0">
              <a:solidFill>
                <a:schemeClr val="bg1">
                  <a:lumMod val="25000"/>
                </a:schemeClr>
              </a:solidFill>
            </a:endParaRPr>
          </a:p>
        </p:txBody>
      </p:sp>
      <p:sp>
        <p:nvSpPr>
          <p:cNvPr id="10" name="TextBox 9">
            <a:extLst>
              <a:ext uri="{FF2B5EF4-FFF2-40B4-BE49-F238E27FC236}">
                <a16:creationId xmlns:a16="http://schemas.microsoft.com/office/drawing/2014/main" id="{0B0C4990-58A8-89AC-A160-EABDC8C59B87}"/>
              </a:ext>
            </a:extLst>
          </p:cNvPr>
          <p:cNvSpPr txBox="1"/>
          <p:nvPr/>
        </p:nvSpPr>
        <p:spPr>
          <a:xfrm>
            <a:off x="4306899" y="193448"/>
            <a:ext cx="817932" cy="261610"/>
          </a:xfrm>
          <a:prstGeom prst="rect">
            <a:avLst/>
          </a:prstGeom>
          <a:noFill/>
        </p:spPr>
        <p:txBody>
          <a:bodyPr wrap="square">
            <a:spAutoFit/>
          </a:bodyPr>
          <a:lstStyle/>
          <a:p>
            <a:r>
              <a:rPr lang="en-IN" sz="1100" dirty="0">
                <a:solidFill>
                  <a:schemeClr val="bg1">
                    <a:lumMod val="25000"/>
                  </a:schemeClr>
                </a:solidFill>
              </a:rPr>
              <a:t>Reports</a:t>
            </a:r>
          </a:p>
        </p:txBody>
      </p:sp>
      <p:sp>
        <p:nvSpPr>
          <p:cNvPr id="11" name="TextBox 10">
            <a:extLst>
              <a:ext uri="{FF2B5EF4-FFF2-40B4-BE49-F238E27FC236}">
                <a16:creationId xmlns:a16="http://schemas.microsoft.com/office/drawing/2014/main" id="{7E3040D1-D9EC-0B0B-05B4-EE403EAD1F28}"/>
              </a:ext>
            </a:extLst>
          </p:cNvPr>
          <p:cNvSpPr txBox="1"/>
          <p:nvPr/>
        </p:nvSpPr>
        <p:spPr>
          <a:xfrm>
            <a:off x="5457835" y="193448"/>
            <a:ext cx="817932" cy="261610"/>
          </a:xfrm>
          <a:prstGeom prst="rect">
            <a:avLst/>
          </a:prstGeom>
          <a:noFill/>
        </p:spPr>
        <p:txBody>
          <a:bodyPr wrap="square">
            <a:spAutoFit/>
          </a:bodyPr>
          <a:lstStyle/>
          <a:p>
            <a:r>
              <a:rPr lang="en-IN" sz="1100" dirty="0">
                <a:solidFill>
                  <a:srgbClr val="4285F4"/>
                </a:solidFill>
              </a:rPr>
              <a:t>Explore</a:t>
            </a:r>
          </a:p>
        </p:txBody>
      </p:sp>
      <p:sp>
        <p:nvSpPr>
          <p:cNvPr id="12" name="TextBox 11">
            <a:extLst>
              <a:ext uri="{FF2B5EF4-FFF2-40B4-BE49-F238E27FC236}">
                <a16:creationId xmlns:a16="http://schemas.microsoft.com/office/drawing/2014/main" id="{62910837-6BAD-6E5D-45EB-D363C2FC21D4}"/>
              </a:ext>
            </a:extLst>
          </p:cNvPr>
          <p:cNvSpPr txBox="1"/>
          <p:nvPr/>
        </p:nvSpPr>
        <p:spPr>
          <a:xfrm>
            <a:off x="6608771" y="198928"/>
            <a:ext cx="1016803" cy="261610"/>
          </a:xfrm>
          <a:prstGeom prst="rect">
            <a:avLst/>
          </a:prstGeom>
          <a:noFill/>
        </p:spPr>
        <p:txBody>
          <a:bodyPr wrap="square">
            <a:spAutoFit/>
          </a:bodyPr>
          <a:lstStyle/>
          <a:p>
            <a:r>
              <a:rPr lang="en-IN" sz="1100" dirty="0">
                <a:solidFill>
                  <a:schemeClr val="bg1">
                    <a:lumMod val="25000"/>
                  </a:schemeClr>
                </a:solidFill>
              </a:rPr>
              <a:t>Advertising</a:t>
            </a:r>
          </a:p>
        </p:txBody>
      </p:sp>
      <p:sp>
        <p:nvSpPr>
          <p:cNvPr id="13" name="TextBox 12">
            <a:extLst>
              <a:ext uri="{FF2B5EF4-FFF2-40B4-BE49-F238E27FC236}">
                <a16:creationId xmlns:a16="http://schemas.microsoft.com/office/drawing/2014/main" id="{877221E7-CE42-0A96-52BB-F2D751CD9BF2}"/>
              </a:ext>
            </a:extLst>
          </p:cNvPr>
          <p:cNvSpPr txBox="1"/>
          <p:nvPr/>
        </p:nvSpPr>
        <p:spPr>
          <a:xfrm>
            <a:off x="7958578" y="198928"/>
            <a:ext cx="1016803" cy="261610"/>
          </a:xfrm>
          <a:prstGeom prst="rect">
            <a:avLst/>
          </a:prstGeom>
          <a:noFill/>
        </p:spPr>
        <p:txBody>
          <a:bodyPr wrap="square">
            <a:spAutoFit/>
          </a:bodyPr>
          <a:lstStyle/>
          <a:p>
            <a:r>
              <a:rPr lang="en-US" sz="1100" dirty="0">
                <a:solidFill>
                  <a:schemeClr val="bg1">
                    <a:lumMod val="25000"/>
                  </a:schemeClr>
                </a:solidFill>
              </a:rPr>
              <a:t>L</a:t>
            </a:r>
            <a:r>
              <a:rPr lang="en-IN" sz="1100" dirty="0">
                <a:solidFill>
                  <a:schemeClr val="bg1">
                    <a:lumMod val="25000"/>
                  </a:schemeClr>
                </a:solidFill>
              </a:rPr>
              <a:t>earnings</a:t>
            </a:r>
          </a:p>
        </p:txBody>
      </p:sp>
      <p:sp>
        <p:nvSpPr>
          <p:cNvPr id="14" name="Google Shape;351;p30">
            <a:extLst>
              <a:ext uri="{FF2B5EF4-FFF2-40B4-BE49-F238E27FC236}">
                <a16:creationId xmlns:a16="http://schemas.microsoft.com/office/drawing/2014/main" id="{EFB021F4-FCE9-67D9-CDA0-6DCAE0759995}"/>
              </a:ext>
            </a:extLst>
          </p:cNvPr>
          <p:cNvSpPr txBox="1">
            <a:spLocks/>
          </p:cNvSpPr>
          <p:nvPr/>
        </p:nvSpPr>
        <p:spPr>
          <a:xfrm>
            <a:off x="637015" y="719971"/>
            <a:ext cx="7717500" cy="6400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1pPr>
            <a:lvl2pPr marR="0" lvl="1"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2pPr>
            <a:lvl3pPr marR="0" lvl="2"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3pPr>
            <a:lvl4pPr marR="0" lvl="3"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4pPr>
            <a:lvl5pPr marR="0" lvl="4"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5pPr>
            <a:lvl6pPr marR="0" lvl="5"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6pPr>
            <a:lvl7pPr marR="0" lvl="6"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7pPr>
            <a:lvl8pPr marR="0" lvl="7"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8pPr>
            <a:lvl9pPr marR="0" lvl="8"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9pPr>
          </a:lstStyle>
          <a:p>
            <a:r>
              <a:rPr lang="en-IN" dirty="0"/>
              <a:t>Key Exploration Techniques</a:t>
            </a:r>
            <a:endParaRPr lang="en-IN" dirty="0">
              <a:solidFill>
                <a:schemeClr val="bg1">
                  <a:lumMod val="25000"/>
                </a:schemeClr>
              </a:solidFill>
            </a:endParaRPr>
          </a:p>
        </p:txBody>
      </p:sp>
      <p:sp>
        <p:nvSpPr>
          <p:cNvPr id="5" name="Google Shape;386;p32">
            <a:extLst>
              <a:ext uri="{FF2B5EF4-FFF2-40B4-BE49-F238E27FC236}">
                <a16:creationId xmlns:a16="http://schemas.microsoft.com/office/drawing/2014/main" id="{2574F1BD-A493-5ADF-9BCD-782B34EEC7F6}"/>
              </a:ext>
            </a:extLst>
          </p:cNvPr>
          <p:cNvSpPr txBox="1">
            <a:spLocks/>
          </p:cNvSpPr>
          <p:nvPr/>
        </p:nvSpPr>
        <p:spPr>
          <a:xfrm>
            <a:off x="1230059" y="1610494"/>
            <a:ext cx="6808709" cy="319259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1pPr>
            <a:lvl2pPr marL="914400" marR="0" lvl="1"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2pPr>
            <a:lvl3pPr marL="1371600" marR="0" lvl="2"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3pPr>
            <a:lvl4pPr marL="1828800" marR="0" lvl="3"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4pPr>
            <a:lvl5pPr marL="2286000" marR="0" lvl="4"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5pPr>
            <a:lvl6pPr marL="2743200" marR="0" lvl="5"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6pPr>
            <a:lvl7pPr marL="3200400" marR="0" lvl="6"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7pPr>
            <a:lvl8pPr marL="3657600" marR="0" lvl="7"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8pPr>
            <a:lvl9pPr marL="4114800" marR="0" lvl="8"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9pPr>
          </a:lstStyle>
          <a:p>
            <a:pPr marL="0" indent="0" algn="l"/>
            <a:r>
              <a:rPr lang="en-US" sz="1400" b="1" dirty="0"/>
              <a:t>What the Explore Page Does:</a:t>
            </a:r>
          </a:p>
          <a:p>
            <a:pPr algn="l">
              <a:spcBef>
                <a:spcPts val="1000"/>
              </a:spcBef>
              <a:buFont typeface="Asap"/>
              <a:buChar char="●"/>
            </a:pPr>
            <a:r>
              <a:rPr lang="en-IN" b="1" dirty="0"/>
              <a:t>Goes beyond standard reports</a:t>
            </a:r>
            <a:r>
              <a:rPr lang="en-US" b="1" dirty="0"/>
              <a:t>: </a:t>
            </a:r>
            <a:r>
              <a:rPr lang="en-US" dirty="0"/>
              <a:t>Accesses raw event and user-level data that isn't available in the basic reporting tabs.</a:t>
            </a:r>
          </a:p>
          <a:p>
            <a:pPr algn="l">
              <a:spcBef>
                <a:spcPts val="1000"/>
              </a:spcBef>
              <a:buFont typeface="Asap"/>
              <a:buChar char="●"/>
            </a:pPr>
            <a:r>
              <a:rPr lang="en-IN" b="1" dirty="0"/>
              <a:t>Non-standard queries</a:t>
            </a:r>
            <a:r>
              <a:rPr lang="en-US" b="1" dirty="0"/>
              <a:t>: </a:t>
            </a:r>
            <a:r>
              <a:rPr lang="en-US" dirty="0"/>
              <a:t>Allows you to quickly create custom reports to answer "one-off" questions.</a:t>
            </a:r>
          </a:p>
          <a:p>
            <a:pPr algn="l">
              <a:spcBef>
                <a:spcPts val="1000"/>
              </a:spcBef>
              <a:buFont typeface="Asap"/>
              <a:buChar char="●"/>
            </a:pPr>
            <a:r>
              <a:rPr lang="en-IN" b="1" dirty="0"/>
              <a:t>Drag-and-drop interface</a:t>
            </a:r>
            <a:r>
              <a:rPr lang="en-US" b="1" dirty="0"/>
              <a:t>:</a:t>
            </a:r>
            <a:r>
              <a:rPr lang="en-US" dirty="0"/>
              <a:t> easily move dimensions, metrics, and segments onto a canvas to build visualizations.</a:t>
            </a:r>
          </a:p>
          <a:p>
            <a:pPr algn="l">
              <a:spcBef>
                <a:spcPts val="1000"/>
              </a:spcBef>
              <a:buFont typeface="Asap"/>
              <a:buChar char="●"/>
            </a:pPr>
            <a:r>
              <a:rPr lang="en-IN" b="1" dirty="0"/>
              <a:t>Offers deep-dive techniques</a:t>
            </a:r>
            <a:r>
              <a:rPr lang="en-US" b="1" dirty="0"/>
              <a:t>:</a:t>
            </a:r>
            <a:r>
              <a:rPr lang="en-US" dirty="0"/>
              <a:t> Provides specific analytical "lenses" (like funnels or paths) to see exactly how users behave.</a:t>
            </a:r>
          </a:p>
        </p:txBody>
      </p:sp>
    </p:spTree>
    <p:extLst>
      <p:ext uri="{BB962C8B-B14F-4D97-AF65-F5344CB8AC3E}">
        <p14:creationId xmlns:p14="http://schemas.microsoft.com/office/powerpoint/2010/main" val="2487426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60">
          <a:extLst>
            <a:ext uri="{FF2B5EF4-FFF2-40B4-BE49-F238E27FC236}">
              <a16:creationId xmlns:a16="http://schemas.microsoft.com/office/drawing/2014/main" id="{9A8A3AB9-7D33-9D13-17AE-DE0AF488F6DE}"/>
            </a:ext>
          </a:extLst>
        </p:cNvPr>
        <p:cNvGrpSpPr/>
        <p:nvPr/>
      </p:nvGrpSpPr>
      <p:grpSpPr>
        <a:xfrm>
          <a:off x="0" y="0"/>
          <a:ext cx="0" cy="0"/>
          <a:chOff x="0" y="0"/>
          <a:chExt cx="0" cy="0"/>
        </a:xfrm>
      </p:grpSpPr>
      <p:sp>
        <p:nvSpPr>
          <p:cNvPr id="661" name="Google Shape;661;p41">
            <a:extLst>
              <a:ext uri="{FF2B5EF4-FFF2-40B4-BE49-F238E27FC236}">
                <a16:creationId xmlns:a16="http://schemas.microsoft.com/office/drawing/2014/main" id="{528F2BB2-8578-82C0-4587-F40C8483E9A2}"/>
              </a:ext>
            </a:extLst>
          </p:cNvPr>
          <p:cNvSpPr txBox="1">
            <a:spLocks noGrp="1"/>
          </p:cNvSpPr>
          <p:nvPr>
            <p:ph type="subTitle" idx="6"/>
          </p:nvPr>
        </p:nvSpPr>
        <p:spPr>
          <a:xfrm>
            <a:off x="1029694" y="3257887"/>
            <a:ext cx="3046414"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Campaign Effectiveness</a:t>
            </a:r>
            <a:endParaRPr dirty="0"/>
          </a:p>
        </p:txBody>
      </p:sp>
      <p:sp>
        <p:nvSpPr>
          <p:cNvPr id="662" name="Google Shape;662;p41">
            <a:extLst>
              <a:ext uri="{FF2B5EF4-FFF2-40B4-BE49-F238E27FC236}">
                <a16:creationId xmlns:a16="http://schemas.microsoft.com/office/drawing/2014/main" id="{C0F6D483-1E91-1C14-DE23-24D158FA9AE7}"/>
              </a:ext>
            </a:extLst>
          </p:cNvPr>
          <p:cNvSpPr txBox="1">
            <a:spLocks noGrp="1"/>
          </p:cNvSpPr>
          <p:nvPr>
            <p:ph type="title"/>
          </p:nvPr>
        </p:nvSpPr>
        <p:spPr>
          <a:xfrm>
            <a:off x="713225" y="697016"/>
            <a:ext cx="77175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A</a:t>
            </a:r>
            <a:r>
              <a:rPr lang="en" dirty="0"/>
              <a:t>dvertising </a:t>
            </a:r>
            <a:endParaRPr dirty="0"/>
          </a:p>
        </p:txBody>
      </p:sp>
      <p:sp>
        <p:nvSpPr>
          <p:cNvPr id="663" name="Google Shape;663;p41">
            <a:extLst>
              <a:ext uri="{FF2B5EF4-FFF2-40B4-BE49-F238E27FC236}">
                <a16:creationId xmlns:a16="http://schemas.microsoft.com/office/drawing/2014/main" id="{9AC4F4F2-4165-B241-BE88-5C19B07F1B6E}"/>
              </a:ext>
            </a:extLst>
          </p:cNvPr>
          <p:cNvSpPr txBox="1">
            <a:spLocks noGrp="1"/>
          </p:cNvSpPr>
          <p:nvPr>
            <p:ph type="subTitle" idx="1"/>
          </p:nvPr>
        </p:nvSpPr>
        <p:spPr>
          <a:xfrm>
            <a:off x="1029693" y="2160597"/>
            <a:ext cx="3277129"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Shows how your google ads are driving traffic, clicks, conversions and revenue.</a:t>
            </a:r>
            <a:endParaRPr dirty="0"/>
          </a:p>
        </p:txBody>
      </p:sp>
      <p:sp>
        <p:nvSpPr>
          <p:cNvPr id="664" name="Google Shape;664;p41">
            <a:extLst>
              <a:ext uri="{FF2B5EF4-FFF2-40B4-BE49-F238E27FC236}">
                <a16:creationId xmlns:a16="http://schemas.microsoft.com/office/drawing/2014/main" id="{571C0E57-C175-2118-1548-028C9CFB8132}"/>
              </a:ext>
            </a:extLst>
          </p:cNvPr>
          <p:cNvSpPr txBox="1">
            <a:spLocks noGrp="1"/>
          </p:cNvSpPr>
          <p:nvPr>
            <p:ph type="subTitle" idx="2"/>
          </p:nvPr>
        </p:nvSpPr>
        <p:spPr>
          <a:xfrm>
            <a:off x="5067892" y="2160597"/>
            <a:ext cx="3277129"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Explain how credit for a conversion is assigned across different user touchpoints</a:t>
            </a:r>
            <a:endParaRPr dirty="0"/>
          </a:p>
        </p:txBody>
      </p:sp>
      <p:sp>
        <p:nvSpPr>
          <p:cNvPr id="665" name="Google Shape;665;p41">
            <a:extLst>
              <a:ext uri="{FF2B5EF4-FFF2-40B4-BE49-F238E27FC236}">
                <a16:creationId xmlns:a16="http://schemas.microsoft.com/office/drawing/2014/main" id="{95C053A2-2477-FFA4-77CC-01BBF9F220B7}"/>
              </a:ext>
            </a:extLst>
          </p:cNvPr>
          <p:cNvSpPr txBox="1">
            <a:spLocks noGrp="1"/>
          </p:cNvSpPr>
          <p:nvPr>
            <p:ph type="subTitle" idx="3"/>
          </p:nvPr>
        </p:nvSpPr>
        <p:spPr>
          <a:xfrm>
            <a:off x="1029768" y="3715084"/>
            <a:ext cx="3277129"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M</a:t>
            </a:r>
            <a:r>
              <a:rPr lang="en" dirty="0"/>
              <a:t>easures how well your marketing campaigns achieve goals like traffic, leads or sales</a:t>
            </a:r>
            <a:endParaRPr dirty="0"/>
          </a:p>
        </p:txBody>
      </p:sp>
      <p:sp>
        <p:nvSpPr>
          <p:cNvPr id="666" name="Google Shape;666;p41">
            <a:extLst>
              <a:ext uri="{FF2B5EF4-FFF2-40B4-BE49-F238E27FC236}">
                <a16:creationId xmlns:a16="http://schemas.microsoft.com/office/drawing/2014/main" id="{361332C8-6C04-6114-47BD-C3BF1CEBD6B6}"/>
              </a:ext>
            </a:extLst>
          </p:cNvPr>
          <p:cNvSpPr txBox="1">
            <a:spLocks noGrp="1"/>
          </p:cNvSpPr>
          <p:nvPr>
            <p:ph type="subTitle" idx="4"/>
          </p:nvPr>
        </p:nvSpPr>
        <p:spPr>
          <a:xfrm>
            <a:off x="5067893" y="3715084"/>
            <a:ext cx="3277128"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Displays the sequence of user interactions that lead to a final conversion </a:t>
            </a:r>
            <a:endParaRPr dirty="0"/>
          </a:p>
        </p:txBody>
      </p:sp>
      <p:sp>
        <p:nvSpPr>
          <p:cNvPr id="667" name="Google Shape;667;p41">
            <a:extLst>
              <a:ext uri="{FF2B5EF4-FFF2-40B4-BE49-F238E27FC236}">
                <a16:creationId xmlns:a16="http://schemas.microsoft.com/office/drawing/2014/main" id="{C3D62187-A8F2-216D-D510-E33C2AC4FE74}"/>
              </a:ext>
            </a:extLst>
          </p:cNvPr>
          <p:cNvSpPr txBox="1">
            <a:spLocks noGrp="1"/>
          </p:cNvSpPr>
          <p:nvPr>
            <p:ph type="subTitle" idx="5"/>
          </p:nvPr>
        </p:nvSpPr>
        <p:spPr>
          <a:xfrm>
            <a:off x="1029694" y="1703401"/>
            <a:ext cx="3105888"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G</a:t>
            </a:r>
            <a:r>
              <a:rPr lang="en" dirty="0"/>
              <a:t>oogle Ad Performance</a:t>
            </a:r>
            <a:endParaRPr dirty="0"/>
          </a:p>
        </p:txBody>
      </p:sp>
      <p:sp>
        <p:nvSpPr>
          <p:cNvPr id="668" name="Google Shape;668;p41">
            <a:extLst>
              <a:ext uri="{FF2B5EF4-FFF2-40B4-BE49-F238E27FC236}">
                <a16:creationId xmlns:a16="http://schemas.microsoft.com/office/drawing/2014/main" id="{32A47B49-4AE1-6744-AB73-B151C52C7673}"/>
              </a:ext>
            </a:extLst>
          </p:cNvPr>
          <p:cNvSpPr txBox="1">
            <a:spLocks noGrp="1"/>
          </p:cNvSpPr>
          <p:nvPr>
            <p:ph type="subTitle" idx="7"/>
          </p:nvPr>
        </p:nvSpPr>
        <p:spPr>
          <a:xfrm>
            <a:off x="5067893" y="1703401"/>
            <a:ext cx="29445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A</a:t>
            </a:r>
            <a:r>
              <a:rPr lang="en" dirty="0"/>
              <a:t>ttribution Models</a:t>
            </a:r>
            <a:endParaRPr dirty="0"/>
          </a:p>
        </p:txBody>
      </p:sp>
      <p:sp>
        <p:nvSpPr>
          <p:cNvPr id="669" name="Google Shape;669;p41">
            <a:extLst>
              <a:ext uri="{FF2B5EF4-FFF2-40B4-BE49-F238E27FC236}">
                <a16:creationId xmlns:a16="http://schemas.microsoft.com/office/drawing/2014/main" id="{9F46B319-3577-AFAA-AFBA-8D5BD28D62F0}"/>
              </a:ext>
            </a:extLst>
          </p:cNvPr>
          <p:cNvSpPr txBox="1">
            <a:spLocks noGrp="1"/>
          </p:cNvSpPr>
          <p:nvPr>
            <p:ph type="subTitle" idx="8"/>
          </p:nvPr>
        </p:nvSpPr>
        <p:spPr>
          <a:xfrm>
            <a:off x="5067893" y="3257887"/>
            <a:ext cx="29445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Conversion Path</a:t>
            </a:r>
            <a:endParaRPr dirty="0"/>
          </a:p>
        </p:txBody>
      </p:sp>
      <p:sp>
        <p:nvSpPr>
          <p:cNvPr id="2" name="TextBox 1">
            <a:extLst>
              <a:ext uri="{FF2B5EF4-FFF2-40B4-BE49-F238E27FC236}">
                <a16:creationId xmlns:a16="http://schemas.microsoft.com/office/drawing/2014/main" id="{E3DFA903-8A65-55CC-87B3-5A9638523D6F}"/>
              </a:ext>
            </a:extLst>
          </p:cNvPr>
          <p:cNvSpPr txBox="1"/>
          <p:nvPr/>
        </p:nvSpPr>
        <p:spPr>
          <a:xfrm>
            <a:off x="2353921" y="193448"/>
            <a:ext cx="498764" cy="261610"/>
          </a:xfrm>
          <a:prstGeom prst="rect">
            <a:avLst/>
          </a:prstGeom>
          <a:noFill/>
        </p:spPr>
        <p:txBody>
          <a:bodyPr wrap="square">
            <a:spAutoFit/>
          </a:bodyPr>
          <a:lstStyle/>
          <a:p>
            <a:r>
              <a:rPr lang="en" sz="1100" dirty="0">
                <a:solidFill>
                  <a:schemeClr val="bg1">
                    <a:lumMod val="25000"/>
                  </a:schemeClr>
                </a:solidFill>
              </a:rPr>
              <a:t>Intro</a:t>
            </a:r>
            <a:endParaRPr lang="en-IN" sz="1100" dirty="0">
              <a:solidFill>
                <a:schemeClr val="bg1">
                  <a:lumMod val="25000"/>
                </a:schemeClr>
              </a:solidFill>
            </a:endParaRPr>
          </a:p>
        </p:txBody>
      </p:sp>
      <p:sp>
        <p:nvSpPr>
          <p:cNvPr id="3" name="TextBox 2">
            <a:extLst>
              <a:ext uri="{FF2B5EF4-FFF2-40B4-BE49-F238E27FC236}">
                <a16:creationId xmlns:a16="http://schemas.microsoft.com/office/drawing/2014/main" id="{28DF86F2-76EE-68D4-68D3-7CB2BF21E707}"/>
              </a:ext>
            </a:extLst>
          </p:cNvPr>
          <p:cNvSpPr txBox="1"/>
          <p:nvPr/>
        </p:nvSpPr>
        <p:spPr>
          <a:xfrm>
            <a:off x="3302445" y="193448"/>
            <a:ext cx="671449" cy="261610"/>
          </a:xfrm>
          <a:prstGeom prst="rect">
            <a:avLst/>
          </a:prstGeom>
          <a:noFill/>
        </p:spPr>
        <p:txBody>
          <a:bodyPr wrap="square">
            <a:spAutoFit/>
          </a:bodyPr>
          <a:lstStyle/>
          <a:p>
            <a:r>
              <a:rPr lang="en" sz="1100" dirty="0">
                <a:solidFill>
                  <a:schemeClr val="bg1">
                    <a:lumMod val="25000"/>
                  </a:schemeClr>
                </a:solidFill>
              </a:rPr>
              <a:t>Home</a:t>
            </a:r>
            <a:endParaRPr lang="en-IN" sz="1100" dirty="0">
              <a:solidFill>
                <a:schemeClr val="bg1">
                  <a:lumMod val="25000"/>
                </a:schemeClr>
              </a:solidFill>
            </a:endParaRPr>
          </a:p>
        </p:txBody>
      </p:sp>
      <p:sp>
        <p:nvSpPr>
          <p:cNvPr id="4" name="TextBox 3">
            <a:extLst>
              <a:ext uri="{FF2B5EF4-FFF2-40B4-BE49-F238E27FC236}">
                <a16:creationId xmlns:a16="http://schemas.microsoft.com/office/drawing/2014/main" id="{A28495DC-7345-7A61-8E6C-5430306ACFFC}"/>
              </a:ext>
            </a:extLst>
          </p:cNvPr>
          <p:cNvSpPr txBox="1"/>
          <p:nvPr/>
        </p:nvSpPr>
        <p:spPr>
          <a:xfrm>
            <a:off x="4306899" y="193448"/>
            <a:ext cx="817932" cy="261610"/>
          </a:xfrm>
          <a:prstGeom prst="rect">
            <a:avLst/>
          </a:prstGeom>
          <a:noFill/>
        </p:spPr>
        <p:txBody>
          <a:bodyPr wrap="square">
            <a:spAutoFit/>
          </a:bodyPr>
          <a:lstStyle/>
          <a:p>
            <a:r>
              <a:rPr lang="en-IN" sz="1100" dirty="0">
                <a:solidFill>
                  <a:schemeClr val="bg1">
                    <a:lumMod val="25000"/>
                  </a:schemeClr>
                </a:solidFill>
              </a:rPr>
              <a:t>Reports</a:t>
            </a:r>
          </a:p>
        </p:txBody>
      </p:sp>
      <p:sp>
        <p:nvSpPr>
          <p:cNvPr id="5" name="TextBox 4">
            <a:extLst>
              <a:ext uri="{FF2B5EF4-FFF2-40B4-BE49-F238E27FC236}">
                <a16:creationId xmlns:a16="http://schemas.microsoft.com/office/drawing/2014/main" id="{D3B7A8B0-F030-91F2-C40E-8C419A3E0EBD}"/>
              </a:ext>
            </a:extLst>
          </p:cNvPr>
          <p:cNvSpPr txBox="1"/>
          <p:nvPr/>
        </p:nvSpPr>
        <p:spPr>
          <a:xfrm>
            <a:off x="5457835" y="193448"/>
            <a:ext cx="817932" cy="261610"/>
          </a:xfrm>
          <a:prstGeom prst="rect">
            <a:avLst/>
          </a:prstGeom>
          <a:noFill/>
        </p:spPr>
        <p:txBody>
          <a:bodyPr wrap="square">
            <a:spAutoFit/>
          </a:bodyPr>
          <a:lstStyle/>
          <a:p>
            <a:r>
              <a:rPr lang="en-IN" sz="1100" dirty="0">
                <a:solidFill>
                  <a:schemeClr val="bg1">
                    <a:lumMod val="25000"/>
                  </a:schemeClr>
                </a:solidFill>
              </a:rPr>
              <a:t>Explore</a:t>
            </a:r>
          </a:p>
        </p:txBody>
      </p:sp>
      <p:sp>
        <p:nvSpPr>
          <p:cNvPr id="6" name="TextBox 5">
            <a:extLst>
              <a:ext uri="{FF2B5EF4-FFF2-40B4-BE49-F238E27FC236}">
                <a16:creationId xmlns:a16="http://schemas.microsoft.com/office/drawing/2014/main" id="{90805F27-EAE4-4CA8-0771-B1D8AD38AFFC}"/>
              </a:ext>
            </a:extLst>
          </p:cNvPr>
          <p:cNvSpPr txBox="1"/>
          <p:nvPr/>
        </p:nvSpPr>
        <p:spPr>
          <a:xfrm>
            <a:off x="6608771" y="198928"/>
            <a:ext cx="1016803" cy="261610"/>
          </a:xfrm>
          <a:prstGeom prst="rect">
            <a:avLst/>
          </a:prstGeom>
          <a:noFill/>
        </p:spPr>
        <p:txBody>
          <a:bodyPr wrap="square">
            <a:spAutoFit/>
          </a:bodyPr>
          <a:lstStyle/>
          <a:p>
            <a:r>
              <a:rPr lang="en-IN" sz="1100" dirty="0">
                <a:solidFill>
                  <a:srgbClr val="34A853"/>
                </a:solidFill>
              </a:rPr>
              <a:t>Advertising</a:t>
            </a:r>
          </a:p>
        </p:txBody>
      </p:sp>
      <p:sp>
        <p:nvSpPr>
          <p:cNvPr id="7" name="TextBox 6">
            <a:extLst>
              <a:ext uri="{FF2B5EF4-FFF2-40B4-BE49-F238E27FC236}">
                <a16:creationId xmlns:a16="http://schemas.microsoft.com/office/drawing/2014/main" id="{0C007F6C-2567-F34C-F56C-A5455EC4FEFE}"/>
              </a:ext>
            </a:extLst>
          </p:cNvPr>
          <p:cNvSpPr txBox="1"/>
          <p:nvPr/>
        </p:nvSpPr>
        <p:spPr>
          <a:xfrm>
            <a:off x="7958578" y="198928"/>
            <a:ext cx="1016803" cy="261610"/>
          </a:xfrm>
          <a:prstGeom prst="rect">
            <a:avLst/>
          </a:prstGeom>
          <a:noFill/>
        </p:spPr>
        <p:txBody>
          <a:bodyPr wrap="square">
            <a:spAutoFit/>
          </a:bodyPr>
          <a:lstStyle/>
          <a:p>
            <a:r>
              <a:rPr lang="en-US" sz="1100" dirty="0">
                <a:solidFill>
                  <a:schemeClr val="bg1">
                    <a:lumMod val="25000"/>
                  </a:schemeClr>
                </a:solidFill>
              </a:rPr>
              <a:t>L</a:t>
            </a:r>
            <a:r>
              <a:rPr lang="en-IN" sz="1100" dirty="0">
                <a:solidFill>
                  <a:schemeClr val="bg1">
                    <a:lumMod val="25000"/>
                  </a:schemeClr>
                </a:solidFill>
              </a:rPr>
              <a:t>earnings</a:t>
            </a:r>
          </a:p>
        </p:txBody>
      </p:sp>
    </p:spTree>
    <p:extLst>
      <p:ext uri="{BB962C8B-B14F-4D97-AF65-F5344CB8AC3E}">
        <p14:creationId xmlns:p14="http://schemas.microsoft.com/office/powerpoint/2010/main" val="24857589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13">
          <a:extLst>
            <a:ext uri="{FF2B5EF4-FFF2-40B4-BE49-F238E27FC236}">
              <a16:creationId xmlns:a16="http://schemas.microsoft.com/office/drawing/2014/main" id="{74646204-E42A-62D9-A5FC-028FC6F0DB4E}"/>
            </a:ext>
          </a:extLst>
        </p:cNvPr>
        <p:cNvGrpSpPr/>
        <p:nvPr/>
      </p:nvGrpSpPr>
      <p:grpSpPr>
        <a:xfrm>
          <a:off x="0" y="0"/>
          <a:ext cx="0" cy="0"/>
          <a:chOff x="0" y="0"/>
          <a:chExt cx="0" cy="0"/>
        </a:xfrm>
      </p:grpSpPr>
      <p:pic>
        <p:nvPicPr>
          <p:cNvPr id="614" name="Google Shape;614;p39">
            <a:extLst>
              <a:ext uri="{FF2B5EF4-FFF2-40B4-BE49-F238E27FC236}">
                <a16:creationId xmlns:a16="http://schemas.microsoft.com/office/drawing/2014/main" id="{B42AF60E-C58F-A3DF-CE31-C1A6692BA804}"/>
              </a:ext>
            </a:extLst>
          </p:cNvPr>
          <p:cNvPicPr preferRelativeResize="0">
            <a:picLocks noGrp="1"/>
          </p:cNvPicPr>
          <p:nvPr>
            <p:ph type="pic" idx="2"/>
          </p:nvPr>
        </p:nvPicPr>
        <p:blipFill>
          <a:blip r:embed="rId3">
            <a:alphaModFix/>
          </a:blip>
          <a:srcRect/>
          <a:stretch>
            <a:fillRect/>
          </a:stretch>
        </p:blipFill>
        <p:spPr>
          <a:xfrm>
            <a:off x="0" y="-14875"/>
            <a:ext cx="9144003" cy="5158501"/>
          </a:xfrm>
          <a:prstGeom prst="rect">
            <a:avLst/>
          </a:prstGeom>
        </p:spPr>
      </p:pic>
      <p:sp>
        <p:nvSpPr>
          <p:cNvPr id="615" name="Google Shape;615;p39">
            <a:extLst>
              <a:ext uri="{FF2B5EF4-FFF2-40B4-BE49-F238E27FC236}">
                <a16:creationId xmlns:a16="http://schemas.microsoft.com/office/drawing/2014/main" id="{90CE2621-C136-121D-1EDC-8C93AF89FD26}"/>
              </a:ext>
            </a:extLst>
          </p:cNvPr>
          <p:cNvSpPr txBox="1">
            <a:spLocks noGrp="1"/>
          </p:cNvSpPr>
          <p:nvPr>
            <p:ph type="title"/>
          </p:nvPr>
        </p:nvSpPr>
        <p:spPr>
          <a:xfrm>
            <a:off x="2736156" y="394854"/>
            <a:ext cx="3436044" cy="445448"/>
          </a:xfrm>
          <a:prstGeom prst="rect">
            <a:avLst/>
          </a:prstGeom>
          <a:solidFill>
            <a:srgbClr val="B5F4A4"/>
          </a:solidFill>
        </p:spPr>
        <p:txBody>
          <a:bodyPr spcFirstLastPara="1" wrap="square" lIns="91425" tIns="91425" rIns="91425" bIns="91425" anchor="ctr" anchorCtr="0">
            <a:noAutofit/>
          </a:bodyPr>
          <a:lstStyle/>
          <a:p>
            <a:r>
              <a:rPr lang="en-IN" dirty="0">
                <a:solidFill>
                  <a:schemeClr val="bg1">
                    <a:lumMod val="25000"/>
                  </a:schemeClr>
                </a:solidFill>
              </a:rPr>
              <a:t>Advertising Overview</a:t>
            </a:r>
          </a:p>
        </p:txBody>
      </p:sp>
    </p:spTree>
    <p:extLst>
      <p:ext uri="{BB962C8B-B14F-4D97-AF65-F5344CB8AC3E}">
        <p14:creationId xmlns:p14="http://schemas.microsoft.com/office/powerpoint/2010/main" val="2291804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3">
          <a:extLst>
            <a:ext uri="{FF2B5EF4-FFF2-40B4-BE49-F238E27FC236}">
              <a16:creationId xmlns:a16="http://schemas.microsoft.com/office/drawing/2014/main" id="{1FC20771-9532-EA01-13C9-ADDF3CAFCEA9}"/>
            </a:ext>
          </a:extLst>
        </p:cNvPr>
        <p:cNvGrpSpPr/>
        <p:nvPr/>
      </p:nvGrpSpPr>
      <p:grpSpPr>
        <a:xfrm>
          <a:off x="0" y="0"/>
          <a:ext cx="0" cy="0"/>
          <a:chOff x="0" y="0"/>
          <a:chExt cx="0" cy="0"/>
        </a:xfrm>
      </p:grpSpPr>
      <p:sp>
        <p:nvSpPr>
          <p:cNvPr id="404" name="Google Shape;404;p33">
            <a:extLst>
              <a:ext uri="{FF2B5EF4-FFF2-40B4-BE49-F238E27FC236}">
                <a16:creationId xmlns:a16="http://schemas.microsoft.com/office/drawing/2014/main" id="{3CE603B5-AB3C-8165-B6D1-3C8CC8BB4E3A}"/>
              </a:ext>
            </a:extLst>
          </p:cNvPr>
          <p:cNvSpPr txBox="1">
            <a:spLocks noGrp="1"/>
          </p:cNvSpPr>
          <p:nvPr>
            <p:ph type="title"/>
          </p:nvPr>
        </p:nvSpPr>
        <p:spPr>
          <a:xfrm>
            <a:off x="706195" y="727126"/>
            <a:ext cx="77175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A</a:t>
            </a:r>
            <a:r>
              <a:rPr lang="en" dirty="0"/>
              <a:t>ttribution Paths</a:t>
            </a:r>
            <a:endParaRPr dirty="0"/>
          </a:p>
        </p:txBody>
      </p:sp>
      <p:sp>
        <p:nvSpPr>
          <p:cNvPr id="405" name="Google Shape;405;p33">
            <a:extLst>
              <a:ext uri="{FF2B5EF4-FFF2-40B4-BE49-F238E27FC236}">
                <a16:creationId xmlns:a16="http://schemas.microsoft.com/office/drawing/2014/main" id="{70071FFC-CA18-6564-D774-9AB0E9ED3875}"/>
              </a:ext>
            </a:extLst>
          </p:cNvPr>
          <p:cNvSpPr txBox="1">
            <a:spLocks noGrp="1"/>
          </p:cNvSpPr>
          <p:nvPr>
            <p:ph type="subTitle" idx="4"/>
          </p:nvPr>
        </p:nvSpPr>
        <p:spPr>
          <a:xfrm>
            <a:off x="713213" y="2571750"/>
            <a:ext cx="23286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400" dirty="0"/>
              <a:t>Track User Conversion Journeys</a:t>
            </a:r>
            <a:endParaRPr sz="1400" dirty="0"/>
          </a:p>
        </p:txBody>
      </p:sp>
      <p:sp>
        <p:nvSpPr>
          <p:cNvPr id="406" name="Google Shape;406;p33">
            <a:extLst>
              <a:ext uri="{FF2B5EF4-FFF2-40B4-BE49-F238E27FC236}">
                <a16:creationId xmlns:a16="http://schemas.microsoft.com/office/drawing/2014/main" id="{F6C65CF8-FB12-C65D-1ADB-500B379834F2}"/>
              </a:ext>
            </a:extLst>
          </p:cNvPr>
          <p:cNvSpPr txBox="1">
            <a:spLocks noGrp="1"/>
          </p:cNvSpPr>
          <p:nvPr>
            <p:ph type="subTitle" idx="5"/>
          </p:nvPr>
        </p:nvSpPr>
        <p:spPr>
          <a:xfrm>
            <a:off x="3407675" y="2571750"/>
            <a:ext cx="23286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400" dirty="0"/>
              <a:t>Identify Key Touchpoints </a:t>
            </a:r>
            <a:endParaRPr sz="1400" dirty="0"/>
          </a:p>
        </p:txBody>
      </p:sp>
      <p:sp>
        <p:nvSpPr>
          <p:cNvPr id="407" name="Google Shape;407;p33">
            <a:extLst>
              <a:ext uri="{FF2B5EF4-FFF2-40B4-BE49-F238E27FC236}">
                <a16:creationId xmlns:a16="http://schemas.microsoft.com/office/drawing/2014/main" id="{060B9055-3287-1FF4-0F8F-ACB47F0BFAE6}"/>
              </a:ext>
            </a:extLst>
          </p:cNvPr>
          <p:cNvSpPr txBox="1">
            <a:spLocks noGrp="1"/>
          </p:cNvSpPr>
          <p:nvPr>
            <p:ph type="subTitle" idx="1"/>
          </p:nvPr>
        </p:nvSpPr>
        <p:spPr>
          <a:xfrm>
            <a:off x="713213" y="3028956"/>
            <a:ext cx="2328600" cy="109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Steps users take from first interaction to final conversion.</a:t>
            </a:r>
            <a:endParaRPr dirty="0"/>
          </a:p>
        </p:txBody>
      </p:sp>
      <p:sp>
        <p:nvSpPr>
          <p:cNvPr id="408" name="Google Shape;408;p33">
            <a:extLst>
              <a:ext uri="{FF2B5EF4-FFF2-40B4-BE49-F238E27FC236}">
                <a16:creationId xmlns:a16="http://schemas.microsoft.com/office/drawing/2014/main" id="{4B4B6922-362C-D172-211F-91F59DFDF058}"/>
              </a:ext>
            </a:extLst>
          </p:cNvPr>
          <p:cNvSpPr txBox="1">
            <a:spLocks noGrp="1"/>
          </p:cNvSpPr>
          <p:nvPr>
            <p:ph type="subTitle" idx="2"/>
          </p:nvPr>
        </p:nvSpPr>
        <p:spPr>
          <a:xfrm>
            <a:off x="3407675" y="3028956"/>
            <a:ext cx="2328600" cy="109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Highlights the most impactful moments that influence user decisions.</a:t>
            </a:r>
            <a:endParaRPr dirty="0"/>
          </a:p>
        </p:txBody>
      </p:sp>
      <p:sp>
        <p:nvSpPr>
          <p:cNvPr id="409" name="Google Shape;409;p33">
            <a:extLst>
              <a:ext uri="{FF2B5EF4-FFF2-40B4-BE49-F238E27FC236}">
                <a16:creationId xmlns:a16="http://schemas.microsoft.com/office/drawing/2014/main" id="{7458DC84-2C27-002D-D76C-18A3E202B8A5}"/>
              </a:ext>
            </a:extLst>
          </p:cNvPr>
          <p:cNvSpPr txBox="1">
            <a:spLocks noGrp="1"/>
          </p:cNvSpPr>
          <p:nvPr>
            <p:ph type="subTitle" idx="3"/>
          </p:nvPr>
        </p:nvSpPr>
        <p:spPr>
          <a:xfrm>
            <a:off x="6102138" y="3028956"/>
            <a:ext cx="2328600" cy="109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H</a:t>
            </a:r>
            <a:r>
              <a:rPr lang="en" dirty="0"/>
              <a:t>elps you invest more in high performing channels and reduce waste on low performing ones</a:t>
            </a:r>
            <a:endParaRPr dirty="0"/>
          </a:p>
        </p:txBody>
      </p:sp>
      <p:sp>
        <p:nvSpPr>
          <p:cNvPr id="410" name="Google Shape;410;p33">
            <a:extLst>
              <a:ext uri="{FF2B5EF4-FFF2-40B4-BE49-F238E27FC236}">
                <a16:creationId xmlns:a16="http://schemas.microsoft.com/office/drawing/2014/main" id="{F07E71BD-0D8B-A31C-B2EF-B83C080FC3D3}"/>
              </a:ext>
            </a:extLst>
          </p:cNvPr>
          <p:cNvSpPr txBox="1">
            <a:spLocks noGrp="1"/>
          </p:cNvSpPr>
          <p:nvPr>
            <p:ph type="subTitle" idx="6"/>
          </p:nvPr>
        </p:nvSpPr>
        <p:spPr>
          <a:xfrm>
            <a:off x="6102138" y="2571750"/>
            <a:ext cx="2328600" cy="45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400" dirty="0"/>
              <a:t>Optimize Marketing Spend</a:t>
            </a:r>
            <a:endParaRPr sz="1400" dirty="0"/>
          </a:p>
        </p:txBody>
      </p:sp>
      <p:grpSp>
        <p:nvGrpSpPr>
          <p:cNvPr id="411" name="Google Shape;411;p33">
            <a:extLst>
              <a:ext uri="{FF2B5EF4-FFF2-40B4-BE49-F238E27FC236}">
                <a16:creationId xmlns:a16="http://schemas.microsoft.com/office/drawing/2014/main" id="{02CD98F4-14A1-8586-A376-3A7FEDBBE5C6}"/>
              </a:ext>
            </a:extLst>
          </p:cNvPr>
          <p:cNvGrpSpPr/>
          <p:nvPr/>
        </p:nvGrpSpPr>
        <p:grpSpPr>
          <a:xfrm>
            <a:off x="4352514" y="1692747"/>
            <a:ext cx="438921" cy="548656"/>
            <a:chOff x="2667821" y="3361108"/>
            <a:chExt cx="273046" cy="337801"/>
          </a:xfrm>
          <a:solidFill>
            <a:schemeClr val="bg1">
              <a:lumMod val="25000"/>
            </a:schemeClr>
          </a:solidFill>
        </p:grpSpPr>
        <p:sp>
          <p:nvSpPr>
            <p:cNvPr id="412" name="Google Shape;412;p33">
              <a:extLst>
                <a:ext uri="{FF2B5EF4-FFF2-40B4-BE49-F238E27FC236}">
                  <a16:creationId xmlns:a16="http://schemas.microsoft.com/office/drawing/2014/main" id="{5529AF8D-68BE-487C-0319-2C86B43453FD}"/>
                </a:ext>
              </a:extLst>
            </p:cNvPr>
            <p:cNvSpPr/>
            <p:nvPr/>
          </p:nvSpPr>
          <p:spPr>
            <a:xfrm>
              <a:off x="2799971" y="3361108"/>
              <a:ext cx="10273" cy="36385"/>
            </a:xfrm>
            <a:custGeom>
              <a:avLst/>
              <a:gdLst/>
              <a:ahLst/>
              <a:cxnLst/>
              <a:rect l="l" t="t" r="r" b="b"/>
              <a:pathLst>
                <a:path w="323" h="1144" extrusionOk="0">
                  <a:moveTo>
                    <a:pt x="155" y="0"/>
                  </a:moveTo>
                  <a:cubicBezTo>
                    <a:pt x="72" y="0"/>
                    <a:pt x="1" y="72"/>
                    <a:pt x="1" y="167"/>
                  </a:cubicBezTo>
                  <a:lnTo>
                    <a:pt x="1" y="977"/>
                  </a:lnTo>
                  <a:cubicBezTo>
                    <a:pt x="1" y="1072"/>
                    <a:pt x="72" y="1143"/>
                    <a:pt x="155" y="1143"/>
                  </a:cubicBezTo>
                  <a:cubicBezTo>
                    <a:pt x="251" y="1143"/>
                    <a:pt x="322" y="1072"/>
                    <a:pt x="322" y="977"/>
                  </a:cubicBezTo>
                  <a:lnTo>
                    <a:pt x="322" y="167"/>
                  </a:lnTo>
                  <a:cubicBezTo>
                    <a:pt x="310" y="60"/>
                    <a:pt x="251" y="0"/>
                    <a:pt x="15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a:extLst>
                <a:ext uri="{FF2B5EF4-FFF2-40B4-BE49-F238E27FC236}">
                  <a16:creationId xmlns:a16="http://schemas.microsoft.com/office/drawing/2014/main" id="{2E483079-0CB8-3CD9-642F-2DA6B0454CBC}"/>
                </a:ext>
              </a:extLst>
            </p:cNvPr>
            <p:cNvSpPr/>
            <p:nvPr/>
          </p:nvSpPr>
          <p:spPr>
            <a:xfrm>
              <a:off x="2838964" y="3371063"/>
              <a:ext cx="22009" cy="34381"/>
            </a:xfrm>
            <a:custGeom>
              <a:avLst/>
              <a:gdLst/>
              <a:ahLst/>
              <a:cxnLst/>
              <a:rect l="l" t="t" r="r" b="b"/>
              <a:pathLst>
                <a:path w="692" h="1081" extrusionOk="0">
                  <a:moveTo>
                    <a:pt x="517" y="0"/>
                  </a:moveTo>
                  <a:cubicBezTo>
                    <a:pt x="454" y="0"/>
                    <a:pt x="385" y="31"/>
                    <a:pt x="358" y="104"/>
                  </a:cubicBezTo>
                  <a:lnTo>
                    <a:pt x="49" y="866"/>
                  </a:lnTo>
                  <a:cubicBezTo>
                    <a:pt x="1" y="961"/>
                    <a:pt x="84" y="1080"/>
                    <a:pt x="203" y="1080"/>
                  </a:cubicBezTo>
                  <a:cubicBezTo>
                    <a:pt x="263" y="1080"/>
                    <a:pt x="322" y="1057"/>
                    <a:pt x="346" y="985"/>
                  </a:cubicBezTo>
                  <a:lnTo>
                    <a:pt x="656" y="223"/>
                  </a:lnTo>
                  <a:cubicBezTo>
                    <a:pt x="691" y="152"/>
                    <a:pt x="644" y="45"/>
                    <a:pt x="572" y="9"/>
                  </a:cubicBezTo>
                  <a:cubicBezTo>
                    <a:pt x="556" y="3"/>
                    <a:pt x="537" y="0"/>
                    <a:pt x="51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a:extLst>
                <a:ext uri="{FF2B5EF4-FFF2-40B4-BE49-F238E27FC236}">
                  <a16:creationId xmlns:a16="http://schemas.microsoft.com/office/drawing/2014/main" id="{51E7CCAB-BCEB-CE9C-7AC1-28288E024F1B}"/>
                </a:ext>
              </a:extLst>
            </p:cNvPr>
            <p:cNvSpPr/>
            <p:nvPr/>
          </p:nvSpPr>
          <p:spPr>
            <a:xfrm>
              <a:off x="2873822" y="3399815"/>
              <a:ext cx="29197" cy="28338"/>
            </a:xfrm>
            <a:custGeom>
              <a:avLst/>
              <a:gdLst/>
              <a:ahLst/>
              <a:cxnLst/>
              <a:rect l="l" t="t" r="r" b="b"/>
              <a:pathLst>
                <a:path w="918" h="891" extrusionOk="0">
                  <a:moveTo>
                    <a:pt x="744" y="1"/>
                  </a:moveTo>
                  <a:cubicBezTo>
                    <a:pt x="703" y="1"/>
                    <a:pt x="661" y="16"/>
                    <a:pt x="631" y="45"/>
                  </a:cubicBezTo>
                  <a:lnTo>
                    <a:pt x="60" y="629"/>
                  </a:lnTo>
                  <a:cubicBezTo>
                    <a:pt x="0" y="688"/>
                    <a:pt x="0" y="784"/>
                    <a:pt x="60" y="843"/>
                  </a:cubicBezTo>
                  <a:cubicBezTo>
                    <a:pt x="84" y="879"/>
                    <a:pt x="131" y="891"/>
                    <a:pt x="179" y="891"/>
                  </a:cubicBezTo>
                  <a:cubicBezTo>
                    <a:pt x="286" y="891"/>
                    <a:pt x="274" y="831"/>
                    <a:pt x="858" y="272"/>
                  </a:cubicBezTo>
                  <a:cubicBezTo>
                    <a:pt x="917" y="212"/>
                    <a:pt x="917" y="105"/>
                    <a:pt x="858" y="45"/>
                  </a:cubicBezTo>
                  <a:cubicBezTo>
                    <a:pt x="828" y="16"/>
                    <a:pt x="786" y="1"/>
                    <a:pt x="74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3">
              <a:extLst>
                <a:ext uri="{FF2B5EF4-FFF2-40B4-BE49-F238E27FC236}">
                  <a16:creationId xmlns:a16="http://schemas.microsoft.com/office/drawing/2014/main" id="{54197757-F898-6CC4-D79C-7C98806757D9}"/>
                </a:ext>
              </a:extLst>
            </p:cNvPr>
            <p:cNvSpPr/>
            <p:nvPr/>
          </p:nvSpPr>
          <p:spPr>
            <a:xfrm>
              <a:off x="2894655" y="3442656"/>
              <a:ext cx="37116" cy="19592"/>
            </a:xfrm>
            <a:custGeom>
              <a:avLst/>
              <a:gdLst/>
              <a:ahLst/>
              <a:cxnLst/>
              <a:rect l="l" t="t" r="r" b="b"/>
              <a:pathLst>
                <a:path w="1167" h="616" extrusionOk="0">
                  <a:moveTo>
                    <a:pt x="973" y="1"/>
                  </a:moveTo>
                  <a:cubicBezTo>
                    <a:pt x="955" y="1"/>
                    <a:pt x="936" y="3"/>
                    <a:pt x="917" y="8"/>
                  </a:cubicBezTo>
                  <a:lnTo>
                    <a:pt x="155" y="318"/>
                  </a:lnTo>
                  <a:cubicBezTo>
                    <a:pt x="0" y="377"/>
                    <a:pt x="36" y="615"/>
                    <a:pt x="214" y="615"/>
                  </a:cubicBezTo>
                  <a:cubicBezTo>
                    <a:pt x="274" y="615"/>
                    <a:pt x="238" y="615"/>
                    <a:pt x="1036" y="294"/>
                  </a:cubicBezTo>
                  <a:cubicBezTo>
                    <a:pt x="1131" y="282"/>
                    <a:pt x="1167" y="175"/>
                    <a:pt x="1131" y="103"/>
                  </a:cubicBezTo>
                  <a:cubicBezTo>
                    <a:pt x="1103" y="37"/>
                    <a:pt x="1044" y="1"/>
                    <a:pt x="97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3">
              <a:extLst>
                <a:ext uri="{FF2B5EF4-FFF2-40B4-BE49-F238E27FC236}">
                  <a16:creationId xmlns:a16="http://schemas.microsoft.com/office/drawing/2014/main" id="{979A8798-E3B0-D0C3-95EF-5C335C6AA4F5}"/>
                </a:ext>
              </a:extLst>
            </p:cNvPr>
            <p:cNvSpPr/>
            <p:nvPr/>
          </p:nvSpPr>
          <p:spPr>
            <a:xfrm>
              <a:off x="2904482" y="3493258"/>
              <a:ext cx="36385" cy="10273"/>
            </a:xfrm>
            <a:custGeom>
              <a:avLst/>
              <a:gdLst/>
              <a:ahLst/>
              <a:cxnLst/>
              <a:rect l="l" t="t" r="r" b="b"/>
              <a:pathLst>
                <a:path w="1144" h="323" extrusionOk="0">
                  <a:moveTo>
                    <a:pt x="155" y="1"/>
                  </a:moveTo>
                  <a:cubicBezTo>
                    <a:pt x="72" y="1"/>
                    <a:pt x="1" y="72"/>
                    <a:pt x="1" y="155"/>
                  </a:cubicBezTo>
                  <a:cubicBezTo>
                    <a:pt x="1" y="251"/>
                    <a:pt x="72" y="322"/>
                    <a:pt x="155" y="322"/>
                  </a:cubicBezTo>
                  <a:lnTo>
                    <a:pt x="977" y="322"/>
                  </a:lnTo>
                  <a:cubicBezTo>
                    <a:pt x="1072" y="322"/>
                    <a:pt x="1144" y="251"/>
                    <a:pt x="1144" y="155"/>
                  </a:cubicBezTo>
                  <a:cubicBezTo>
                    <a:pt x="1144" y="72"/>
                    <a:pt x="1072" y="1"/>
                    <a:pt x="9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a:extLst>
                <a:ext uri="{FF2B5EF4-FFF2-40B4-BE49-F238E27FC236}">
                  <a16:creationId xmlns:a16="http://schemas.microsoft.com/office/drawing/2014/main" id="{DF1A8A07-E8FF-6F31-1EB4-2B98B7567943}"/>
                </a:ext>
              </a:extLst>
            </p:cNvPr>
            <p:cNvSpPr/>
            <p:nvPr/>
          </p:nvSpPr>
          <p:spPr>
            <a:xfrm>
              <a:off x="2895386" y="3533364"/>
              <a:ext cx="35653" cy="20196"/>
            </a:xfrm>
            <a:custGeom>
              <a:avLst/>
              <a:gdLst/>
              <a:ahLst/>
              <a:cxnLst/>
              <a:rect l="l" t="t" r="r" b="b"/>
              <a:pathLst>
                <a:path w="1121" h="635" extrusionOk="0">
                  <a:moveTo>
                    <a:pt x="179" y="0"/>
                  </a:moveTo>
                  <a:cubicBezTo>
                    <a:pt x="118" y="0"/>
                    <a:pt x="54" y="38"/>
                    <a:pt x="37" y="109"/>
                  </a:cubicBezTo>
                  <a:cubicBezTo>
                    <a:pt x="1" y="180"/>
                    <a:pt x="37" y="288"/>
                    <a:pt x="120" y="311"/>
                  </a:cubicBezTo>
                  <a:lnTo>
                    <a:pt x="882" y="621"/>
                  </a:lnTo>
                  <a:cubicBezTo>
                    <a:pt x="901" y="630"/>
                    <a:pt x="922" y="635"/>
                    <a:pt x="943" y="635"/>
                  </a:cubicBezTo>
                  <a:cubicBezTo>
                    <a:pt x="1004" y="635"/>
                    <a:pt x="1067" y="599"/>
                    <a:pt x="1084" y="538"/>
                  </a:cubicBezTo>
                  <a:cubicBezTo>
                    <a:pt x="1120" y="442"/>
                    <a:pt x="1084" y="359"/>
                    <a:pt x="1001" y="323"/>
                  </a:cubicBezTo>
                  <a:lnTo>
                    <a:pt x="239" y="14"/>
                  </a:lnTo>
                  <a:cubicBezTo>
                    <a:pt x="221" y="5"/>
                    <a:pt x="200" y="0"/>
                    <a:pt x="1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a:extLst>
                <a:ext uri="{FF2B5EF4-FFF2-40B4-BE49-F238E27FC236}">
                  <a16:creationId xmlns:a16="http://schemas.microsoft.com/office/drawing/2014/main" id="{E2F20FBE-26D1-302C-446E-4BECBBE11783}"/>
                </a:ext>
              </a:extLst>
            </p:cNvPr>
            <p:cNvSpPr/>
            <p:nvPr/>
          </p:nvSpPr>
          <p:spPr>
            <a:xfrm>
              <a:off x="2872677" y="3567586"/>
              <a:ext cx="30692" cy="28338"/>
            </a:xfrm>
            <a:custGeom>
              <a:avLst/>
              <a:gdLst/>
              <a:ahLst/>
              <a:cxnLst/>
              <a:rect l="l" t="t" r="r" b="b"/>
              <a:pathLst>
                <a:path w="965" h="891" extrusionOk="0">
                  <a:moveTo>
                    <a:pt x="173" y="0"/>
                  </a:moveTo>
                  <a:cubicBezTo>
                    <a:pt x="132" y="0"/>
                    <a:pt x="90" y="15"/>
                    <a:pt x="60" y="45"/>
                  </a:cubicBezTo>
                  <a:cubicBezTo>
                    <a:pt x="1" y="104"/>
                    <a:pt x="1" y="200"/>
                    <a:pt x="60" y="259"/>
                  </a:cubicBezTo>
                  <a:cubicBezTo>
                    <a:pt x="644" y="819"/>
                    <a:pt x="620" y="890"/>
                    <a:pt x="751" y="890"/>
                  </a:cubicBezTo>
                  <a:cubicBezTo>
                    <a:pt x="894" y="890"/>
                    <a:pt x="965" y="712"/>
                    <a:pt x="858" y="616"/>
                  </a:cubicBezTo>
                  <a:lnTo>
                    <a:pt x="286" y="45"/>
                  </a:lnTo>
                  <a:cubicBezTo>
                    <a:pt x="257" y="15"/>
                    <a:pt x="215" y="0"/>
                    <a:pt x="17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3">
              <a:extLst>
                <a:ext uri="{FF2B5EF4-FFF2-40B4-BE49-F238E27FC236}">
                  <a16:creationId xmlns:a16="http://schemas.microsoft.com/office/drawing/2014/main" id="{025C0990-1E8E-DCB8-8741-956219F52B55}"/>
                </a:ext>
              </a:extLst>
            </p:cNvPr>
            <p:cNvSpPr/>
            <p:nvPr/>
          </p:nvSpPr>
          <p:spPr>
            <a:xfrm>
              <a:off x="2838233" y="3589818"/>
              <a:ext cx="21214" cy="34318"/>
            </a:xfrm>
            <a:custGeom>
              <a:avLst/>
              <a:gdLst/>
              <a:ahLst/>
              <a:cxnLst/>
              <a:rect l="l" t="t" r="r" b="b"/>
              <a:pathLst>
                <a:path w="667" h="1079" extrusionOk="0">
                  <a:moveTo>
                    <a:pt x="179" y="1"/>
                  </a:moveTo>
                  <a:cubicBezTo>
                    <a:pt x="159" y="1"/>
                    <a:pt x="139" y="4"/>
                    <a:pt x="119" y="13"/>
                  </a:cubicBezTo>
                  <a:cubicBezTo>
                    <a:pt x="48" y="37"/>
                    <a:pt x="0" y="132"/>
                    <a:pt x="24" y="215"/>
                  </a:cubicBezTo>
                  <a:lnTo>
                    <a:pt x="345" y="977"/>
                  </a:lnTo>
                  <a:cubicBezTo>
                    <a:pt x="365" y="1036"/>
                    <a:pt x="425" y="1079"/>
                    <a:pt x="499" y="1079"/>
                  </a:cubicBezTo>
                  <a:cubicBezTo>
                    <a:pt x="514" y="1079"/>
                    <a:pt x="531" y="1077"/>
                    <a:pt x="548" y="1072"/>
                  </a:cubicBezTo>
                  <a:cubicBezTo>
                    <a:pt x="643" y="1037"/>
                    <a:pt x="667" y="929"/>
                    <a:pt x="643" y="858"/>
                  </a:cubicBezTo>
                  <a:lnTo>
                    <a:pt x="322" y="96"/>
                  </a:lnTo>
                  <a:cubicBezTo>
                    <a:pt x="303" y="41"/>
                    <a:pt x="243" y="1"/>
                    <a:pt x="17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3">
              <a:extLst>
                <a:ext uri="{FF2B5EF4-FFF2-40B4-BE49-F238E27FC236}">
                  <a16:creationId xmlns:a16="http://schemas.microsoft.com/office/drawing/2014/main" id="{953BD614-7CC4-3A5F-D9F4-60C51263D87B}"/>
                </a:ext>
              </a:extLst>
            </p:cNvPr>
            <p:cNvSpPr/>
            <p:nvPr/>
          </p:nvSpPr>
          <p:spPr>
            <a:xfrm>
              <a:off x="2747334" y="3589754"/>
              <a:ext cx="21627" cy="34572"/>
            </a:xfrm>
            <a:custGeom>
              <a:avLst/>
              <a:gdLst/>
              <a:ahLst/>
              <a:cxnLst/>
              <a:rect l="l" t="t" r="r" b="b"/>
              <a:pathLst>
                <a:path w="680" h="1087" extrusionOk="0">
                  <a:moveTo>
                    <a:pt x="499" y="1"/>
                  </a:moveTo>
                  <a:cubicBezTo>
                    <a:pt x="438" y="1"/>
                    <a:pt x="375" y="36"/>
                    <a:pt x="358" y="98"/>
                  </a:cubicBezTo>
                  <a:lnTo>
                    <a:pt x="36" y="860"/>
                  </a:lnTo>
                  <a:cubicBezTo>
                    <a:pt x="1" y="967"/>
                    <a:pt x="72" y="1086"/>
                    <a:pt x="191" y="1086"/>
                  </a:cubicBezTo>
                  <a:cubicBezTo>
                    <a:pt x="251" y="1086"/>
                    <a:pt x="310" y="1051"/>
                    <a:pt x="334" y="979"/>
                  </a:cubicBezTo>
                  <a:lnTo>
                    <a:pt x="655" y="217"/>
                  </a:lnTo>
                  <a:cubicBezTo>
                    <a:pt x="679" y="134"/>
                    <a:pt x="632" y="39"/>
                    <a:pt x="560" y="15"/>
                  </a:cubicBezTo>
                  <a:cubicBezTo>
                    <a:pt x="542" y="5"/>
                    <a:pt x="520" y="1"/>
                    <a:pt x="4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a:extLst>
                <a:ext uri="{FF2B5EF4-FFF2-40B4-BE49-F238E27FC236}">
                  <a16:creationId xmlns:a16="http://schemas.microsoft.com/office/drawing/2014/main" id="{67F27B66-BCC5-3391-0BD0-C1FFBDA1DB38}"/>
                </a:ext>
              </a:extLst>
            </p:cNvPr>
            <p:cNvSpPr/>
            <p:nvPr/>
          </p:nvSpPr>
          <p:spPr>
            <a:xfrm>
              <a:off x="2705319" y="3566441"/>
              <a:ext cx="29547" cy="28625"/>
            </a:xfrm>
            <a:custGeom>
              <a:avLst/>
              <a:gdLst/>
              <a:ahLst/>
              <a:cxnLst/>
              <a:rect l="l" t="t" r="r" b="b"/>
              <a:pathLst>
                <a:path w="929" h="900" extrusionOk="0">
                  <a:moveTo>
                    <a:pt x="744" y="1"/>
                  </a:moveTo>
                  <a:cubicBezTo>
                    <a:pt x="702" y="1"/>
                    <a:pt x="661" y="15"/>
                    <a:pt x="631" y="45"/>
                  </a:cubicBezTo>
                  <a:lnTo>
                    <a:pt x="60" y="629"/>
                  </a:lnTo>
                  <a:cubicBezTo>
                    <a:pt x="0" y="688"/>
                    <a:pt x="0" y="795"/>
                    <a:pt x="60" y="855"/>
                  </a:cubicBezTo>
                  <a:cubicBezTo>
                    <a:pt x="89" y="885"/>
                    <a:pt x="128" y="899"/>
                    <a:pt x="167" y="899"/>
                  </a:cubicBezTo>
                  <a:cubicBezTo>
                    <a:pt x="205" y="899"/>
                    <a:pt x="244" y="885"/>
                    <a:pt x="274" y="855"/>
                  </a:cubicBezTo>
                  <a:lnTo>
                    <a:pt x="857" y="271"/>
                  </a:lnTo>
                  <a:cubicBezTo>
                    <a:pt x="929" y="212"/>
                    <a:pt x="929" y="105"/>
                    <a:pt x="857" y="45"/>
                  </a:cubicBezTo>
                  <a:cubicBezTo>
                    <a:pt x="827" y="15"/>
                    <a:pt x="786" y="1"/>
                    <a:pt x="74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a:extLst>
                <a:ext uri="{FF2B5EF4-FFF2-40B4-BE49-F238E27FC236}">
                  <a16:creationId xmlns:a16="http://schemas.microsoft.com/office/drawing/2014/main" id="{59072133-99EF-F7B1-0666-04F50B1F0C3D}"/>
                </a:ext>
              </a:extLst>
            </p:cNvPr>
            <p:cNvSpPr/>
            <p:nvPr/>
          </p:nvSpPr>
          <p:spPr>
            <a:xfrm>
              <a:off x="2676918" y="3532060"/>
              <a:ext cx="35240" cy="20133"/>
            </a:xfrm>
            <a:custGeom>
              <a:avLst/>
              <a:gdLst/>
              <a:ahLst/>
              <a:cxnLst/>
              <a:rect l="l" t="t" r="r" b="b"/>
              <a:pathLst>
                <a:path w="1108" h="633" extrusionOk="0">
                  <a:moveTo>
                    <a:pt x="918" y="1"/>
                  </a:moveTo>
                  <a:cubicBezTo>
                    <a:pt x="903" y="1"/>
                    <a:pt x="886" y="3"/>
                    <a:pt x="869" y="7"/>
                  </a:cubicBezTo>
                  <a:lnTo>
                    <a:pt x="119" y="329"/>
                  </a:lnTo>
                  <a:cubicBezTo>
                    <a:pt x="36" y="352"/>
                    <a:pt x="0" y="448"/>
                    <a:pt x="24" y="531"/>
                  </a:cubicBezTo>
                  <a:cubicBezTo>
                    <a:pt x="53" y="590"/>
                    <a:pt x="115" y="632"/>
                    <a:pt x="182" y="632"/>
                  </a:cubicBezTo>
                  <a:cubicBezTo>
                    <a:pt x="197" y="632"/>
                    <a:pt x="211" y="630"/>
                    <a:pt x="226" y="626"/>
                  </a:cubicBezTo>
                  <a:lnTo>
                    <a:pt x="988" y="305"/>
                  </a:lnTo>
                  <a:cubicBezTo>
                    <a:pt x="1060" y="281"/>
                    <a:pt x="1107" y="174"/>
                    <a:pt x="1084" y="102"/>
                  </a:cubicBezTo>
                  <a:cubicBezTo>
                    <a:pt x="1054" y="44"/>
                    <a:pt x="992" y="1"/>
                    <a:pt x="9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3">
              <a:extLst>
                <a:ext uri="{FF2B5EF4-FFF2-40B4-BE49-F238E27FC236}">
                  <a16:creationId xmlns:a16="http://schemas.microsoft.com/office/drawing/2014/main" id="{487BE1F8-6976-3098-67FC-1EC87F329499}"/>
                </a:ext>
              </a:extLst>
            </p:cNvPr>
            <p:cNvSpPr/>
            <p:nvPr/>
          </p:nvSpPr>
          <p:spPr>
            <a:xfrm>
              <a:off x="2667821" y="3491763"/>
              <a:ext cx="36385" cy="10241"/>
            </a:xfrm>
            <a:custGeom>
              <a:avLst/>
              <a:gdLst/>
              <a:ahLst/>
              <a:cxnLst/>
              <a:rect l="l" t="t" r="r" b="b"/>
              <a:pathLst>
                <a:path w="1144" h="322" extrusionOk="0">
                  <a:moveTo>
                    <a:pt x="155" y="0"/>
                  </a:moveTo>
                  <a:cubicBezTo>
                    <a:pt x="72" y="0"/>
                    <a:pt x="0" y="72"/>
                    <a:pt x="0" y="167"/>
                  </a:cubicBezTo>
                  <a:cubicBezTo>
                    <a:pt x="0" y="250"/>
                    <a:pt x="72" y="322"/>
                    <a:pt x="155" y="322"/>
                  </a:cubicBezTo>
                  <a:lnTo>
                    <a:pt x="977" y="322"/>
                  </a:lnTo>
                  <a:cubicBezTo>
                    <a:pt x="1072" y="322"/>
                    <a:pt x="1143" y="250"/>
                    <a:pt x="1143" y="167"/>
                  </a:cubicBezTo>
                  <a:cubicBezTo>
                    <a:pt x="1131" y="72"/>
                    <a:pt x="1048" y="0"/>
                    <a:pt x="97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3">
              <a:extLst>
                <a:ext uri="{FF2B5EF4-FFF2-40B4-BE49-F238E27FC236}">
                  <a16:creationId xmlns:a16="http://schemas.microsoft.com/office/drawing/2014/main" id="{20C658F6-9921-1E2C-2940-3D7BEDBB50A9}"/>
                </a:ext>
              </a:extLst>
            </p:cNvPr>
            <p:cNvSpPr/>
            <p:nvPr/>
          </p:nvSpPr>
          <p:spPr>
            <a:xfrm>
              <a:off x="2677267" y="3441702"/>
              <a:ext cx="35653" cy="20069"/>
            </a:xfrm>
            <a:custGeom>
              <a:avLst/>
              <a:gdLst/>
              <a:ahLst/>
              <a:cxnLst/>
              <a:rect l="l" t="t" r="r" b="b"/>
              <a:pathLst>
                <a:path w="1121" h="631" extrusionOk="0">
                  <a:moveTo>
                    <a:pt x="173" y="1"/>
                  </a:moveTo>
                  <a:cubicBezTo>
                    <a:pt x="110" y="1"/>
                    <a:pt x="51" y="36"/>
                    <a:pt x="25" y="98"/>
                  </a:cubicBezTo>
                  <a:cubicBezTo>
                    <a:pt x="1" y="193"/>
                    <a:pt x="25" y="276"/>
                    <a:pt x="120" y="312"/>
                  </a:cubicBezTo>
                  <a:lnTo>
                    <a:pt x="882" y="622"/>
                  </a:lnTo>
                  <a:cubicBezTo>
                    <a:pt x="899" y="627"/>
                    <a:pt x="918" y="630"/>
                    <a:pt x="937" y="630"/>
                  </a:cubicBezTo>
                  <a:cubicBezTo>
                    <a:pt x="999" y="630"/>
                    <a:pt x="1066" y="599"/>
                    <a:pt x="1084" y="526"/>
                  </a:cubicBezTo>
                  <a:cubicBezTo>
                    <a:pt x="1120" y="443"/>
                    <a:pt x="1084" y="348"/>
                    <a:pt x="1001" y="324"/>
                  </a:cubicBezTo>
                  <a:lnTo>
                    <a:pt x="239" y="14"/>
                  </a:lnTo>
                  <a:cubicBezTo>
                    <a:pt x="217" y="5"/>
                    <a:pt x="195" y="1"/>
                    <a:pt x="17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3">
              <a:extLst>
                <a:ext uri="{FF2B5EF4-FFF2-40B4-BE49-F238E27FC236}">
                  <a16:creationId xmlns:a16="http://schemas.microsoft.com/office/drawing/2014/main" id="{1884F62A-168B-28F5-D6B6-07C0FA170154}"/>
                </a:ext>
              </a:extLst>
            </p:cNvPr>
            <p:cNvSpPr/>
            <p:nvPr/>
          </p:nvSpPr>
          <p:spPr>
            <a:xfrm>
              <a:off x="2706051" y="3399084"/>
              <a:ext cx="30724" cy="28338"/>
            </a:xfrm>
            <a:custGeom>
              <a:avLst/>
              <a:gdLst/>
              <a:ahLst/>
              <a:cxnLst/>
              <a:rect l="l" t="t" r="r" b="b"/>
              <a:pathLst>
                <a:path w="966" h="891" extrusionOk="0">
                  <a:moveTo>
                    <a:pt x="173" y="0"/>
                  </a:moveTo>
                  <a:cubicBezTo>
                    <a:pt x="132" y="0"/>
                    <a:pt x="90" y="15"/>
                    <a:pt x="60" y="45"/>
                  </a:cubicBezTo>
                  <a:cubicBezTo>
                    <a:pt x="1" y="104"/>
                    <a:pt x="1" y="199"/>
                    <a:pt x="60" y="259"/>
                  </a:cubicBezTo>
                  <a:cubicBezTo>
                    <a:pt x="644" y="819"/>
                    <a:pt x="632" y="890"/>
                    <a:pt x="751" y="890"/>
                  </a:cubicBezTo>
                  <a:cubicBezTo>
                    <a:pt x="894" y="890"/>
                    <a:pt x="965" y="723"/>
                    <a:pt x="870" y="616"/>
                  </a:cubicBezTo>
                  <a:lnTo>
                    <a:pt x="287" y="45"/>
                  </a:lnTo>
                  <a:cubicBezTo>
                    <a:pt x="257" y="15"/>
                    <a:pt x="215" y="0"/>
                    <a:pt x="17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3">
              <a:extLst>
                <a:ext uri="{FF2B5EF4-FFF2-40B4-BE49-F238E27FC236}">
                  <a16:creationId xmlns:a16="http://schemas.microsoft.com/office/drawing/2014/main" id="{45758FAE-661E-6D47-DA9F-23B50D9C50C3}"/>
                </a:ext>
              </a:extLst>
            </p:cNvPr>
            <p:cNvSpPr/>
            <p:nvPr/>
          </p:nvSpPr>
          <p:spPr>
            <a:xfrm>
              <a:off x="2748861" y="3370713"/>
              <a:ext cx="21596" cy="34190"/>
            </a:xfrm>
            <a:custGeom>
              <a:avLst/>
              <a:gdLst/>
              <a:ahLst/>
              <a:cxnLst/>
              <a:rect l="l" t="t" r="r" b="b"/>
              <a:pathLst>
                <a:path w="679" h="1075" extrusionOk="0">
                  <a:moveTo>
                    <a:pt x="170" y="1"/>
                  </a:moveTo>
                  <a:cubicBezTo>
                    <a:pt x="153" y="1"/>
                    <a:pt x="136" y="3"/>
                    <a:pt x="119" y="8"/>
                  </a:cubicBezTo>
                  <a:cubicBezTo>
                    <a:pt x="36" y="44"/>
                    <a:pt x="0" y="127"/>
                    <a:pt x="24" y="210"/>
                  </a:cubicBezTo>
                  <a:lnTo>
                    <a:pt x="334" y="972"/>
                  </a:lnTo>
                  <a:cubicBezTo>
                    <a:pt x="362" y="1039"/>
                    <a:pt x="421" y="1075"/>
                    <a:pt x="491" y="1075"/>
                  </a:cubicBezTo>
                  <a:cubicBezTo>
                    <a:pt x="510" y="1075"/>
                    <a:pt x="528" y="1073"/>
                    <a:pt x="548" y="1068"/>
                  </a:cubicBezTo>
                  <a:cubicBezTo>
                    <a:pt x="631" y="1020"/>
                    <a:pt x="679" y="937"/>
                    <a:pt x="631" y="841"/>
                  </a:cubicBezTo>
                  <a:lnTo>
                    <a:pt x="322" y="103"/>
                  </a:lnTo>
                  <a:cubicBezTo>
                    <a:pt x="293" y="37"/>
                    <a:pt x="235" y="1"/>
                    <a:pt x="17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3">
              <a:extLst>
                <a:ext uri="{FF2B5EF4-FFF2-40B4-BE49-F238E27FC236}">
                  <a16:creationId xmlns:a16="http://schemas.microsoft.com/office/drawing/2014/main" id="{C3AE6EF4-5996-3134-6FD8-8D3BE3E04112}"/>
                </a:ext>
              </a:extLst>
            </p:cNvPr>
            <p:cNvSpPr/>
            <p:nvPr/>
          </p:nvSpPr>
          <p:spPr>
            <a:xfrm>
              <a:off x="2749242" y="3533364"/>
              <a:ext cx="111731" cy="115198"/>
            </a:xfrm>
            <a:custGeom>
              <a:avLst/>
              <a:gdLst/>
              <a:ahLst/>
              <a:cxnLst/>
              <a:rect l="l" t="t" r="r" b="b"/>
              <a:pathLst>
                <a:path w="3513" h="3622" extrusionOk="0">
                  <a:moveTo>
                    <a:pt x="3224" y="0"/>
                  </a:moveTo>
                  <a:cubicBezTo>
                    <a:pt x="3217" y="0"/>
                    <a:pt x="3210" y="1"/>
                    <a:pt x="3203" y="2"/>
                  </a:cubicBezTo>
                  <a:cubicBezTo>
                    <a:pt x="3108" y="14"/>
                    <a:pt x="3048" y="85"/>
                    <a:pt x="3060" y="180"/>
                  </a:cubicBezTo>
                  <a:lnTo>
                    <a:pt x="3155" y="740"/>
                  </a:lnTo>
                  <a:lnTo>
                    <a:pt x="3155" y="776"/>
                  </a:lnTo>
                  <a:cubicBezTo>
                    <a:pt x="3155" y="842"/>
                    <a:pt x="3087" y="909"/>
                    <a:pt x="3017" y="909"/>
                  </a:cubicBezTo>
                  <a:cubicBezTo>
                    <a:pt x="2999" y="909"/>
                    <a:pt x="2982" y="904"/>
                    <a:pt x="2965" y="895"/>
                  </a:cubicBezTo>
                  <a:cubicBezTo>
                    <a:pt x="2965" y="895"/>
                    <a:pt x="1929" y="359"/>
                    <a:pt x="1917" y="347"/>
                  </a:cubicBezTo>
                  <a:cubicBezTo>
                    <a:pt x="1858" y="320"/>
                    <a:pt x="1794" y="308"/>
                    <a:pt x="1731" y="308"/>
                  </a:cubicBezTo>
                  <a:cubicBezTo>
                    <a:pt x="1654" y="308"/>
                    <a:pt x="1578" y="326"/>
                    <a:pt x="1512" y="359"/>
                  </a:cubicBezTo>
                  <a:cubicBezTo>
                    <a:pt x="1453" y="383"/>
                    <a:pt x="548" y="859"/>
                    <a:pt x="500" y="895"/>
                  </a:cubicBezTo>
                  <a:cubicBezTo>
                    <a:pt x="480" y="906"/>
                    <a:pt x="459" y="911"/>
                    <a:pt x="438" y="911"/>
                  </a:cubicBezTo>
                  <a:cubicBezTo>
                    <a:pt x="372" y="911"/>
                    <a:pt x="310" y="857"/>
                    <a:pt x="310" y="776"/>
                  </a:cubicBezTo>
                  <a:cubicBezTo>
                    <a:pt x="310" y="764"/>
                    <a:pt x="310" y="740"/>
                    <a:pt x="345" y="585"/>
                  </a:cubicBezTo>
                  <a:cubicBezTo>
                    <a:pt x="357" y="490"/>
                    <a:pt x="298" y="418"/>
                    <a:pt x="203" y="407"/>
                  </a:cubicBezTo>
                  <a:cubicBezTo>
                    <a:pt x="190" y="403"/>
                    <a:pt x="178" y="401"/>
                    <a:pt x="166" y="401"/>
                  </a:cubicBezTo>
                  <a:cubicBezTo>
                    <a:pt x="99" y="401"/>
                    <a:pt x="44" y="457"/>
                    <a:pt x="24" y="538"/>
                  </a:cubicBezTo>
                  <a:cubicBezTo>
                    <a:pt x="0" y="680"/>
                    <a:pt x="0" y="716"/>
                    <a:pt x="0" y="776"/>
                  </a:cubicBezTo>
                  <a:cubicBezTo>
                    <a:pt x="0" y="1030"/>
                    <a:pt x="223" y="1224"/>
                    <a:pt x="464" y="1224"/>
                  </a:cubicBezTo>
                  <a:cubicBezTo>
                    <a:pt x="527" y="1224"/>
                    <a:pt x="592" y="1210"/>
                    <a:pt x="655" y="1180"/>
                  </a:cubicBezTo>
                  <a:lnTo>
                    <a:pt x="1238" y="883"/>
                  </a:lnTo>
                  <a:lnTo>
                    <a:pt x="1238" y="1454"/>
                  </a:lnTo>
                  <a:cubicBezTo>
                    <a:pt x="1238" y="1550"/>
                    <a:pt x="1310" y="1621"/>
                    <a:pt x="1393" y="1621"/>
                  </a:cubicBezTo>
                  <a:cubicBezTo>
                    <a:pt x="1488" y="1621"/>
                    <a:pt x="1560" y="1550"/>
                    <a:pt x="1560" y="1454"/>
                  </a:cubicBezTo>
                  <a:lnTo>
                    <a:pt x="1560" y="716"/>
                  </a:lnTo>
                  <a:cubicBezTo>
                    <a:pt x="1631" y="689"/>
                    <a:pt x="1683" y="636"/>
                    <a:pt x="1744" y="636"/>
                  </a:cubicBezTo>
                  <a:cubicBezTo>
                    <a:pt x="1764" y="636"/>
                    <a:pt x="1786" y="642"/>
                    <a:pt x="1810" y="657"/>
                  </a:cubicBezTo>
                  <a:lnTo>
                    <a:pt x="1929" y="716"/>
                  </a:lnTo>
                  <a:lnTo>
                    <a:pt x="1929" y="3455"/>
                  </a:lnTo>
                  <a:cubicBezTo>
                    <a:pt x="1929" y="3538"/>
                    <a:pt x="2012" y="3621"/>
                    <a:pt x="2096" y="3621"/>
                  </a:cubicBezTo>
                  <a:cubicBezTo>
                    <a:pt x="2191" y="3621"/>
                    <a:pt x="2262" y="3538"/>
                    <a:pt x="2262" y="3455"/>
                  </a:cubicBezTo>
                  <a:lnTo>
                    <a:pt x="2262" y="883"/>
                  </a:lnTo>
                  <a:cubicBezTo>
                    <a:pt x="2798" y="1145"/>
                    <a:pt x="2870" y="1240"/>
                    <a:pt x="3048" y="1240"/>
                  </a:cubicBezTo>
                  <a:cubicBezTo>
                    <a:pt x="3298" y="1216"/>
                    <a:pt x="3512" y="966"/>
                    <a:pt x="3465" y="704"/>
                  </a:cubicBezTo>
                  <a:lnTo>
                    <a:pt x="3382" y="133"/>
                  </a:lnTo>
                  <a:cubicBezTo>
                    <a:pt x="3360" y="57"/>
                    <a:pt x="3298" y="0"/>
                    <a:pt x="32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3">
              <a:extLst>
                <a:ext uri="{FF2B5EF4-FFF2-40B4-BE49-F238E27FC236}">
                  <a16:creationId xmlns:a16="http://schemas.microsoft.com/office/drawing/2014/main" id="{C8D351B0-7C91-89A6-EC64-D16B422621DC}"/>
                </a:ext>
              </a:extLst>
            </p:cNvPr>
            <p:cNvSpPr/>
            <p:nvPr/>
          </p:nvSpPr>
          <p:spPr>
            <a:xfrm>
              <a:off x="2795010" y="3417371"/>
              <a:ext cx="94365" cy="106960"/>
            </a:xfrm>
            <a:custGeom>
              <a:avLst/>
              <a:gdLst/>
              <a:ahLst/>
              <a:cxnLst/>
              <a:rect l="l" t="t" r="r" b="b"/>
              <a:pathLst>
                <a:path w="2967" h="3363" extrusionOk="0">
                  <a:moveTo>
                    <a:pt x="275" y="1"/>
                  </a:moveTo>
                  <a:cubicBezTo>
                    <a:pt x="121" y="1"/>
                    <a:pt x="0" y="85"/>
                    <a:pt x="49" y="220"/>
                  </a:cubicBezTo>
                  <a:cubicBezTo>
                    <a:pt x="68" y="296"/>
                    <a:pt x="133" y="334"/>
                    <a:pt x="195" y="334"/>
                  </a:cubicBezTo>
                  <a:cubicBezTo>
                    <a:pt x="210" y="334"/>
                    <a:pt x="226" y="332"/>
                    <a:pt x="240" y="327"/>
                  </a:cubicBezTo>
                  <a:cubicBezTo>
                    <a:pt x="253" y="324"/>
                    <a:pt x="266" y="323"/>
                    <a:pt x="280" y="323"/>
                  </a:cubicBezTo>
                  <a:cubicBezTo>
                    <a:pt x="329" y="323"/>
                    <a:pt x="379" y="342"/>
                    <a:pt x="407" y="398"/>
                  </a:cubicBezTo>
                  <a:lnTo>
                    <a:pt x="907" y="1434"/>
                  </a:lnTo>
                  <a:cubicBezTo>
                    <a:pt x="966" y="1565"/>
                    <a:pt x="1097" y="1649"/>
                    <a:pt x="1252" y="1684"/>
                  </a:cubicBezTo>
                  <a:lnTo>
                    <a:pt x="2395" y="1851"/>
                  </a:lnTo>
                  <a:cubicBezTo>
                    <a:pt x="2502" y="1863"/>
                    <a:pt x="2550" y="1994"/>
                    <a:pt x="2466" y="2065"/>
                  </a:cubicBezTo>
                  <a:lnTo>
                    <a:pt x="1657" y="2875"/>
                  </a:lnTo>
                  <a:cubicBezTo>
                    <a:pt x="1562" y="2958"/>
                    <a:pt x="1514" y="3077"/>
                    <a:pt x="1514" y="3196"/>
                  </a:cubicBezTo>
                  <a:cubicBezTo>
                    <a:pt x="1514" y="3292"/>
                    <a:pt x="1597" y="3363"/>
                    <a:pt x="1681" y="3363"/>
                  </a:cubicBezTo>
                  <a:cubicBezTo>
                    <a:pt x="1776" y="3363"/>
                    <a:pt x="1847" y="3292"/>
                    <a:pt x="1847" y="3196"/>
                  </a:cubicBezTo>
                  <a:cubicBezTo>
                    <a:pt x="1847" y="3101"/>
                    <a:pt x="1883" y="3137"/>
                    <a:pt x="2705" y="2303"/>
                  </a:cubicBezTo>
                  <a:cubicBezTo>
                    <a:pt x="2966" y="2030"/>
                    <a:pt x="2812" y="1577"/>
                    <a:pt x="2443" y="1518"/>
                  </a:cubicBezTo>
                  <a:lnTo>
                    <a:pt x="1300" y="1351"/>
                  </a:lnTo>
                  <a:cubicBezTo>
                    <a:pt x="1252" y="1351"/>
                    <a:pt x="1216" y="1327"/>
                    <a:pt x="1192" y="1279"/>
                  </a:cubicBezTo>
                  <a:lnTo>
                    <a:pt x="680" y="255"/>
                  </a:lnTo>
                  <a:cubicBezTo>
                    <a:pt x="594" y="76"/>
                    <a:pt x="420" y="1"/>
                    <a:pt x="27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3">
              <a:extLst>
                <a:ext uri="{FF2B5EF4-FFF2-40B4-BE49-F238E27FC236}">
                  <a16:creationId xmlns:a16="http://schemas.microsoft.com/office/drawing/2014/main" id="{043C6A5F-610D-ED75-FC72-FA61FE5DF265}"/>
                </a:ext>
              </a:extLst>
            </p:cNvPr>
            <p:cNvSpPr/>
            <p:nvPr/>
          </p:nvSpPr>
          <p:spPr>
            <a:xfrm>
              <a:off x="2719695" y="3433974"/>
              <a:ext cx="76141" cy="101744"/>
            </a:xfrm>
            <a:custGeom>
              <a:avLst/>
              <a:gdLst/>
              <a:ahLst/>
              <a:cxnLst/>
              <a:rect l="l" t="t" r="r" b="b"/>
              <a:pathLst>
                <a:path w="2394" h="3199" extrusionOk="0">
                  <a:moveTo>
                    <a:pt x="2232" y="0"/>
                  </a:moveTo>
                  <a:cubicBezTo>
                    <a:pt x="2173" y="0"/>
                    <a:pt x="2110" y="39"/>
                    <a:pt x="2084" y="91"/>
                  </a:cubicBezTo>
                  <a:lnTo>
                    <a:pt x="1763" y="757"/>
                  </a:lnTo>
                  <a:cubicBezTo>
                    <a:pt x="1751" y="805"/>
                    <a:pt x="1703" y="817"/>
                    <a:pt x="1655" y="829"/>
                  </a:cubicBezTo>
                  <a:lnTo>
                    <a:pt x="512" y="996"/>
                  </a:lnTo>
                  <a:cubicBezTo>
                    <a:pt x="131" y="1055"/>
                    <a:pt x="0" y="1508"/>
                    <a:pt x="250" y="1758"/>
                  </a:cubicBezTo>
                  <a:cubicBezTo>
                    <a:pt x="1108" y="2603"/>
                    <a:pt x="1132" y="2555"/>
                    <a:pt x="1120" y="2674"/>
                  </a:cubicBezTo>
                  <a:lnTo>
                    <a:pt x="1060" y="3020"/>
                  </a:lnTo>
                  <a:cubicBezTo>
                    <a:pt x="1048" y="3115"/>
                    <a:pt x="1120" y="3198"/>
                    <a:pt x="1203" y="3198"/>
                  </a:cubicBezTo>
                  <a:cubicBezTo>
                    <a:pt x="1286" y="3198"/>
                    <a:pt x="1358" y="3139"/>
                    <a:pt x="1358" y="3067"/>
                  </a:cubicBezTo>
                  <a:lnTo>
                    <a:pt x="1417" y="2722"/>
                  </a:lnTo>
                  <a:cubicBezTo>
                    <a:pt x="1441" y="2579"/>
                    <a:pt x="1382" y="2424"/>
                    <a:pt x="1286" y="2317"/>
                  </a:cubicBezTo>
                  <a:lnTo>
                    <a:pt x="465" y="1519"/>
                  </a:lnTo>
                  <a:cubicBezTo>
                    <a:pt x="393" y="1448"/>
                    <a:pt x="429" y="1305"/>
                    <a:pt x="536" y="1293"/>
                  </a:cubicBezTo>
                  <a:lnTo>
                    <a:pt x="1679" y="1127"/>
                  </a:lnTo>
                  <a:cubicBezTo>
                    <a:pt x="1834" y="1115"/>
                    <a:pt x="1953" y="1007"/>
                    <a:pt x="2025" y="876"/>
                  </a:cubicBezTo>
                  <a:lnTo>
                    <a:pt x="2358" y="210"/>
                  </a:lnTo>
                  <a:cubicBezTo>
                    <a:pt x="2394" y="150"/>
                    <a:pt x="2370" y="55"/>
                    <a:pt x="2298" y="19"/>
                  </a:cubicBezTo>
                  <a:cubicBezTo>
                    <a:pt x="2278" y="6"/>
                    <a:pt x="2256" y="0"/>
                    <a:pt x="223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a:extLst>
                <a:ext uri="{FF2B5EF4-FFF2-40B4-BE49-F238E27FC236}">
                  <a16:creationId xmlns:a16="http://schemas.microsoft.com/office/drawing/2014/main" id="{1D25DB86-D09E-1F5F-1724-6B56E7855D9D}"/>
                </a:ext>
              </a:extLst>
            </p:cNvPr>
            <p:cNvSpPr/>
            <p:nvPr/>
          </p:nvSpPr>
          <p:spPr>
            <a:xfrm>
              <a:off x="2787472" y="3594366"/>
              <a:ext cx="32600" cy="104543"/>
            </a:xfrm>
            <a:custGeom>
              <a:avLst/>
              <a:gdLst/>
              <a:ahLst/>
              <a:cxnLst/>
              <a:rect l="l" t="t" r="r" b="b"/>
              <a:pathLst>
                <a:path w="1025" h="3287" extrusionOk="0">
                  <a:moveTo>
                    <a:pt x="167" y="1"/>
                  </a:moveTo>
                  <a:cubicBezTo>
                    <a:pt x="72" y="1"/>
                    <a:pt x="1" y="72"/>
                    <a:pt x="1" y="167"/>
                  </a:cubicBezTo>
                  <a:lnTo>
                    <a:pt x="1" y="2787"/>
                  </a:lnTo>
                  <a:cubicBezTo>
                    <a:pt x="1" y="3072"/>
                    <a:pt x="227" y="3287"/>
                    <a:pt x="513" y="3287"/>
                  </a:cubicBezTo>
                  <a:cubicBezTo>
                    <a:pt x="786" y="3287"/>
                    <a:pt x="1013" y="3072"/>
                    <a:pt x="1013" y="2787"/>
                  </a:cubicBezTo>
                  <a:lnTo>
                    <a:pt x="1013" y="2156"/>
                  </a:lnTo>
                  <a:cubicBezTo>
                    <a:pt x="1025" y="2072"/>
                    <a:pt x="953" y="2001"/>
                    <a:pt x="882" y="2001"/>
                  </a:cubicBezTo>
                  <a:cubicBezTo>
                    <a:pt x="786" y="2001"/>
                    <a:pt x="715" y="2072"/>
                    <a:pt x="715" y="2156"/>
                  </a:cubicBezTo>
                  <a:lnTo>
                    <a:pt x="715" y="2787"/>
                  </a:lnTo>
                  <a:cubicBezTo>
                    <a:pt x="715" y="2894"/>
                    <a:pt x="620" y="2977"/>
                    <a:pt x="525" y="2977"/>
                  </a:cubicBezTo>
                  <a:cubicBezTo>
                    <a:pt x="417" y="2977"/>
                    <a:pt x="334" y="2894"/>
                    <a:pt x="334" y="2787"/>
                  </a:cubicBezTo>
                  <a:lnTo>
                    <a:pt x="334" y="167"/>
                  </a:lnTo>
                  <a:cubicBezTo>
                    <a:pt x="334" y="72"/>
                    <a:pt x="251"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2BC02439-3CAD-FB0F-4E05-449795FED13E}"/>
              </a:ext>
            </a:extLst>
          </p:cNvPr>
          <p:cNvSpPr txBox="1"/>
          <p:nvPr/>
        </p:nvSpPr>
        <p:spPr>
          <a:xfrm>
            <a:off x="2353921" y="193448"/>
            <a:ext cx="498764" cy="261610"/>
          </a:xfrm>
          <a:prstGeom prst="rect">
            <a:avLst/>
          </a:prstGeom>
          <a:noFill/>
        </p:spPr>
        <p:txBody>
          <a:bodyPr wrap="square">
            <a:spAutoFit/>
          </a:bodyPr>
          <a:lstStyle/>
          <a:p>
            <a:r>
              <a:rPr lang="en" sz="1100" dirty="0">
                <a:solidFill>
                  <a:schemeClr val="bg1">
                    <a:lumMod val="25000"/>
                  </a:schemeClr>
                </a:solidFill>
              </a:rPr>
              <a:t>Intro</a:t>
            </a:r>
            <a:endParaRPr lang="en-IN" sz="1100" dirty="0">
              <a:solidFill>
                <a:schemeClr val="bg1">
                  <a:lumMod val="25000"/>
                </a:schemeClr>
              </a:solidFill>
            </a:endParaRPr>
          </a:p>
        </p:txBody>
      </p:sp>
      <p:sp>
        <p:nvSpPr>
          <p:cNvPr id="3" name="TextBox 2">
            <a:extLst>
              <a:ext uri="{FF2B5EF4-FFF2-40B4-BE49-F238E27FC236}">
                <a16:creationId xmlns:a16="http://schemas.microsoft.com/office/drawing/2014/main" id="{D4B0228C-89E8-147C-9A15-16B99A04E4AD}"/>
              </a:ext>
            </a:extLst>
          </p:cNvPr>
          <p:cNvSpPr txBox="1"/>
          <p:nvPr/>
        </p:nvSpPr>
        <p:spPr>
          <a:xfrm>
            <a:off x="3302445" y="193448"/>
            <a:ext cx="671449" cy="261610"/>
          </a:xfrm>
          <a:prstGeom prst="rect">
            <a:avLst/>
          </a:prstGeom>
          <a:noFill/>
        </p:spPr>
        <p:txBody>
          <a:bodyPr wrap="square">
            <a:spAutoFit/>
          </a:bodyPr>
          <a:lstStyle/>
          <a:p>
            <a:r>
              <a:rPr lang="en" sz="1100" dirty="0">
                <a:solidFill>
                  <a:schemeClr val="bg1">
                    <a:lumMod val="25000"/>
                  </a:schemeClr>
                </a:solidFill>
              </a:rPr>
              <a:t>Home</a:t>
            </a:r>
            <a:endParaRPr lang="en-IN" sz="1100" dirty="0">
              <a:solidFill>
                <a:schemeClr val="bg1">
                  <a:lumMod val="25000"/>
                </a:schemeClr>
              </a:solidFill>
            </a:endParaRPr>
          </a:p>
        </p:txBody>
      </p:sp>
      <p:sp>
        <p:nvSpPr>
          <p:cNvPr id="4" name="TextBox 3">
            <a:extLst>
              <a:ext uri="{FF2B5EF4-FFF2-40B4-BE49-F238E27FC236}">
                <a16:creationId xmlns:a16="http://schemas.microsoft.com/office/drawing/2014/main" id="{5515F7B5-D630-D44E-912E-8A2CA9473A3E}"/>
              </a:ext>
            </a:extLst>
          </p:cNvPr>
          <p:cNvSpPr txBox="1"/>
          <p:nvPr/>
        </p:nvSpPr>
        <p:spPr>
          <a:xfrm>
            <a:off x="4306899" y="193448"/>
            <a:ext cx="817932" cy="261610"/>
          </a:xfrm>
          <a:prstGeom prst="rect">
            <a:avLst/>
          </a:prstGeom>
          <a:noFill/>
        </p:spPr>
        <p:txBody>
          <a:bodyPr wrap="square">
            <a:spAutoFit/>
          </a:bodyPr>
          <a:lstStyle/>
          <a:p>
            <a:r>
              <a:rPr lang="en-IN" sz="1100" dirty="0">
                <a:solidFill>
                  <a:schemeClr val="bg1">
                    <a:lumMod val="25000"/>
                  </a:schemeClr>
                </a:solidFill>
              </a:rPr>
              <a:t>Reports</a:t>
            </a:r>
          </a:p>
        </p:txBody>
      </p:sp>
      <p:sp>
        <p:nvSpPr>
          <p:cNvPr id="5" name="TextBox 4">
            <a:extLst>
              <a:ext uri="{FF2B5EF4-FFF2-40B4-BE49-F238E27FC236}">
                <a16:creationId xmlns:a16="http://schemas.microsoft.com/office/drawing/2014/main" id="{AFCA01A5-CC31-0939-ECB7-1933987DCAB3}"/>
              </a:ext>
            </a:extLst>
          </p:cNvPr>
          <p:cNvSpPr txBox="1"/>
          <p:nvPr/>
        </p:nvSpPr>
        <p:spPr>
          <a:xfrm>
            <a:off x="5457835" y="193448"/>
            <a:ext cx="817932" cy="261610"/>
          </a:xfrm>
          <a:prstGeom prst="rect">
            <a:avLst/>
          </a:prstGeom>
          <a:noFill/>
        </p:spPr>
        <p:txBody>
          <a:bodyPr wrap="square">
            <a:spAutoFit/>
          </a:bodyPr>
          <a:lstStyle/>
          <a:p>
            <a:r>
              <a:rPr lang="en-IN" sz="1100" dirty="0">
                <a:solidFill>
                  <a:schemeClr val="bg1">
                    <a:lumMod val="25000"/>
                  </a:schemeClr>
                </a:solidFill>
              </a:rPr>
              <a:t>Explore</a:t>
            </a:r>
          </a:p>
        </p:txBody>
      </p:sp>
      <p:sp>
        <p:nvSpPr>
          <p:cNvPr id="6" name="TextBox 5">
            <a:extLst>
              <a:ext uri="{FF2B5EF4-FFF2-40B4-BE49-F238E27FC236}">
                <a16:creationId xmlns:a16="http://schemas.microsoft.com/office/drawing/2014/main" id="{7642C0EB-3D6E-ECAF-7BBD-202C16ED2294}"/>
              </a:ext>
            </a:extLst>
          </p:cNvPr>
          <p:cNvSpPr txBox="1"/>
          <p:nvPr/>
        </p:nvSpPr>
        <p:spPr>
          <a:xfrm>
            <a:off x="6608771" y="198928"/>
            <a:ext cx="1016803" cy="261610"/>
          </a:xfrm>
          <a:prstGeom prst="rect">
            <a:avLst/>
          </a:prstGeom>
          <a:noFill/>
        </p:spPr>
        <p:txBody>
          <a:bodyPr wrap="square">
            <a:spAutoFit/>
          </a:bodyPr>
          <a:lstStyle/>
          <a:p>
            <a:r>
              <a:rPr lang="en-IN" sz="1100" dirty="0">
                <a:solidFill>
                  <a:srgbClr val="34A853"/>
                </a:solidFill>
              </a:rPr>
              <a:t>Advertising</a:t>
            </a:r>
          </a:p>
        </p:txBody>
      </p:sp>
      <p:sp>
        <p:nvSpPr>
          <p:cNvPr id="7" name="TextBox 6">
            <a:extLst>
              <a:ext uri="{FF2B5EF4-FFF2-40B4-BE49-F238E27FC236}">
                <a16:creationId xmlns:a16="http://schemas.microsoft.com/office/drawing/2014/main" id="{C3CFB58B-7334-9C91-A73F-EF399575158D}"/>
              </a:ext>
            </a:extLst>
          </p:cNvPr>
          <p:cNvSpPr txBox="1"/>
          <p:nvPr/>
        </p:nvSpPr>
        <p:spPr>
          <a:xfrm>
            <a:off x="7958578" y="198928"/>
            <a:ext cx="1016803" cy="261610"/>
          </a:xfrm>
          <a:prstGeom prst="rect">
            <a:avLst/>
          </a:prstGeom>
          <a:noFill/>
        </p:spPr>
        <p:txBody>
          <a:bodyPr wrap="square">
            <a:spAutoFit/>
          </a:bodyPr>
          <a:lstStyle/>
          <a:p>
            <a:r>
              <a:rPr lang="en-US" sz="1100" dirty="0">
                <a:solidFill>
                  <a:schemeClr val="bg1">
                    <a:lumMod val="25000"/>
                  </a:schemeClr>
                </a:solidFill>
              </a:rPr>
              <a:t>L</a:t>
            </a:r>
            <a:r>
              <a:rPr lang="en-IN" sz="1100" dirty="0">
                <a:solidFill>
                  <a:schemeClr val="bg1">
                    <a:lumMod val="25000"/>
                  </a:schemeClr>
                </a:solidFill>
              </a:rPr>
              <a:t>earnings</a:t>
            </a:r>
          </a:p>
        </p:txBody>
      </p:sp>
      <p:grpSp>
        <p:nvGrpSpPr>
          <p:cNvPr id="8" name="Google Shape;9423;p63">
            <a:extLst>
              <a:ext uri="{FF2B5EF4-FFF2-40B4-BE49-F238E27FC236}">
                <a16:creationId xmlns:a16="http://schemas.microsoft.com/office/drawing/2014/main" id="{62953F94-5AE4-5DAF-61A6-861FEFF137FF}"/>
              </a:ext>
            </a:extLst>
          </p:cNvPr>
          <p:cNvGrpSpPr/>
          <p:nvPr/>
        </p:nvGrpSpPr>
        <p:grpSpPr>
          <a:xfrm>
            <a:off x="1621568" y="1697370"/>
            <a:ext cx="543968" cy="544018"/>
            <a:chOff x="1308631" y="1507830"/>
            <a:chExt cx="350166" cy="350198"/>
          </a:xfrm>
          <a:solidFill>
            <a:schemeClr val="bg1">
              <a:lumMod val="25000"/>
            </a:schemeClr>
          </a:solidFill>
        </p:grpSpPr>
        <p:sp>
          <p:nvSpPr>
            <p:cNvPr id="9" name="Google Shape;9424;p63">
              <a:extLst>
                <a:ext uri="{FF2B5EF4-FFF2-40B4-BE49-F238E27FC236}">
                  <a16:creationId xmlns:a16="http://schemas.microsoft.com/office/drawing/2014/main" id="{38C135BE-98FB-C35B-71D0-B1642D58EACE}"/>
                </a:ext>
              </a:extLst>
            </p:cNvPr>
            <p:cNvSpPr/>
            <p:nvPr/>
          </p:nvSpPr>
          <p:spPr>
            <a:xfrm>
              <a:off x="1308631" y="1507830"/>
              <a:ext cx="350166" cy="350198"/>
            </a:xfrm>
            <a:custGeom>
              <a:avLst/>
              <a:gdLst/>
              <a:ahLst/>
              <a:cxnLst/>
              <a:rect l="l" t="t" r="r" b="b"/>
              <a:pathLst>
                <a:path w="11002" h="11003" extrusionOk="0">
                  <a:moveTo>
                    <a:pt x="6192" y="310"/>
                  </a:moveTo>
                  <a:cubicBezTo>
                    <a:pt x="6192" y="310"/>
                    <a:pt x="6204" y="310"/>
                    <a:pt x="6204" y="334"/>
                  </a:cubicBezTo>
                  <a:lnTo>
                    <a:pt x="6204" y="787"/>
                  </a:lnTo>
                  <a:cubicBezTo>
                    <a:pt x="6204" y="953"/>
                    <a:pt x="6311" y="1084"/>
                    <a:pt x="6477" y="1120"/>
                  </a:cubicBezTo>
                  <a:cubicBezTo>
                    <a:pt x="6989" y="1239"/>
                    <a:pt x="7489" y="1429"/>
                    <a:pt x="7930" y="1715"/>
                  </a:cubicBezTo>
                  <a:cubicBezTo>
                    <a:pt x="7986" y="1751"/>
                    <a:pt x="8048" y="1769"/>
                    <a:pt x="8110" y="1769"/>
                  </a:cubicBezTo>
                  <a:cubicBezTo>
                    <a:pt x="8194" y="1769"/>
                    <a:pt x="8278" y="1736"/>
                    <a:pt x="8347" y="1668"/>
                  </a:cubicBezTo>
                  <a:lnTo>
                    <a:pt x="8680" y="1346"/>
                  </a:lnTo>
                  <a:lnTo>
                    <a:pt x="8692" y="1346"/>
                  </a:lnTo>
                  <a:lnTo>
                    <a:pt x="9656" y="2311"/>
                  </a:lnTo>
                  <a:lnTo>
                    <a:pt x="9656" y="2322"/>
                  </a:lnTo>
                  <a:lnTo>
                    <a:pt x="9335" y="2656"/>
                  </a:lnTo>
                  <a:cubicBezTo>
                    <a:pt x="9228" y="2751"/>
                    <a:pt x="9192" y="2930"/>
                    <a:pt x="9287" y="3073"/>
                  </a:cubicBezTo>
                  <a:cubicBezTo>
                    <a:pt x="9573" y="3513"/>
                    <a:pt x="9775" y="4001"/>
                    <a:pt x="9883" y="4525"/>
                  </a:cubicBezTo>
                  <a:cubicBezTo>
                    <a:pt x="9906" y="4680"/>
                    <a:pt x="10049" y="4799"/>
                    <a:pt x="10204" y="4799"/>
                  </a:cubicBezTo>
                  <a:lnTo>
                    <a:pt x="10668" y="4799"/>
                  </a:lnTo>
                  <a:cubicBezTo>
                    <a:pt x="10668" y="4799"/>
                    <a:pt x="10680" y="4799"/>
                    <a:pt x="10680" y="4811"/>
                  </a:cubicBezTo>
                  <a:lnTo>
                    <a:pt x="10657" y="6216"/>
                  </a:lnTo>
                  <a:lnTo>
                    <a:pt x="10192" y="6216"/>
                  </a:lnTo>
                  <a:cubicBezTo>
                    <a:pt x="10026" y="6216"/>
                    <a:pt x="9895" y="6311"/>
                    <a:pt x="9871" y="6478"/>
                  </a:cubicBezTo>
                  <a:cubicBezTo>
                    <a:pt x="9752" y="7002"/>
                    <a:pt x="9549" y="7490"/>
                    <a:pt x="9275" y="7942"/>
                  </a:cubicBezTo>
                  <a:cubicBezTo>
                    <a:pt x="9180" y="8073"/>
                    <a:pt x="9192" y="8240"/>
                    <a:pt x="9311" y="8359"/>
                  </a:cubicBezTo>
                  <a:lnTo>
                    <a:pt x="9645" y="8680"/>
                  </a:lnTo>
                  <a:lnTo>
                    <a:pt x="9645" y="8692"/>
                  </a:lnTo>
                  <a:lnTo>
                    <a:pt x="8680" y="9669"/>
                  </a:lnTo>
                  <a:lnTo>
                    <a:pt x="8656" y="9669"/>
                  </a:lnTo>
                  <a:lnTo>
                    <a:pt x="8335" y="9335"/>
                  </a:lnTo>
                  <a:cubicBezTo>
                    <a:pt x="8271" y="9272"/>
                    <a:pt x="8183" y="9237"/>
                    <a:pt x="8094" y="9237"/>
                  </a:cubicBezTo>
                  <a:cubicBezTo>
                    <a:pt x="8033" y="9237"/>
                    <a:pt x="7971" y="9254"/>
                    <a:pt x="7918" y="9288"/>
                  </a:cubicBezTo>
                  <a:cubicBezTo>
                    <a:pt x="7466" y="9573"/>
                    <a:pt x="6978" y="9788"/>
                    <a:pt x="6454" y="9883"/>
                  </a:cubicBezTo>
                  <a:cubicBezTo>
                    <a:pt x="6311" y="9919"/>
                    <a:pt x="6192" y="10050"/>
                    <a:pt x="6192" y="10216"/>
                  </a:cubicBezTo>
                  <a:lnTo>
                    <a:pt x="6192" y="10681"/>
                  </a:lnTo>
                  <a:cubicBezTo>
                    <a:pt x="6192" y="10681"/>
                    <a:pt x="6192" y="10693"/>
                    <a:pt x="6168" y="10693"/>
                  </a:cubicBezTo>
                  <a:lnTo>
                    <a:pt x="4811" y="10693"/>
                  </a:lnTo>
                  <a:cubicBezTo>
                    <a:pt x="4811" y="10693"/>
                    <a:pt x="4787" y="10693"/>
                    <a:pt x="4787" y="10681"/>
                  </a:cubicBezTo>
                  <a:lnTo>
                    <a:pt x="4787" y="10216"/>
                  </a:lnTo>
                  <a:cubicBezTo>
                    <a:pt x="4787" y="10050"/>
                    <a:pt x="4692" y="9919"/>
                    <a:pt x="4525" y="9883"/>
                  </a:cubicBezTo>
                  <a:cubicBezTo>
                    <a:pt x="4001" y="9764"/>
                    <a:pt x="3513" y="9573"/>
                    <a:pt x="3060" y="9288"/>
                  </a:cubicBezTo>
                  <a:cubicBezTo>
                    <a:pt x="3001" y="9264"/>
                    <a:pt x="2941" y="9228"/>
                    <a:pt x="2882" y="9228"/>
                  </a:cubicBezTo>
                  <a:cubicBezTo>
                    <a:pt x="2798" y="9228"/>
                    <a:pt x="2715" y="9264"/>
                    <a:pt x="2644" y="9335"/>
                  </a:cubicBezTo>
                  <a:lnTo>
                    <a:pt x="2322" y="9669"/>
                  </a:lnTo>
                  <a:lnTo>
                    <a:pt x="2298" y="9669"/>
                  </a:lnTo>
                  <a:lnTo>
                    <a:pt x="1334" y="8692"/>
                  </a:lnTo>
                  <a:lnTo>
                    <a:pt x="1334" y="8680"/>
                  </a:lnTo>
                  <a:lnTo>
                    <a:pt x="1667" y="8359"/>
                  </a:lnTo>
                  <a:cubicBezTo>
                    <a:pt x="1763" y="8252"/>
                    <a:pt x="1798" y="8073"/>
                    <a:pt x="1703" y="7942"/>
                  </a:cubicBezTo>
                  <a:cubicBezTo>
                    <a:pt x="1429" y="7490"/>
                    <a:pt x="1215" y="7002"/>
                    <a:pt x="1108" y="6478"/>
                  </a:cubicBezTo>
                  <a:cubicBezTo>
                    <a:pt x="1084" y="6335"/>
                    <a:pt x="953" y="6216"/>
                    <a:pt x="786" y="6216"/>
                  </a:cubicBezTo>
                  <a:lnTo>
                    <a:pt x="322" y="6216"/>
                  </a:lnTo>
                  <a:cubicBezTo>
                    <a:pt x="322" y="6216"/>
                    <a:pt x="310" y="6216"/>
                    <a:pt x="310" y="6192"/>
                  </a:cubicBezTo>
                  <a:lnTo>
                    <a:pt x="310" y="4811"/>
                  </a:lnTo>
                  <a:cubicBezTo>
                    <a:pt x="310" y="4811"/>
                    <a:pt x="310" y="4799"/>
                    <a:pt x="322" y="4799"/>
                  </a:cubicBezTo>
                  <a:lnTo>
                    <a:pt x="786" y="4799"/>
                  </a:lnTo>
                  <a:cubicBezTo>
                    <a:pt x="953" y="4799"/>
                    <a:pt x="1084" y="4692"/>
                    <a:pt x="1108" y="4525"/>
                  </a:cubicBezTo>
                  <a:cubicBezTo>
                    <a:pt x="1227" y="4001"/>
                    <a:pt x="1429" y="3513"/>
                    <a:pt x="1703" y="3073"/>
                  </a:cubicBezTo>
                  <a:cubicBezTo>
                    <a:pt x="1798" y="2930"/>
                    <a:pt x="1786" y="2775"/>
                    <a:pt x="1667" y="2656"/>
                  </a:cubicBezTo>
                  <a:lnTo>
                    <a:pt x="1334" y="2322"/>
                  </a:lnTo>
                  <a:lnTo>
                    <a:pt x="1334" y="2311"/>
                  </a:lnTo>
                  <a:lnTo>
                    <a:pt x="2298" y="1346"/>
                  </a:lnTo>
                  <a:lnTo>
                    <a:pt x="2322" y="1346"/>
                  </a:lnTo>
                  <a:lnTo>
                    <a:pt x="2644" y="1668"/>
                  </a:lnTo>
                  <a:cubicBezTo>
                    <a:pt x="2707" y="1731"/>
                    <a:pt x="2796" y="1765"/>
                    <a:pt x="2885" y="1765"/>
                  </a:cubicBezTo>
                  <a:cubicBezTo>
                    <a:pt x="2946" y="1765"/>
                    <a:pt x="3007" y="1749"/>
                    <a:pt x="3060" y="1715"/>
                  </a:cubicBezTo>
                  <a:cubicBezTo>
                    <a:pt x="3513" y="1429"/>
                    <a:pt x="4001" y="1227"/>
                    <a:pt x="4525" y="1120"/>
                  </a:cubicBezTo>
                  <a:cubicBezTo>
                    <a:pt x="4668" y="1084"/>
                    <a:pt x="4787" y="953"/>
                    <a:pt x="4787" y="787"/>
                  </a:cubicBezTo>
                  <a:lnTo>
                    <a:pt x="4787" y="334"/>
                  </a:lnTo>
                  <a:cubicBezTo>
                    <a:pt x="4787" y="334"/>
                    <a:pt x="4787" y="310"/>
                    <a:pt x="4811" y="310"/>
                  </a:cubicBezTo>
                  <a:close/>
                  <a:moveTo>
                    <a:pt x="4811" y="1"/>
                  </a:moveTo>
                  <a:cubicBezTo>
                    <a:pt x="4632" y="1"/>
                    <a:pt x="4477" y="156"/>
                    <a:pt x="4477" y="334"/>
                  </a:cubicBezTo>
                  <a:lnTo>
                    <a:pt x="4477" y="798"/>
                  </a:lnTo>
                  <a:cubicBezTo>
                    <a:pt x="4477" y="798"/>
                    <a:pt x="4477" y="810"/>
                    <a:pt x="4465" y="810"/>
                  </a:cubicBezTo>
                  <a:cubicBezTo>
                    <a:pt x="3918" y="929"/>
                    <a:pt x="3370" y="1156"/>
                    <a:pt x="2906" y="1453"/>
                  </a:cubicBezTo>
                  <a:lnTo>
                    <a:pt x="2882" y="1453"/>
                  </a:lnTo>
                  <a:lnTo>
                    <a:pt x="2560" y="1120"/>
                  </a:lnTo>
                  <a:cubicBezTo>
                    <a:pt x="2495" y="1054"/>
                    <a:pt x="2408" y="1022"/>
                    <a:pt x="2322" y="1022"/>
                  </a:cubicBezTo>
                  <a:cubicBezTo>
                    <a:pt x="2236" y="1022"/>
                    <a:pt x="2150" y="1054"/>
                    <a:pt x="2084" y="1120"/>
                  </a:cubicBezTo>
                  <a:lnTo>
                    <a:pt x="1120" y="2084"/>
                  </a:lnTo>
                  <a:cubicBezTo>
                    <a:pt x="977" y="2215"/>
                    <a:pt x="977" y="2430"/>
                    <a:pt x="1120" y="2561"/>
                  </a:cubicBezTo>
                  <a:lnTo>
                    <a:pt x="1441" y="2894"/>
                  </a:lnTo>
                  <a:lnTo>
                    <a:pt x="1441" y="2906"/>
                  </a:lnTo>
                  <a:cubicBezTo>
                    <a:pt x="1132" y="3382"/>
                    <a:pt x="917" y="3906"/>
                    <a:pt x="798" y="4466"/>
                  </a:cubicBezTo>
                  <a:cubicBezTo>
                    <a:pt x="798" y="4466"/>
                    <a:pt x="798" y="4489"/>
                    <a:pt x="786" y="4489"/>
                  </a:cubicBezTo>
                  <a:lnTo>
                    <a:pt x="322" y="4489"/>
                  </a:lnTo>
                  <a:cubicBezTo>
                    <a:pt x="143" y="4489"/>
                    <a:pt x="0" y="4632"/>
                    <a:pt x="0" y="4811"/>
                  </a:cubicBezTo>
                  <a:lnTo>
                    <a:pt x="0" y="6192"/>
                  </a:lnTo>
                  <a:cubicBezTo>
                    <a:pt x="0" y="6371"/>
                    <a:pt x="143" y="6525"/>
                    <a:pt x="322" y="6525"/>
                  </a:cubicBezTo>
                  <a:lnTo>
                    <a:pt x="786" y="6525"/>
                  </a:lnTo>
                  <a:cubicBezTo>
                    <a:pt x="786" y="6525"/>
                    <a:pt x="798" y="6525"/>
                    <a:pt x="798" y="6537"/>
                  </a:cubicBezTo>
                  <a:cubicBezTo>
                    <a:pt x="917" y="7085"/>
                    <a:pt x="1143" y="7621"/>
                    <a:pt x="1441" y="8097"/>
                  </a:cubicBezTo>
                  <a:lnTo>
                    <a:pt x="1441" y="8121"/>
                  </a:lnTo>
                  <a:lnTo>
                    <a:pt x="1120" y="8442"/>
                  </a:lnTo>
                  <a:cubicBezTo>
                    <a:pt x="977" y="8573"/>
                    <a:pt x="977" y="8788"/>
                    <a:pt x="1120" y="8918"/>
                  </a:cubicBezTo>
                  <a:lnTo>
                    <a:pt x="2084" y="9883"/>
                  </a:lnTo>
                  <a:cubicBezTo>
                    <a:pt x="2150" y="9954"/>
                    <a:pt x="2236" y="9990"/>
                    <a:pt x="2322" y="9990"/>
                  </a:cubicBezTo>
                  <a:cubicBezTo>
                    <a:pt x="2408" y="9990"/>
                    <a:pt x="2495" y="9954"/>
                    <a:pt x="2560" y="9883"/>
                  </a:cubicBezTo>
                  <a:lnTo>
                    <a:pt x="2882" y="9561"/>
                  </a:lnTo>
                  <a:lnTo>
                    <a:pt x="2906" y="9561"/>
                  </a:lnTo>
                  <a:cubicBezTo>
                    <a:pt x="3370" y="9871"/>
                    <a:pt x="3894" y="10085"/>
                    <a:pt x="4465" y="10204"/>
                  </a:cubicBezTo>
                  <a:cubicBezTo>
                    <a:pt x="4465" y="10204"/>
                    <a:pt x="4477" y="10204"/>
                    <a:pt x="4477" y="10216"/>
                  </a:cubicBezTo>
                  <a:lnTo>
                    <a:pt x="4477" y="10681"/>
                  </a:lnTo>
                  <a:cubicBezTo>
                    <a:pt x="4477" y="10859"/>
                    <a:pt x="4632" y="11002"/>
                    <a:pt x="4811" y="11002"/>
                  </a:cubicBezTo>
                  <a:lnTo>
                    <a:pt x="6192" y="11002"/>
                  </a:lnTo>
                  <a:cubicBezTo>
                    <a:pt x="6370" y="11002"/>
                    <a:pt x="6513" y="10859"/>
                    <a:pt x="6513" y="10681"/>
                  </a:cubicBezTo>
                  <a:lnTo>
                    <a:pt x="6513" y="10216"/>
                  </a:lnTo>
                  <a:cubicBezTo>
                    <a:pt x="6513" y="10216"/>
                    <a:pt x="6513" y="10204"/>
                    <a:pt x="6537" y="10204"/>
                  </a:cubicBezTo>
                  <a:cubicBezTo>
                    <a:pt x="7085" y="10085"/>
                    <a:pt x="7620" y="9859"/>
                    <a:pt x="8097" y="9561"/>
                  </a:cubicBezTo>
                  <a:lnTo>
                    <a:pt x="8109" y="9561"/>
                  </a:lnTo>
                  <a:lnTo>
                    <a:pt x="8442" y="9883"/>
                  </a:lnTo>
                  <a:cubicBezTo>
                    <a:pt x="8507" y="9954"/>
                    <a:pt x="8591" y="9990"/>
                    <a:pt x="8676" y="9990"/>
                  </a:cubicBezTo>
                  <a:cubicBezTo>
                    <a:pt x="8760" y="9990"/>
                    <a:pt x="8847" y="9954"/>
                    <a:pt x="8918" y="9883"/>
                  </a:cubicBezTo>
                  <a:lnTo>
                    <a:pt x="9883" y="8918"/>
                  </a:lnTo>
                  <a:cubicBezTo>
                    <a:pt x="10014" y="8788"/>
                    <a:pt x="10014" y="8573"/>
                    <a:pt x="9883" y="8442"/>
                  </a:cubicBezTo>
                  <a:lnTo>
                    <a:pt x="9549" y="8121"/>
                  </a:lnTo>
                  <a:lnTo>
                    <a:pt x="9549" y="8097"/>
                  </a:lnTo>
                  <a:cubicBezTo>
                    <a:pt x="9871" y="7621"/>
                    <a:pt x="10073" y="7109"/>
                    <a:pt x="10192" y="6537"/>
                  </a:cubicBezTo>
                  <a:cubicBezTo>
                    <a:pt x="10192" y="6537"/>
                    <a:pt x="10192" y="6525"/>
                    <a:pt x="10204" y="6525"/>
                  </a:cubicBezTo>
                  <a:lnTo>
                    <a:pt x="10668" y="6525"/>
                  </a:lnTo>
                  <a:cubicBezTo>
                    <a:pt x="10847" y="6525"/>
                    <a:pt x="11002" y="6371"/>
                    <a:pt x="11002" y="6192"/>
                  </a:cubicBezTo>
                  <a:lnTo>
                    <a:pt x="11002" y="4811"/>
                  </a:lnTo>
                  <a:cubicBezTo>
                    <a:pt x="10978" y="4632"/>
                    <a:pt x="10835" y="4489"/>
                    <a:pt x="10657" y="4489"/>
                  </a:cubicBezTo>
                  <a:lnTo>
                    <a:pt x="10192" y="4489"/>
                  </a:lnTo>
                  <a:cubicBezTo>
                    <a:pt x="10192" y="4489"/>
                    <a:pt x="10180" y="4489"/>
                    <a:pt x="10180" y="4466"/>
                  </a:cubicBezTo>
                  <a:cubicBezTo>
                    <a:pt x="10061" y="3918"/>
                    <a:pt x="9835" y="3382"/>
                    <a:pt x="9537" y="2906"/>
                  </a:cubicBezTo>
                  <a:lnTo>
                    <a:pt x="9537" y="2894"/>
                  </a:lnTo>
                  <a:lnTo>
                    <a:pt x="9859" y="2561"/>
                  </a:lnTo>
                  <a:cubicBezTo>
                    <a:pt x="10002" y="2430"/>
                    <a:pt x="10002" y="2215"/>
                    <a:pt x="9859" y="2084"/>
                  </a:cubicBezTo>
                  <a:lnTo>
                    <a:pt x="8894" y="1120"/>
                  </a:lnTo>
                  <a:cubicBezTo>
                    <a:pt x="8829" y="1054"/>
                    <a:pt x="8743" y="1022"/>
                    <a:pt x="8656" y="1022"/>
                  </a:cubicBezTo>
                  <a:cubicBezTo>
                    <a:pt x="8570" y="1022"/>
                    <a:pt x="8484" y="1054"/>
                    <a:pt x="8418" y="1120"/>
                  </a:cubicBezTo>
                  <a:lnTo>
                    <a:pt x="8097" y="1453"/>
                  </a:lnTo>
                  <a:lnTo>
                    <a:pt x="8073" y="1453"/>
                  </a:lnTo>
                  <a:cubicBezTo>
                    <a:pt x="7597" y="1132"/>
                    <a:pt x="7085" y="929"/>
                    <a:pt x="6513" y="810"/>
                  </a:cubicBezTo>
                  <a:cubicBezTo>
                    <a:pt x="6513" y="810"/>
                    <a:pt x="6501" y="810"/>
                    <a:pt x="6501" y="798"/>
                  </a:cubicBezTo>
                  <a:lnTo>
                    <a:pt x="6501" y="334"/>
                  </a:lnTo>
                  <a:cubicBezTo>
                    <a:pt x="6501" y="156"/>
                    <a:pt x="6346" y="1"/>
                    <a:pt x="616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9425;p63">
              <a:extLst>
                <a:ext uri="{FF2B5EF4-FFF2-40B4-BE49-F238E27FC236}">
                  <a16:creationId xmlns:a16="http://schemas.microsoft.com/office/drawing/2014/main" id="{FA6C5853-4A0A-5B1B-7C25-B0DE6DA75F9F}"/>
                </a:ext>
              </a:extLst>
            </p:cNvPr>
            <p:cNvSpPr/>
            <p:nvPr/>
          </p:nvSpPr>
          <p:spPr>
            <a:xfrm>
              <a:off x="1373049" y="1574063"/>
              <a:ext cx="181544" cy="179730"/>
            </a:xfrm>
            <a:custGeom>
              <a:avLst/>
              <a:gdLst/>
              <a:ahLst/>
              <a:cxnLst/>
              <a:rect l="l" t="t" r="r" b="b"/>
              <a:pathLst>
                <a:path w="5704" h="5647" extrusionOk="0">
                  <a:moveTo>
                    <a:pt x="3449" y="0"/>
                  </a:moveTo>
                  <a:cubicBezTo>
                    <a:pt x="3399" y="0"/>
                    <a:pt x="3349" y="1"/>
                    <a:pt x="3299" y="3"/>
                  </a:cubicBezTo>
                  <a:cubicBezTo>
                    <a:pt x="2453" y="51"/>
                    <a:pt x="1644" y="408"/>
                    <a:pt x="1036" y="1003"/>
                  </a:cubicBezTo>
                  <a:cubicBezTo>
                    <a:pt x="429" y="1611"/>
                    <a:pt x="84" y="2396"/>
                    <a:pt x="48" y="3266"/>
                  </a:cubicBezTo>
                  <a:cubicBezTo>
                    <a:pt x="1" y="4111"/>
                    <a:pt x="262" y="4933"/>
                    <a:pt x="798" y="5587"/>
                  </a:cubicBezTo>
                  <a:cubicBezTo>
                    <a:pt x="834" y="5635"/>
                    <a:pt x="882" y="5647"/>
                    <a:pt x="917" y="5647"/>
                  </a:cubicBezTo>
                  <a:cubicBezTo>
                    <a:pt x="953" y="5647"/>
                    <a:pt x="1001" y="5635"/>
                    <a:pt x="1024" y="5623"/>
                  </a:cubicBezTo>
                  <a:cubicBezTo>
                    <a:pt x="1096" y="5564"/>
                    <a:pt x="1096" y="5456"/>
                    <a:pt x="1060" y="5397"/>
                  </a:cubicBezTo>
                  <a:cubicBezTo>
                    <a:pt x="584" y="4802"/>
                    <a:pt x="322" y="4051"/>
                    <a:pt x="370" y="3278"/>
                  </a:cubicBezTo>
                  <a:cubicBezTo>
                    <a:pt x="417" y="2504"/>
                    <a:pt x="727" y="1777"/>
                    <a:pt x="1274" y="1242"/>
                  </a:cubicBezTo>
                  <a:cubicBezTo>
                    <a:pt x="1834" y="694"/>
                    <a:pt x="2560" y="384"/>
                    <a:pt x="3322" y="337"/>
                  </a:cubicBezTo>
                  <a:cubicBezTo>
                    <a:pt x="3385" y="333"/>
                    <a:pt x="3447" y="331"/>
                    <a:pt x="3509" y="331"/>
                  </a:cubicBezTo>
                  <a:cubicBezTo>
                    <a:pt x="4215" y="331"/>
                    <a:pt x="4883" y="578"/>
                    <a:pt x="5430" y="1015"/>
                  </a:cubicBezTo>
                  <a:cubicBezTo>
                    <a:pt x="5461" y="1041"/>
                    <a:pt x="5496" y="1053"/>
                    <a:pt x="5531" y="1053"/>
                  </a:cubicBezTo>
                  <a:cubicBezTo>
                    <a:pt x="5577" y="1053"/>
                    <a:pt x="5622" y="1032"/>
                    <a:pt x="5656" y="992"/>
                  </a:cubicBezTo>
                  <a:cubicBezTo>
                    <a:pt x="5704" y="920"/>
                    <a:pt x="5680" y="813"/>
                    <a:pt x="5620" y="765"/>
                  </a:cubicBezTo>
                  <a:cubicBezTo>
                    <a:pt x="5005" y="262"/>
                    <a:pt x="4232" y="0"/>
                    <a:pt x="344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9426;p63">
              <a:extLst>
                <a:ext uri="{FF2B5EF4-FFF2-40B4-BE49-F238E27FC236}">
                  <a16:creationId xmlns:a16="http://schemas.microsoft.com/office/drawing/2014/main" id="{771A9D77-9FAF-E1D1-A311-082CF9BD27FB}"/>
                </a:ext>
              </a:extLst>
            </p:cNvPr>
            <p:cNvSpPr/>
            <p:nvPr/>
          </p:nvSpPr>
          <p:spPr>
            <a:xfrm>
              <a:off x="1411338" y="1606368"/>
              <a:ext cx="182276" cy="186477"/>
            </a:xfrm>
            <a:custGeom>
              <a:avLst/>
              <a:gdLst/>
              <a:ahLst/>
              <a:cxnLst/>
              <a:rect l="l" t="t" r="r" b="b"/>
              <a:pathLst>
                <a:path w="5727" h="5859" extrusionOk="0">
                  <a:moveTo>
                    <a:pt x="3286" y="334"/>
                  </a:moveTo>
                  <a:lnTo>
                    <a:pt x="3286" y="1000"/>
                  </a:lnTo>
                  <a:cubicBezTo>
                    <a:pt x="3286" y="1108"/>
                    <a:pt x="3262" y="1227"/>
                    <a:pt x="3215" y="1310"/>
                  </a:cubicBezTo>
                  <a:lnTo>
                    <a:pt x="3143" y="1477"/>
                  </a:lnTo>
                  <a:cubicBezTo>
                    <a:pt x="3119" y="1501"/>
                    <a:pt x="3119" y="1524"/>
                    <a:pt x="3119" y="1548"/>
                  </a:cubicBezTo>
                  <a:lnTo>
                    <a:pt x="3119" y="1893"/>
                  </a:lnTo>
                  <a:cubicBezTo>
                    <a:pt x="3119" y="2132"/>
                    <a:pt x="3036" y="2358"/>
                    <a:pt x="2858" y="2524"/>
                  </a:cubicBezTo>
                  <a:cubicBezTo>
                    <a:pt x="2691" y="2679"/>
                    <a:pt x="2453" y="2775"/>
                    <a:pt x="2215" y="2775"/>
                  </a:cubicBezTo>
                  <a:cubicBezTo>
                    <a:pt x="1774" y="2763"/>
                    <a:pt x="1381" y="2346"/>
                    <a:pt x="1381" y="1846"/>
                  </a:cubicBezTo>
                  <a:lnTo>
                    <a:pt x="1381" y="1548"/>
                  </a:lnTo>
                  <a:cubicBezTo>
                    <a:pt x="1381" y="1524"/>
                    <a:pt x="1381" y="1501"/>
                    <a:pt x="1369" y="1477"/>
                  </a:cubicBezTo>
                  <a:lnTo>
                    <a:pt x="1262" y="1286"/>
                  </a:lnTo>
                  <a:cubicBezTo>
                    <a:pt x="1238" y="1203"/>
                    <a:pt x="1203" y="1131"/>
                    <a:pt x="1203" y="1048"/>
                  </a:cubicBezTo>
                  <a:lnTo>
                    <a:pt x="1203" y="1024"/>
                  </a:lnTo>
                  <a:cubicBezTo>
                    <a:pt x="1203" y="643"/>
                    <a:pt x="1524" y="334"/>
                    <a:pt x="1905" y="334"/>
                  </a:cubicBezTo>
                  <a:close/>
                  <a:moveTo>
                    <a:pt x="2608" y="3025"/>
                  </a:moveTo>
                  <a:cubicBezTo>
                    <a:pt x="2619" y="3084"/>
                    <a:pt x="2631" y="3132"/>
                    <a:pt x="2655" y="3179"/>
                  </a:cubicBezTo>
                  <a:lnTo>
                    <a:pt x="2512" y="3310"/>
                  </a:lnTo>
                  <a:cubicBezTo>
                    <a:pt x="2441" y="3382"/>
                    <a:pt x="2357" y="3417"/>
                    <a:pt x="2262" y="3417"/>
                  </a:cubicBezTo>
                  <a:cubicBezTo>
                    <a:pt x="2179" y="3417"/>
                    <a:pt x="2084" y="3382"/>
                    <a:pt x="2012" y="3310"/>
                  </a:cubicBezTo>
                  <a:lnTo>
                    <a:pt x="1881" y="3179"/>
                  </a:lnTo>
                  <a:cubicBezTo>
                    <a:pt x="1893" y="3132"/>
                    <a:pt x="1905" y="3084"/>
                    <a:pt x="1905" y="3025"/>
                  </a:cubicBezTo>
                  <a:cubicBezTo>
                    <a:pt x="2012" y="3060"/>
                    <a:pt x="2119" y="3084"/>
                    <a:pt x="2215" y="3084"/>
                  </a:cubicBezTo>
                  <a:lnTo>
                    <a:pt x="2250" y="3084"/>
                  </a:lnTo>
                  <a:cubicBezTo>
                    <a:pt x="2369" y="3084"/>
                    <a:pt x="2488" y="3072"/>
                    <a:pt x="2608" y="3025"/>
                  </a:cubicBezTo>
                  <a:close/>
                  <a:moveTo>
                    <a:pt x="2810" y="3441"/>
                  </a:moveTo>
                  <a:cubicBezTo>
                    <a:pt x="2858" y="3477"/>
                    <a:pt x="2905" y="3489"/>
                    <a:pt x="2941" y="3501"/>
                  </a:cubicBezTo>
                  <a:lnTo>
                    <a:pt x="3524" y="3667"/>
                  </a:lnTo>
                  <a:cubicBezTo>
                    <a:pt x="3679" y="3715"/>
                    <a:pt x="3774" y="3846"/>
                    <a:pt x="3774" y="4013"/>
                  </a:cubicBezTo>
                  <a:lnTo>
                    <a:pt x="3774" y="5108"/>
                  </a:lnTo>
                  <a:lnTo>
                    <a:pt x="3822" y="5108"/>
                  </a:lnTo>
                  <a:cubicBezTo>
                    <a:pt x="3703" y="5180"/>
                    <a:pt x="3584" y="5239"/>
                    <a:pt x="3453" y="5287"/>
                  </a:cubicBezTo>
                  <a:lnTo>
                    <a:pt x="3453" y="4310"/>
                  </a:lnTo>
                  <a:cubicBezTo>
                    <a:pt x="3453" y="4215"/>
                    <a:pt x="3381" y="4144"/>
                    <a:pt x="3286" y="4144"/>
                  </a:cubicBezTo>
                  <a:cubicBezTo>
                    <a:pt x="3203" y="4144"/>
                    <a:pt x="3119" y="4215"/>
                    <a:pt x="3119" y="4310"/>
                  </a:cubicBezTo>
                  <a:lnTo>
                    <a:pt x="3119" y="5394"/>
                  </a:lnTo>
                  <a:cubicBezTo>
                    <a:pt x="2881" y="5465"/>
                    <a:pt x="2655" y="5501"/>
                    <a:pt x="2405" y="5513"/>
                  </a:cubicBezTo>
                  <a:lnTo>
                    <a:pt x="2262" y="5513"/>
                  </a:lnTo>
                  <a:cubicBezTo>
                    <a:pt x="1965" y="5513"/>
                    <a:pt x="1667" y="5465"/>
                    <a:pt x="1381" y="5394"/>
                  </a:cubicBezTo>
                  <a:lnTo>
                    <a:pt x="1381" y="4310"/>
                  </a:lnTo>
                  <a:cubicBezTo>
                    <a:pt x="1381" y="4215"/>
                    <a:pt x="1310" y="4144"/>
                    <a:pt x="1214" y="4144"/>
                  </a:cubicBezTo>
                  <a:cubicBezTo>
                    <a:pt x="1131" y="4144"/>
                    <a:pt x="1060" y="4215"/>
                    <a:pt x="1060" y="4310"/>
                  </a:cubicBezTo>
                  <a:lnTo>
                    <a:pt x="1060" y="5287"/>
                  </a:lnTo>
                  <a:cubicBezTo>
                    <a:pt x="941" y="5227"/>
                    <a:pt x="798" y="5168"/>
                    <a:pt x="679" y="5108"/>
                  </a:cubicBezTo>
                  <a:lnTo>
                    <a:pt x="679" y="4013"/>
                  </a:lnTo>
                  <a:cubicBezTo>
                    <a:pt x="679" y="3846"/>
                    <a:pt x="786" y="3715"/>
                    <a:pt x="941" y="3667"/>
                  </a:cubicBezTo>
                  <a:lnTo>
                    <a:pt x="1512" y="3501"/>
                  </a:lnTo>
                  <a:cubicBezTo>
                    <a:pt x="1560" y="3489"/>
                    <a:pt x="1619" y="3477"/>
                    <a:pt x="1655" y="3441"/>
                  </a:cubicBezTo>
                  <a:lnTo>
                    <a:pt x="1750" y="3548"/>
                  </a:lnTo>
                  <a:cubicBezTo>
                    <a:pt x="1893" y="3679"/>
                    <a:pt x="2072" y="3739"/>
                    <a:pt x="2227" y="3739"/>
                  </a:cubicBezTo>
                  <a:cubicBezTo>
                    <a:pt x="2393" y="3739"/>
                    <a:pt x="2572" y="3679"/>
                    <a:pt x="2703" y="3548"/>
                  </a:cubicBezTo>
                  <a:lnTo>
                    <a:pt x="2810" y="3441"/>
                  </a:lnTo>
                  <a:close/>
                  <a:moveTo>
                    <a:pt x="1893" y="0"/>
                  </a:moveTo>
                  <a:cubicBezTo>
                    <a:pt x="1322" y="0"/>
                    <a:pt x="869" y="465"/>
                    <a:pt x="869" y="1024"/>
                  </a:cubicBezTo>
                  <a:lnTo>
                    <a:pt x="869" y="1048"/>
                  </a:lnTo>
                  <a:cubicBezTo>
                    <a:pt x="869" y="1179"/>
                    <a:pt x="893" y="1310"/>
                    <a:pt x="953" y="1429"/>
                  </a:cubicBezTo>
                  <a:lnTo>
                    <a:pt x="1048" y="1596"/>
                  </a:lnTo>
                  <a:lnTo>
                    <a:pt x="1048" y="1870"/>
                  </a:lnTo>
                  <a:cubicBezTo>
                    <a:pt x="1048" y="2286"/>
                    <a:pt x="1250" y="2655"/>
                    <a:pt x="1560" y="2882"/>
                  </a:cubicBezTo>
                  <a:lnTo>
                    <a:pt x="1560" y="3025"/>
                  </a:lnTo>
                  <a:cubicBezTo>
                    <a:pt x="1560" y="3096"/>
                    <a:pt x="1500" y="3179"/>
                    <a:pt x="1429" y="3203"/>
                  </a:cubicBezTo>
                  <a:lnTo>
                    <a:pt x="845" y="3370"/>
                  </a:lnTo>
                  <a:cubicBezTo>
                    <a:pt x="572" y="3453"/>
                    <a:pt x="357" y="3727"/>
                    <a:pt x="357" y="4025"/>
                  </a:cubicBezTo>
                  <a:lnTo>
                    <a:pt x="357" y="4906"/>
                  </a:lnTo>
                  <a:cubicBezTo>
                    <a:pt x="333" y="4882"/>
                    <a:pt x="310" y="4858"/>
                    <a:pt x="286" y="4846"/>
                  </a:cubicBezTo>
                  <a:cubicBezTo>
                    <a:pt x="255" y="4820"/>
                    <a:pt x="220" y="4808"/>
                    <a:pt x="185" y="4808"/>
                  </a:cubicBezTo>
                  <a:cubicBezTo>
                    <a:pt x="139" y="4808"/>
                    <a:pt x="93" y="4829"/>
                    <a:pt x="60" y="4870"/>
                  </a:cubicBezTo>
                  <a:cubicBezTo>
                    <a:pt x="0" y="4941"/>
                    <a:pt x="12" y="5037"/>
                    <a:pt x="95" y="5096"/>
                  </a:cubicBezTo>
                  <a:cubicBezTo>
                    <a:pt x="703" y="5584"/>
                    <a:pt x="1465" y="5858"/>
                    <a:pt x="2250" y="5858"/>
                  </a:cubicBezTo>
                  <a:lnTo>
                    <a:pt x="2417" y="5858"/>
                  </a:lnTo>
                  <a:cubicBezTo>
                    <a:pt x="3262" y="5811"/>
                    <a:pt x="4060" y="5453"/>
                    <a:pt x="4679" y="4858"/>
                  </a:cubicBezTo>
                  <a:cubicBezTo>
                    <a:pt x="5286" y="4251"/>
                    <a:pt x="5632" y="3453"/>
                    <a:pt x="5667" y="2596"/>
                  </a:cubicBezTo>
                  <a:cubicBezTo>
                    <a:pt x="5727" y="1727"/>
                    <a:pt x="5465" y="905"/>
                    <a:pt x="4929" y="262"/>
                  </a:cubicBezTo>
                  <a:cubicBezTo>
                    <a:pt x="4895" y="215"/>
                    <a:pt x="4846" y="194"/>
                    <a:pt x="4799" y="194"/>
                  </a:cubicBezTo>
                  <a:cubicBezTo>
                    <a:pt x="4763" y="194"/>
                    <a:pt x="4729" y="206"/>
                    <a:pt x="4703" y="227"/>
                  </a:cubicBezTo>
                  <a:cubicBezTo>
                    <a:pt x="4632" y="286"/>
                    <a:pt x="4632" y="393"/>
                    <a:pt x="4679" y="453"/>
                  </a:cubicBezTo>
                  <a:cubicBezTo>
                    <a:pt x="5155" y="1048"/>
                    <a:pt x="5405" y="1786"/>
                    <a:pt x="5358" y="2560"/>
                  </a:cubicBezTo>
                  <a:cubicBezTo>
                    <a:pt x="5310" y="3334"/>
                    <a:pt x="5001" y="4072"/>
                    <a:pt x="4453" y="4608"/>
                  </a:cubicBezTo>
                  <a:cubicBezTo>
                    <a:pt x="4346" y="4703"/>
                    <a:pt x="4239" y="4799"/>
                    <a:pt x="4143" y="4882"/>
                  </a:cubicBezTo>
                  <a:lnTo>
                    <a:pt x="4143" y="4013"/>
                  </a:lnTo>
                  <a:cubicBezTo>
                    <a:pt x="4143" y="3715"/>
                    <a:pt x="3929" y="3441"/>
                    <a:pt x="3643" y="3358"/>
                  </a:cubicBezTo>
                  <a:lnTo>
                    <a:pt x="3072" y="3191"/>
                  </a:lnTo>
                  <a:cubicBezTo>
                    <a:pt x="2989" y="3156"/>
                    <a:pt x="2929" y="3096"/>
                    <a:pt x="2929" y="3013"/>
                  </a:cubicBezTo>
                  <a:lnTo>
                    <a:pt x="2929" y="2882"/>
                  </a:lnTo>
                  <a:cubicBezTo>
                    <a:pt x="2989" y="2834"/>
                    <a:pt x="3036" y="2798"/>
                    <a:pt x="3084" y="2763"/>
                  </a:cubicBezTo>
                  <a:cubicBezTo>
                    <a:pt x="3322" y="2536"/>
                    <a:pt x="3441" y="2227"/>
                    <a:pt x="3441" y="1893"/>
                  </a:cubicBezTo>
                  <a:lnTo>
                    <a:pt x="3441" y="1596"/>
                  </a:lnTo>
                  <a:lnTo>
                    <a:pt x="3500" y="1465"/>
                  </a:lnTo>
                  <a:cubicBezTo>
                    <a:pt x="3572" y="1334"/>
                    <a:pt x="3596" y="1167"/>
                    <a:pt x="3596" y="1000"/>
                  </a:cubicBezTo>
                  <a:lnTo>
                    <a:pt x="3596" y="167"/>
                  </a:lnTo>
                  <a:cubicBezTo>
                    <a:pt x="3596" y="72"/>
                    <a:pt x="3524" y="0"/>
                    <a:pt x="34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9427;p63">
              <a:extLst>
                <a:ext uri="{FF2B5EF4-FFF2-40B4-BE49-F238E27FC236}">
                  <a16:creationId xmlns:a16="http://schemas.microsoft.com/office/drawing/2014/main" id="{618FBDA4-9561-FEED-93F1-90C56A8DDDCE}"/>
                </a:ext>
              </a:extLst>
            </p:cNvPr>
            <p:cNvSpPr/>
            <p:nvPr/>
          </p:nvSpPr>
          <p:spPr>
            <a:xfrm>
              <a:off x="1461721" y="1634026"/>
              <a:ext cx="43986" cy="15564"/>
            </a:xfrm>
            <a:custGeom>
              <a:avLst/>
              <a:gdLst/>
              <a:ahLst/>
              <a:cxnLst/>
              <a:rect l="l" t="t" r="r" b="b"/>
              <a:pathLst>
                <a:path w="1382" h="489" extrusionOk="0">
                  <a:moveTo>
                    <a:pt x="155" y="1"/>
                  </a:moveTo>
                  <a:cubicBezTo>
                    <a:pt x="72" y="1"/>
                    <a:pt x="1" y="72"/>
                    <a:pt x="1" y="167"/>
                  </a:cubicBezTo>
                  <a:cubicBezTo>
                    <a:pt x="1" y="251"/>
                    <a:pt x="72" y="322"/>
                    <a:pt x="155" y="322"/>
                  </a:cubicBezTo>
                  <a:cubicBezTo>
                    <a:pt x="334" y="322"/>
                    <a:pt x="858" y="358"/>
                    <a:pt x="1132" y="477"/>
                  </a:cubicBezTo>
                  <a:cubicBezTo>
                    <a:pt x="1155" y="489"/>
                    <a:pt x="1167" y="489"/>
                    <a:pt x="1203" y="489"/>
                  </a:cubicBezTo>
                  <a:cubicBezTo>
                    <a:pt x="1263" y="489"/>
                    <a:pt x="1322" y="465"/>
                    <a:pt x="1346" y="405"/>
                  </a:cubicBezTo>
                  <a:cubicBezTo>
                    <a:pt x="1382" y="322"/>
                    <a:pt x="1346" y="239"/>
                    <a:pt x="1263" y="191"/>
                  </a:cubicBezTo>
                  <a:cubicBezTo>
                    <a:pt x="894" y="1"/>
                    <a:pt x="191" y="1"/>
                    <a:pt x="15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9884;p63">
            <a:extLst>
              <a:ext uri="{FF2B5EF4-FFF2-40B4-BE49-F238E27FC236}">
                <a16:creationId xmlns:a16="http://schemas.microsoft.com/office/drawing/2014/main" id="{95C0CF90-2642-0996-5436-05FF57B2DDCC}"/>
              </a:ext>
            </a:extLst>
          </p:cNvPr>
          <p:cNvGrpSpPr/>
          <p:nvPr/>
        </p:nvGrpSpPr>
        <p:grpSpPr>
          <a:xfrm>
            <a:off x="6933817" y="1722295"/>
            <a:ext cx="603855" cy="544018"/>
            <a:chOff x="3988156" y="3380210"/>
            <a:chExt cx="353954" cy="318880"/>
          </a:xfrm>
          <a:solidFill>
            <a:schemeClr val="bg1">
              <a:lumMod val="25000"/>
            </a:schemeClr>
          </a:solidFill>
        </p:grpSpPr>
        <p:sp>
          <p:nvSpPr>
            <p:cNvPr id="14" name="Google Shape;9885;p63">
              <a:extLst>
                <a:ext uri="{FF2B5EF4-FFF2-40B4-BE49-F238E27FC236}">
                  <a16:creationId xmlns:a16="http://schemas.microsoft.com/office/drawing/2014/main" id="{24A04FDB-80B4-8F97-0F5A-6197F089017D}"/>
                </a:ext>
              </a:extLst>
            </p:cNvPr>
            <p:cNvSpPr/>
            <p:nvPr/>
          </p:nvSpPr>
          <p:spPr>
            <a:xfrm>
              <a:off x="4134053" y="3446156"/>
              <a:ext cx="28454" cy="49269"/>
            </a:xfrm>
            <a:custGeom>
              <a:avLst/>
              <a:gdLst/>
              <a:ahLst/>
              <a:cxnLst/>
              <a:rect l="l" t="t" r="r" b="b"/>
              <a:pathLst>
                <a:path w="894" h="1548" extrusionOk="0">
                  <a:moveTo>
                    <a:pt x="417" y="286"/>
                  </a:moveTo>
                  <a:lnTo>
                    <a:pt x="417" y="572"/>
                  </a:lnTo>
                  <a:cubicBezTo>
                    <a:pt x="298" y="524"/>
                    <a:pt x="274" y="500"/>
                    <a:pt x="274" y="417"/>
                  </a:cubicBezTo>
                  <a:cubicBezTo>
                    <a:pt x="274" y="345"/>
                    <a:pt x="346" y="298"/>
                    <a:pt x="417" y="286"/>
                  </a:cubicBezTo>
                  <a:close/>
                  <a:moveTo>
                    <a:pt x="524" y="869"/>
                  </a:moveTo>
                  <a:cubicBezTo>
                    <a:pt x="643" y="917"/>
                    <a:pt x="655" y="976"/>
                    <a:pt x="655" y="1048"/>
                  </a:cubicBezTo>
                  <a:cubicBezTo>
                    <a:pt x="655" y="1119"/>
                    <a:pt x="596" y="1179"/>
                    <a:pt x="524" y="1191"/>
                  </a:cubicBezTo>
                  <a:lnTo>
                    <a:pt x="524" y="869"/>
                  </a:lnTo>
                  <a:close/>
                  <a:moveTo>
                    <a:pt x="477" y="0"/>
                  </a:moveTo>
                  <a:cubicBezTo>
                    <a:pt x="453" y="0"/>
                    <a:pt x="417" y="24"/>
                    <a:pt x="417" y="48"/>
                  </a:cubicBezTo>
                  <a:lnTo>
                    <a:pt x="417" y="107"/>
                  </a:lnTo>
                  <a:cubicBezTo>
                    <a:pt x="191" y="131"/>
                    <a:pt x="60" y="250"/>
                    <a:pt x="60" y="476"/>
                  </a:cubicBezTo>
                  <a:cubicBezTo>
                    <a:pt x="60" y="703"/>
                    <a:pt x="227" y="774"/>
                    <a:pt x="417" y="845"/>
                  </a:cubicBezTo>
                  <a:lnTo>
                    <a:pt x="417" y="1226"/>
                  </a:lnTo>
                  <a:cubicBezTo>
                    <a:pt x="310" y="1203"/>
                    <a:pt x="274" y="1179"/>
                    <a:pt x="179" y="1107"/>
                  </a:cubicBezTo>
                  <a:cubicBezTo>
                    <a:pt x="160" y="1093"/>
                    <a:pt x="143" y="1087"/>
                    <a:pt x="127" y="1087"/>
                  </a:cubicBezTo>
                  <a:cubicBezTo>
                    <a:pt x="101" y="1087"/>
                    <a:pt x="77" y="1102"/>
                    <a:pt x="48" y="1131"/>
                  </a:cubicBezTo>
                  <a:cubicBezTo>
                    <a:pt x="0" y="1191"/>
                    <a:pt x="0" y="1250"/>
                    <a:pt x="48" y="1298"/>
                  </a:cubicBezTo>
                  <a:cubicBezTo>
                    <a:pt x="120" y="1405"/>
                    <a:pt x="274" y="1453"/>
                    <a:pt x="417" y="1453"/>
                  </a:cubicBezTo>
                  <a:lnTo>
                    <a:pt x="417" y="1512"/>
                  </a:lnTo>
                  <a:cubicBezTo>
                    <a:pt x="417" y="1536"/>
                    <a:pt x="453" y="1548"/>
                    <a:pt x="477" y="1548"/>
                  </a:cubicBezTo>
                  <a:cubicBezTo>
                    <a:pt x="512" y="1548"/>
                    <a:pt x="536" y="1536"/>
                    <a:pt x="536" y="1512"/>
                  </a:cubicBezTo>
                  <a:lnTo>
                    <a:pt x="536" y="1453"/>
                  </a:lnTo>
                  <a:cubicBezTo>
                    <a:pt x="727" y="1417"/>
                    <a:pt x="893" y="1298"/>
                    <a:pt x="893" y="1048"/>
                  </a:cubicBezTo>
                  <a:cubicBezTo>
                    <a:pt x="893" y="798"/>
                    <a:pt x="751" y="691"/>
                    <a:pt x="536" y="619"/>
                  </a:cubicBezTo>
                  <a:lnTo>
                    <a:pt x="536" y="286"/>
                  </a:lnTo>
                  <a:cubicBezTo>
                    <a:pt x="584" y="286"/>
                    <a:pt x="631" y="298"/>
                    <a:pt x="667" y="333"/>
                  </a:cubicBezTo>
                  <a:cubicBezTo>
                    <a:pt x="694" y="340"/>
                    <a:pt x="726" y="363"/>
                    <a:pt x="759" y="363"/>
                  </a:cubicBezTo>
                  <a:cubicBezTo>
                    <a:pt x="783" y="363"/>
                    <a:pt x="808" y="350"/>
                    <a:pt x="834" y="310"/>
                  </a:cubicBezTo>
                  <a:cubicBezTo>
                    <a:pt x="870" y="274"/>
                    <a:pt x="882" y="214"/>
                    <a:pt x="822" y="167"/>
                  </a:cubicBezTo>
                  <a:cubicBezTo>
                    <a:pt x="751" y="107"/>
                    <a:pt x="631" y="95"/>
                    <a:pt x="536" y="95"/>
                  </a:cubicBezTo>
                  <a:lnTo>
                    <a:pt x="536" y="48"/>
                  </a:lnTo>
                  <a:cubicBezTo>
                    <a:pt x="536" y="12"/>
                    <a:pt x="501" y="0"/>
                    <a:pt x="47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9886;p63">
              <a:extLst>
                <a:ext uri="{FF2B5EF4-FFF2-40B4-BE49-F238E27FC236}">
                  <a16:creationId xmlns:a16="http://schemas.microsoft.com/office/drawing/2014/main" id="{BE92D0D4-F06E-4EE3-FA67-D16267E5474E}"/>
                </a:ext>
              </a:extLst>
            </p:cNvPr>
            <p:cNvSpPr/>
            <p:nvPr/>
          </p:nvSpPr>
          <p:spPr>
            <a:xfrm>
              <a:off x="4188988" y="3398001"/>
              <a:ext cx="81510" cy="81510"/>
            </a:xfrm>
            <a:custGeom>
              <a:avLst/>
              <a:gdLst/>
              <a:ahLst/>
              <a:cxnLst/>
              <a:rect l="l" t="t" r="r" b="b"/>
              <a:pathLst>
                <a:path w="2561" h="2561" extrusionOk="0">
                  <a:moveTo>
                    <a:pt x="1287" y="311"/>
                  </a:moveTo>
                  <a:cubicBezTo>
                    <a:pt x="1823" y="311"/>
                    <a:pt x="2251" y="739"/>
                    <a:pt x="2251" y="1275"/>
                  </a:cubicBezTo>
                  <a:cubicBezTo>
                    <a:pt x="2251" y="1811"/>
                    <a:pt x="1823" y="2251"/>
                    <a:pt x="1287" y="2251"/>
                  </a:cubicBezTo>
                  <a:cubicBezTo>
                    <a:pt x="751" y="2251"/>
                    <a:pt x="310" y="1811"/>
                    <a:pt x="310" y="1275"/>
                  </a:cubicBezTo>
                  <a:cubicBezTo>
                    <a:pt x="310" y="739"/>
                    <a:pt x="751" y="311"/>
                    <a:pt x="1287" y="311"/>
                  </a:cubicBezTo>
                  <a:close/>
                  <a:moveTo>
                    <a:pt x="1287" y="1"/>
                  </a:moveTo>
                  <a:cubicBezTo>
                    <a:pt x="572" y="1"/>
                    <a:pt x="1" y="584"/>
                    <a:pt x="1" y="1275"/>
                  </a:cubicBezTo>
                  <a:cubicBezTo>
                    <a:pt x="1" y="1989"/>
                    <a:pt x="584" y="2561"/>
                    <a:pt x="1287" y="2561"/>
                  </a:cubicBezTo>
                  <a:cubicBezTo>
                    <a:pt x="2001" y="2561"/>
                    <a:pt x="2561" y="1977"/>
                    <a:pt x="2561" y="1275"/>
                  </a:cubicBezTo>
                  <a:cubicBezTo>
                    <a:pt x="2561" y="584"/>
                    <a:pt x="2001" y="1"/>
                    <a:pt x="128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9887;p63">
              <a:extLst>
                <a:ext uri="{FF2B5EF4-FFF2-40B4-BE49-F238E27FC236}">
                  <a16:creationId xmlns:a16="http://schemas.microsoft.com/office/drawing/2014/main" id="{AB46D058-988F-8F70-C11B-33B2FDA2C4CC}"/>
                </a:ext>
              </a:extLst>
            </p:cNvPr>
            <p:cNvSpPr/>
            <p:nvPr/>
          </p:nvSpPr>
          <p:spPr>
            <a:xfrm>
              <a:off x="4090863" y="3380210"/>
              <a:ext cx="195930" cy="146311"/>
            </a:xfrm>
            <a:custGeom>
              <a:avLst/>
              <a:gdLst/>
              <a:ahLst/>
              <a:cxnLst/>
              <a:rect l="l" t="t" r="r" b="b"/>
              <a:pathLst>
                <a:path w="6156" h="4597" extrusionOk="0">
                  <a:moveTo>
                    <a:pt x="1810" y="1834"/>
                  </a:moveTo>
                  <a:cubicBezTo>
                    <a:pt x="2131" y="1834"/>
                    <a:pt x="2429" y="2001"/>
                    <a:pt x="2608" y="2274"/>
                  </a:cubicBezTo>
                  <a:cubicBezTo>
                    <a:pt x="2643" y="2405"/>
                    <a:pt x="2703" y="2536"/>
                    <a:pt x="2762" y="2667"/>
                  </a:cubicBezTo>
                  <a:cubicBezTo>
                    <a:pt x="2762" y="2715"/>
                    <a:pt x="2774" y="2763"/>
                    <a:pt x="2774" y="2810"/>
                  </a:cubicBezTo>
                  <a:cubicBezTo>
                    <a:pt x="2774" y="3346"/>
                    <a:pt x="2346" y="3775"/>
                    <a:pt x="1810" y="3775"/>
                  </a:cubicBezTo>
                  <a:cubicBezTo>
                    <a:pt x="1274" y="3775"/>
                    <a:pt x="834" y="3346"/>
                    <a:pt x="834" y="2810"/>
                  </a:cubicBezTo>
                  <a:cubicBezTo>
                    <a:pt x="834" y="2274"/>
                    <a:pt x="1274" y="1834"/>
                    <a:pt x="1810" y="1834"/>
                  </a:cubicBezTo>
                  <a:close/>
                  <a:moveTo>
                    <a:pt x="1810" y="1322"/>
                  </a:moveTo>
                  <a:cubicBezTo>
                    <a:pt x="2084" y="1322"/>
                    <a:pt x="2346" y="1393"/>
                    <a:pt x="2584" y="1536"/>
                  </a:cubicBezTo>
                  <a:cubicBezTo>
                    <a:pt x="2560" y="1620"/>
                    <a:pt x="2560" y="1703"/>
                    <a:pt x="2548" y="1774"/>
                  </a:cubicBezTo>
                  <a:cubicBezTo>
                    <a:pt x="2346" y="1632"/>
                    <a:pt x="2072" y="1536"/>
                    <a:pt x="1810" y="1536"/>
                  </a:cubicBezTo>
                  <a:cubicBezTo>
                    <a:pt x="1096" y="1536"/>
                    <a:pt x="524" y="2120"/>
                    <a:pt x="524" y="2822"/>
                  </a:cubicBezTo>
                  <a:cubicBezTo>
                    <a:pt x="524" y="3537"/>
                    <a:pt x="1107" y="4096"/>
                    <a:pt x="1810" y="4096"/>
                  </a:cubicBezTo>
                  <a:cubicBezTo>
                    <a:pt x="2417" y="4096"/>
                    <a:pt x="2917" y="3668"/>
                    <a:pt x="3060" y="3108"/>
                  </a:cubicBezTo>
                  <a:cubicBezTo>
                    <a:pt x="3120" y="3167"/>
                    <a:pt x="3155" y="3203"/>
                    <a:pt x="3239" y="3263"/>
                  </a:cubicBezTo>
                  <a:cubicBezTo>
                    <a:pt x="3036" y="3882"/>
                    <a:pt x="2477" y="4299"/>
                    <a:pt x="1810" y="4299"/>
                  </a:cubicBezTo>
                  <a:cubicBezTo>
                    <a:pt x="988" y="4299"/>
                    <a:pt x="322" y="3620"/>
                    <a:pt x="322" y="2810"/>
                  </a:cubicBezTo>
                  <a:cubicBezTo>
                    <a:pt x="322" y="1989"/>
                    <a:pt x="988" y="1322"/>
                    <a:pt x="1810" y="1322"/>
                  </a:cubicBezTo>
                  <a:close/>
                  <a:moveTo>
                    <a:pt x="4382" y="0"/>
                  </a:moveTo>
                  <a:cubicBezTo>
                    <a:pt x="3608" y="0"/>
                    <a:pt x="2929" y="500"/>
                    <a:pt x="2679" y="1179"/>
                  </a:cubicBezTo>
                  <a:cubicBezTo>
                    <a:pt x="2417" y="1036"/>
                    <a:pt x="2131" y="953"/>
                    <a:pt x="1822" y="953"/>
                  </a:cubicBezTo>
                  <a:cubicBezTo>
                    <a:pt x="822" y="953"/>
                    <a:pt x="0" y="1774"/>
                    <a:pt x="0" y="2775"/>
                  </a:cubicBezTo>
                  <a:cubicBezTo>
                    <a:pt x="0" y="3775"/>
                    <a:pt x="822" y="4596"/>
                    <a:pt x="1822" y="4596"/>
                  </a:cubicBezTo>
                  <a:cubicBezTo>
                    <a:pt x="2596" y="4596"/>
                    <a:pt x="3262" y="4120"/>
                    <a:pt x="3512" y="3417"/>
                  </a:cubicBezTo>
                  <a:cubicBezTo>
                    <a:pt x="3763" y="3548"/>
                    <a:pt x="4060" y="3644"/>
                    <a:pt x="4382" y="3644"/>
                  </a:cubicBezTo>
                  <a:cubicBezTo>
                    <a:pt x="4798" y="3644"/>
                    <a:pt x="5191" y="3489"/>
                    <a:pt x="5513" y="3239"/>
                  </a:cubicBezTo>
                  <a:cubicBezTo>
                    <a:pt x="5822" y="2989"/>
                    <a:pt x="6049" y="2632"/>
                    <a:pt x="6132" y="2239"/>
                  </a:cubicBezTo>
                  <a:cubicBezTo>
                    <a:pt x="6156" y="2167"/>
                    <a:pt x="6096" y="2072"/>
                    <a:pt x="6013" y="2060"/>
                  </a:cubicBezTo>
                  <a:cubicBezTo>
                    <a:pt x="6004" y="2059"/>
                    <a:pt x="5996" y="2058"/>
                    <a:pt x="5987" y="2058"/>
                  </a:cubicBezTo>
                  <a:cubicBezTo>
                    <a:pt x="5911" y="2058"/>
                    <a:pt x="5833" y="2104"/>
                    <a:pt x="5822" y="2179"/>
                  </a:cubicBezTo>
                  <a:cubicBezTo>
                    <a:pt x="5656" y="2870"/>
                    <a:pt x="5060" y="3322"/>
                    <a:pt x="4370" y="3322"/>
                  </a:cubicBezTo>
                  <a:cubicBezTo>
                    <a:pt x="3834" y="3322"/>
                    <a:pt x="3334" y="3048"/>
                    <a:pt x="3072" y="2572"/>
                  </a:cubicBezTo>
                  <a:cubicBezTo>
                    <a:pt x="3036" y="2417"/>
                    <a:pt x="2977" y="2274"/>
                    <a:pt x="2905" y="2132"/>
                  </a:cubicBezTo>
                  <a:cubicBezTo>
                    <a:pt x="2715" y="1215"/>
                    <a:pt x="3429" y="334"/>
                    <a:pt x="4370" y="334"/>
                  </a:cubicBezTo>
                  <a:cubicBezTo>
                    <a:pt x="5060" y="334"/>
                    <a:pt x="5656" y="810"/>
                    <a:pt x="5822" y="1477"/>
                  </a:cubicBezTo>
                  <a:cubicBezTo>
                    <a:pt x="5832" y="1556"/>
                    <a:pt x="5899" y="1602"/>
                    <a:pt x="5969" y="1602"/>
                  </a:cubicBezTo>
                  <a:cubicBezTo>
                    <a:pt x="5984" y="1602"/>
                    <a:pt x="5998" y="1600"/>
                    <a:pt x="6013" y="1596"/>
                  </a:cubicBezTo>
                  <a:cubicBezTo>
                    <a:pt x="6108" y="1584"/>
                    <a:pt x="6144" y="1489"/>
                    <a:pt x="6132" y="1405"/>
                  </a:cubicBezTo>
                  <a:cubicBezTo>
                    <a:pt x="6049" y="1024"/>
                    <a:pt x="5822" y="667"/>
                    <a:pt x="5513" y="405"/>
                  </a:cubicBezTo>
                  <a:cubicBezTo>
                    <a:pt x="5191" y="155"/>
                    <a:pt x="4775" y="0"/>
                    <a:pt x="4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9888;p63">
              <a:extLst>
                <a:ext uri="{FF2B5EF4-FFF2-40B4-BE49-F238E27FC236}">
                  <a16:creationId xmlns:a16="http://schemas.microsoft.com/office/drawing/2014/main" id="{871D67BC-E5B5-C8CD-12AA-531F24F4D87D}"/>
                </a:ext>
              </a:extLst>
            </p:cNvPr>
            <p:cNvSpPr/>
            <p:nvPr/>
          </p:nvSpPr>
          <p:spPr>
            <a:xfrm>
              <a:off x="4215914" y="3415061"/>
              <a:ext cx="28072" cy="49301"/>
            </a:xfrm>
            <a:custGeom>
              <a:avLst/>
              <a:gdLst/>
              <a:ahLst/>
              <a:cxnLst/>
              <a:rect l="l" t="t" r="r" b="b"/>
              <a:pathLst>
                <a:path w="882" h="1549" extrusionOk="0">
                  <a:moveTo>
                    <a:pt x="405" y="298"/>
                  </a:moveTo>
                  <a:lnTo>
                    <a:pt x="405" y="584"/>
                  </a:lnTo>
                  <a:cubicBezTo>
                    <a:pt x="286" y="537"/>
                    <a:pt x="262" y="501"/>
                    <a:pt x="262" y="429"/>
                  </a:cubicBezTo>
                  <a:cubicBezTo>
                    <a:pt x="262" y="358"/>
                    <a:pt x="334" y="310"/>
                    <a:pt x="405" y="298"/>
                  </a:cubicBezTo>
                  <a:close/>
                  <a:moveTo>
                    <a:pt x="512" y="882"/>
                  </a:moveTo>
                  <a:cubicBezTo>
                    <a:pt x="631" y="918"/>
                    <a:pt x="643" y="977"/>
                    <a:pt x="643" y="1060"/>
                  </a:cubicBezTo>
                  <a:cubicBezTo>
                    <a:pt x="643" y="1144"/>
                    <a:pt x="584" y="1191"/>
                    <a:pt x="512" y="1203"/>
                  </a:cubicBezTo>
                  <a:lnTo>
                    <a:pt x="512" y="882"/>
                  </a:lnTo>
                  <a:close/>
                  <a:moveTo>
                    <a:pt x="465" y="1"/>
                  </a:moveTo>
                  <a:cubicBezTo>
                    <a:pt x="441" y="1"/>
                    <a:pt x="405" y="13"/>
                    <a:pt x="405" y="48"/>
                  </a:cubicBezTo>
                  <a:lnTo>
                    <a:pt x="405" y="96"/>
                  </a:lnTo>
                  <a:cubicBezTo>
                    <a:pt x="179" y="132"/>
                    <a:pt x="48" y="251"/>
                    <a:pt x="48" y="477"/>
                  </a:cubicBezTo>
                  <a:cubicBezTo>
                    <a:pt x="48" y="715"/>
                    <a:pt x="226" y="787"/>
                    <a:pt x="405" y="846"/>
                  </a:cubicBezTo>
                  <a:lnTo>
                    <a:pt x="405" y="1215"/>
                  </a:lnTo>
                  <a:cubicBezTo>
                    <a:pt x="298" y="1203"/>
                    <a:pt x="262" y="1156"/>
                    <a:pt x="167" y="1096"/>
                  </a:cubicBezTo>
                  <a:cubicBezTo>
                    <a:pt x="150" y="1084"/>
                    <a:pt x="133" y="1079"/>
                    <a:pt x="117" y="1079"/>
                  </a:cubicBezTo>
                  <a:cubicBezTo>
                    <a:pt x="53" y="1079"/>
                    <a:pt x="0" y="1158"/>
                    <a:pt x="0" y="1215"/>
                  </a:cubicBezTo>
                  <a:cubicBezTo>
                    <a:pt x="0" y="1251"/>
                    <a:pt x="24" y="1275"/>
                    <a:pt x="36" y="1299"/>
                  </a:cubicBezTo>
                  <a:cubicBezTo>
                    <a:pt x="107" y="1394"/>
                    <a:pt x="274" y="1441"/>
                    <a:pt x="405" y="1441"/>
                  </a:cubicBezTo>
                  <a:lnTo>
                    <a:pt x="405" y="1501"/>
                  </a:lnTo>
                  <a:cubicBezTo>
                    <a:pt x="405" y="1537"/>
                    <a:pt x="441" y="1549"/>
                    <a:pt x="465" y="1549"/>
                  </a:cubicBezTo>
                  <a:cubicBezTo>
                    <a:pt x="500" y="1549"/>
                    <a:pt x="524" y="1525"/>
                    <a:pt x="524" y="1501"/>
                  </a:cubicBezTo>
                  <a:lnTo>
                    <a:pt x="524" y="1441"/>
                  </a:lnTo>
                  <a:cubicBezTo>
                    <a:pt x="715" y="1406"/>
                    <a:pt x="881" y="1299"/>
                    <a:pt x="881" y="1037"/>
                  </a:cubicBezTo>
                  <a:cubicBezTo>
                    <a:pt x="881" y="787"/>
                    <a:pt x="715" y="703"/>
                    <a:pt x="524" y="620"/>
                  </a:cubicBezTo>
                  <a:lnTo>
                    <a:pt x="524" y="298"/>
                  </a:lnTo>
                  <a:cubicBezTo>
                    <a:pt x="596" y="298"/>
                    <a:pt x="631" y="310"/>
                    <a:pt x="703" y="358"/>
                  </a:cubicBezTo>
                  <a:cubicBezTo>
                    <a:pt x="717" y="362"/>
                    <a:pt x="732" y="364"/>
                    <a:pt x="746" y="364"/>
                  </a:cubicBezTo>
                  <a:cubicBezTo>
                    <a:pt x="777" y="364"/>
                    <a:pt x="805" y="351"/>
                    <a:pt x="822" y="310"/>
                  </a:cubicBezTo>
                  <a:cubicBezTo>
                    <a:pt x="857" y="263"/>
                    <a:pt x="869" y="203"/>
                    <a:pt x="810" y="156"/>
                  </a:cubicBezTo>
                  <a:cubicBezTo>
                    <a:pt x="738" y="96"/>
                    <a:pt x="619" y="84"/>
                    <a:pt x="524" y="84"/>
                  </a:cubicBezTo>
                  <a:lnTo>
                    <a:pt x="524" y="48"/>
                  </a:lnTo>
                  <a:cubicBezTo>
                    <a:pt x="524" y="13"/>
                    <a:pt x="500" y="1"/>
                    <a:pt x="46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9889;p63">
              <a:extLst>
                <a:ext uri="{FF2B5EF4-FFF2-40B4-BE49-F238E27FC236}">
                  <a16:creationId xmlns:a16="http://schemas.microsoft.com/office/drawing/2014/main" id="{A307ED43-E73A-A650-098A-4C37DD907769}"/>
                </a:ext>
              </a:extLst>
            </p:cNvPr>
            <p:cNvSpPr/>
            <p:nvPr/>
          </p:nvSpPr>
          <p:spPr>
            <a:xfrm>
              <a:off x="3988156" y="3495935"/>
              <a:ext cx="353954" cy="203155"/>
            </a:xfrm>
            <a:custGeom>
              <a:avLst/>
              <a:gdLst/>
              <a:ahLst/>
              <a:cxnLst/>
              <a:rect l="l" t="t" r="r" b="b"/>
              <a:pathLst>
                <a:path w="11121" h="6383" extrusionOk="0">
                  <a:moveTo>
                    <a:pt x="3525" y="1884"/>
                  </a:moveTo>
                  <a:cubicBezTo>
                    <a:pt x="3540" y="1884"/>
                    <a:pt x="3561" y="1898"/>
                    <a:pt x="3561" y="1925"/>
                  </a:cubicBezTo>
                  <a:cubicBezTo>
                    <a:pt x="3632" y="2103"/>
                    <a:pt x="4632" y="4770"/>
                    <a:pt x="4680" y="4854"/>
                  </a:cubicBezTo>
                  <a:cubicBezTo>
                    <a:pt x="4692" y="4865"/>
                    <a:pt x="4680" y="4901"/>
                    <a:pt x="4644" y="4901"/>
                  </a:cubicBezTo>
                  <a:lnTo>
                    <a:pt x="3930" y="5163"/>
                  </a:lnTo>
                  <a:cubicBezTo>
                    <a:pt x="3882" y="5032"/>
                    <a:pt x="2870" y="2341"/>
                    <a:pt x="2799" y="2163"/>
                  </a:cubicBezTo>
                  <a:lnTo>
                    <a:pt x="3513" y="1889"/>
                  </a:lnTo>
                  <a:cubicBezTo>
                    <a:pt x="3516" y="1886"/>
                    <a:pt x="3520" y="1884"/>
                    <a:pt x="3525" y="1884"/>
                  </a:cubicBezTo>
                  <a:close/>
                  <a:moveTo>
                    <a:pt x="2501" y="2294"/>
                  </a:moveTo>
                  <a:lnTo>
                    <a:pt x="3632" y="5306"/>
                  </a:lnTo>
                  <a:cubicBezTo>
                    <a:pt x="3096" y="5496"/>
                    <a:pt x="1763" y="5997"/>
                    <a:pt x="1536" y="6092"/>
                  </a:cubicBezTo>
                  <a:cubicBezTo>
                    <a:pt x="1528" y="6095"/>
                    <a:pt x="1520" y="6096"/>
                    <a:pt x="1511" y="6096"/>
                  </a:cubicBezTo>
                  <a:cubicBezTo>
                    <a:pt x="1485" y="6096"/>
                    <a:pt x="1459" y="6081"/>
                    <a:pt x="1441" y="6044"/>
                  </a:cubicBezTo>
                  <a:lnTo>
                    <a:pt x="358" y="3175"/>
                  </a:lnTo>
                  <a:cubicBezTo>
                    <a:pt x="346" y="3139"/>
                    <a:pt x="358" y="3103"/>
                    <a:pt x="405" y="3080"/>
                  </a:cubicBezTo>
                  <a:cubicBezTo>
                    <a:pt x="1084" y="2829"/>
                    <a:pt x="2025" y="2472"/>
                    <a:pt x="2501" y="2294"/>
                  </a:cubicBezTo>
                  <a:close/>
                  <a:moveTo>
                    <a:pt x="10195" y="0"/>
                  </a:moveTo>
                  <a:cubicBezTo>
                    <a:pt x="9949" y="0"/>
                    <a:pt x="9714" y="126"/>
                    <a:pt x="9537" y="282"/>
                  </a:cubicBezTo>
                  <a:lnTo>
                    <a:pt x="7835" y="1698"/>
                  </a:lnTo>
                  <a:cubicBezTo>
                    <a:pt x="7740" y="1496"/>
                    <a:pt x="7537" y="1282"/>
                    <a:pt x="7144" y="1282"/>
                  </a:cubicBezTo>
                  <a:cubicBezTo>
                    <a:pt x="6745" y="1282"/>
                    <a:pt x="6434" y="1280"/>
                    <a:pt x="6185" y="1280"/>
                  </a:cubicBezTo>
                  <a:cubicBezTo>
                    <a:pt x="5437" y="1280"/>
                    <a:pt x="5254" y="1294"/>
                    <a:pt x="4977" y="1401"/>
                  </a:cubicBezTo>
                  <a:lnTo>
                    <a:pt x="3882" y="1853"/>
                  </a:lnTo>
                  <a:lnTo>
                    <a:pt x="3870" y="1806"/>
                  </a:lnTo>
                  <a:cubicBezTo>
                    <a:pt x="3814" y="1665"/>
                    <a:pt x="3669" y="1569"/>
                    <a:pt x="3523" y="1569"/>
                  </a:cubicBezTo>
                  <a:cubicBezTo>
                    <a:pt x="3484" y="1569"/>
                    <a:pt x="3444" y="1576"/>
                    <a:pt x="3406" y="1591"/>
                  </a:cubicBezTo>
                  <a:lnTo>
                    <a:pt x="2596" y="1913"/>
                  </a:lnTo>
                  <a:cubicBezTo>
                    <a:pt x="2239" y="2044"/>
                    <a:pt x="1084" y="2472"/>
                    <a:pt x="298" y="2770"/>
                  </a:cubicBezTo>
                  <a:cubicBezTo>
                    <a:pt x="108" y="2841"/>
                    <a:pt x="1" y="3068"/>
                    <a:pt x="72" y="3258"/>
                  </a:cubicBezTo>
                  <a:lnTo>
                    <a:pt x="1167" y="6139"/>
                  </a:lnTo>
                  <a:cubicBezTo>
                    <a:pt x="1222" y="6285"/>
                    <a:pt x="1368" y="6382"/>
                    <a:pt x="1518" y="6382"/>
                  </a:cubicBezTo>
                  <a:cubicBezTo>
                    <a:pt x="1564" y="6382"/>
                    <a:pt x="1611" y="6373"/>
                    <a:pt x="1656" y="6354"/>
                  </a:cubicBezTo>
                  <a:cubicBezTo>
                    <a:pt x="1906" y="6270"/>
                    <a:pt x="3549" y="5639"/>
                    <a:pt x="3894" y="5508"/>
                  </a:cubicBezTo>
                  <a:lnTo>
                    <a:pt x="4763" y="5175"/>
                  </a:lnTo>
                  <a:cubicBezTo>
                    <a:pt x="4942" y="5104"/>
                    <a:pt x="5049" y="4901"/>
                    <a:pt x="4965" y="4723"/>
                  </a:cubicBezTo>
                  <a:lnTo>
                    <a:pt x="4954" y="4675"/>
                  </a:lnTo>
                  <a:cubicBezTo>
                    <a:pt x="5525" y="4437"/>
                    <a:pt x="5537" y="4413"/>
                    <a:pt x="6120" y="4413"/>
                  </a:cubicBezTo>
                  <a:cubicBezTo>
                    <a:pt x="6204" y="4413"/>
                    <a:pt x="6275" y="4330"/>
                    <a:pt x="6275" y="4246"/>
                  </a:cubicBezTo>
                  <a:cubicBezTo>
                    <a:pt x="6275" y="4151"/>
                    <a:pt x="6204" y="4080"/>
                    <a:pt x="6120" y="4080"/>
                  </a:cubicBezTo>
                  <a:cubicBezTo>
                    <a:pt x="5477" y="4080"/>
                    <a:pt x="5418" y="4127"/>
                    <a:pt x="4834" y="4377"/>
                  </a:cubicBezTo>
                  <a:lnTo>
                    <a:pt x="3989" y="2127"/>
                  </a:lnTo>
                  <a:lnTo>
                    <a:pt x="5073" y="1686"/>
                  </a:lnTo>
                  <a:cubicBezTo>
                    <a:pt x="5294" y="1601"/>
                    <a:pt x="5460" y="1589"/>
                    <a:pt x="6106" y="1589"/>
                  </a:cubicBezTo>
                  <a:cubicBezTo>
                    <a:pt x="6364" y="1589"/>
                    <a:pt x="6699" y="1591"/>
                    <a:pt x="7144" y="1591"/>
                  </a:cubicBezTo>
                  <a:cubicBezTo>
                    <a:pt x="7323" y="1591"/>
                    <a:pt x="7442" y="1651"/>
                    <a:pt x="7513" y="1770"/>
                  </a:cubicBezTo>
                  <a:cubicBezTo>
                    <a:pt x="7573" y="1865"/>
                    <a:pt x="7573" y="1948"/>
                    <a:pt x="7585" y="1984"/>
                  </a:cubicBezTo>
                  <a:cubicBezTo>
                    <a:pt x="7585" y="2044"/>
                    <a:pt x="7549" y="2341"/>
                    <a:pt x="7263" y="2389"/>
                  </a:cubicBezTo>
                  <a:cubicBezTo>
                    <a:pt x="6835" y="2460"/>
                    <a:pt x="5882" y="2591"/>
                    <a:pt x="5882" y="2591"/>
                  </a:cubicBezTo>
                  <a:cubicBezTo>
                    <a:pt x="5787" y="2603"/>
                    <a:pt x="5727" y="2687"/>
                    <a:pt x="5739" y="2770"/>
                  </a:cubicBezTo>
                  <a:cubicBezTo>
                    <a:pt x="5763" y="2841"/>
                    <a:pt x="5823" y="2901"/>
                    <a:pt x="5906" y="2901"/>
                  </a:cubicBezTo>
                  <a:lnTo>
                    <a:pt x="5942" y="2901"/>
                  </a:lnTo>
                  <a:cubicBezTo>
                    <a:pt x="5954" y="2901"/>
                    <a:pt x="6894" y="2770"/>
                    <a:pt x="7335" y="2699"/>
                  </a:cubicBezTo>
                  <a:cubicBezTo>
                    <a:pt x="7740" y="2627"/>
                    <a:pt x="7882" y="2282"/>
                    <a:pt x="7918" y="2056"/>
                  </a:cubicBezTo>
                  <a:lnTo>
                    <a:pt x="9764" y="520"/>
                  </a:lnTo>
                  <a:cubicBezTo>
                    <a:pt x="9875" y="408"/>
                    <a:pt x="10028" y="311"/>
                    <a:pt x="10188" y="311"/>
                  </a:cubicBezTo>
                  <a:cubicBezTo>
                    <a:pt x="10285" y="311"/>
                    <a:pt x="10384" y="347"/>
                    <a:pt x="10478" y="436"/>
                  </a:cubicBezTo>
                  <a:cubicBezTo>
                    <a:pt x="10776" y="734"/>
                    <a:pt x="10502" y="1091"/>
                    <a:pt x="10430" y="1151"/>
                  </a:cubicBezTo>
                  <a:cubicBezTo>
                    <a:pt x="10359" y="1222"/>
                    <a:pt x="8097" y="3651"/>
                    <a:pt x="8097" y="3651"/>
                  </a:cubicBezTo>
                  <a:cubicBezTo>
                    <a:pt x="7763" y="4020"/>
                    <a:pt x="7323" y="4080"/>
                    <a:pt x="7144" y="4092"/>
                  </a:cubicBezTo>
                  <a:lnTo>
                    <a:pt x="6847" y="4092"/>
                  </a:lnTo>
                  <a:cubicBezTo>
                    <a:pt x="6751" y="4092"/>
                    <a:pt x="6680" y="4175"/>
                    <a:pt x="6680" y="4258"/>
                  </a:cubicBezTo>
                  <a:cubicBezTo>
                    <a:pt x="6680" y="4353"/>
                    <a:pt x="6751" y="4425"/>
                    <a:pt x="6847" y="4425"/>
                  </a:cubicBezTo>
                  <a:lnTo>
                    <a:pt x="7156" y="4425"/>
                  </a:lnTo>
                  <a:cubicBezTo>
                    <a:pt x="7382" y="4413"/>
                    <a:pt x="7918" y="4330"/>
                    <a:pt x="8335" y="3877"/>
                  </a:cubicBezTo>
                  <a:cubicBezTo>
                    <a:pt x="10669" y="1377"/>
                    <a:pt x="10669" y="1377"/>
                    <a:pt x="10669" y="1353"/>
                  </a:cubicBezTo>
                  <a:cubicBezTo>
                    <a:pt x="10883" y="1151"/>
                    <a:pt x="11121" y="627"/>
                    <a:pt x="10704" y="210"/>
                  </a:cubicBezTo>
                  <a:cubicBezTo>
                    <a:pt x="10539" y="60"/>
                    <a:pt x="10365" y="0"/>
                    <a:pt x="1019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826699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13">
          <a:extLst>
            <a:ext uri="{FF2B5EF4-FFF2-40B4-BE49-F238E27FC236}">
              <a16:creationId xmlns:a16="http://schemas.microsoft.com/office/drawing/2014/main" id="{87A822BE-5DC7-BAB4-DBC1-9711CDE7DDF8}"/>
            </a:ext>
          </a:extLst>
        </p:cNvPr>
        <p:cNvGrpSpPr/>
        <p:nvPr/>
      </p:nvGrpSpPr>
      <p:grpSpPr>
        <a:xfrm>
          <a:off x="0" y="0"/>
          <a:ext cx="0" cy="0"/>
          <a:chOff x="0" y="0"/>
          <a:chExt cx="0" cy="0"/>
        </a:xfrm>
      </p:grpSpPr>
      <p:pic>
        <p:nvPicPr>
          <p:cNvPr id="614" name="Google Shape;614;p39">
            <a:extLst>
              <a:ext uri="{FF2B5EF4-FFF2-40B4-BE49-F238E27FC236}">
                <a16:creationId xmlns:a16="http://schemas.microsoft.com/office/drawing/2014/main" id="{457546A7-EABA-D8CD-CF80-E084E6588204}"/>
              </a:ext>
            </a:extLst>
          </p:cNvPr>
          <p:cNvPicPr preferRelativeResize="0">
            <a:picLocks noGrp="1"/>
          </p:cNvPicPr>
          <p:nvPr>
            <p:ph type="pic" idx="2"/>
          </p:nvPr>
        </p:nvPicPr>
        <p:blipFill>
          <a:blip r:embed="rId3">
            <a:alphaModFix/>
          </a:blip>
          <a:srcRect/>
          <a:stretch/>
        </p:blipFill>
        <p:spPr>
          <a:xfrm>
            <a:off x="0" y="-14875"/>
            <a:ext cx="9144003" cy="5158501"/>
          </a:xfrm>
          <a:prstGeom prst="rect">
            <a:avLst/>
          </a:prstGeom>
        </p:spPr>
      </p:pic>
      <p:sp>
        <p:nvSpPr>
          <p:cNvPr id="615" name="Google Shape;615;p39">
            <a:extLst>
              <a:ext uri="{FF2B5EF4-FFF2-40B4-BE49-F238E27FC236}">
                <a16:creationId xmlns:a16="http://schemas.microsoft.com/office/drawing/2014/main" id="{A2120953-AF26-18DF-816F-A9F2EE14C941}"/>
              </a:ext>
            </a:extLst>
          </p:cNvPr>
          <p:cNvSpPr txBox="1">
            <a:spLocks noGrp="1"/>
          </p:cNvSpPr>
          <p:nvPr>
            <p:ph type="title"/>
          </p:nvPr>
        </p:nvSpPr>
        <p:spPr>
          <a:xfrm>
            <a:off x="2736156" y="394854"/>
            <a:ext cx="3436044" cy="445448"/>
          </a:xfrm>
          <a:prstGeom prst="rect">
            <a:avLst/>
          </a:prstGeom>
          <a:solidFill>
            <a:srgbClr val="B5F4A4"/>
          </a:solidFill>
        </p:spPr>
        <p:txBody>
          <a:bodyPr spcFirstLastPara="1" wrap="square" lIns="91425" tIns="91425" rIns="91425" bIns="91425" anchor="ctr" anchorCtr="0">
            <a:noAutofit/>
          </a:bodyPr>
          <a:lstStyle/>
          <a:p>
            <a:r>
              <a:rPr lang="en-IN" dirty="0">
                <a:solidFill>
                  <a:schemeClr val="bg1">
                    <a:lumMod val="25000"/>
                  </a:schemeClr>
                </a:solidFill>
              </a:rPr>
              <a:t>Attribution Path </a:t>
            </a:r>
          </a:p>
        </p:txBody>
      </p:sp>
    </p:spTree>
    <p:extLst>
      <p:ext uri="{BB962C8B-B14F-4D97-AF65-F5344CB8AC3E}">
        <p14:creationId xmlns:p14="http://schemas.microsoft.com/office/powerpoint/2010/main" val="19034688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44">
          <a:extLst>
            <a:ext uri="{FF2B5EF4-FFF2-40B4-BE49-F238E27FC236}">
              <a16:creationId xmlns:a16="http://schemas.microsoft.com/office/drawing/2014/main" id="{EED2BEC5-F594-8F26-68BA-8CB11E5F2FFA}"/>
            </a:ext>
          </a:extLst>
        </p:cNvPr>
        <p:cNvGrpSpPr/>
        <p:nvPr/>
      </p:nvGrpSpPr>
      <p:grpSpPr>
        <a:xfrm>
          <a:off x="0" y="0"/>
          <a:ext cx="0" cy="0"/>
          <a:chOff x="0" y="0"/>
          <a:chExt cx="0" cy="0"/>
        </a:xfrm>
      </p:grpSpPr>
      <p:sp>
        <p:nvSpPr>
          <p:cNvPr id="446" name="Google Shape;446;p34">
            <a:extLst>
              <a:ext uri="{FF2B5EF4-FFF2-40B4-BE49-F238E27FC236}">
                <a16:creationId xmlns:a16="http://schemas.microsoft.com/office/drawing/2014/main" id="{BB84D8EA-66E4-B879-757F-38F07D7D9F51}"/>
              </a:ext>
            </a:extLst>
          </p:cNvPr>
          <p:cNvSpPr txBox="1">
            <a:spLocks noGrp="1"/>
          </p:cNvSpPr>
          <p:nvPr>
            <p:ph type="title" idx="2"/>
          </p:nvPr>
        </p:nvSpPr>
        <p:spPr>
          <a:xfrm>
            <a:off x="713251" y="2397345"/>
            <a:ext cx="1886812" cy="30407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600" b="1" dirty="0">
                <a:solidFill>
                  <a:schemeClr val="bg1">
                    <a:lumMod val="25000"/>
                  </a:schemeClr>
                </a:solidFill>
                <a:latin typeface="Asap" panose="020B0604020202020204" charset="0"/>
              </a:rPr>
              <a:t>Early Touchpoints</a:t>
            </a:r>
            <a:endParaRPr sz="1600" b="1" dirty="0">
              <a:solidFill>
                <a:schemeClr val="bg1">
                  <a:lumMod val="25000"/>
                </a:schemeClr>
              </a:solidFill>
              <a:latin typeface="Asap" panose="020B0604020202020204" charset="0"/>
            </a:endParaRPr>
          </a:p>
        </p:txBody>
      </p:sp>
      <p:grpSp>
        <p:nvGrpSpPr>
          <p:cNvPr id="7" name="Group 6">
            <a:extLst>
              <a:ext uri="{FF2B5EF4-FFF2-40B4-BE49-F238E27FC236}">
                <a16:creationId xmlns:a16="http://schemas.microsoft.com/office/drawing/2014/main" id="{B2DF41E0-0181-61B2-63BB-FA502BEA7024}"/>
              </a:ext>
            </a:extLst>
          </p:cNvPr>
          <p:cNvGrpSpPr/>
          <p:nvPr/>
        </p:nvGrpSpPr>
        <p:grpSpPr>
          <a:xfrm>
            <a:off x="0" y="840464"/>
            <a:ext cx="7818119" cy="3672100"/>
            <a:chOff x="0" y="840464"/>
            <a:chExt cx="7818119" cy="3672100"/>
          </a:xfrm>
        </p:grpSpPr>
        <p:pic>
          <p:nvPicPr>
            <p:cNvPr id="450" name="Google Shape;450;p34">
              <a:extLst>
                <a:ext uri="{FF2B5EF4-FFF2-40B4-BE49-F238E27FC236}">
                  <a16:creationId xmlns:a16="http://schemas.microsoft.com/office/drawing/2014/main" id="{634DBE8F-1B93-024D-1C56-6E22B43C8291}"/>
                </a:ext>
              </a:extLst>
            </p:cNvPr>
            <p:cNvPicPr preferRelativeResize="0"/>
            <p:nvPr/>
          </p:nvPicPr>
          <p:blipFill>
            <a:blip r:embed="rId3">
              <a:alphaModFix/>
            </a:blip>
            <a:stretch>
              <a:fillRect/>
            </a:stretch>
          </p:blipFill>
          <p:spPr>
            <a:xfrm>
              <a:off x="0" y="840464"/>
              <a:ext cx="914400" cy="461473"/>
            </a:xfrm>
            <a:prstGeom prst="rect">
              <a:avLst/>
            </a:prstGeom>
            <a:noFill/>
            <a:ln>
              <a:noFill/>
            </a:ln>
          </p:spPr>
        </p:pic>
        <p:pic>
          <p:nvPicPr>
            <p:cNvPr id="451" name="Google Shape;451;p34">
              <a:extLst>
                <a:ext uri="{FF2B5EF4-FFF2-40B4-BE49-F238E27FC236}">
                  <a16:creationId xmlns:a16="http://schemas.microsoft.com/office/drawing/2014/main" id="{7B8265B2-7EE5-0BA0-6B02-EB1CAF1DF194}"/>
                </a:ext>
              </a:extLst>
            </p:cNvPr>
            <p:cNvPicPr preferRelativeResize="0"/>
            <p:nvPr/>
          </p:nvPicPr>
          <p:blipFill>
            <a:blip r:embed="rId4">
              <a:alphaModFix/>
            </a:blip>
            <a:stretch>
              <a:fillRect/>
            </a:stretch>
          </p:blipFill>
          <p:spPr>
            <a:xfrm>
              <a:off x="6903720" y="4055363"/>
              <a:ext cx="914399" cy="457201"/>
            </a:xfrm>
            <a:prstGeom prst="rect">
              <a:avLst/>
            </a:prstGeom>
            <a:noFill/>
            <a:ln>
              <a:noFill/>
            </a:ln>
          </p:spPr>
        </p:pic>
      </p:grpSp>
      <p:grpSp>
        <p:nvGrpSpPr>
          <p:cNvPr id="452" name="Google Shape;452;p34">
            <a:extLst>
              <a:ext uri="{FF2B5EF4-FFF2-40B4-BE49-F238E27FC236}">
                <a16:creationId xmlns:a16="http://schemas.microsoft.com/office/drawing/2014/main" id="{74FACCDE-E0F6-4A85-E40A-67F47EFD8CE4}"/>
              </a:ext>
            </a:extLst>
          </p:cNvPr>
          <p:cNvGrpSpPr/>
          <p:nvPr/>
        </p:nvGrpSpPr>
        <p:grpSpPr>
          <a:xfrm>
            <a:off x="7423692" y="4247755"/>
            <a:ext cx="1463100" cy="640140"/>
            <a:chOff x="667512" y="1847088"/>
            <a:chExt cx="1463100" cy="640140"/>
          </a:xfrm>
        </p:grpSpPr>
        <p:sp>
          <p:nvSpPr>
            <p:cNvPr id="453" name="Google Shape;453;p34">
              <a:extLst>
                <a:ext uri="{FF2B5EF4-FFF2-40B4-BE49-F238E27FC236}">
                  <a16:creationId xmlns:a16="http://schemas.microsoft.com/office/drawing/2014/main" id="{BD4E9121-9E90-4571-801B-0EFCA4D6A87F}"/>
                </a:ext>
              </a:extLst>
            </p:cNvPr>
            <p:cNvSpPr/>
            <p:nvPr/>
          </p:nvSpPr>
          <p:spPr>
            <a:xfrm>
              <a:off x="713225" y="1889475"/>
              <a:ext cx="1371600" cy="548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54" name="Google Shape;454;p34">
              <a:extLst>
                <a:ext uri="{FF2B5EF4-FFF2-40B4-BE49-F238E27FC236}">
                  <a16:creationId xmlns:a16="http://schemas.microsoft.com/office/drawing/2014/main" id="{656F9C79-2C6A-711E-E0F4-FF8E243D6F90}"/>
                </a:ext>
              </a:extLst>
            </p:cNvPr>
            <p:cNvSpPr/>
            <p:nvPr/>
          </p:nvSpPr>
          <p:spPr>
            <a:xfrm>
              <a:off x="2039112" y="184708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55" name="Google Shape;455;p34">
              <a:extLst>
                <a:ext uri="{FF2B5EF4-FFF2-40B4-BE49-F238E27FC236}">
                  <a16:creationId xmlns:a16="http://schemas.microsoft.com/office/drawing/2014/main" id="{4D66D8FB-BB17-C472-BECC-36FDF49F07B6}"/>
                </a:ext>
              </a:extLst>
            </p:cNvPr>
            <p:cNvSpPr/>
            <p:nvPr/>
          </p:nvSpPr>
          <p:spPr>
            <a:xfrm>
              <a:off x="667512" y="184708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56" name="Google Shape;456;p34">
              <a:extLst>
                <a:ext uri="{FF2B5EF4-FFF2-40B4-BE49-F238E27FC236}">
                  <a16:creationId xmlns:a16="http://schemas.microsoft.com/office/drawing/2014/main" id="{43894385-FAF9-0C6A-609C-1428B6D06EFF}"/>
                </a:ext>
              </a:extLst>
            </p:cNvPr>
            <p:cNvSpPr/>
            <p:nvPr/>
          </p:nvSpPr>
          <p:spPr>
            <a:xfrm>
              <a:off x="2039112" y="239572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57" name="Google Shape;457;p34">
              <a:extLst>
                <a:ext uri="{FF2B5EF4-FFF2-40B4-BE49-F238E27FC236}">
                  <a16:creationId xmlns:a16="http://schemas.microsoft.com/office/drawing/2014/main" id="{DBF2B0A8-41E0-D481-7393-F0636863395F}"/>
                </a:ext>
              </a:extLst>
            </p:cNvPr>
            <p:cNvSpPr/>
            <p:nvPr/>
          </p:nvSpPr>
          <p:spPr>
            <a:xfrm>
              <a:off x="667512" y="239572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grpSp>
        <p:nvGrpSpPr>
          <p:cNvPr id="458" name="Google Shape;458;p34">
            <a:extLst>
              <a:ext uri="{FF2B5EF4-FFF2-40B4-BE49-F238E27FC236}">
                <a16:creationId xmlns:a16="http://schemas.microsoft.com/office/drawing/2014/main" id="{51035BBA-3E33-EF0F-F942-446DD6AA89E2}"/>
              </a:ext>
            </a:extLst>
          </p:cNvPr>
          <p:cNvGrpSpPr/>
          <p:nvPr/>
        </p:nvGrpSpPr>
        <p:grpSpPr>
          <a:xfrm>
            <a:off x="7360920" y="630936"/>
            <a:ext cx="1828802" cy="1242059"/>
            <a:chOff x="7360920" y="630936"/>
            <a:chExt cx="1828802" cy="1242059"/>
          </a:xfrm>
        </p:grpSpPr>
        <p:grpSp>
          <p:nvGrpSpPr>
            <p:cNvPr id="459" name="Google Shape;459;p34">
              <a:extLst>
                <a:ext uri="{FF2B5EF4-FFF2-40B4-BE49-F238E27FC236}">
                  <a16:creationId xmlns:a16="http://schemas.microsoft.com/office/drawing/2014/main" id="{BEBEDDB7-D6A6-C748-BB59-C9A514AB313E}"/>
                </a:ext>
              </a:extLst>
            </p:cNvPr>
            <p:cNvGrpSpPr/>
            <p:nvPr/>
          </p:nvGrpSpPr>
          <p:grpSpPr>
            <a:xfrm>
              <a:off x="7360920" y="630936"/>
              <a:ext cx="1828802" cy="1242059"/>
              <a:chOff x="7360920" y="630936"/>
              <a:chExt cx="1828802" cy="1242059"/>
            </a:xfrm>
          </p:grpSpPr>
          <p:pic>
            <p:nvPicPr>
              <p:cNvPr id="460" name="Google Shape;460;p34">
                <a:extLst>
                  <a:ext uri="{FF2B5EF4-FFF2-40B4-BE49-F238E27FC236}">
                    <a16:creationId xmlns:a16="http://schemas.microsoft.com/office/drawing/2014/main" id="{EDFA3EC5-EFFD-2794-F89F-7010E67D729C}"/>
                  </a:ext>
                </a:extLst>
              </p:cNvPr>
              <p:cNvPicPr preferRelativeResize="0"/>
              <p:nvPr/>
            </p:nvPicPr>
            <p:blipFill>
              <a:blip r:embed="rId5">
                <a:alphaModFix/>
              </a:blip>
              <a:stretch>
                <a:fillRect/>
              </a:stretch>
            </p:blipFill>
            <p:spPr>
              <a:xfrm>
                <a:off x="7360920" y="630936"/>
                <a:ext cx="1828802" cy="500002"/>
              </a:xfrm>
              <a:prstGeom prst="rect">
                <a:avLst/>
              </a:prstGeom>
              <a:noFill/>
              <a:ln>
                <a:noFill/>
              </a:ln>
            </p:spPr>
          </p:pic>
          <p:pic>
            <p:nvPicPr>
              <p:cNvPr id="461" name="Google Shape;461;p34">
                <a:extLst>
                  <a:ext uri="{FF2B5EF4-FFF2-40B4-BE49-F238E27FC236}">
                    <a16:creationId xmlns:a16="http://schemas.microsoft.com/office/drawing/2014/main" id="{C0DC1210-1B6D-B82D-D079-0F896B9FC863}"/>
                  </a:ext>
                </a:extLst>
              </p:cNvPr>
              <p:cNvPicPr preferRelativeResize="0"/>
              <p:nvPr/>
            </p:nvPicPr>
            <p:blipFill>
              <a:blip r:embed="rId6">
                <a:alphaModFix/>
              </a:blip>
              <a:stretch>
                <a:fillRect/>
              </a:stretch>
            </p:blipFill>
            <p:spPr>
              <a:xfrm rot="10800000" flipH="1">
                <a:off x="7973515" y="1362455"/>
                <a:ext cx="457200" cy="510540"/>
              </a:xfrm>
              <a:prstGeom prst="rect">
                <a:avLst/>
              </a:prstGeom>
              <a:noFill/>
              <a:ln>
                <a:noFill/>
              </a:ln>
            </p:spPr>
          </p:pic>
        </p:grpSp>
        <p:grpSp>
          <p:nvGrpSpPr>
            <p:cNvPr id="462" name="Google Shape;462;p34">
              <a:extLst>
                <a:ext uri="{FF2B5EF4-FFF2-40B4-BE49-F238E27FC236}">
                  <a16:creationId xmlns:a16="http://schemas.microsoft.com/office/drawing/2014/main" id="{1F87C9EE-2B9D-D7D7-51FA-2FEB7754797D}"/>
                </a:ext>
              </a:extLst>
            </p:cNvPr>
            <p:cNvGrpSpPr/>
            <p:nvPr/>
          </p:nvGrpSpPr>
          <p:grpSpPr>
            <a:xfrm rot="5400000">
              <a:off x="8182367" y="1316694"/>
              <a:ext cx="1006952" cy="91500"/>
              <a:chOff x="712180" y="1362450"/>
              <a:chExt cx="1006953" cy="91500"/>
            </a:xfrm>
          </p:grpSpPr>
          <p:cxnSp>
            <p:nvCxnSpPr>
              <p:cNvPr id="463" name="Google Shape;463;p34">
                <a:extLst>
                  <a:ext uri="{FF2B5EF4-FFF2-40B4-BE49-F238E27FC236}">
                    <a16:creationId xmlns:a16="http://schemas.microsoft.com/office/drawing/2014/main" id="{B6A3C2A0-6945-BB0D-1B4C-8B8CC59D0285}"/>
                  </a:ext>
                </a:extLst>
              </p:cNvPr>
              <p:cNvCxnSpPr/>
              <p:nvPr/>
            </p:nvCxnSpPr>
            <p:spPr>
              <a:xfrm>
                <a:off x="756063" y="1408200"/>
                <a:ext cx="914400" cy="0"/>
              </a:xfrm>
              <a:prstGeom prst="straightConnector1">
                <a:avLst/>
              </a:prstGeom>
              <a:noFill/>
              <a:ln w="9525" cap="rnd" cmpd="sng">
                <a:solidFill>
                  <a:schemeClr val="dk1"/>
                </a:solidFill>
                <a:prstDash val="solid"/>
                <a:round/>
                <a:headEnd type="none" w="med" len="med"/>
                <a:tailEnd type="none" w="med" len="med"/>
              </a:ln>
            </p:spPr>
          </p:cxnSp>
          <p:sp>
            <p:nvSpPr>
              <p:cNvPr id="464" name="Google Shape;464;p34">
                <a:extLst>
                  <a:ext uri="{FF2B5EF4-FFF2-40B4-BE49-F238E27FC236}">
                    <a16:creationId xmlns:a16="http://schemas.microsoft.com/office/drawing/2014/main" id="{54272D69-B638-6533-E2C0-DCE81795457B}"/>
                  </a:ext>
                </a:extLst>
              </p:cNvPr>
              <p:cNvSpPr/>
              <p:nvPr/>
            </p:nvSpPr>
            <p:spPr>
              <a:xfrm>
                <a:off x="1627632"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65" name="Google Shape;465;p34">
                <a:extLst>
                  <a:ext uri="{FF2B5EF4-FFF2-40B4-BE49-F238E27FC236}">
                    <a16:creationId xmlns:a16="http://schemas.microsoft.com/office/drawing/2014/main" id="{737C6B7B-9B87-DA4E-A36A-A02B2C5FD9D1}"/>
                  </a:ext>
                </a:extLst>
              </p:cNvPr>
              <p:cNvSpPr/>
              <p:nvPr/>
            </p:nvSpPr>
            <p:spPr>
              <a:xfrm>
                <a:off x="712180"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grpSp>
      <p:sp>
        <p:nvSpPr>
          <p:cNvPr id="8" name="TextBox 7">
            <a:extLst>
              <a:ext uri="{FF2B5EF4-FFF2-40B4-BE49-F238E27FC236}">
                <a16:creationId xmlns:a16="http://schemas.microsoft.com/office/drawing/2014/main" id="{B9953DBB-693C-D1DE-4604-0E7240E0DE64}"/>
              </a:ext>
            </a:extLst>
          </p:cNvPr>
          <p:cNvSpPr txBox="1"/>
          <p:nvPr/>
        </p:nvSpPr>
        <p:spPr>
          <a:xfrm>
            <a:off x="2353921" y="193448"/>
            <a:ext cx="498764" cy="261610"/>
          </a:xfrm>
          <a:prstGeom prst="rect">
            <a:avLst/>
          </a:prstGeom>
          <a:noFill/>
        </p:spPr>
        <p:txBody>
          <a:bodyPr wrap="square">
            <a:spAutoFit/>
          </a:bodyPr>
          <a:lstStyle/>
          <a:p>
            <a:r>
              <a:rPr lang="en" sz="1100" dirty="0">
                <a:solidFill>
                  <a:schemeClr val="bg1">
                    <a:lumMod val="25000"/>
                  </a:schemeClr>
                </a:solidFill>
              </a:rPr>
              <a:t>Intro</a:t>
            </a:r>
            <a:endParaRPr lang="en-IN" sz="1100" dirty="0">
              <a:solidFill>
                <a:schemeClr val="bg1">
                  <a:lumMod val="25000"/>
                </a:schemeClr>
              </a:solidFill>
            </a:endParaRPr>
          </a:p>
        </p:txBody>
      </p:sp>
      <p:sp>
        <p:nvSpPr>
          <p:cNvPr id="9" name="TextBox 8">
            <a:extLst>
              <a:ext uri="{FF2B5EF4-FFF2-40B4-BE49-F238E27FC236}">
                <a16:creationId xmlns:a16="http://schemas.microsoft.com/office/drawing/2014/main" id="{D8EB1D8E-DDC6-7A08-5272-66414AE56260}"/>
              </a:ext>
            </a:extLst>
          </p:cNvPr>
          <p:cNvSpPr txBox="1"/>
          <p:nvPr/>
        </p:nvSpPr>
        <p:spPr>
          <a:xfrm>
            <a:off x="3302445" y="193448"/>
            <a:ext cx="671449" cy="261610"/>
          </a:xfrm>
          <a:prstGeom prst="rect">
            <a:avLst/>
          </a:prstGeom>
          <a:noFill/>
        </p:spPr>
        <p:txBody>
          <a:bodyPr wrap="square">
            <a:spAutoFit/>
          </a:bodyPr>
          <a:lstStyle/>
          <a:p>
            <a:r>
              <a:rPr lang="en" sz="1100" dirty="0">
                <a:solidFill>
                  <a:schemeClr val="bg1">
                    <a:lumMod val="25000"/>
                  </a:schemeClr>
                </a:solidFill>
              </a:rPr>
              <a:t>Home</a:t>
            </a:r>
            <a:endParaRPr lang="en-IN" sz="1100" dirty="0">
              <a:solidFill>
                <a:schemeClr val="bg1">
                  <a:lumMod val="25000"/>
                </a:schemeClr>
              </a:solidFill>
            </a:endParaRPr>
          </a:p>
        </p:txBody>
      </p:sp>
      <p:sp>
        <p:nvSpPr>
          <p:cNvPr id="10" name="TextBox 9">
            <a:extLst>
              <a:ext uri="{FF2B5EF4-FFF2-40B4-BE49-F238E27FC236}">
                <a16:creationId xmlns:a16="http://schemas.microsoft.com/office/drawing/2014/main" id="{0B60C05B-8E33-3838-E1FA-F3657B40DB38}"/>
              </a:ext>
            </a:extLst>
          </p:cNvPr>
          <p:cNvSpPr txBox="1"/>
          <p:nvPr/>
        </p:nvSpPr>
        <p:spPr>
          <a:xfrm>
            <a:off x="4306899" y="193448"/>
            <a:ext cx="817932" cy="261610"/>
          </a:xfrm>
          <a:prstGeom prst="rect">
            <a:avLst/>
          </a:prstGeom>
          <a:noFill/>
        </p:spPr>
        <p:txBody>
          <a:bodyPr wrap="square">
            <a:spAutoFit/>
          </a:bodyPr>
          <a:lstStyle/>
          <a:p>
            <a:r>
              <a:rPr lang="en-IN" sz="1100" dirty="0">
                <a:solidFill>
                  <a:schemeClr val="bg1">
                    <a:lumMod val="25000"/>
                  </a:schemeClr>
                </a:solidFill>
              </a:rPr>
              <a:t>Reports</a:t>
            </a:r>
          </a:p>
        </p:txBody>
      </p:sp>
      <p:sp>
        <p:nvSpPr>
          <p:cNvPr id="11" name="TextBox 10">
            <a:extLst>
              <a:ext uri="{FF2B5EF4-FFF2-40B4-BE49-F238E27FC236}">
                <a16:creationId xmlns:a16="http://schemas.microsoft.com/office/drawing/2014/main" id="{83FFA205-3989-5BC1-69E9-635F4602D6BC}"/>
              </a:ext>
            </a:extLst>
          </p:cNvPr>
          <p:cNvSpPr txBox="1"/>
          <p:nvPr/>
        </p:nvSpPr>
        <p:spPr>
          <a:xfrm>
            <a:off x="5457835" y="193448"/>
            <a:ext cx="817932" cy="261610"/>
          </a:xfrm>
          <a:prstGeom prst="rect">
            <a:avLst/>
          </a:prstGeom>
          <a:noFill/>
        </p:spPr>
        <p:txBody>
          <a:bodyPr wrap="square">
            <a:spAutoFit/>
          </a:bodyPr>
          <a:lstStyle/>
          <a:p>
            <a:r>
              <a:rPr lang="en-IN" sz="1100" dirty="0">
                <a:solidFill>
                  <a:schemeClr val="bg1">
                    <a:lumMod val="25000"/>
                  </a:schemeClr>
                </a:solidFill>
              </a:rPr>
              <a:t>Explore</a:t>
            </a:r>
          </a:p>
        </p:txBody>
      </p:sp>
      <p:sp>
        <p:nvSpPr>
          <p:cNvPr id="12" name="TextBox 11">
            <a:extLst>
              <a:ext uri="{FF2B5EF4-FFF2-40B4-BE49-F238E27FC236}">
                <a16:creationId xmlns:a16="http://schemas.microsoft.com/office/drawing/2014/main" id="{739DE81E-4CB0-CB1E-156A-55735CA5A60F}"/>
              </a:ext>
            </a:extLst>
          </p:cNvPr>
          <p:cNvSpPr txBox="1"/>
          <p:nvPr/>
        </p:nvSpPr>
        <p:spPr>
          <a:xfrm>
            <a:off x="6608771" y="198928"/>
            <a:ext cx="1016803" cy="261610"/>
          </a:xfrm>
          <a:prstGeom prst="rect">
            <a:avLst/>
          </a:prstGeom>
          <a:noFill/>
        </p:spPr>
        <p:txBody>
          <a:bodyPr wrap="square">
            <a:spAutoFit/>
          </a:bodyPr>
          <a:lstStyle/>
          <a:p>
            <a:r>
              <a:rPr lang="en-IN" sz="1100" dirty="0">
                <a:solidFill>
                  <a:srgbClr val="34A853"/>
                </a:solidFill>
              </a:rPr>
              <a:t>Advertising</a:t>
            </a:r>
          </a:p>
        </p:txBody>
      </p:sp>
      <p:sp>
        <p:nvSpPr>
          <p:cNvPr id="13" name="TextBox 12">
            <a:extLst>
              <a:ext uri="{FF2B5EF4-FFF2-40B4-BE49-F238E27FC236}">
                <a16:creationId xmlns:a16="http://schemas.microsoft.com/office/drawing/2014/main" id="{EB80BCF7-2BCC-9091-BD50-F9DFAEF13F60}"/>
              </a:ext>
            </a:extLst>
          </p:cNvPr>
          <p:cNvSpPr txBox="1"/>
          <p:nvPr/>
        </p:nvSpPr>
        <p:spPr>
          <a:xfrm>
            <a:off x="7958578" y="198928"/>
            <a:ext cx="1016803" cy="261610"/>
          </a:xfrm>
          <a:prstGeom prst="rect">
            <a:avLst/>
          </a:prstGeom>
          <a:noFill/>
        </p:spPr>
        <p:txBody>
          <a:bodyPr wrap="square">
            <a:spAutoFit/>
          </a:bodyPr>
          <a:lstStyle/>
          <a:p>
            <a:r>
              <a:rPr lang="en-US" sz="1100" dirty="0">
                <a:solidFill>
                  <a:schemeClr val="bg1">
                    <a:lumMod val="25000"/>
                  </a:schemeClr>
                </a:solidFill>
              </a:rPr>
              <a:t>L</a:t>
            </a:r>
            <a:r>
              <a:rPr lang="en-IN" sz="1100" dirty="0">
                <a:solidFill>
                  <a:schemeClr val="bg1">
                    <a:lumMod val="25000"/>
                  </a:schemeClr>
                </a:solidFill>
              </a:rPr>
              <a:t>earnings</a:t>
            </a:r>
          </a:p>
        </p:txBody>
      </p:sp>
      <p:sp>
        <p:nvSpPr>
          <p:cNvPr id="14" name="Google Shape;351;p30">
            <a:extLst>
              <a:ext uri="{FF2B5EF4-FFF2-40B4-BE49-F238E27FC236}">
                <a16:creationId xmlns:a16="http://schemas.microsoft.com/office/drawing/2014/main" id="{F74B3C3A-5020-BE0B-21F9-71471EDBC909}"/>
              </a:ext>
            </a:extLst>
          </p:cNvPr>
          <p:cNvSpPr txBox="1">
            <a:spLocks/>
          </p:cNvSpPr>
          <p:nvPr/>
        </p:nvSpPr>
        <p:spPr>
          <a:xfrm>
            <a:off x="713250" y="812012"/>
            <a:ext cx="7717500" cy="6400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1pPr>
            <a:lvl2pPr marR="0" lvl="1"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2pPr>
            <a:lvl3pPr marR="0" lvl="2"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3pPr>
            <a:lvl4pPr marR="0" lvl="3"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4pPr>
            <a:lvl5pPr marR="0" lvl="4"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5pPr>
            <a:lvl6pPr marR="0" lvl="5"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6pPr>
            <a:lvl7pPr marR="0" lvl="6"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7pPr>
            <a:lvl8pPr marR="0" lvl="7"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8pPr>
            <a:lvl9pPr marR="0" lvl="8" algn="l" rtl="0">
              <a:lnSpc>
                <a:spcPct val="100000"/>
              </a:lnSpc>
              <a:spcBef>
                <a:spcPts val="0"/>
              </a:spcBef>
              <a:spcAft>
                <a:spcPts val="0"/>
              </a:spcAft>
              <a:buClr>
                <a:schemeClr val="dk1"/>
              </a:buClr>
              <a:buSzPts val="3000"/>
              <a:buFont typeface="Poppins SemiBold"/>
              <a:buNone/>
              <a:defRPr sz="3000" b="0" i="0" u="none" strike="noStrike" cap="none">
                <a:solidFill>
                  <a:schemeClr val="dk1"/>
                </a:solidFill>
                <a:latin typeface="Poppins SemiBold"/>
                <a:ea typeface="Poppins SemiBold"/>
                <a:cs typeface="Poppins SemiBold"/>
                <a:sym typeface="Poppins SemiBold"/>
              </a:defRPr>
            </a:lvl9pPr>
          </a:lstStyle>
          <a:p>
            <a:r>
              <a:rPr lang="en-IN" dirty="0">
                <a:solidFill>
                  <a:schemeClr val="bg1">
                    <a:lumMod val="25000"/>
                  </a:schemeClr>
                </a:solidFill>
              </a:rPr>
              <a:t>Touch Points</a:t>
            </a:r>
          </a:p>
        </p:txBody>
      </p:sp>
      <p:sp>
        <p:nvSpPr>
          <p:cNvPr id="17" name="Google Shape;588;p37">
            <a:extLst>
              <a:ext uri="{FF2B5EF4-FFF2-40B4-BE49-F238E27FC236}">
                <a16:creationId xmlns:a16="http://schemas.microsoft.com/office/drawing/2014/main" id="{43C789CF-C9E5-6468-0659-E5AE5DFF56C9}"/>
              </a:ext>
            </a:extLst>
          </p:cNvPr>
          <p:cNvSpPr txBox="1">
            <a:spLocks/>
          </p:cNvSpPr>
          <p:nvPr/>
        </p:nvSpPr>
        <p:spPr>
          <a:xfrm>
            <a:off x="560884" y="1840171"/>
            <a:ext cx="7575329" cy="37628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solidFill>
                  <a:schemeClr val="bg1">
                    <a:lumMod val="25000"/>
                  </a:schemeClr>
                </a:solidFill>
                <a:latin typeface="Asap" panose="020B0604020202020204" charset="0"/>
              </a:rPr>
              <a:t>Touchpoints are all the interactions a user has with you brand before completing a conversion   </a:t>
            </a:r>
          </a:p>
        </p:txBody>
      </p:sp>
      <p:sp>
        <p:nvSpPr>
          <p:cNvPr id="18" name="Google Shape;588;p37">
            <a:extLst>
              <a:ext uri="{FF2B5EF4-FFF2-40B4-BE49-F238E27FC236}">
                <a16:creationId xmlns:a16="http://schemas.microsoft.com/office/drawing/2014/main" id="{CE9150B5-7A9D-2D04-63BB-401526218569}"/>
              </a:ext>
            </a:extLst>
          </p:cNvPr>
          <p:cNvSpPr txBox="1">
            <a:spLocks/>
          </p:cNvSpPr>
          <p:nvPr/>
        </p:nvSpPr>
        <p:spPr>
          <a:xfrm>
            <a:off x="2676295" y="2346529"/>
            <a:ext cx="6055298" cy="37628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solidFill>
                  <a:schemeClr val="bg1">
                    <a:lumMod val="25000"/>
                  </a:schemeClr>
                </a:solidFill>
                <a:latin typeface="Asap" panose="020B0604020202020204" charset="0"/>
              </a:rPr>
              <a:t>The very first interaction a user has with the brand (e.g. Google search click)</a:t>
            </a:r>
          </a:p>
        </p:txBody>
      </p:sp>
      <p:sp>
        <p:nvSpPr>
          <p:cNvPr id="20" name="Google Shape;446;p34">
            <a:extLst>
              <a:ext uri="{FF2B5EF4-FFF2-40B4-BE49-F238E27FC236}">
                <a16:creationId xmlns:a16="http://schemas.microsoft.com/office/drawing/2014/main" id="{39611901-102E-7C96-0E27-519DAF6D1EED}"/>
              </a:ext>
            </a:extLst>
          </p:cNvPr>
          <p:cNvSpPr txBox="1">
            <a:spLocks/>
          </p:cNvSpPr>
          <p:nvPr/>
        </p:nvSpPr>
        <p:spPr>
          <a:xfrm>
            <a:off x="713250" y="2972890"/>
            <a:ext cx="1886813" cy="304075"/>
          </a:xfrm>
          <a:prstGeom prst="rect">
            <a:avLst/>
          </a:pr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6000"/>
              <a:buFont typeface="Poppins SemiBold"/>
              <a:buNone/>
              <a:defRPr sz="6000" b="0" i="0" u="none" strike="noStrike" cap="none">
                <a:solidFill>
                  <a:schemeClr val="dk1"/>
                </a:solidFill>
                <a:latin typeface="Poppins SemiBold"/>
                <a:ea typeface="Poppins SemiBold"/>
                <a:cs typeface="Poppins SemiBold"/>
                <a:sym typeface="Poppins SemiBold"/>
              </a:defRPr>
            </a:lvl1pPr>
            <a:lvl2pPr marR="0" lvl="1"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2pPr>
            <a:lvl3pPr marR="0" lvl="2"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3pPr>
            <a:lvl4pPr marR="0" lvl="3"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4pPr>
            <a:lvl5pPr marR="0" lvl="4"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5pPr>
            <a:lvl6pPr marR="0" lvl="5"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6pPr>
            <a:lvl7pPr marR="0" lvl="6"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7pPr>
            <a:lvl8pPr marR="0" lvl="7"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8pPr>
            <a:lvl9pPr marR="0" lvl="8"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9pPr>
          </a:lstStyle>
          <a:p>
            <a:r>
              <a:rPr lang="en-IN" sz="1600" b="1" dirty="0">
                <a:solidFill>
                  <a:schemeClr val="bg1">
                    <a:lumMod val="25000"/>
                  </a:schemeClr>
                </a:solidFill>
                <a:latin typeface="Asap" panose="020B0604020202020204" charset="0"/>
              </a:rPr>
              <a:t>Mid Touchpoints </a:t>
            </a:r>
          </a:p>
        </p:txBody>
      </p:sp>
      <p:sp>
        <p:nvSpPr>
          <p:cNvPr id="21" name="Google Shape;588;p37">
            <a:extLst>
              <a:ext uri="{FF2B5EF4-FFF2-40B4-BE49-F238E27FC236}">
                <a16:creationId xmlns:a16="http://schemas.microsoft.com/office/drawing/2014/main" id="{4A2A248C-3B5C-5795-F4A8-2565D7CDAF7C}"/>
              </a:ext>
            </a:extLst>
          </p:cNvPr>
          <p:cNvSpPr txBox="1">
            <a:spLocks/>
          </p:cNvSpPr>
          <p:nvPr/>
        </p:nvSpPr>
        <p:spPr>
          <a:xfrm>
            <a:off x="2676295" y="2900113"/>
            <a:ext cx="6055298" cy="37628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solidFill>
                  <a:schemeClr val="bg1">
                    <a:lumMod val="25000"/>
                  </a:schemeClr>
                </a:solidFill>
                <a:latin typeface="Asap" panose="020B0604020202020204" charset="0"/>
              </a:rPr>
              <a:t>Interactions happening during their evaluation journey (e.g. Browsing pages, watching videos)</a:t>
            </a:r>
          </a:p>
        </p:txBody>
      </p:sp>
      <p:sp>
        <p:nvSpPr>
          <p:cNvPr id="22" name="Google Shape;446;p34">
            <a:extLst>
              <a:ext uri="{FF2B5EF4-FFF2-40B4-BE49-F238E27FC236}">
                <a16:creationId xmlns:a16="http://schemas.microsoft.com/office/drawing/2014/main" id="{81AF24C7-7E79-6E0F-745D-4AAFAE21B46E}"/>
              </a:ext>
            </a:extLst>
          </p:cNvPr>
          <p:cNvSpPr txBox="1">
            <a:spLocks/>
          </p:cNvSpPr>
          <p:nvPr/>
        </p:nvSpPr>
        <p:spPr>
          <a:xfrm>
            <a:off x="713250" y="3548435"/>
            <a:ext cx="1886848" cy="304075"/>
          </a:xfrm>
          <a:prstGeom prst="rect">
            <a:avLst/>
          </a:pr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6000"/>
              <a:buFont typeface="Poppins SemiBold"/>
              <a:buNone/>
              <a:defRPr sz="6000" b="0" i="0" u="none" strike="noStrike" cap="none">
                <a:solidFill>
                  <a:schemeClr val="dk1"/>
                </a:solidFill>
                <a:latin typeface="Poppins SemiBold"/>
                <a:ea typeface="Poppins SemiBold"/>
                <a:cs typeface="Poppins SemiBold"/>
                <a:sym typeface="Poppins SemiBold"/>
              </a:defRPr>
            </a:lvl1pPr>
            <a:lvl2pPr marR="0" lvl="1"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2pPr>
            <a:lvl3pPr marR="0" lvl="2"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3pPr>
            <a:lvl4pPr marR="0" lvl="3"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4pPr>
            <a:lvl5pPr marR="0" lvl="4"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5pPr>
            <a:lvl6pPr marR="0" lvl="5"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6pPr>
            <a:lvl7pPr marR="0" lvl="6"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7pPr>
            <a:lvl8pPr marR="0" lvl="7"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8pPr>
            <a:lvl9pPr marR="0" lvl="8" algn="ctr" rtl="0">
              <a:lnSpc>
                <a:spcPct val="100000"/>
              </a:lnSpc>
              <a:spcBef>
                <a:spcPts val="0"/>
              </a:spcBef>
              <a:spcAft>
                <a:spcPts val="0"/>
              </a:spcAft>
              <a:buClr>
                <a:schemeClr val="lt1"/>
              </a:buClr>
              <a:buSzPts val="6000"/>
              <a:buFont typeface="Poppins SemiBold"/>
              <a:buNone/>
              <a:defRPr sz="6000" b="0" i="0" u="none" strike="noStrike" cap="none">
                <a:solidFill>
                  <a:schemeClr val="lt1"/>
                </a:solidFill>
                <a:latin typeface="Poppins SemiBold"/>
                <a:ea typeface="Poppins SemiBold"/>
                <a:cs typeface="Poppins SemiBold"/>
                <a:sym typeface="Poppins SemiBold"/>
              </a:defRPr>
            </a:lvl9pPr>
          </a:lstStyle>
          <a:p>
            <a:r>
              <a:rPr lang="en-IN" sz="1600" b="1" dirty="0">
                <a:solidFill>
                  <a:schemeClr val="bg1">
                    <a:lumMod val="25000"/>
                  </a:schemeClr>
                </a:solidFill>
                <a:latin typeface="Asap" panose="020B0604020202020204" charset="0"/>
              </a:rPr>
              <a:t>Late Touchpoints </a:t>
            </a:r>
          </a:p>
        </p:txBody>
      </p:sp>
      <p:sp>
        <p:nvSpPr>
          <p:cNvPr id="23" name="Google Shape;588;p37">
            <a:extLst>
              <a:ext uri="{FF2B5EF4-FFF2-40B4-BE49-F238E27FC236}">
                <a16:creationId xmlns:a16="http://schemas.microsoft.com/office/drawing/2014/main" id="{0D95F2EA-DDCD-6BCF-1208-649896AD7098}"/>
              </a:ext>
            </a:extLst>
          </p:cNvPr>
          <p:cNvSpPr txBox="1">
            <a:spLocks/>
          </p:cNvSpPr>
          <p:nvPr/>
        </p:nvSpPr>
        <p:spPr>
          <a:xfrm>
            <a:off x="2676295" y="3516040"/>
            <a:ext cx="6055298" cy="37628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solidFill>
                  <a:schemeClr val="bg1">
                    <a:lumMod val="25000"/>
                  </a:schemeClr>
                </a:solidFill>
                <a:latin typeface="Asap" panose="020B0604020202020204" charset="0"/>
              </a:rPr>
              <a:t>The final interaction before a user converts (e.g. Final ad click or CTA click)</a:t>
            </a:r>
          </a:p>
        </p:txBody>
      </p:sp>
    </p:spTree>
    <p:extLst>
      <p:ext uri="{BB962C8B-B14F-4D97-AF65-F5344CB8AC3E}">
        <p14:creationId xmlns:p14="http://schemas.microsoft.com/office/powerpoint/2010/main" val="12027181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0">
          <a:extLst>
            <a:ext uri="{FF2B5EF4-FFF2-40B4-BE49-F238E27FC236}">
              <a16:creationId xmlns:a16="http://schemas.microsoft.com/office/drawing/2014/main" id="{C5F4A493-BDEE-96E3-E948-017BA4D2C7CD}"/>
            </a:ext>
          </a:extLst>
        </p:cNvPr>
        <p:cNvGrpSpPr/>
        <p:nvPr/>
      </p:nvGrpSpPr>
      <p:grpSpPr>
        <a:xfrm>
          <a:off x="0" y="0"/>
          <a:ext cx="0" cy="0"/>
          <a:chOff x="0" y="0"/>
          <a:chExt cx="0" cy="0"/>
        </a:xfrm>
      </p:grpSpPr>
      <p:sp>
        <p:nvSpPr>
          <p:cNvPr id="351" name="Google Shape;351;p30">
            <a:extLst>
              <a:ext uri="{FF2B5EF4-FFF2-40B4-BE49-F238E27FC236}">
                <a16:creationId xmlns:a16="http://schemas.microsoft.com/office/drawing/2014/main" id="{9E211201-BD4F-2F02-EA4A-9978E2556A58}"/>
              </a:ext>
            </a:extLst>
          </p:cNvPr>
          <p:cNvSpPr txBox="1">
            <a:spLocks noGrp="1"/>
          </p:cNvSpPr>
          <p:nvPr>
            <p:ph type="title"/>
          </p:nvPr>
        </p:nvSpPr>
        <p:spPr>
          <a:xfrm>
            <a:off x="713225" y="668203"/>
            <a:ext cx="77175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Attribution Models</a:t>
            </a:r>
            <a:endParaRPr dirty="0"/>
          </a:p>
        </p:txBody>
      </p:sp>
      <p:graphicFrame>
        <p:nvGraphicFramePr>
          <p:cNvPr id="353" name="Google Shape;353;p30">
            <a:extLst>
              <a:ext uri="{FF2B5EF4-FFF2-40B4-BE49-F238E27FC236}">
                <a16:creationId xmlns:a16="http://schemas.microsoft.com/office/drawing/2014/main" id="{3474D63A-95D2-84D2-AE00-A054AED9D457}"/>
              </a:ext>
            </a:extLst>
          </p:cNvPr>
          <p:cNvGraphicFramePr/>
          <p:nvPr>
            <p:extLst>
              <p:ext uri="{D42A27DB-BD31-4B8C-83A1-F6EECF244321}">
                <p14:modId xmlns:p14="http://schemas.microsoft.com/office/powerpoint/2010/main" val="1088585365"/>
              </p:ext>
            </p:extLst>
          </p:nvPr>
        </p:nvGraphicFramePr>
        <p:xfrm>
          <a:off x="713225" y="1406236"/>
          <a:ext cx="7656600" cy="2784761"/>
        </p:xfrm>
        <a:graphic>
          <a:graphicData uri="http://schemas.openxmlformats.org/drawingml/2006/table">
            <a:tbl>
              <a:tblPr>
                <a:noFill/>
                <a:tableStyleId>{0C68CCFC-5F13-43B5-951E-A89E0A077A7C}</a:tableStyleId>
              </a:tblPr>
              <a:tblGrid>
                <a:gridCol w="2328600">
                  <a:extLst>
                    <a:ext uri="{9D8B030D-6E8A-4147-A177-3AD203B41FA5}">
                      <a16:colId xmlns:a16="http://schemas.microsoft.com/office/drawing/2014/main" val="20000"/>
                    </a:ext>
                  </a:extLst>
                </a:gridCol>
                <a:gridCol w="5328000">
                  <a:extLst>
                    <a:ext uri="{9D8B030D-6E8A-4147-A177-3AD203B41FA5}">
                      <a16:colId xmlns:a16="http://schemas.microsoft.com/office/drawing/2014/main" val="20001"/>
                    </a:ext>
                  </a:extLst>
                </a:gridCol>
              </a:tblGrid>
              <a:tr h="390533">
                <a:tc>
                  <a:txBody>
                    <a:bodyPr/>
                    <a:lstStyle/>
                    <a:p>
                      <a:pPr marL="0" lvl="0" indent="0" algn="l" rtl="0">
                        <a:spcBef>
                          <a:spcPts val="0"/>
                        </a:spcBef>
                        <a:spcAft>
                          <a:spcPts val="0"/>
                        </a:spcAft>
                        <a:buNone/>
                      </a:pPr>
                      <a:r>
                        <a:rPr lang="en" sz="1000" b="1" u="sng" dirty="0">
                          <a:solidFill>
                            <a:schemeClr val="dk1"/>
                          </a:solidFill>
                          <a:latin typeface="Asap"/>
                          <a:ea typeface="Asap"/>
                          <a:cs typeface="Asap"/>
                          <a:sym typeface="Asap"/>
                        </a:rPr>
                        <a:t>Attribution Models</a:t>
                      </a:r>
                      <a:endParaRPr sz="1000" b="1"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US" sz="1000" b="1" u="sng" dirty="0">
                          <a:solidFill>
                            <a:schemeClr val="dk1"/>
                          </a:solidFill>
                          <a:latin typeface="Asap"/>
                          <a:ea typeface="Asap"/>
                          <a:cs typeface="Asap"/>
                          <a:sym typeface="Asap"/>
                        </a:rPr>
                        <a:t>Description </a:t>
                      </a:r>
                      <a:endParaRPr sz="1000" b="1" u="sng"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41563">
                <a:tc>
                  <a:txBody>
                    <a:bodyPr/>
                    <a:lstStyle/>
                    <a:p>
                      <a:pPr marL="0" lvl="0" indent="0" algn="l" rtl="0">
                        <a:spcBef>
                          <a:spcPts val="0"/>
                        </a:spcBef>
                        <a:spcAft>
                          <a:spcPts val="0"/>
                        </a:spcAft>
                        <a:buNone/>
                      </a:pPr>
                      <a:r>
                        <a:rPr lang="en-US" sz="1000" b="1" dirty="0">
                          <a:solidFill>
                            <a:schemeClr val="dk1"/>
                          </a:solidFill>
                          <a:latin typeface="Asap"/>
                          <a:ea typeface="Asap"/>
                          <a:cs typeface="Asap"/>
                          <a:sym typeface="Asap"/>
                        </a:rPr>
                        <a:t>Last click  </a:t>
                      </a:r>
                      <a:endParaRPr sz="1000" b="1"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1600"/>
                        </a:spcAft>
                        <a:buClr>
                          <a:srgbClr val="000000"/>
                        </a:buClr>
                        <a:buSzTx/>
                        <a:buFont typeface="Arial"/>
                        <a:buNone/>
                        <a:tabLst/>
                        <a:defRPr/>
                      </a:pPr>
                      <a:r>
                        <a:rPr lang="en-US" sz="1000" dirty="0">
                          <a:solidFill>
                            <a:schemeClr val="dk1"/>
                          </a:solidFill>
                          <a:latin typeface="Asap"/>
                          <a:ea typeface="Asap"/>
                          <a:cs typeface="Asap"/>
                          <a:sym typeface="Asap"/>
                        </a:rPr>
                        <a:t>Gives full credit to the last touchpoint before conversion </a:t>
                      </a:r>
                    </a:p>
                  </a:txBody>
                  <a:tcPr marL="91425" marR="91425" marT="0" marB="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3931228060"/>
                  </a:ext>
                </a:extLst>
              </a:tr>
              <a:tr h="390533">
                <a:tc>
                  <a:txBody>
                    <a:bodyPr/>
                    <a:lstStyle/>
                    <a:p>
                      <a:pPr marL="0" lvl="0" indent="0" algn="l" rtl="0">
                        <a:spcBef>
                          <a:spcPts val="0"/>
                        </a:spcBef>
                        <a:spcAft>
                          <a:spcPts val="0"/>
                        </a:spcAft>
                        <a:buNone/>
                      </a:pPr>
                      <a:r>
                        <a:rPr lang="en-US" sz="1000" b="1" dirty="0">
                          <a:solidFill>
                            <a:schemeClr val="dk1"/>
                          </a:solidFill>
                          <a:latin typeface="Asap"/>
                          <a:ea typeface="Asap"/>
                          <a:cs typeface="Asap"/>
                          <a:sym typeface="Asap"/>
                        </a:rPr>
                        <a:t>First click </a:t>
                      </a:r>
                      <a:endParaRPr sz="1000" b="1"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US" sz="1000" dirty="0">
                          <a:solidFill>
                            <a:schemeClr val="dk1"/>
                          </a:solidFill>
                          <a:latin typeface="Asap"/>
                          <a:ea typeface="Asap"/>
                          <a:cs typeface="Asap"/>
                          <a:sym typeface="Asap"/>
                        </a:rPr>
                        <a:t>Assigns all credit to the first interaction in the user journey</a:t>
                      </a:r>
                      <a:endParaRPr sz="1000"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90533">
                <a:tc>
                  <a:txBody>
                    <a:bodyPr/>
                    <a:lstStyle/>
                    <a:p>
                      <a:pPr marL="0" lvl="0" indent="0" algn="l" rtl="0">
                        <a:spcBef>
                          <a:spcPts val="0"/>
                        </a:spcBef>
                        <a:spcAft>
                          <a:spcPts val="0"/>
                        </a:spcAft>
                        <a:buNone/>
                      </a:pPr>
                      <a:r>
                        <a:rPr lang="en-US" sz="1000" b="1" u="none" dirty="0">
                          <a:solidFill>
                            <a:schemeClr val="dk1"/>
                          </a:solidFill>
                          <a:latin typeface="Asap"/>
                          <a:ea typeface="Asap"/>
                          <a:cs typeface="Asap"/>
                          <a:sym typeface="Asap"/>
                        </a:rPr>
                        <a:t>Linear </a:t>
                      </a:r>
                      <a:endParaRPr sz="1000" b="1" u="none"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US" sz="1000" dirty="0">
                          <a:solidFill>
                            <a:schemeClr val="dk1"/>
                          </a:solidFill>
                          <a:latin typeface="Asap"/>
                          <a:ea typeface="Asap"/>
                          <a:cs typeface="Asap"/>
                          <a:sym typeface="Asap"/>
                        </a:rPr>
                        <a:t>Distributes credit equally across all touchpoints </a:t>
                      </a:r>
                      <a:endParaRPr sz="1000"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90533">
                <a:tc>
                  <a:txBody>
                    <a:bodyPr/>
                    <a:lstStyle/>
                    <a:p>
                      <a:pPr marL="0" lvl="0" indent="0" algn="l" rtl="0">
                        <a:spcBef>
                          <a:spcPts val="0"/>
                        </a:spcBef>
                        <a:spcAft>
                          <a:spcPts val="0"/>
                        </a:spcAft>
                        <a:buNone/>
                      </a:pPr>
                      <a:r>
                        <a:rPr lang="en-US" sz="1000" b="1" dirty="0">
                          <a:solidFill>
                            <a:schemeClr val="dk1"/>
                          </a:solidFill>
                          <a:latin typeface="Asap"/>
                          <a:ea typeface="Asap"/>
                          <a:cs typeface="Asap"/>
                          <a:sym typeface="Asap"/>
                        </a:rPr>
                        <a:t>Time Decay </a:t>
                      </a:r>
                      <a:endParaRPr sz="1000" b="1"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US" sz="1000" dirty="0">
                          <a:solidFill>
                            <a:schemeClr val="dk1"/>
                          </a:solidFill>
                          <a:latin typeface="Asap"/>
                          <a:ea typeface="Asap"/>
                          <a:cs typeface="Asap"/>
                          <a:sym typeface="Asap"/>
                        </a:rPr>
                        <a:t>Gives more credit to touchpoints closer to conversion </a:t>
                      </a:r>
                      <a:endParaRPr sz="1000"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90533">
                <a:tc>
                  <a:txBody>
                    <a:bodyPr/>
                    <a:lstStyle/>
                    <a:p>
                      <a:pPr marL="0" lvl="0" indent="0" algn="l" rtl="0">
                        <a:spcBef>
                          <a:spcPts val="0"/>
                        </a:spcBef>
                        <a:spcAft>
                          <a:spcPts val="0"/>
                        </a:spcAft>
                        <a:buNone/>
                      </a:pPr>
                      <a:r>
                        <a:rPr lang="en-US" sz="1000" b="1" u="none" dirty="0">
                          <a:solidFill>
                            <a:schemeClr val="dk1"/>
                          </a:solidFill>
                          <a:latin typeface="Asap"/>
                          <a:ea typeface="Asap"/>
                          <a:cs typeface="Asap"/>
                          <a:sym typeface="Asap"/>
                        </a:rPr>
                        <a:t>Position-Based</a:t>
                      </a:r>
                      <a:endParaRPr sz="1000" b="1" u="none"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sz="1000" dirty="0">
                          <a:solidFill>
                            <a:schemeClr val="dk1"/>
                          </a:solidFill>
                          <a:latin typeface="Asap"/>
                          <a:ea typeface="Asap"/>
                          <a:cs typeface="Asap"/>
                          <a:sym typeface="Asap"/>
                        </a:rPr>
                        <a:t>Assigns 40% credit to first and last touchpoints, with 20% distribution among mid touchpoints </a:t>
                      </a:r>
                      <a:endParaRPr sz="1000"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90533">
                <a:tc>
                  <a:txBody>
                    <a:bodyPr/>
                    <a:lstStyle/>
                    <a:p>
                      <a:pPr marL="0" lvl="0" indent="0" algn="l" rtl="0">
                        <a:spcBef>
                          <a:spcPts val="0"/>
                        </a:spcBef>
                        <a:spcAft>
                          <a:spcPts val="0"/>
                        </a:spcAft>
                        <a:buNone/>
                      </a:pPr>
                      <a:r>
                        <a:rPr lang="en-US" sz="1000" b="1" dirty="0">
                          <a:solidFill>
                            <a:schemeClr val="dk1"/>
                          </a:solidFill>
                          <a:latin typeface="Asap"/>
                          <a:ea typeface="Asap"/>
                          <a:cs typeface="Asap"/>
                          <a:sym typeface="Asap"/>
                        </a:rPr>
                        <a:t>Data Driven </a:t>
                      </a:r>
                      <a:endParaRPr sz="1000" b="1"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1600"/>
                        </a:spcAft>
                        <a:buNone/>
                      </a:pPr>
                      <a:r>
                        <a:rPr lang="en-US" sz="1000" b="0" u="none" dirty="0">
                          <a:solidFill>
                            <a:schemeClr val="dk1"/>
                          </a:solidFill>
                          <a:latin typeface="Asap"/>
                          <a:ea typeface="Asap"/>
                          <a:cs typeface="Asap"/>
                          <a:sym typeface="Asap"/>
                        </a:rPr>
                        <a:t>U</a:t>
                      </a:r>
                      <a:r>
                        <a:rPr lang="en-IN" sz="1000" b="0" u="none" dirty="0">
                          <a:solidFill>
                            <a:schemeClr val="dk1"/>
                          </a:solidFill>
                          <a:latin typeface="Asap"/>
                          <a:ea typeface="Asap"/>
                          <a:cs typeface="Asap"/>
                          <a:sym typeface="Asap"/>
                        </a:rPr>
                        <a:t>se machine learning to assign credit based on actual impact</a:t>
                      </a:r>
                      <a:endParaRPr sz="1000" b="0" u="none" dirty="0">
                        <a:solidFill>
                          <a:schemeClr val="dk1"/>
                        </a:solidFill>
                        <a:latin typeface="Asap"/>
                        <a:ea typeface="Asap"/>
                        <a:cs typeface="Asap"/>
                        <a:sym typeface="Asap"/>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356" name="Google Shape;356;p30">
            <a:extLst>
              <a:ext uri="{FF2B5EF4-FFF2-40B4-BE49-F238E27FC236}">
                <a16:creationId xmlns:a16="http://schemas.microsoft.com/office/drawing/2014/main" id="{E51895F7-A761-19D7-D686-08038624E4B1}"/>
              </a:ext>
            </a:extLst>
          </p:cNvPr>
          <p:cNvPicPr preferRelativeResize="0"/>
          <p:nvPr/>
        </p:nvPicPr>
        <p:blipFill>
          <a:blip r:embed="rId3">
            <a:alphaModFix/>
          </a:blip>
          <a:stretch>
            <a:fillRect/>
          </a:stretch>
        </p:blipFill>
        <p:spPr>
          <a:xfrm>
            <a:off x="397170" y="4142290"/>
            <a:ext cx="640079" cy="640079"/>
          </a:xfrm>
          <a:prstGeom prst="rect">
            <a:avLst/>
          </a:prstGeom>
          <a:noFill/>
          <a:ln>
            <a:noFill/>
          </a:ln>
        </p:spPr>
      </p:pic>
      <p:grpSp>
        <p:nvGrpSpPr>
          <p:cNvPr id="357" name="Google Shape;357;p30">
            <a:extLst>
              <a:ext uri="{FF2B5EF4-FFF2-40B4-BE49-F238E27FC236}">
                <a16:creationId xmlns:a16="http://schemas.microsoft.com/office/drawing/2014/main" id="{8BC27385-26FC-5EA8-DE15-F29D87A61299}"/>
              </a:ext>
            </a:extLst>
          </p:cNvPr>
          <p:cNvGrpSpPr/>
          <p:nvPr/>
        </p:nvGrpSpPr>
        <p:grpSpPr>
          <a:xfrm>
            <a:off x="8238081" y="655413"/>
            <a:ext cx="614322" cy="1359568"/>
            <a:chOff x="7943769" y="304800"/>
            <a:chExt cx="614322" cy="1359568"/>
          </a:xfrm>
        </p:grpSpPr>
        <p:pic>
          <p:nvPicPr>
            <p:cNvPr id="358" name="Google Shape;358;p30">
              <a:extLst>
                <a:ext uri="{FF2B5EF4-FFF2-40B4-BE49-F238E27FC236}">
                  <a16:creationId xmlns:a16="http://schemas.microsoft.com/office/drawing/2014/main" id="{B3D8074D-0B99-FD32-2563-B45772E376C9}"/>
                </a:ext>
              </a:extLst>
            </p:cNvPr>
            <p:cNvPicPr preferRelativeResize="0"/>
            <p:nvPr/>
          </p:nvPicPr>
          <p:blipFill>
            <a:blip r:embed="rId4">
              <a:alphaModFix/>
            </a:blip>
            <a:stretch>
              <a:fillRect/>
            </a:stretch>
          </p:blipFill>
          <p:spPr>
            <a:xfrm>
              <a:off x="8252421" y="304800"/>
              <a:ext cx="305671" cy="1188720"/>
            </a:xfrm>
            <a:prstGeom prst="rect">
              <a:avLst/>
            </a:prstGeom>
            <a:noFill/>
            <a:ln>
              <a:noFill/>
            </a:ln>
          </p:spPr>
        </p:pic>
        <p:grpSp>
          <p:nvGrpSpPr>
            <p:cNvPr id="359" name="Google Shape;359;p30">
              <a:extLst>
                <a:ext uri="{FF2B5EF4-FFF2-40B4-BE49-F238E27FC236}">
                  <a16:creationId xmlns:a16="http://schemas.microsoft.com/office/drawing/2014/main" id="{825731F6-1FCC-8AF7-90AA-66F2A26B4A44}"/>
                </a:ext>
              </a:extLst>
            </p:cNvPr>
            <p:cNvGrpSpPr/>
            <p:nvPr/>
          </p:nvGrpSpPr>
          <p:grpSpPr>
            <a:xfrm>
              <a:off x="7943769" y="1152286"/>
              <a:ext cx="512082" cy="512082"/>
              <a:chOff x="3917134" y="511959"/>
              <a:chExt cx="512082" cy="512082"/>
            </a:xfrm>
          </p:grpSpPr>
          <p:sp>
            <p:nvSpPr>
              <p:cNvPr id="360" name="Google Shape;360;p30">
                <a:extLst>
                  <a:ext uri="{FF2B5EF4-FFF2-40B4-BE49-F238E27FC236}">
                    <a16:creationId xmlns:a16="http://schemas.microsoft.com/office/drawing/2014/main" id="{95592295-1718-FA9D-3954-4C4BB9D207EF}"/>
                  </a:ext>
                </a:extLst>
              </p:cNvPr>
              <p:cNvSpPr/>
              <p:nvPr/>
            </p:nvSpPr>
            <p:spPr>
              <a:xfrm>
                <a:off x="3944575" y="539400"/>
                <a:ext cx="457200" cy="457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nvGrpSpPr>
              <p:cNvPr id="361" name="Google Shape;361;p30">
                <a:extLst>
                  <a:ext uri="{FF2B5EF4-FFF2-40B4-BE49-F238E27FC236}">
                    <a16:creationId xmlns:a16="http://schemas.microsoft.com/office/drawing/2014/main" id="{48ABD9AE-B22B-7242-6F45-15C1F6E80FEF}"/>
                  </a:ext>
                </a:extLst>
              </p:cNvPr>
              <p:cNvGrpSpPr/>
              <p:nvPr/>
            </p:nvGrpSpPr>
            <p:grpSpPr>
              <a:xfrm rot="2700000">
                <a:off x="3992126" y="586951"/>
                <a:ext cx="362097" cy="362097"/>
                <a:chOff x="1726575" y="1666225"/>
                <a:chExt cx="362100" cy="362100"/>
              </a:xfrm>
            </p:grpSpPr>
            <p:cxnSp>
              <p:nvCxnSpPr>
                <p:cNvPr id="362" name="Google Shape;362;p30">
                  <a:extLst>
                    <a:ext uri="{FF2B5EF4-FFF2-40B4-BE49-F238E27FC236}">
                      <a16:creationId xmlns:a16="http://schemas.microsoft.com/office/drawing/2014/main" id="{E432ACB4-ACE3-6AF0-C93D-0A72BB59644B}"/>
                    </a:ext>
                  </a:extLst>
                </p:cNvPr>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363" name="Google Shape;363;p30">
                  <a:extLst>
                    <a:ext uri="{FF2B5EF4-FFF2-40B4-BE49-F238E27FC236}">
                      <a16:creationId xmlns:a16="http://schemas.microsoft.com/office/drawing/2014/main" id="{9A3EA0FF-491A-5BFC-D77E-EA15334440A1}"/>
                    </a:ext>
                  </a:extLst>
                </p:cNvPr>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grpSp>
      <p:sp>
        <p:nvSpPr>
          <p:cNvPr id="11" name="TextBox 10">
            <a:extLst>
              <a:ext uri="{FF2B5EF4-FFF2-40B4-BE49-F238E27FC236}">
                <a16:creationId xmlns:a16="http://schemas.microsoft.com/office/drawing/2014/main" id="{4AB34CC5-27BA-B9EE-B20E-20C53C694F04}"/>
              </a:ext>
            </a:extLst>
          </p:cNvPr>
          <p:cNvSpPr txBox="1"/>
          <p:nvPr/>
        </p:nvSpPr>
        <p:spPr>
          <a:xfrm>
            <a:off x="2353921" y="193448"/>
            <a:ext cx="498764" cy="261610"/>
          </a:xfrm>
          <a:prstGeom prst="rect">
            <a:avLst/>
          </a:prstGeom>
          <a:noFill/>
        </p:spPr>
        <p:txBody>
          <a:bodyPr wrap="square">
            <a:spAutoFit/>
          </a:bodyPr>
          <a:lstStyle/>
          <a:p>
            <a:r>
              <a:rPr lang="en" sz="1100" dirty="0">
                <a:solidFill>
                  <a:schemeClr val="bg1">
                    <a:lumMod val="25000"/>
                  </a:schemeClr>
                </a:solidFill>
              </a:rPr>
              <a:t>Intro</a:t>
            </a:r>
            <a:endParaRPr lang="en-IN" sz="1100" dirty="0">
              <a:solidFill>
                <a:schemeClr val="bg1">
                  <a:lumMod val="25000"/>
                </a:schemeClr>
              </a:solidFill>
            </a:endParaRPr>
          </a:p>
        </p:txBody>
      </p:sp>
      <p:sp>
        <p:nvSpPr>
          <p:cNvPr id="12" name="TextBox 11">
            <a:extLst>
              <a:ext uri="{FF2B5EF4-FFF2-40B4-BE49-F238E27FC236}">
                <a16:creationId xmlns:a16="http://schemas.microsoft.com/office/drawing/2014/main" id="{61C36F0C-BBB2-9277-F3A4-55FB2233A09E}"/>
              </a:ext>
            </a:extLst>
          </p:cNvPr>
          <p:cNvSpPr txBox="1"/>
          <p:nvPr/>
        </p:nvSpPr>
        <p:spPr>
          <a:xfrm>
            <a:off x="3302445" y="193448"/>
            <a:ext cx="671449" cy="261610"/>
          </a:xfrm>
          <a:prstGeom prst="rect">
            <a:avLst/>
          </a:prstGeom>
          <a:noFill/>
        </p:spPr>
        <p:txBody>
          <a:bodyPr wrap="square">
            <a:spAutoFit/>
          </a:bodyPr>
          <a:lstStyle/>
          <a:p>
            <a:r>
              <a:rPr lang="en" sz="1100" dirty="0">
                <a:solidFill>
                  <a:schemeClr val="bg1">
                    <a:lumMod val="25000"/>
                  </a:schemeClr>
                </a:solidFill>
              </a:rPr>
              <a:t>Home</a:t>
            </a:r>
            <a:endParaRPr lang="en-IN" sz="1100" dirty="0">
              <a:solidFill>
                <a:schemeClr val="bg1">
                  <a:lumMod val="25000"/>
                </a:schemeClr>
              </a:solidFill>
            </a:endParaRPr>
          </a:p>
        </p:txBody>
      </p:sp>
      <p:sp>
        <p:nvSpPr>
          <p:cNvPr id="13" name="TextBox 12">
            <a:extLst>
              <a:ext uri="{FF2B5EF4-FFF2-40B4-BE49-F238E27FC236}">
                <a16:creationId xmlns:a16="http://schemas.microsoft.com/office/drawing/2014/main" id="{AAAF9E84-5308-9A5F-1C71-1ACBC07EC43A}"/>
              </a:ext>
            </a:extLst>
          </p:cNvPr>
          <p:cNvSpPr txBox="1"/>
          <p:nvPr/>
        </p:nvSpPr>
        <p:spPr>
          <a:xfrm>
            <a:off x="4306899" y="193448"/>
            <a:ext cx="817932" cy="261610"/>
          </a:xfrm>
          <a:prstGeom prst="rect">
            <a:avLst/>
          </a:prstGeom>
          <a:noFill/>
        </p:spPr>
        <p:txBody>
          <a:bodyPr wrap="square">
            <a:spAutoFit/>
          </a:bodyPr>
          <a:lstStyle/>
          <a:p>
            <a:r>
              <a:rPr lang="en-IN" sz="1100" dirty="0">
                <a:solidFill>
                  <a:schemeClr val="bg1">
                    <a:lumMod val="25000"/>
                  </a:schemeClr>
                </a:solidFill>
              </a:rPr>
              <a:t>Reports</a:t>
            </a:r>
          </a:p>
        </p:txBody>
      </p:sp>
      <p:sp>
        <p:nvSpPr>
          <p:cNvPr id="14" name="TextBox 13">
            <a:extLst>
              <a:ext uri="{FF2B5EF4-FFF2-40B4-BE49-F238E27FC236}">
                <a16:creationId xmlns:a16="http://schemas.microsoft.com/office/drawing/2014/main" id="{C1D01687-ACD1-61EE-2290-C4599EE9980E}"/>
              </a:ext>
            </a:extLst>
          </p:cNvPr>
          <p:cNvSpPr txBox="1"/>
          <p:nvPr/>
        </p:nvSpPr>
        <p:spPr>
          <a:xfrm>
            <a:off x="5457835" y="193448"/>
            <a:ext cx="817932" cy="261610"/>
          </a:xfrm>
          <a:prstGeom prst="rect">
            <a:avLst/>
          </a:prstGeom>
          <a:noFill/>
        </p:spPr>
        <p:txBody>
          <a:bodyPr wrap="square">
            <a:spAutoFit/>
          </a:bodyPr>
          <a:lstStyle/>
          <a:p>
            <a:r>
              <a:rPr lang="en-IN" sz="1100" dirty="0">
                <a:solidFill>
                  <a:schemeClr val="bg1">
                    <a:lumMod val="25000"/>
                  </a:schemeClr>
                </a:solidFill>
              </a:rPr>
              <a:t>Explore</a:t>
            </a:r>
          </a:p>
        </p:txBody>
      </p:sp>
      <p:sp>
        <p:nvSpPr>
          <p:cNvPr id="15" name="TextBox 14">
            <a:extLst>
              <a:ext uri="{FF2B5EF4-FFF2-40B4-BE49-F238E27FC236}">
                <a16:creationId xmlns:a16="http://schemas.microsoft.com/office/drawing/2014/main" id="{55B67F08-BA1C-F317-3F5C-09498D1C8FCB}"/>
              </a:ext>
            </a:extLst>
          </p:cNvPr>
          <p:cNvSpPr txBox="1"/>
          <p:nvPr/>
        </p:nvSpPr>
        <p:spPr>
          <a:xfrm>
            <a:off x="6608771" y="198928"/>
            <a:ext cx="1016803" cy="261610"/>
          </a:xfrm>
          <a:prstGeom prst="rect">
            <a:avLst/>
          </a:prstGeom>
          <a:noFill/>
        </p:spPr>
        <p:txBody>
          <a:bodyPr wrap="square">
            <a:spAutoFit/>
          </a:bodyPr>
          <a:lstStyle/>
          <a:p>
            <a:r>
              <a:rPr lang="en-IN" sz="1100" dirty="0">
                <a:solidFill>
                  <a:srgbClr val="34A853"/>
                </a:solidFill>
              </a:rPr>
              <a:t>Advertising</a:t>
            </a:r>
          </a:p>
        </p:txBody>
      </p:sp>
      <p:sp>
        <p:nvSpPr>
          <p:cNvPr id="16" name="TextBox 15">
            <a:extLst>
              <a:ext uri="{FF2B5EF4-FFF2-40B4-BE49-F238E27FC236}">
                <a16:creationId xmlns:a16="http://schemas.microsoft.com/office/drawing/2014/main" id="{4FD41026-10C6-EC0B-D3A0-DE99BB5E67E2}"/>
              </a:ext>
            </a:extLst>
          </p:cNvPr>
          <p:cNvSpPr txBox="1"/>
          <p:nvPr/>
        </p:nvSpPr>
        <p:spPr>
          <a:xfrm>
            <a:off x="7958578" y="198928"/>
            <a:ext cx="1016803" cy="261610"/>
          </a:xfrm>
          <a:prstGeom prst="rect">
            <a:avLst/>
          </a:prstGeom>
          <a:noFill/>
        </p:spPr>
        <p:txBody>
          <a:bodyPr wrap="square">
            <a:spAutoFit/>
          </a:bodyPr>
          <a:lstStyle/>
          <a:p>
            <a:r>
              <a:rPr lang="en-US" sz="1100" dirty="0">
                <a:solidFill>
                  <a:schemeClr val="bg1">
                    <a:lumMod val="25000"/>
                  </a:schemeClr>
                </a:solidFill>
              </a:rPr>
              <a:t>L</a:t>
            </a:r>
            <a:r>
              <a:rPr lang="en-IN" sz="1100" dirty="0">
                <a:solidFill>
                  <a:schemeClr val="bg1">
                    <a:lumMod val="25000"/>
                  </a:schemeClr>
                </a:solidFill>
              </a:rPr>
              <a:t>earnings</a:t>
            </a:r>
          </a:p>
        </p:txBody>
      </p:sp>
      <p:pic>
        <p:nvPicPr>
          <p:cNvPr id="5" name="Google Shape;853;p48">
            <a:extLst>
              <a:ext uri="{FF2B5EF4-FFF2-40B4-BE49-F238E27FC236}">
                <a16:creationId xmlns:a16="http://schemas.microsoft.com/office/drawing/2014/main" id="{5A1B10C2-4ABF-7E5F-18FC-E623588DD975}"/>
              </a:ext>
            </a:extLst>
          </p:cNvPr>
          <p:cNvPicPr preferRelativeResize="0"/>
          <p:nvPr/>
        </p:nvPicPr>
        <p:blipFill>
          <a:blip r:embed="rId5">
            <a:alphaModFix/>
          </a:blip>
          <a:stretch>
            <a:fillRect/>
          </a:stretch>
        </p:blipFill>
        <p:spPr>
          <a:xfrm rot="10800000">
            <a:off x="8009779" y="4288830"/>
            <a:ext cx="914400" cy="457200"/>
          </a:xfrm>
          <a:prstGeom prst="rect">
            <a:avLst/>
          </a:prstGeom>
          <a:noFill/>
          <a:ln>
            <a:noFill/>
          </a:ln>
        </p:spPr>
      </p:pic>
      <p:grpSp>
        <p:nvGrpSpPr>
          <p:cNvPr id="6" name="Google Shape;855;p48">
            <a:extLst>
              <a:ext uri="{FF2B5EF4-FFF2-40B4-BE49-F238E27FC236}">
                <a16:creationId xmlns:a16="http://schemas.microsoft.com/office/drawing/2014/main" id="{1D9AD283-FEB1-584D-9ACC-81401484434F}"/>
              </a:ext>
            </a:extLst>
          </p:cNvPr>
          <p:cNvGrpSpPr/>
          <p:nvPr/>
        </p:nvGrpSpPr>
        <p:grpSpPr>
          <a:xfrm>
            <a:off x="7463158" y="4564981"/>
            <a:ext cx="1461021" cy="362100"/>
            <a:chOff x="1726575" y="1666225"/>
            <a:chExt cx="1461021" cy="362100"/>
          </a:xfrm>
        </p:grpSpPr>
        <p:grpSp>
          <p:nvGrpSpPr>
            <p:cNvPr id="7" name="Google Shape;856;p48">
              <a:extLst>
                <a:ext uri="{FF2B5EF4-FFF2-40B4-BE49-F238E27FC236}">
                  <a16:creationId xmlns:a16="http://schemas.microsoft.com/office/drawing/2014/main" id="{EB332596-01A3-C875-535F-BFE5BEAF64C0}"/>
                </a:ext>
              </a:extLst>
            </p:cNvPr>
            <p:cNvGrpSpPr/>
            <p:nvPr/>
          </p:nvGrpSpPr>
          <p:grpSpPr>
            <a:xfrm>
              <a:off x="1726575" y="1666225"/>
              <a:ext cx="362100" cy="362100"/>
              <a:chOff x="1726575" y="1666225"/>
              <a:chExt cx="362100" cy="362100"/>
            </a:xfrm>
          </p:grpSpPr>
          <p:cxnSp>
            <p:nvCxnSpPr>
              <p:cNvPr id="20" name="Google Shape;857;p48">
                <a:extLst>
                  <a:ext uri="{FF2B5EF4-FFF2-40B4-BE49-F238E27FC236}">
                    <a16:creationId xmlns:a16="http://schemas.microsoft.com/office/drawing/2014/main" id="{94C27619-F5FC-6CCF-6EA0-E8C72866D991}"/>
                  </a:ext>
                </a:extLst>
              </p:cNvPr>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21" name="Google Shape;858;p48">
                <a:extLst>
                  <a:ext uri="{FF2B5EF4-FFF2-40B4-BE49-F238E27FC236}">
                    <a16:creationId xmlns:a16="http://schemas.microsoft.com/office/drawing/2014/main" id="{F7DF297F-C193-3FD7-1EE8-4772525F7CD9}"/>
                  </a:ext>
                </a:extLst>
              </p:cNvPr>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nvGrpSpPr>
            <p:cNvPr id="8" name="Google Shape;859;p48">
              <a:extLst>
                <a:ext uri="{FF2B5EF4-FFF2-40B4-BE49-F238E27FC236}">
                  <a16:creationId xmlns:a16="http://schemas.microsoft.com/office/drawing/2014/main" id="{3B36EDE7-CF78-F24A-E6F7-DF6305CF5661}"/>
                </a:ext>
              </a:extLst>
            </p:cNvPr>
            <p:cNvGrpSpPr/>
            <p:nvPr/>
          </p:nvGrpSpPr>
          <p:grpSpPr>
            <a:xfrm>
              <a:off x="2276036" y="1666225"/>
              <a:ext cx="362100" cy="362100"/>
              <a:chOff x="1726575" y="1666225"/>
              <a:chExt cx="362100" cy="362100"/>
            </a:xfrm>
          </p:grpSpPr>
          <p:cxnSp>
            <p:nvCxnSpPr>
              <p:cNvPr id="18" name="Google Shape;860;p48">
                <a:extLst>
                  <a:ext uri="{FF2B5EF4-FFF2-40B4-BE49-F238E27FC236}">
                    <a16:creationId xmlns:a16="http://schemas.microsoft.com/office/drawing/2014/main" id="{4920CBAE-1EA6-FCF9-68CF-A1805F105328}"/>
                  </a:ext>
                </a:extLst>
              </p:cNvPr>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19" name="Google Shape;861;p48">
                <a:extLst>
                  <a:ext uri="{FF2B5EF4-FFF2-40B4-BE49-F238E27FC236}">
                    <a16:creationId xmlns:a16="http://schemas.microsoft.com/office/drawing/2014/main" id="{06D291A3-41B8-ADE5-353B-B96C9EA0C0F6}"/>
                  </a:ext>
                </a:extLst>
              </p:cNvPr>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nvGrpSpPr>
            <p:cNvPr id="9" name="Google Shape;862;p48">
              <a:extLst>
                <a:ext uri="{FF2B5EF4-FFF2-40B4-BE49-F238E27FC236}">
                  <a16:creationId xmlns:a16="http://schemas.microsoft.com/office/drawing/2014/main" id="{A8D495BB-749F-6B34-66A2-2D5E1BB85BA3}"/>
                </a:ext>
              </a:extLst>
            </p:cNvPr>
            <p:cNvGrpSpPr/>
            <p:nvPr/>
          </p:nvGrpSpPr>
          <p:grpSpPr>
            <a:xfrm>
              <a:off x="2825496" y="1666225"/>
              <a:ext cx="362100" cy="362100"/>
              <a:chOff x="1726575" y="1666225"/>
              <a:chExt cx="362100" cy="362100"/>
            </a:xfrm>
          </p:grpSpPr>
          <p:cxnSp>
            <p:nvCxnSpPr>
              <p:cNvPr id="10" name="Google Shape;863;p48">
                <a:extLst>
                  <a:ext uri="{FF2B5EF4-FFF2-40B4-BE49-F238E27FC236}">
                    <a16:creationId xmlns:a16="http://schemas.microsoft.com/office/drawing/2014/main" id="{9CB6EF99-25AB-4E08-7DE0-9CB8D3A1537E}"/>
                  </a:ext>
                </a:extLst>
              </p:cNvPr>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17" name="Google Shape;864;p48">
                <a:extLst>
                  <a:ext uri="{FF2B5EF4-FFF2-40B4-BE49-F238E27FC236}">
                    <a16:creationId xmlns:a16="http://schemas.microsoft.com/office/drawing/2014/main" id="{1D60219A-2CAE-204F-ECCD-5551435B4AD0}"/>
                  </a:ext>
                </a:extLst>
              </p:cNvPr>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spTree>
    <p:extLst>
      <p:ext uri="{BB962C8B-B14F-4D97-AF65-F5344CB8AC3E}">
        <p14:creationId xmlns:p14="http://schemas.microsoft.com/office/powerpoint/2010/main" val="37423522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44">
          <a:extLst>
            <a:ext uri="{FF2B5EF4-FFF2-40B4-BE49-F238E27FC236}">
              <a16:creationId xmlns:a16="http://schemas.microsoft.com/office/drawing/2014/main" id="{55654E17-ACEF-9A88-5CEF-3FE7887825EE}"/>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7C3093B3-55BF-9710-164C-7D80A5E8DA84}"/>
              </a:ext>
            </a:extLst>
          </p:cNvPr>
          <p:cNvGrpSpPr/>
          <p:nvPr/>
        </p:nvGrpSpPr>
        <p:grpSpPr>
          <a:xfrm>
            <a:off x="0" y="840464"/>
            <a:ext cx="7818119" cy="3672100"/>
            <a:chOff x="0" y="840464"/>
            <a:chExt cx="7818119" cy="3672100"/>
          </a:xfrm>
        </p:grpSpPr>
        <p:pic>
          <p:nvPicPr>
            <p:cNvPr id="450" name="Google Shape;450;p34">
              <a:extLst>
                <a:ext uri="{FF2B5EF4-FFF2-40B4-BE49-F238E27FC236}">
                  <a16:creationId xmlns:a16="http://schemas.microsoft.com/office/drawing/2014/main" id="{17A1E24E-1543-B717-4173-D75B8FED74F7}"/>
                </a:ext>
              </a:extLst>
            </p:cNvPr>
            <p:cNvPicPr preferRelativeResize="0"/>
            <p:nvPr/>
          </p:nvPicPr>
          <p:blipFill>
            <a:blip r:embed="rId3">
              <a:alphaModFix/>
            </a:blip>
            <a:stretch>
              <a:fillRect/>
            </a:stretch>
          </p:blipFill>
          <p:spPr>
            <a:xfrm>
              <a:off x="0" y="840464"/>
              <a:ext cx="914400" cy="461473"/>
            </a:xfrm>
            <a:prstGeom prst="rect">
              <a:avLst/>
            </a:prstGeom>
            <a:noFill/>
            <a:ln>
              <a:noFill/>
            </a:ln>
          </p:spPr>
        </p:pic>
        <p:pic>
          <p:nvPicPr>
            <p:cNvPr id="451" name="Google Shape;451;p34">
              <a:extLst>
                <a:ext uri="{FF2B5EF4-FFF2-40B4-BE49-F238E27FC236}">
                  <a16:creationId xmlns:a16="http://schemas.microsoft.com/office/drawing/2014/main" id="{A6091280-989E-CE9C-2803-430BF57322F5}"/>
                </a:ext>
              </a:extLst>
            </p:cNvPr>
            <p:cNvPicPr preferRelativeResize="0"/>
            <p:nvPr/>
          </p:nvPicPr>
          <p:blipFill>
            <a:blip r:embed="rId4">
              <a:alphaModFix/>
            </a:blip>
            <a:stretch>
              <a:fillRect/>
            </a:stretch>
          </p:blipFill>
          <p:spPr>
            <a:xfrm>
              <a:off x="6903720" y="4055363"/>
              <a:ext cx="914399" cy="457201"/>
            </a:xfrm>
            <a:prstGeom prst="rect">
              <a:avLst/>
            </a:prstGeom>
            <a:noFill/>
            <a:ln>
              <a:noFill/>
            </a:ln>
          </p:spPr>
        </p:pic>
      </p:grpSp>
      <p:grpSp>
        <p:nvGrpSpPr>
          <p:cNvPr id="452" name="Google Shape;452;p34">
            <a:extLst>
              <a:ext uri="{FF2B5EF4-FFF2-40B4-BE49-F238E27FC236}">
                <a16:creationId xmlns:a16="http://schemas.microsoft.com/office/drawing/2014/main" id="{16B23C50-22A3-4CA7-1337-F9BBE1539F4F}"/>
              </a:ext>
            </a:extLst>
          </p:cNvPr>
          <p:cNvGrpSpPr/>
          <p:nvPr/>
        </p:nvGrpSpPr>
        <p:grpSpPr>
          <a:xfrm>
            <a:off x="7423692" y="4247755"/>
            <a:ext cx="1463100" cy="640140"/>
            <a:chOff x="667512" y="1847088"/>
            <a:chExt cx="1463100" cy="640140"/>
          </a:xfrm>
        </p:grpSpPr>
        <p:sp>
          <p:nvSpPr>
            <p:cNvPr id="453" name="Google Shape;453;p34">
              <a:extLst>
                <a:ext uri="{FF2B5EF4-FFF2-40B4-BE49-F238E27FC236}">
                  <a16:creationId xmlns:a16="http://schemas.microsoft.com/office/drawing/2014/main" id="{08AB86B1-80CF-F1D5-1438-115273B43EF8}"/>
                </a:ext>
              </a:extLst>
            </p:cNvPr>
            <p:cNvSpPr/>
            <p:nvPr/>
          </p:nvSpPr>
          <p:spPr>
            <a:xfrm>
              <a:off x="713225" y="1889475"/>
              <a:ext cx="1371600" cy="548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54" name="Google Shape;454;p34">
              <a:extLst>
                <a:ext uri="{FF2B5EF4-FFF2-40B4-BE49-F238E27FC236}">
                  <a16:creationId xmlns:a16="http://schemas.microsoft.com/office/drawing/2014/main" id="{FAE97F35-4B31-F54E-05E4-DB726E705E43}"/>
                </a:ext>
              </a:extLst>
            </p:cNvPr>
            <p:cNvSpPr/>
            <p:nvPr/>
          </p:nvSpPr>
          <p:spPr>
            <a:xfrm>
              <a:off x="2039112" y="184708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55" name="Google Shape;455;p34">
              <a:extLst>
                <a:ext uri="{FF2B5EF4-FFF2-40B4-BE49-F238E27FC236}">
                  <a16:creationId xmlns:a16="http://schemas.microsoft.com/office/drawing/2014/main" id="{69C0347C-7596-CF6A-3BBE-721CA2C0A47D}"/>
                </a:ext>
              </a:extLst>
            </p:cNvPr>
            <p:cNvSpPr/>
            <p:nvPr/>
          </p:nvSpPr>
          <p:spPr>
            <a:xfrm>
              <a:off x="667512" y="184708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56" name="Google Shape;456;p34">
              <a:extLst>
                <a:ext uri="{FF2B5EF4-FFF2-40B4-BE49-F238E27FC236}">
                  <a16:creationId xmlns:a16="http://schemas.microsoft.com/office/drawing/2014/main" id="{4372A618-8AF1-FB2B-AE44-C9F42F4172E3}"/>
                </a:ext>
              </a:extLst>
            </p:cNvPr>
            <p:cNvSpPr/>
            <p:nvPr/>
          </p:nvSpPr>
          <p:spPr>
            <a:xfrm>
              <a:off x="2039112" y="239572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57" name="Google Shape;457;p34">
              <a:extLst>
                <a:ext uri="{FF2B5EF4-FFF2-40B4-BE49-F238E27FC236}">
                  <a16:creationId xmlns:a16="http://schemas.microsoft.com/office/drawing/2014/main" id="{00AF4532-FA96-29AE-27B0-53863EF33430}"/>
                </a:ext>
              </a:extLst>
            </p:cNvPr>
            <p:cNvSpPr/>
            <p:nvPr/>
          </p:nvSpPr>
          <p:spPr>
            <a:xfrm>
              <a:off x="667512" y="239572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grpSp>
        <p:nvGrpSpPr>
          <p:cNvPr id="458" name="Google Shape;458;p34">
            <a:extLst>
              <a:ext uri="{FF2B5EF4-FFF2-40B4-BE49-F238E27FC236}">
                <a16:creationId xmlns:a16="http://schemas.microsoft.com/office/drawing/2014/main" id="{5AEF6B9D-44A1-87BF-CA20-875A11ABF943}"/>
              </a:ext>
            </a:extLst>
          </p:cNvPr>
          <p:cNvGrpSpPr/>
          <p:nvPr/>
        </p:nvGrpSpPr>
        <p:grpSpPr>
          <a:xfrm>
            <a:off x="7360920" y="630936"/>
            <a:ext cx="1828802" cy="1242059"/>
            <a:chOff x="7360920" y="630936"/>
            <a:chExt cx="1828802" cy="1242059"/>
          </a:xfrm>
        </p:grpSpPr>
        <p:grpSp>
          <p:nvGrpSpPr>
            <p:cNvPr id="459" name="Google Shape;459;p34">
              <a:extLst>
                <a:ext uri="{FF2B5EF4-FFF2-40B4-BE49-F238E27FC236}">
                  <a16:creationId xmlns:a16="http://schemas.microsoft.com/office/drawing/2014/main" id="{BA33E3CE-2B9D-DEBB-7474-0363BE2DDE3F}"/>
                </a:ext>
              </a:extLst>
            </p:cNvPr>
            <p:cNvGrpSpPr/>
            <p:nvPr/>
          </p:nvGrpSpPr>
          <p:grpSpPr>
            <a:xfrm>
              <a:off x="7360920" y="630936"/>
              <a:ext cx="1828802" cy="1242059"/>
              <a:chOff x="7360920" y="630936"/>
              <a:chExt cx="1828802" cy="1242059"/>
            </a:xfrm>
          </p:grpSpPr>
          <p:pic>
            <p:nvPicPr>
              <p:cNvPr id="460" name="Google Shape;460;p34">
                <a:extLst>
                  <a:ext uri="{FF2B5EF4-FFF2-40B4-BE49-F238E27FC236}">
                    <a16:creationId xmlns:a16="http://schemas.microsoft.com/office/drawing/2014/main" id="{804CCF16-BF45-0148-D83B-75AFD6E4408A}"/>
                  </a:ext>
                </a:extLst>
              </p:cNvPr>
              <p:cNvPicPr preferRelativeResize="0"/>
              <p:nvPr/>
            </p:nvPicPr>
            <p:blipFill>
              <a:blip r:embed="rId5">
                <a:alphaModFix/>
              </a:blip>
              <a:stretch>
                <a:fillRect/>
              </a:stretch>
            </p:blipFill>
            <p:spPr>
              <a:xfrm>
                <a:off x="7360920" y="630936"/>
                <a:ext cx="1828802" cy="500002"/>
              </a:xfrm>
              <a:prstGeom prst="rect">
                <a:avLst/>
              </a:prstGeom>
              <a:noFill/>
              <a:ln>
                <a:noFill/>
              </a:ln>
            </p:spPr>
          </p:pic>
          <p:pic>
            <p:nvPicPr>
              <p:cNvPr id="461" name="Google Shape;461;p34">
                <a:extLst>
                  <a:ext uri="{FF2B5EF4-FFF2-40B4-BE49-F238E27FC236}">
                    <a16:creationId xmlns:a16="http://schemas.microsoft.com/office/drawing/2014/main" id="{94240175-163C-5EEE-667E-D96664D129FE}"/>
                  </a:ext>
                </a:extLst>
              </p:cNvPr>
              <p:cNvPicPr preferRelativeResize="0"/>
              <p:nvPr/>
            </p:nvPicPr>
            <p:blipFill>
              <a:blip r:embed="rId6">
                <a:alphaModFix/>
              </a:blip>
              <a:stretch>
                <a:fillRect/>
              </a:stretch>
            </p:blipFill>
            <p:spPr>
              <a:xfrm rot="10800000" flipH="1">
                <a:off x="7973515" y="1362455"/>
                <a:ext cx="457200" cy="510540"/>
              </a:xfrm>
              <a:prstGeom prst="rect">
                <a:avLst/>
              </a:prstGeom>
              <a:noFill/>
              <a:ln>
                <a:noFill/>
              </a:ln>
            </p:spPr>
          </p:pic>
        </p:grpSp>
        <p:grpSp>
          <p:nvGrpSpPr>
            <p:cNvPr id="462" name="Google Shape;462;p34">
              <a:extLst>
                <a:ext uri="{FF2B5EF4-FFF2-40B4-BE49-F238E27FC236}">
                  <a16:creationId xmlns:a16="http://schemas.microsoft.com/office/drawing/2014/main" id="{6E4563F9-1627-43D7-2EDE-6F77B899D929}"/>
                </a:ext>
              </a:extLst>
            </p:cNvPr>
            <p:cNvGrpSpPr/>
            <p:nvPr/>
          </p:nvGrpSpPr>
          <p:grpSpPr>
            <a:xfrm rot="5400000">
              <a:off x="8182367" y="1316694"/>
              <a:ext cx="1006952" cy="91500"/>
              <a:chOff x="712180" y="1362450"/>
              <a:chExt cx="1006953" cy="91500"/>
            </a:xfrm>
          </p:grpSpPr>
          <p:cxnSp>
            <p:nvCxnSpPr>
              <p:cNvPr id="463" name="Google Shape;463;p34">
                <a:extLst>
                  <a:ext uri="{FF2B5EF4-FFF2-40B4-BE49-F238E27FC236}">
                    <a16:creationId xmlns:a16="http://schemas.microsoft.com/office/drawing/2014/main" id="{487FB9A9-BCBE-0FD5-A8CA-559D7AA93D8E}"/>
                  </a:ext>
                </a:extLst>
              </p:cNvPr>
              <p:cNvCxnSpPr/>
              <p:nvPr/>
            </p:nvCxnSpPr>
            <p:spPr>
              <a:xfrm>
                <a:off x="756063" y="1408200"/>
                <a:ext cx="914400" cy="0"/>
              </a:xfrm>
              <a:prstGeom prst="straightConnector1">
                <a:avLst/>
              </a:prstGeom>
              <a:noFill/>
              <a:ln w="9525" cap="rnd" cmpd="sng">
                <a:solidFill>
                  <a:schemeClr val="dk1"/>
                </a:solidFill>
                <a:prstDash val="solid"/>
                <a:round/>
                <a:headEnd type="none" w="med" len="med"/>
                <a:tailEnd type="none" w="med" len="med"/>
              </a:ln>
            </p:spPr>
          </p:cxnSp>
          <p:sp>
            <p:nvSpPr>
              <p:cNvPr id="464" name="Google Shape;464;p34">
                <a:extLst>
                  <a:ext uri="{FF2B5EF4-FFF2-40B4-BE49-F238E27FC236}">
                    <a16:creationId xmlns:a16="http://schemas.microsoft.com/office/drawing/2014/main" id="{D813A409-8FBE-B1A8-4197-2DE24402F8AE}"/>
                  </a:ext>
                </a:extLst>
              </p:cNvPr>
              <p:cNvSpPr/>
              <p:nvPr/>
            </p:nvSpPr>
            <p:spPr>
              <a:xfrm>
                <a:off x="1627632"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465" name="Google Shape;465;p34">
                <a:extLst>
                  <a:ext uri="{FF2B5EF4-FFF2-40B4-BE49-F238E27FC236}">
                    <a16:creationId xmlns:a16="http://schemas.microsoft.com/office/drawing/2014/main" id="{061BEBBC-8868-8DDD-A59D-728FDC77C3C2}"/>
                  </a:ext>
                </a:extLst>
              </p:cNvPr>
              <p:cNvSpPr/>
              <p:nvPr/>
            </p:nvSpPr>
            <p:spPr>
              <a:xfrm>
                <a:off x="712180"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grpSp>
      <p:sp>
        <p:nvSpPr>
          <p:cNvPr id="8" name="TextBox 7">
            <a:extLst>
              <a:ext uri="{FF2B5EF4-FFF2-40B4-BE49-F238E27FC236}">
                <a16:creationId xmlns:a16="http://schemas.microsoft.com/office/drawing/2014/main" id="{52B82D8A-261A-BD43-832E-6A50C18A0F62}"/>
              </a:ext>
            </a:extLst>
          </p:cNvPr>
          <p:cNvSpPr txBox="1"/>
          <p:nvPr/>
        </p:nvSpPr>
        <p:spPr>
          <a:xfrm>
            <a:off x="2353921" y="193448"/>
            <a:ext cx="498764" cy="261610"/>
          </a:xfrm>
          <a:prstGeom prst="rect">
            <a:avLst/>
          </a:prstGeom>
          <a:noFill/>
        </p:spPr>
        <p:txBody>
          <a:bodyPr wrap="square">
            <a:spAutoFit/>
          </a:bodyPr>
          <a:lstStyle/>
          <a:p>
            <a:r>
              <a:rPr lang="en" sz="1100" dirty="0">
                <a:solidFill>
                  <a:schemeClr val="bg1">
                    <a:lumMod val="25000"/>
                  </a:schemeClr>
                </a:solidFill>
              </a:rPr>
              <a:t>Intro</a:t>
            </a:r>
            <a:endParaRPr lang="en-IN" sz="1100" dirty="0">
              <a:solidFill>
                <a:schemeClr val="bg1">
                  <a:lumMod val="25000"/>
                </a:schemeClr>
              </a:solidFill>
            </a:endParaRPr>
          </a:p>
        </p:txBody>
      </p:sp>
      <p:sp>
        <p:nvSpPr>
          <p:cNvPr id="9" name="TextBox 8">
            <a:extLst>
              <a:ext uri="{FF2B5EF4-FFF2-40B4-BE49-F238E27FC236}">
                <a16:creationId xmlns:a16="http://schemas.microsoft.com/office/drawing/2014/main" id="{E01E4C79-3477-E180-2744-CAFD53906B87}"/>
              </a:ext>
            </a:extLst>
          </p:cNvPr>
          <p:cNvSpPr txBox="1"/>
          <p:nvPr/>
        </p:nvSpPr>
        <p:spPr>
          <a:xfrm>
            <a:off x="3302445" y="193448"/>
            <a:ext cx="671449" cy="261610"/>
          </a:xfrm>
          <a:prstGeom prst="rect">
            <a:avLst/>
          </a:prstGeom>
          <a:noFill/>
        </p:spPr>
        <p:txBody>
          <a:bodyPr wrap="square">
            <a:spAutoFit/>
          </a:bodyPr>
          <a:lstStyle/>
          <a:p>
            <a:r>
              <a:rPr lang="en" sz="1100" dirty="0">
                <a:solidFill>
                  <a:schemeClr val="bg1">
                    <a:lumMod val="25000"/>
                  </a:schemeClr>
                </a:solidFill>
              </a:rPr>
              <a:t>Home</a:t>
            </a:r>
            <a:endParaRPr lang="en-IN" sz="1100" dirty="0">
              <a:solidFill>
                <a:schemeClr val="bg1">
                  <a:lumMod val="25000"/>
                </a:schemeClr>
              </a:solidFill>
            </a:endParaRPr>
          </a:p>
        </p:txBody>
      </p:sp>
      <p:sp>
        <p:nvSpPr>
          <p:cNvPr id="10" name="TextBox 9">
            <a:extLst>
              <a:ext uri="{FF2B5EF4-FFF2-40B4-BE49-F238E27FC236}">
                <a16:creationId xmlns:a16="http://schemas.microsoft.com/office/drawing/2014/main" id="{63A60F44-5207-0D3E-D038-994B47FED1E2}"/>
              </a:ext>
            </a:extLst>
          </p:cNvPr>
          <p:cNvSpPr txBox="1"/>
          <p:nvPr/>
        </p:nvSpPr>
        <p:spPr>
          <a:xfrm>
            <a:off x="4306899" y="193448"/>
            <a:ext cx="817932" cy="261610"/>
          </a:xfrm>
          <a:prstGeom prst="rect">
            <a:avLst/>
          </a:prstGeom>
          <a:noFill/>
        </p:spPr>
        <p:txBody>
          <a:bodyPr wrap="square">
            <a:spAutoFit/>
          </a:bodyPr>
          <a:lstStyle/>
          <a:p>
            <a:r>
              <a:rPr lang="en-IN" sz="1100" dirty="0">
                <a:solidFill>
                  <a:schemeClr val="bg1">
                    <a:lumMod val="25000"/>
                  </a:schemeClr>
                </a:solidFill>
              </a:rPr>
              <a:t>Reports</a:t>
            </a:r>
          </a:p>
        </p:txBody>
      </p:sp>
      <p:sp>
        <p:nvSpPr>
          <p:cNvPr id="11" name="TextBox 10">
            <a:extLst>
              <a:ext uri="{FF2B5EF4-FFF2-40B4-BE49-F238E27FC236}">
                <a16:creationId xmlns:a16="http://schemas.microsoft.com/office/drawing/2014/main" id="{B80EA426-5624-C57B-EAF5-98132AEE34CC}"/>
              </a:ext>
            </a:extLst>
          </p:cNvPr>
          <p:cNvSpPr txBox="1"/>
          <p:nvPr/>
        </p:nvSpPr>
        <p:spPr>
          <a:xfrm>
            <a:off x="5457835" y="193448"/>
            <a:ext cx="817932" cy="261610"/>
          </a:xfrm>
          <a:prstGeom prst="rect">
            <a:avLst/>
          </a:prstGeom>
          <a:noFill/>
        </p:spPr>
        <p:txBody>
          <a:bodyPr wrap="square">
            <a:spAutoFit/>
          </a:bodyPr>
          <a:lstStyle/>
          <a:p>
            <a:r>
              <a:rPr lang="en-IN" sz="1100" dirty="0">
                <a:solidFill>
                  <a:schemeClr val="bg1">
                    <a:lumMod val="25000"/>
                  </a:schemeClr>
                </a:solidFill>
              </a:rPr>
              <a:t>Explore</a:t>
            </a:r>
          </a:p>
        </p:txBody>
      </p:sp>
      <p:sp>
        <p:nvSpPr>
          <p:cNvPr id="12" name="TextBox 11">
            <a:extLst>
              <a:ext uri="{FF2B5EF4-FFF2-40B4-BE49-F238E27FC236}">
                <a16:creationId xmlns:a16="http://schemas.microsoft.com/office/drawing/2014/main" id="{8BA9126E-4253-7056-F0B5-B6B5C0195924}"/>
              </a:ext>
            </a:extLst>
          </p:cNvPr>
          <p:cNvSpPr txBox="1"/>
          <p:nvPr/>
        </p:nvSpPr>
        <p:spPr>
          <a:xfrm>
            <a:off x="6608771" y="198928"/>
            <a:ext cx="1016803" cy="261610"/>
          </a:xfrm>
          <a:prstGeom prst="rect">
            <a:avLst/>
          </a:prstGeom>
          <a:noFill/>
        </p:spPr>
        <p:txBody>
          <a:bodyPr wrap="square">
            <a:spAutoFit/>
          </a:bodyPr>
          <a:lstStyle/>
          <a:p>
            <a:r>
              <a:rPr lang="en-IN" sz="1100" dirty="0">
                <a:solidFill>
                  <a:srgbClr val="34A853"/>
                </a:solidFill>
              </a:rPr>
              <a:t>Advertising</a:t>
            </a:r>
          </a:p>
        </p:txBody>
      </p:sp>
      <p:sp>
        <p:nvSpPr>
          <p:cNvPr id="13" name="TextBox 12">
            <a:extLst>
              <a:ext uri="{FF2B5EF4-FFF2-40B4-BE49-F238E27FC236}">
                <a16:creationId xmlns:a16="http://schemas.microsoft.com/office/drawing/2014/main" id="{FFD43B58-D9BF-3D1A-C144-F21CC166D478}"/>
              </a:ext>
            </a:extLst>
          </p:cNvPr>
          <p:cNvSpPr txBox="1"/>
          <p:nvPr/>
        </p:nvSpPr>
        <p:spPr>
          <a:xfrm>
            <a:off x="7958578" y="198928"/>
            <a:ext cx="1016803" cy="261610"/>
          </a:xfrm>
          <a:prstGeom prst="rect">
            <a:avLst/>
          </a:prstGeom>
          <a:noFill/>
        </p:spPr>
        <p:txBody>
          <a:bodyPr wrap="square">
            <a:spAutoFit/>
          </a:bodyPr>
          <a:lstStyle/>
          <a:p>
            <a:r>
              <a:rPr lang="en-US" sz="1100" dirty="0">
                <a:solidFill>
                  <a:schemeClr val="bg1">
                    <a:lumMod val="25000"/>
                  </a:schemeClr>
                </a:solidFill>
              </a:rPr>
              <a:t>L</a:t>
            </a:r>
            <a:r>
              <a:rPr lang="en-IN" sz="1100" dirty="0">
                <a:solidFill>
                  <a:schemeClr val="bg1">
                    <a:lumMod val="25000"/>
                  </a:schemeClr>
                </a:solidFill>
              </a:rPr>
              <a:t>earnings</a:t>
            </a:r>
          </a:p>
        </p:txBody>
      </p:sp>
      <p:sp>
        <p:nvSpPr>
          <p:cNvPr id="5" name="Google Shape;386;p32">
            <a:extLst>
              <a:ext uri="{FF2B5EF4-FFF2-40B4-BE49-F238E27FC236}">
                <a16:creationId xmlns:a16="http://schemas.microsoft.com/office/drawing/2014/main" id="{1836F684-84C5-6A4C-61E3-8E2BF82912E4}"/>
              </a:ext>
            </a:extLst>
          </p:cNvPr>
          <p:cNvSpPr txBox="1">
            <a:spLocks/>
          </p:cNvSpPr>
          <p:nvPr/>
        </p:nvSpPr>
        <p:spPr>
          <a:xfrm>
            <a:off x="1223132" y="1937769"/>
            <a:ext cx="6808709" cy="177465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1pPr>
            <a:lvl2pPr marL="914400" marR="0" lvl="1"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2pPr>
            <a:lvl3pPr marL="1371600" marR="0" lvl="2"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3pPr>
            <a:lvl4pPr marL="1828800" marR="0" lvl="3"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4pPr>
            <a:lvl5pPr marL="2286000" marR="0" lvl="4"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5pPr>
            <a:lvl6pPr marL="2743200" marR="0" lvl="5"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6pPr>
            <a:lvl7pPr marL="3200400" marR="0" lvl="6"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7pPr>
            <a:lvl8pPr marL="3657600" marR="0" lvl="7"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8pPr>
            <a:lvl9pPr marL="4114800" marR="0" lvl="8" indent="-304800" algn="ctr" rtl="0">
              <a:lnSpc>
                <a:spcPct val="100000"/>
              </a:lnSpc>
              <a:spcBef>
                <a:spcPts val="0"/>
              </a:spcBef>
              <a:spcAft>
                <a:spcPts val="0"/>
              </a:spcAft>
              <a:buClr>
                <a:schemeClr val="dk1"/>
              </a:buClr>
              <a:buSzPts val="1200"/>
              <a:buFont typeface="Asap"/>
              <a:buNone/>
              <a:defRPr sz="1200" b="0" i="0" u="none" strike="noStrike" cap="none">
                <a:solidFill>
                  <a:schemeClr val="dk1"/>
                </a:solidFill>
                <a:latin typeface="Asap"/>
                <a:ea typeface="Asap"/>
                <a:cs typeface="Asap"/>
                <a:sym typeface="Asap"/>
              </a:defRPr>
            </a:lvl9pPr>
          </a:lstStyle>
          <a:p>
            <a:pPr algn="l">
              <a:spcBef>
                <a:spcPts val="1000"/>
              </a:spcBef>
              <a:buFont typeface="Asap"/>
              <a:buChar char="●"/>
            </a:pPr>
            <a:r>
              <a:rPr lang="en-IN" dirty="0"/>
              <a:t>Attribution models help identify which user interactions (touchpoints) contributed to a conversion.</a:t>
            </a:r>
          </a:p>
          <a:p>
            <a:pPr algn="l">
              <a:spcBef>
                <a:spcPts val="1000"/>
              </a:spcBef>
              <a:buFont typeface="Asap"/>
              <a:buChar char="●"/>
            </a:pPr>
            <a:r>
              <a:rPr lang="en-US" dirty="0"/>
              <a:t>They show how credit is assigned across different steps in the user journey. </a:t>
            </a:r>
          </a:p>
          <a:p>
            <a:pPr algn="l">
              <a:spcBef>
                <a:spcPts val="1000"/>
              </a:spcBef>
              <a:buFont typeface="Asap"/>
              <a:buChar char="●"/>
            </a:pPr>
            <a:r>
              <a:rPr lang="en-US" dirty="0"/>
              <a:t>Useful for understanding which channels, ads or campaigns truly drive results.</a:t>
            </a:r>
          </a:p>
          <a:p>
            <a:pPr algn="l">
              <a:spcBef>
                <a:spcPts val="1000"/>
              </a:spcBef>
              <a:buFont typeface="Asap"/>
              <a:buChar char="●"/>
            </a:pPr>
            <a:r>
              <a:rPr lang="en-US" dirty="0"/>
              <a:t>Helps marketers make smarter decisions and optimize budget based on real impact.</a:t>
            </a:r>
          </a:p>
        </p:txBody>
      </p:sp>
      <p:sp>
        <p:nvSpPr>
          <p:cNvPr id="2" name="Google Shape;351;p30">
            <a:extLst>
              <a:ext uri="{FF2B5EF4-FFF2-40B4-BE49-F238E27FC236}">
                <a16:creationId xmlns:a16="http://schemas.microsoft.com/office/drawing/2014/main" id="{87691314-B69C-B698-96E3-6BA5CE4B1116}"/>
              </a:ext>
            </a:extLst>
          </p:cNvPr>
          <p:cNvSpPr txBox="1">
            <a:spLocks noGrp="1"/>
          </p:cNvSpPr>
          <p:nvPr>
            <p:ph type="title"/>
          </p:nvPr>
        </p:nvSpPr>
        <p:spPr>
          <a:xfrm>
            <a:off x="713225" y="668203"/>
            <a:ext cx="77175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3000" dirty="0"/>
              <a:t>Attribution Models</a:t>
            </a:r>
            <a:endParaRPr sz="3000" dirty="0"/>
          </a:p>
        </p:txBody>
      </p:sp>
    </p:spTree>
    <p:extLst>
      <p:ext uri="{BB962C8B-B14F-4D97-AF65-F5344CB8AC3E}">
        <p14:creationId xmlns:p14="http://schemas.microsoft.com/office/powerpoint/2010/main" val="30973600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13">
          <a:extLst>
            <a:ext uri="{FF2B5EF4-FFF2-40B4-BE49-F238E27FC236}">
              <a16:creationId xmlns:a16="http://schemas.microsoft.com/office/drawing/2014/main" id="{07B1AF66-541C-A7CD-5564-32F17B84263E}"/>
            </a:ext>
          </a:extLst>
        </p:cNvPr>
        <p:cNvGrpSpPr/>
        <p:nvPr/>
      </p:nvGrpSpPr>
      <p:grpSpPr>
        <a:xfrm>
          <a:off x="0" y="0"/>
          <a:ext cx="0" cy="0"/>
          <a:chOff x="0" y="0"/>
          <a:chExt cx="0" cy="0"/>
        </a:xfrm>
      </p:grpSpPr>
      <p:pic>
        <p:nvPicPr>
          <p:cNvPr id="614" name="Google Shape;614;p39">
            <a:extLst>
              <a:ext uri="{FF2B5EF4-FFF2-40B4-BE49-F238E27FC236}">
                <a16:creationId xmlns:a16="http://schemas.microsoft.com/office/drawing/2014/main" id="{670C9126-D96C-D3DA-7132-267FC59A611D}"/>
              </a:ext>
            </a:extLst>
          </p:cNvPr>
          <p:cNvPicPr preferRelativeResize="0">
            <a:picLocks noGrp="1"/>
          </p:cNvPicPr>
          <p:nvPr>
            <p:ph type="pic" idx="2"/>
          </p:nvPr>
        </p:nvPicPr>
        <p:blipFill>
          <a:blip r:embed="rId3">
            <a:alphaModFix/>
          </a:blip>
          <a:srcRect/>
          <a:stretch/>
        </p:blipFill>
        <p:spPr>
          <a:xfrm>
            <a:off x="0" y="-14875"/>
            <a:ext cx="9144003" cy="5158501"/>
          </a:xfrm>
          <a:prstGeom prst="rect">
            <a:avLst/>
          </a:prstGeom>
        </p:spPr>
      </p:pic>
      <p:sp>
        <p:nvSpPr>
          <p:cNvPr id="615" name="Google Shape;615;p39">
            <a:extLst>
              <a:ext uri="{FF2B5EF4-FFF2-40B4-BE49-F238E27FC236}">
                <a16:creationId xmlns:a16="http://schemas.microsoft.com/office/drawing/2014/main" id="{6557E101-06C6-7157-AEE0-5418D410A53E}"/>
              </a:ext>
            </a:extLst>
          </p:cNvPr>
          <p:cNvSpPr txBox="1">
            <a:spLocks noGrp="1"/>
          </p:cNvSpPr>
          <p:nvPr>
            <p:ph type="title"/>
          </p:nvPr>
        </p:nvSpPr>
        <p:spPr>
          <a:xfrm>
            <a:off x="2736156" y="394854"/>
            <a:ext cx="3436044" cy="445448"/>
          </a:xfrm>
          <a:prstGeom prst="rect">
            <a:avLst/>
          </a:prstGeom>
          <a:solidFill>
            <a:srgbClr val="B5F4A4"/>
          </a:solidFill>
        </p:spPr>
        <p:txBody>
          <a:bodyPr spcFirstLastPara="1" wrap="square" lIns="91425" tIns="91425" rIns="91425" bIns="91425" anchor="ctr" anchorCtr="0">
            <a:noAutofit/>
          </a:bodyPr>
          <a:lstStyle/>
          <a:p>
            <a:r>
              <a:rPr lang="en-IN" dirty="0">
                <a:solidFill>
                  <a:schemeClr val="bg1">
                    <a:lumMod val="25000"/>
                  </a:schemeClr>
                </a:solidFill>
              </a:rPr>
              <a:t>Attribution Models </a:t>
            </a:r>
          </a:p>
        </p:txBody>
      </p:sp>
    </p:spTree>
    <p:extLst>
      <p:ext uri="{BB962C8B-B14F-4D97-AF65-F5344CB8AC3E}">
        <p14:creationId xmlns:p14="http://schemas.microsoft.com/office/powerpoint/2010/main" val="38347242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4">
          <a:extLst>
            <a:ext uri="{FF2B5EF4-FFF2-40B4-BE49-F238E27FC236}">
              <a16:creationId xmlns:a16="http://schemas.microsoft.com/office/drawing/2014/main" id="{3EA56897-65C2-B77F-BC0A-FE5EACE47D23}"/>
            </a:ext>
          </a:extLst>
        </p:cNvPr>
        <p:cNvGrpSpPr/>
        <p:nvPr/>
      </p:nvGrpSpPr>
      <p:grpSpPr>
        <a:xfrm>
          <a:off x="0" y="0"/>
          <a:ext cx="0" cy="0"/>
          <a:chOff x="0" y="0"/>
          <a:chExt cx="0" cy="0"/>
        </a:xfrm>
      </p:grpSpPr>
      <p:sp>
        <p:nvSpPr>
          <p:cNvPr id="385" name="Google Shape;385;p32">
            <a:extLst>
              <a:ext uri="{FF2B5EF4-FFF2-40B4-BE49-F238E27FC236}">
                <a16:creationId xmlns:a16="http://schemas.microsoft.com/office/drawing/2014/main" id="{2F05F0F7-9CDF-0B45-1356-1900CD9D880D}"/>
              </a:ext>
            </a:extLst>
          </p:cNvPr>
          <p:cNvSpPr txBox="1">
            <a:spLocks noGrp="1"/>
          </p:cNvSpPr>
          <p:nvPr>
            <p:ph type="title"/>
          </p:nvPr>
        </p:nvSpPr>
        <p:spPr>
          <a:xfrm>
            <a:off x="3846286" y="877733"/>
            <a:ext cx="5023200" cy="65199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M</a:t>
            </a:r>
            <a:r>
              <a:rPr lang="en" dirty="0"/>
              <a:t>y learnings</a:t>
            </a:r>
            <a:endParaRPr dirty="0"/>
          </a:p>
        </p:txBody>
      </p:sp>
      <p:sp>
        <p:nvSpPr>
          <p:cNvPr id="386" name="Google Shape;386;p32">
            <a:extLst>
              <a:ext uri="{FF2B5EF4-FFF2-40B4-BE49-F238E27FC236}">
                <a16:creationId xmlns:a16="http://schemas.microsoft.com/office/drawing/2014/main" id="{07117D7E-FC6D-7618-9D70-450482E87E61}"/>
              </a:ext>
            </a:extLst>
          </p:cNvPr>
          <p:cNvSpPr txBox="1">
            <a:spLocks noGrp="1"/>
          </p:cNvSpPr>
          <p:nvPr>
            <p:ph type="subTitle" idx="1"/>
          </p:nvPr>
        </p:nvSpPr>
        <p:spPr>
          <a:xfrm>
            <a:off x="3846286" y="1638599"/>
            <a:ext cx="5023200" cy="30697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Presenting my understanding on the GA4 as a tool:</a:t>
            </a:r>
          </a:p>
          <a:p>
            <a:pPr marL="457200" lvl="0" indent="-304800" algn="l" rtl="0">
              <a:spcBef>
                <a:spcPts val="1000"/>
              </a:spcBef>
              <a:spcAft>
                <a:spcPts val="0"/>
              </a:spcAft>
              <a:buSzPts val="1200"/>
              <a:buChar char="●"/>
            </a:pPr>
            <a:r>
              <a:rPr lang="en" b="1" dirty="0"/>
              <a:t>Data as a new fuel: </a:t>
            </a:r>
            <a:r>
              <a:rPr lang="en" dirty="0"/>
              <a:t>GA4 provides actionable insights for data driven decision making from user engagement to conversion </a:t>
            </a:r>
          </a:p>
          <a:p>
            <a:pPr lvl="0">
              <a:spcBef>
                <a:spcPts val="1000"/>
              </a:spcBef>
            </a:pPr>
            <a:r>
              <a:rPr lang="en-IN" b="1" dirty="0"/>
              <a:t>Behavioral Insights</a:t>
            </a:r>
            <a:r>
              <a:rPr lang="en" b="1" dirty="0"/>
              <a:t>: </a:t>
            </a:r>
            <a:r>
              <a:rPr lang="en" dirty="0"/>
              <a:t>Understanding user behavior analyzing reports helps track user journeys, rentention and key interaction points</a:t>
            </a:r>
          </a:p>
          <a:p>
            <a:pPr lvl="0">
              <a:spcBef>
                <a:spcPts val="1000"/>
              </a:spcBef>
            </a:pPr>
            <a:r>
              <a:rPr lang="en-IN" b="1" dirty="0"/>
              <a:t>V</a:t>
            </a:r>
            <a:r>
              <a:rPr lang="en" b="1" dirty="0"/>
              <a:t>isual Summary: </a:t>
            </a:r>
            <a:r>
              <a:rPr lang="en" dirty="0"/>
              <a:t>Custom reports enhances data visualization helps with strategic planning and </a:t>
            </a:r>
            <a:r>
              <a:rPr lang="en-US" dirty="0"/>
              <a:t>standard summaries of acquisition, engagement, and monetization </a:t>
            </a:r>
          </a:p>
          <a:p>
            <a:pPr lvl="0">
              <a:spcBef>
                <a:spcPts val="1000"/>
              </a:spcBef>
            </a:pPr>
            <a:r>
              <a:rPr lang="en-US" b="1" dirty="0"/>
              <a:t>Logical strategies: </a:t>
            </a:r>
            <a:r>
              <a:rPr lang="en-US" dirty="0"/>
              <a:t>Attribution models and paths analysis improve campaign effectiveness and helps to make less assumptions </a:t>
            </a:r>
            <a:endParaRPr dirty="0"/>
          </a:p>
        </p:txBody>
      </p:sp>
      <p:pic>
        <p:nvPicPr>
          <p:cNvPr id="387" name="Google Shape;387;p32">
            <a:extLst>
              <a:ext uri="{FF2B5EF4-FFF2-40B4-BE49-F238E27FC236}">
                <a16:creationId xmlns:a16="http://schemas.microsoft.com/office/drawing/2014/main" id="{A2586BD9-E18E-5CA9-2DC7-A53D6AD47AA1}"/>
              </a:ext>
            </a:extLst>
          </p:cNvPr>
          <p:cNvPicPr preferRelativeResize="0">
            <a:picLocks noGrp="1"/>
          </p:cNvPicPr>
          <p:nvPr>
            <p:ph type="pic" idx="2"/>
          </p:nvPr>
        </p:nvPicPr>
        <p:blipFill>
          <a:blip r:embed="rId3">
            <a:alphaModFix/>
          </a:blip>
          <a:srcRect l="29792" r="13380"/>
          <a:stretch>
            <a:fillRect/>
          </a:stretch>
        </p:blipFill>
        <p:spPr>
          <a:xfrm>
            <a:off x="407534" y="808824"/>
            <a:ext cx="3274208" cy="3840601"/>
          </a:xfrm>
          <a:prstGeom prst="rect">
            <a:avLst/>
          </a:prstGeom>
        </p:spPr>
      </p:pic>
      <p:grpSp>
        <p:nvGrpSpPr>
          <p:cNvPr id="388" name="Google Shape;388;p32">
            <a:extLst>
              <a:ext uri="{FF2B5EF4-FFF2-40B4-BE49-F238E27FC236}">
                <a16:creationId xmlns:a16="http://schemas.microsoft.com/office/drawing/2014/main" id="{8EB64685-82AF-C6A5-66E7-2115655FD730}"/>
              </a:ext>
            </a:extLst>
          </p:cNvPr>
          <p:cNvGrpSpPr/>
          <p:nvPr/>
        </p:nvGrpSpPr>
        <p:grpSpPr>
          <a:xfrm>
            <a:off x="2044638" y="4473127"/>
            <a:ext cx="2078790" cy="461473"/>
            <a:chOff x="4480560" y="4187952"/>
            <a:chExt cx="2078790" cy="461473"/>
          </a:xfrm>
        </p:grpSpPr>
        <p:pic>
          <p:nvPicPr>
            <p:cNvPr id="389" name="Google Shape;389;p32">
              <a:extLst>
                <a:ext uri="{FF2B5EF4-FFF2-40B4-BE49-F238E27FC236}">
                  <a16:creationId xmlns:a16="http://schemas.microsoft.com/office/drawing/2014/main" id="{C5AC7BB8-AF36-7B40-B8E5-3FE02C0F6A59}"/>
                </a:ext>
              </a:extLst>
            </p:cNvPr>
            <p:cNvPicPr preferRelativeResize="0"/>
            <p:nvPr/>
          </p:nvPicPr>
          <p:blipFill>
            <a:blip r:embed="rId4">
              <a:alphaModFix/>
            </a:blip>
            <a:stretch>
              <a:fillRect/>
            </a:stretch>
          </p:blipFill>
          <p:spPr>
            <a:xfrm>
              <a:off x="5644950" y="4187952"/>
              <a:ext cx="914400" cy="461473"/>
            </a:xfrm>
            <a:prstGeom prst="rect">
              <a:avLst/>
            </a:prstGeom>
            <a:noFill/>
            <a:ln>
              <a:noFill/>
            </a:ln>
          </p:spPr>
        </p:pic>
        <p:grpSp>
          <p:nvGrpSpPr>
            <p:cNvPr id="390" name="Google Shape;390;p32">
              <a:extLst>
                <a:ext uri="{FF2B5EF4-FFF2-40B4-BE49-F238E27FC236}">
                  <a16:creationId xmlns:a16="http://schemas.microsoft.com/office/drawing/2014/main" id="{6B76B5DE-4099-70B3-002B-8CCA561ADB53}"/>
                </a:ext>
              </a:extLst>
            </p:cNvPr>
            <p:cNvGrpSpPr/>
            <p:nvPr/>
          </p:nvGrpSpPr>
          <p:grpSpPr>
            <a:xfrm>
              <a:off x="4480560" y="4242150"/>
              <a:ext cx="1461021" cy="362100"/>
              <a:chOff x="1726575" y="1666225"/>
              <a:chExt cx="1461021" cy="362100"/>
            </a:xfrm>
          </p:grpSpPr>
          <p:grpSp>
            <p:nvGrpSpPr>
              <p:cNvPr id="391" name="Google Shape;391;p32">
                <a:extLst>
                  <a:ext uri="{FF2B5EF4-FFF2-40B4-BE49-F238E27FC236}">
                    <a16:creationId xmlns:a16="http://schemas.microsoft.com/office/drawing/2014/main" id="{379B270A-85CF-9096-E12C-4F02BA94E7C4}"/>
                  </a:ext>
                </a:extLst>
              </p:cNvPr>
              <p:cNvGrpSpPr/>
              <p:nvPr/>
            </p:nvGrpSpPr>
            <p:grpSpPr>
              <a:xfrm>
                <a:off x="1726575" y="1666225"/>
                <a:ext cx="362100" cy="362100"/>
                <a:chOff x="1726575" y="1666225"/>
                <a:chExt cx="362100" cy="362100"/>
              </a:xfrm>
            </p:grpSpPr>
            <p:cxnSp>
              <p:nvCxnSpPr>
                <p:cNvPr id="392" name="Google Shape;392;p32">
                  <a:extLst>
                    <a:ext uri="{FF2B5EF4-FFF2-40B4-BE49-F238E27FC236}">
                      <a16:creationId xmlns:a16="http://schemas.microsoft.com/office/drawing/2014/main" id="{57B88F29-AB13-B279-8EF2-EBF04469E406}"/>
                    </a:ext>
                  </a:extLst>
                </p:cNvPr>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393" name="Google Shape;393;p32">
                  <a:extLst>
                    <a:ext uri="{FF2B5EF4-FFF2-40B4-BE49-F238E27FC236}">
                      <a16:creationId xmlns:a16="http://schemas.microsoft.com/office/drawing/2014/main" id="{9B814EA4-066A-0669-B870-7FB4D23B6E95}"/>
                    </a:ext>
                  </a:extLst>
                </p:cNvPr>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nvGrpSpPr>
              <p:cNvPr id="394" name="Google Shape;394;p32">
                <a:extLst>
                  <a:ext uri="{FF2B5EF4-FFF2-40B4-BE49-F238E27FC236}">
                    <a16:creationId xmlns:a16="http://schemas.microsoft.com/office/drawing/2014/main" id="{9F2B9268-ECE6-38E7-01C3-6E444941783B}"/>
                  </a:ext>
                </a:extLst>
              </p:cNvPr>
              <p:cNvGrpSpPr/>
              <p:nvPr/>
            </p:nvGrpSpPr>
            <p:grpSpPr>
              <a:xfrm>
                <a:off x="2276036" y="1666225"/>
                <a:ext cx="362100" cy="362100"/>
                <a:chOff x="1726575" y="1666225"/>
                <a:chExt cx="362100" cy="362100"/>
              </a:xfrm>
            </p:grpSpPr>
            <p:cxnSp>
              <p:nvCxnSpPr>
                <p:cNvPr id="395" name="Google Shape;395;p32">
                  <a:extLst>
                    <a:ext uri="{FF2B5EF4-FFF2-40B4-BE49-F238E27FC236}">
                      <a16:creationId xmlns:a16="http://schemas.microsoft.com/office/drawing/2014/main" id="{C061392C-6BAE-A78C-1DC5-3605570CF81E}"/>
                    </a:ext>
                  </a:extLst>
                </p:cNvPr>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396" name="Google Shape;396;p32">
                  <a:extLst>
                    <a:ext uri="{FF2B5EF4-FFF2-40B4-BE49-F238E27FC236}">
                      <a16:creationId xmlns:a16="http://schemas.microsoft.com/office/drawing/2014/main" id="{9B512CF8-E71F-B252-1A22-3E1AA94880B1}"/>
                    </a:ext>
                  </a:extLst>
                </p:cNvPr>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nvGrpSpPr>
              <p:cNvPr id="397" name="Google Shape;397;p32">
                <a:extLst>
                  <a:ext uri="{FF2B5EF4-FFF2-40B4-BE49-F238E27FC236}">
                    <a16:creationId xmlns:a16="http://schemas.microsoft.com/office/drawing/2014/main" id="{C8B0D6FA-F1DD-167F-F78B-DE0E6F3778F5}"/>
                  </a:ext>
                </a:extLst>
              </p:cNvPr>
              <p:cNvGrpSpPr/>
              <p:nvPr/>
            </p:nvGrpSpPr>
            <p:grpSpPr>
              <a:xfrm>
                <a:off x="2825496" y="1666225"/>
                <a:ext cx="362100" cy="362100"/>
                <a:chOff x="1726575" y="1666225"/>
                <a:chExt cx="362100" cy="362100"/>
              </a:xfrm>
            </p:grpSpPr>
            <p:cxnSp>
              <p:nvCxnSpPr>
                <p:cNvPr id="398" name="Google Shape;398;p32">
                  <a:extLst>
                    <a:ext uri="{FF2B5EF4-FFF2-40B4-BE49-F238E27FC236}">
                      <a16:creationId xmlns:a16="http://schemas.microsoft.com/office/drawing/2014/main" id="{C7D33AE2-BBDD-B43D-9D6A-480BE97BD3C4}"/>
                    </a:ext>
                  </a:extLst>
                </p:cNvPr>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399" name="Google Shape;399;p32">
                  <a:extLst>
                    <a:ext uri="{FF2B5EF4-FFF2-40B4-BE49-F238E27FC236}">
                      <a16:creationId xmlns:a16="http://schemas.microsoft.com/office/drawing/2014/main" id="{5F05858E-5A8C-B25B-7AA9-8AD9E435CC7A}"/>
                    </a:ext>
                  </a:extLst>
                </p:cNvPr>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grpSp>
      <p:sp>
        <p:nvSpPr>
          <p:cNvPr id="2" name="TextBox 1">
            <a:extLst>
              <a:ext uri="{FF2B5EF4-FFF2-40B4-BE49-F238E27FC236}">
                <a16:creationId xmlns:a16="http://schemas.microsoft.com/office/drawing/2014/main" id="{F8713623-5ADB-54DF-5CE7-01C8BF710122}"/>
              </a:ext>
            </a:extLst>
          </p:cNvPr>
          <p:cNvSpPr txBox="1"/>
          <p:nvPr/>
        </p:nvSpPr>
        <p:spPr>
          <a:xfrm>
            <a:off x="2353921" y="193448"/>
            <a:ext cx="498764" cy="261610"/>
          </a:xfrm>
          <a:prstGeom prst="rect">
            <a:avLst/>
          </a:prstGeom>
          <a:noFill/>
        </p:spPr>
        <p:txBody>
          <a:bodyPr wrap="square">
            <a:spAutoFit/>
          </a:bodyPr>
          <a:lstStyle/>
          <a:p>
            <a:r>
              <a:rPr lang="en" sz="1100" dirty="0">
                <a:solidFill>
                  <a:schemeClr val="bg1">
                    <a:lumMod val="25000"/>
                  </a:schemeClr>
                </a:solidFill>
              </a:rPr>
              <a:t>Intro</a:t>
            </a:r>
            <a:endParaRPr lang="en-IN" sz="1100" dirty="0">
              <a:solidFill>
                <a:schemeClr val="bg1">
                  <a:lumMod val="25000"/>
                </a:schemeClr>
              </a:solidFill>
            </a:endParaRPr>
          </a:p>
        </p:txBody>
      </p:sp>
      <p:sp>
        <p:nvSpPr>
          <p:cNvPr id="3" name="TextBox 2">
            <a:extLst>
              <a:ext uri="{FF2B5EF4-FFF2-40B4-BE49-F238E27FC236}">
                <a16:creationId xmlns:a16="http://schemas.microsoft.com/office/drawing/2014/main" id="{F8E5465B-32D1-CCCC-3E85-14B5AB47E7E9}"/>
              </a:ext>
            </a:extLst>
          </p:cNvPr>
          <p:cNvSpPr txBox="1"/>
          <p:nvPr/>
        </p:nvSpPr>
        <p:spPr>
          <a:xfrm>
            <a:off x="3302445" y="193448"/>
            <a:ext cx="671449" cy="261610"/>
          </a:xfrm>
          <a:prstGeom prst="rect">
            <a:avLst/>
          </a:prstGeom>
          <a:noFill/>
        </p:spPr>
        <p:txBody>
          <a:bodyPr wrap="square">
            <a:spAutoFit/>
          </a:bodyPr>
          <a:lstStyle/>
          <a:p>
            <a:r>
              <a:rPr lang="en" sz="1100" dirty="0">
                <a:solidFill>
                  <a:schemeClr val="bg1">
                    <a:lumMod val="25000"/>
                  </a:schemeClr>
                </a:solidFill>
              </a:rPr>
              <a:t>Home</a:t>
            </a:r>
            <a:endParaRPr lang="en-IN" sz="1100" dirty="0">
              <a:solidFill>
                <a:schemeClr val="bg1">
                  <a:lumMod val="25000"/>
                </a:schemeClr>
              </a:solidFill>
            </a:endParaRPr>
          </a:p>
        </p:txBody>
      </p:sp>
      <p:sp>
        <p:nvSpPr>
          <p:cNvPr id="4" name="TextBox 3">
            <a:extLst>
              <a:ext uri="{FF2B5EF4-FFF2-40B4-BE49-F238E27FC236}">
                <a16:creationId xmlns:a16="http://schemas.microsoft.com/office/drawing/2014/main" id="{176CB624-6E29-0534-57FA-340261F491F5}"/>
              </a:ext>
            </a:extLst>
          </p:cNvPr>
          <p:cNvSpPr txBox="1"/>
          <p:nvPr/>
        </p:nvSpPr>
        <p:spPr>
          <a:xfrm>
            <a:off x="4306899" y="193448"/>
            <a:ext cx="817932" cy="261610"/>
          </a:xfrm>
          <a:prstGeom prst="rect">
            <a:avLst/>
          </a:prstGeom>
          <a:noFill/>
        </p:spPr>
        <p:txBody>
          <a:bodyPr wrap="square">
            <a:spAutoFit/>
          </a:bodyPr>
          <a:lstStyle/>
          <a:p>
            <a:r>
              <a:rPr lang="en-IN" sz="1100" dirty="0">
                <a:solidFill>
                  <a:schemeClr val="bg1">
                    <a:lumMod val="25000"/>
                  </a:schemeClr>
                </a:solidFill>
              </a:rPr>
              <a:t>Reports</a:t>
            </a:r>
          </a:p>
        </p:txBody>
      </p:sp>
      <p:sp>
        <p:nvSpPr>
          <p:cNvPr id="5" name="TextBox 4">
            <a:extLst>
              <a:ext uri="{FF2B5EF4-FFF2-40B4-BE49-F238E27FC236}">
                <a16:creationId xmlns:a16="http://schemas.microsoft.com/office/drawing/2014/main" id="{67B86727-4070-42AE-079C-7FB0FBB05A99}"/>
              </a:ext>
            </a:extLst>
          </p:cNvPr>
          <p:cNvSpPr txBox="1"/>
          <p:nvPr/>
        </p:nvSpPr>
        <p:spPr>
          <a:xfrm>
            <a:off x="5457835" y="193448"/>
            <a:ext cx="817932" cy="261610"/>
          </a:xfrm>
          <a:prstGeom prst="rect">
            <a:avLst/>
          </a:prstGeom>
          <a:noFill/>
        </p:spPr>
        <p:txBody>
          <a:bodyPr wrap="square">
            <a:spAutoFit/>
          </a:bodyPr>
          <a:lstStyle/>
          <a:p>
            <a:r>
              <a:rPr lang="en-IN" sz="1100" dirty="0">
                <a:solidFill>
                  <a:schemeClr val="bg1">
                    <a:lumMod val="25000"/>
                  </a:schemeClr>
                </a:solidFill>
              </a:rPr>
              <a:t>Explore</a:t>
            </a:r>
          </a:p>
        </p:txBody>
      </p:sp>
      <p:sp>
        <p:nvSpPr>
          <p:cNvPr id="6" name="TextBox 5">
            <a:extLst>
              <a:ext uri="{FF2B5EF4-FFF2-40B4-BE49-F238E27FC236}">
                <a16:creationId xmlns:a16="http://schemas.microsoft.com/office/drawing/2014/main" id="{57D68A96-7A0F-79C8-1145-CA7DF52EB14B}"/>
              </a:ext>
            </a:extLst>
          </p:cNvPr>
          <p:cNvSpPr txBox="1"/>
          <p:nvPr/>
        </p:nvSpPr>
        <p:spPr>
          <a:xfrm>
            <a:off x="6608771" y="198928"/>
            <a:ext cx="1016803" cy="261610"/>
          </a:xfrm>
          <a:prstGeom prst="rect">
            <a:avLst/>
          </a:prstGeom>
          <a:noFill/>
        </p:spPr>
        <p:txBody>
          <a:bodyPr wrap="square">
            <a:spAutoFit/>
          </a:bodyPr>
          <a:lstStyle/>
          <a:p>
            <a:r>
              <a:rPr lang="en-IN" sz="1100" dirty="0">
                <a:solidFill>
                  <a:schemeClr val="bg1">
                    <a:lumMod val="25000"/>
                  </a:schemeClr>
                </a:solidFill>
              </a:rPr>
              <a:t>Advertising</a:t>
            </a:r>
          </a:p>
        </p:txBody>
      </p:sp>
      <p:sp>
        <p:nvSpPr>
          <p:cNvPr id="7" name="TextBox 6">
            <a:extLst>
              <a:ext uri="{FF2B5EF4-FFF2-40B4-BE49-F238E27FC236}">
                <a16:creationId xmlns:a16="http://schemas.microsoft.com/office/drawing/2014/main" id="{9483591F-4719-4577-B24C-67FD94DB7006}"/>
              </a:ext>
            </a:extLst>
          </p:cNvPr>
          <p:cNvSpPr txBox="1"/>
          <p:nvPr/>
        </p:nvSpPr>
        <p:spPr>
          <a:xfrm>
            <a:off x="7958578" y="198928"/>
            <a:ext cx="1016803" cy="261610"/>
          </a:xfrm>
          <a:prstGeom prst="rect">
            <a:avLst/>
          </a:prstGeom>
          <a:noFill/>
        </p:spPr>
        <p:txBody>
          <a:bodyPr wrap="square">
            <a:spAutoFit/>
          </a:bodyPr>
          <a:lstStyle/>
          <a:p>
            <a:r>
              <a:rPr lang="en-US" sz="1100" dirty="0">
                <a:solidFill>
                  <a:srgbClr val="EA4335"/>
                </a:solidFill>
              </a:rPr>
              <a:t>L</a:t>
            </a:r>
            <a:r>
              <a:rPr lang="en-IN" sz="1100" dirty="0">
                <a:solidFill>
                  <a:srgbClr val="EA4335"/>
                </a:solidFill>
              </a:rPr>
              <a:t>earnings</a:t>
            </a:r>
          </a:p>
        </p:txBody>
      </p:sp>
    </p:spTree>
    <p:extLst>
      <p:ext uri="{BB962C8B-B14F-4D97-AF65-F5344CB8AC3E}">
        <p14:creationId xmlns:p14="http://schemas.microsoft.com/office/powerpoint/2010/main" val="6135893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60">
          <a:extLst>
            <a:ext uri="{FF2B5EF4-FFF2-40B4-BE49-F238E27FC236}">
              <a16:creationId xmlns:a16="http://schemas.microsoft.com/office/drawing/2014/main" id="{1FF62655-3D0A-A223-2612-598B5067B727}"/>
            </a:ext>
          </a:extLst>
        </p:cNvPr>
        <p:cNvGrpSpPr/>
        <p:nvPr/>
      </p:nvGrpSpPr>
      <p:grpSpPr>
        <a:xfrm>
          <a:off x="0" y="0"/>
          <a:ext cx="0" cy="0"/>
          <a:chOff x="0" y="0"/>
          <a:chExt cx="0" cy="0"/>
        </a:xfrm>
      </p:grpSpPr>
      <p:sp>
        <p:nvSpPr>
          <p:cNvPr id="661" name="Google Shape;661;p41">
            <a:extLst>
              <a:ext uri="{FF2B5EF4-FFF2-40B4-BE49-F238E27FC236}">
                <a16:creationId xmlns:a16="http://schemas.microsoft.com/office/drawing/2014/main" id="{D030389B-E593-73D6-B9FD-D2C84983AC9B}"/>
              </a:ext>
            </a:extLst>
          </p:cNvPr>
          <p:cNvSpPr txBox="1">
            <a:spLocks noGrp="1"/>
          </p:cNvSpPr>
          <p:nvPr>
            <p:ph type="subTitle" idx="6"/>
          </p:nvPr>
        </p:nvSpPr>
        <p:spPr>
          <a:xfrm>
            <a:off x="1448074" y="3166149"/>
            <a:ext cx="3123925" cy="457200"/>
          </a:xfrm>
          <a:prstGeom prst="rect">
            <a:avLst/>
          </a:prstGeom>
        </p:spPr>
        <p:txBody>
          <a:bodyPr spcFirstLastPara="1" wrap="square" lIns="91425" tIns="91425" rIns="91425" bIns="91425" anchor="b" anchorCtr="0">
            <a:noAutofit/>
          </a:bodyPr>
          <a:lstStyle/>
          <a:p>
            <a:pPr marL="0" lvl="0" indent="0"/>
            <a:r>
              <a:rPr lang="en-US" dirty="0"/>
              <a:t>Platform Improvements </a:t>
            </a:r>
            <a:endParaRPr dirty="0"/>
          </a:p>
        </p:txBody>
      </p:sp>
      <p:sp>
        <p:nvSpPr>
          <p:cNvPr id="662" name="Google Shape;662;p41">
            <a:extLst>
              <a:ext uri="{FF2B5EF4-FFF2-40B4-BE49-F238E27FC236}">
                <a16:creationId xmlns:a16="http://schemas.microsoft.com/office/drawing/2014/main" id="{2F568D37-2A09-411B-31C4-1A7BBD963049}"/>
              </a:ext>
            </a:extLst>
          </p:cNvPr>
          <p:cNvSpPr txBox="1">
            <a:spLocks noGrp="1"/>
          </p:cNvSpPr>
          <p:nvPr>
            <p:ph type="title"/>
          </p:nvPr>
        </p:nvSpPr>
        <p:spPr>
          <a:xfrm>
            <a:off x="713225" y="718359"/>
            <a:ext cx="77175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My A</a:t>
            </a:r>
            <a:r>
              <a:rPr lang="en" dirty="0"/>
              <a:t>ctions </a:t>
            </a:r>
            <a:endParaRPr dirty="0"/>
          </a:p>
        </p:txBody>
      </p:sp>
      <p:sp>
        <p:nvSpPr>
          <p:cNvPr id="663" name="Google Shape;663;p41">
            <a:extLst>
              <a:ext uri="{FF2B5EF4-FFF2-40B4-BE49-F238E27FC236}">
                <a16:creationId xmlns:a16="http://schemas.microsoft.com/office/drawing/2014/main" id="{DAE014D3-7277-9D32-C467-EED7F2C24375}"/>
              </a:ext>
            </a:extLst>
          </p:cNvPr>
          <p:cNvSpPr txBox="1">
            <a:spLocks noGrp="1"/>
          </p:cNvSpPr>
          <p:nvPr>
            <p:ph type="subTitle" idx="1"/>
          </p:nvPr>
        </p:nvSpPr>
        <p:spPr>
          <a:xfrm>
            <a:off x="1448075" y="2068859"/>
            <a:ext cx="2944200" cy="73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GA4 can help us to optimize ad spend, SEO for website with detailed page wise insights as well as user engagement session wise</a:t>
            </a:r>
            <a:endParaRPr dirty="0"/>
          </a:p>
        </p:txBody>
      </p:sp>
      <p:sp>
        <p:nvSpPr>
          <p:cNvPr id="664" name="Google Shape;664;p41">
            <a:extLst>
              <a:ext uri="{FF2B5EF4-FFF2-40B4-BE49-F238E27FC236}">
                <a16:creationId xmlns:a16="http://schemas.microsoft.com/office/drawing/2014/main" id="{00710181-6E96-F85C-CADE-112A50945ACC}"/>
              </a:ext>
            </a:extLst>
          </p:cNvPr>
          <p:cNvSpPr txBox="1">
            <a:spLocks noGrp="1"/>
          </p:cNvSpPr>
          <p:nvPr>
            <p:ph type="subTitle" idx="2"/>
          </p:nvPr>
        </p:nvSpPr>
        <p:spPr>
          <a:xfrm>
            <a:off x="5486274" y="2068859"/>
            <a:ext cx="2944500" cy="731400"/>
          </a:xfrm>
          <a:prstGeom prst="rect">
            <a:avLst/>
          </a:prstGeom>
        </p:spPr>
        <p:txBody>
          <a:bodyPr spcFirstLastPara="1" wrap="square" lIns="91425" tIns="91425" rIns="91425" bIns="91425" anchor="t" anchorCtr="0">
            <a:noAutofit/>
          </a:bodyPr>
          <a:lstStyle/>
          <a:p>
            <a:pPr marL="0" indent="0"/>
            <a:r>
              <a:rPr lang="en-US" dirty="0"/>
              <a:t>With reports we can do </a:t>
            </a:r>
            <a:r>
              <a:rPr lang="en-IN" dirty="0">
                <a:solidFill>
                  <a:schemeClr val="bg1">
                    <a:lumMod val="25000"/>
                  </a:schemeClr>
                </a:solidFill>
              </a:rPr>
              <a:t>comparative analysis with past and present reports and customize according to business needs</a:t>
            </a:r>
          </a:p>
          <a:p>
            <a:pPr marL="0" lvl="0" indent="0" algn="l" rtl="0">
              <a:spcBef>
                <a:spcPts val="0"/>
              </a:spcBef>
              <a:spcAft>
                <a:spcPts val="0"/>
              </a:spcAft>
              <a:buNone/>
            </a:pPr>
            <a:endParaRPr dirty="0"/>
          </a:p>
        </p:txBody>
      </p:sp>
      <p:sp>
        <p:nvSpPr>
          <p:cNvPr id="665" name="Google Shape;665;p41">
            <a:extLst>
              <a:ext uri="{FF2B5EF4-FFF2-40B4-BE49-F238E27FC236}">
                <a16:creationId xmlns:a16="http://schemas.microsoft.com/office/drawing/2014/main" id="{D1E39648-54B6-6C54-3E8B-B67EB4F75753}"/>
              </a:ext>
            </a:extLst>
          </p:cNvPr>
          <p:cNvSpPr txBox="1">
            <a:spLocks noGrp="1"/>
          </p:cNvSpPr>
          <p:nvPr>
            <p:ph type="subTitle" idx="3"/>
          </p:nvPr>
        </p:nvSpPr>
        <p:spPr>
          <a:xfrm>
            <a:off x="1448150" y="3623346"/>
            <a:ext cx="2944200" cy="92787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a:t>
            </a:r>
            <a:r>
              <a:rPr lang="en-IN" dirty="0"/>
              <a:t>A4 shows data regarding the platform and devices people use to interact with our brand so it can tell if we really need an app or not </a:t>
            </a:r>
            <a:endParaRPr dirty="0"/>
          </a:p>
        </p:txBody>
      </p:sp>
      <p:sp>
        <p:nvSpPr>
          <p:cNvPr id="666" name="Google Shape;666;p41">
            <a:extLst>
              <a:ext uri="{FF2B5EF4-FFF2-40B4-BE49-F238E27FC236}">
                <a16:creationId xmlns:a16="http://schemas.microsoft.com/office/drawing/2014/main" id="{4B3020D4-D024-BAD9-851A-B4677719F2CB}"/>
              </a:ext>
            </a:extLst>
          </p:cNvPr>
          <p:cNvSpPr txBox="1">
            <a:spLocks noGrp="1"/>
          </p:cNvSpPr>
          <p:nvPr>
            <p:ph type="subTitle" idx="4"/>
          </p:nvPr>
        </p:nvSpPr>
        <p:spPr>
          <a:xfrm>
            <a:off x="5486274" y="3623346"/>
            <a:ext cx="2944500" cy="731400"/>
          </a:xfrm>
          <a:prstGeom prst="rect">
            <a:avLst/>
          </a:prstGeom>
        </p:spPr>
        <p:txBody>
          <a:bodyPr spcFirstLastPara="1" wrap="square" lIns="91425" tIns="91425" rIns="91425" bIns="91425" anchor="t" anchorCtr="0">
            <a:noAutofit/>
          </a:bodyPr>
          <a:lstStyle/>
          <a:p>
            <a:pPr marL="0" lvl="0" indent="0"/>
            <a:r>
              <a:rPr lang="en-IN" dirty="0"/>
              <a:t>C</a:t>
            </a:r>
            <a:r>
              <a:rPr lang="en" dirty="0"/>
              <a:t>an download the data and </a:t>
            </a:r>
            <a:r>
              <a:rPr lang="en-IN" dirty="0"/>
              <a:t>collaborate with data scientist for more </a:t>
            </a:r>
            <a:r>
              <a:rPr lang="en" dirty="0"/>
              <a:t>in depth </a:t>
            </a:r>
            <a:r>
              <a:rPr lang="en-IN" dirty="0"/>
              <a:t>knowledge </a:t>
            </a:r>
            <a:r>
              <a:rPr lang="en" dirty="0"/>
              <a:t>of data to create </a:t>
            </a:r>
            <a:r>
              <a:rPr lang="en-IN" dirty="0"/>
              <a:t>visualizations for presentation</a:t>
            </a:r>
            <a:endParaRPr dirty="0"/>
          </a:p>
        </p:txBody>
      </p:sp>
      <p:sp>
        <p:nvSpPr>
          <p:cNvPr id="667" name="Google Shape;667;p41">
            <a:extLst>
              <a:ext uri="{FF2B5EF4-FFF2-40B4-BE49-F238E27FC236}">
                <a16:creationId xmlns:a16="http://schemas.microsoft.com/office/drawing/2014/main" id="{7D647E58-4AC5-51EB-97FF-CEDF9EBC0F66}"/>
              </a:ext>
            </a:extLst>
          </p:cNvPr>
          <p:cNvSpPr txBox="1">
            <a:spLocks noGrp="1"/>
          </p:cNvSpPr>
          <p:nvPr>
            <p:ph type="subTitle" idx="5"/>
          </p:nvPr>
        </p:nvSpPr>
        <p:spPr>
          <a:xfrm>
            <a:off x="1448075" y="1611663"/>
            <a:ext cx="29442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Refine Strategies </a:t>
            </a:r>
            <a:endParaRPr dirty="0"/>
          </a:p>
        </p:txBody>
      </p:sp>
      <p:sp>
        <p:nvSpPr>
          <p:cNvPr id="668" name="Google Shape;668;p41">
            <a:extLst>
              <a:ext uri="{FF2B5EF4-FFF2-40B4-BE49-F238E27FC236}">
                <a16:creationId xmlns:a16="http://schemas.microsoft.com/office/drawing/2014/main" id="{AC466101-2405-891C-8890-1D5C4F3EF3F5}"/>
              </a:ext>
            </a:extLst>
          </p:cNvPr>
          <p:cNvSpPr txBox="1">
            <a:spLocks noGrp="1"/>
          </p:cNvSpPr>
          <p:nvPr>
            <p:ph type="subTitle" idx="7"/>
          </p:nvPr>
        </p:nvSpPr>
        <p:spPr>
          <a:xfrm>
            <a:off x="5486274" y="1611663"/>
            <a:ext cx="2944500" cy="45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M</a:t>
            </a:r>
            <a:r>
              <a:rPr lang="en" dirty="0"/>
              <a:t>onitor Growth </a:t>
            </a:r>
            <a:endParaRPr dirty="0"/>
          </a:p>
        </p:txBody>
      </p:sp>
      <p:sp>
        <p:nvSpPr>
          <p:cNvPr id="669" name="Google Shape;669;p41">
            <a:extLst>
              <a:ext uri="{FF2B5EF4-FFF2-40B4-BE49-F238E27FC236}">
                <a16:creationId xmlns:a16="http://schemas.microsoft.com/office/drawing/2014/main" id="{3EBB82AC-86A4-92EB-4373-522660EA3114}"/>
              </a:ext>
            </a:extLst>
          </p:cNvPr>
          <p:cNvSpPr txBox="1">
            <a:spLocks noGrp="1"/>
          </p:cNvSpPr>
          <p:nvPr>
            <p:ph type="subTitle" idx="8"/>
          </p:nvPr>
        </p:nvSpPr>
        <p:spPr>
          <a:xfrm>
            <a:off x="5486274" y="3166149"/>
            <a:ext cx="2944500" cy="457200"/>
          </a:xfrm>
          <a:prstGeom prst="rect">
            <a:avLst/>
          </a:prstGeom>
        </p:spPr>
        <p:txBody>
          <a:bodyPr spcFirstLastPara="1" wrap="square" lIns="91425" tIns="91425" rIns="91425" bIns="91425" anchor="b" anchorCtr="0">
            <a:noAutofit/>
          </a:bodyPr>
          <a:lstStyle/>
          <a:p>
            <a:pPr marL="0" lvl="0" indent="0"/>
            <a:r>
              <a:rPr lang="en-IN" dirty="0"/>
              <a:t>In-Depth Analysis </a:t>
            </a:r>
            <a:endParaRPr dirty="0"/>
          </a:p>
        </p:txBody>
      </p:sp>
      <p:sp>
        <p:nvSpPr>
          <p:cNvPr id="2" name="TextBox 1">
            <a:extLst>
              <a:ext uri="{FF2B5EF4-FFF2-40B4-BE49-F238E27FC236}">
                <a16:creationId xmlns:a16="http://schemas.microsoft.com/office/drawing/2014/main" id="{DBDF9779-8402-5BD9-4DB2-18B4BEDDFC8B}"/>
              </a:ext>
            </a:extLst>
          </p:cNvPr>
          <p:cNvSpPr txBox="1"/>
          <p:nvPr/>
        </p:nvSpPr>
        <p:spPr>
          <a:xfrm>
            <a:off x="2353921" y="193448"/>
            <a:ext cx="498764" cy="261610"/>
          </a:xfrm>
          <a:prstGeom prst="rect">
            <a:avLst/>
          </a:prstGeom>
          <a:noFill/>
        </p:spPr>
        <p:txBody>
          <a:bodyPr wrap="square">
            <a:spAutoFit/>
          </a:bodyPr>
          <a:lstStyle/>
          <a:p>
            <a:r>
              <a:rPr lang="en" sz="1100" dirty="0">
                <a:solidFill>
                  <a:schemeClr val="bg1">
                    <a:lumMod val="25000"/>
                  </a:schemeClr>
                </a:solidFill>
              </a:rPr>
              <a:t>Intro</a:t>
            </a:r>
            <a:endParaRPr lang="en-IN" sz="1100" dirty="0">
              <a:solidFill>
                <a:schemeClr val="bg1">
                  <a:lumMod val="25000"/>
                </a:schemeClr>
              </a:solidFill>
            </a:endParaRPr>
          </a:p>
        </p:txBody>
      </p:sp>
      <p:sp>
        <p:nvSpPr>
          <p:cNvPr id="3" name="TextBox 2">
            <a:extLst>
              <a:ext uri="{FF2B5EF4-FFF2-40B4-BE49-F238E27FC236}">
                <a16:creationId xmlns:a16="http://schemas.microsoft.com/office/drawing/2014/main" id="{E9E9A70E-4D74-74B8-D5E5-9782AF52BC5E}"/>
              </a:ext>
            </a:extLst>
          </p:cNvPr>
          <p:cNvSpPr txBox="1"/>
          <p:nvPr/>
        </p:nvSpPr>
        <p:spPr>
          <a:xfrm>
            <a:off x="3302445" y="193448"/>
            <a:ext cx="671449" cy="261610"/>
          </a:xfrm>
          <a:prstGeom prst="rect">
            <a:avLst/>
          </a:prstGeom>
          <a:noFill/>
        </p:spPr>
        <p:txBody>
          <a:bodyPr wrap="square">
            <a:spAutoFit/>
          </a:bodyPr>
          <a:lstStyle/>
          <a:p>
            <a:r>
              <a:rPr lang="en" sz="1100" dirty="0">
                <a:solidFill>
                  <a:schemeClr val="bg1">
                    <a:lumMod val="25000"/>
                  </a:schemeClr>
                </a:solidFill>
              </a:rPr>
              <a:t>Home</a:t>
            </a:r>
            <a:endParaRPr lang="en-IN" sz="1100" dirty="0">
              <a:solidFill>
                <a:schemeClr val="bg1">
                  <a:lumMod val="25000"/>
                </a:schemeClr>
              </a:solidFill>
            </a:endParaRPr>
          </a:p>
        </p:txBody>
      </p:sp>
      <p:sp>
        <p:nvSpPr>
          <p:cNvPr id="4" name="TextBox 3">
            <a:extLst>
              <a:ext uri="{FF2B5EF4-FFF2-40B4-BE49-F238E27FC236}">
                <a16:creationId xmlns:a16="http://schemas.microsoft.com/office/drawing/2014/main" id="{89D36041-A1E6-2DB2-809D-600DFFFF44F2}"/>
              </a:ext>
            </a:extLst>
          </p:cNvPr>
          <p:cNvSpPr txBox="1"/>
          <p:nvPr/>
        </p:nvSpPr>
        <p:spPr>
          <a:xfrm>
            <a:off x="4306899" y="193448"/>
            <a:ext cx="817932" cy="261610"/>
          </a:xfrm>
          <a:prstGeom prst="rect">
            <a:avLst/>
          </a:prstGeom>
          <a:noFill/>
        </p:spPr>
        <p:txBody>
          <a:bodyPr wrap="square">
            <a:spAutoFit/>
          </a:bodyPr>
          <a:lstStyle/>
          <a:p>
            <a:r>
              <a:rPr lang="en-IN" sz="1100" dirty="0">
                <a:solidFill>
                  <a:schemeClr val="bg1">
                    <a:lumMod val="25000"/>
                  </a:schemeClr>
                </a:solidFill>
              </a:rPr>
              <a:t>Reports</a:t>
            </a:r>
          </a:p>
        </p:txBody>
      </p:sp>
      <p:sp>
        <p:nvSpPr>
          <p:cNvPr id="5" name="TextBox 4">
            <a:extLst>
              <a:ext uri="{FF2B5EF4-FFF2-40B4-BE49-F238E27FC236}">
                <a16:creationId xmlns:a16="http://schemas.microsoft.com/office/drawing/2014/main" id="{BA786F30-23DD-417A-36DA-4664036C56AA}"/>
              </a:ext>
            </a:extLst>
          </p:cNvPr>
          <p:cNvSpPr txBox="1"/>
          <p:nvPr/>
        </p:nvSpPr>
        <p:spPr>
          <a:xfrm>
            <a:off x="5457835" y="193448"/>
            <a:ext cx="817932" cy="261610"/>
          </a:xfrm>
          <a:prstGeom prst="rect">
            <a:avLst/>
          </a:prstGeom>
          <a:noFill/>
        </p:spPr>
        <p:txBody>
          <a:bodyPr wrap="square">
            <a:spAutoFit/>
          </a:bodyPr>
          <a:lstStyle/>
          <a:p>
            <a:r>
              <a:rPr lang="en-IN" sz="1100" dirty="0">
                <a:solidFill>
                  <a:schemeClr val="bg1">
                    <a:lumMod val="25000"/>
                  </a:schemeClr>
                </a:solidFill>
              </a:rPr>
              <a:t>Explore</a:t>
            </a:r>
          </a:p>
        </p:txBody>
      </p:sp>
      <p:sp>
        <p:nvSpPr>
          <p:cNvPr id="6" name="TextBox 5">
            <a:extLst>
              <a:ext uri="{FF2B5EF4-FFF2-40B4-BE49-F238E27FC236}">
                <a16:creationId xmlns:a16="http://schemas.microsoft.com/office/drawing/2014/main" id="{CB6CA773-7BA3-3223-6BDA-498C9E3ED322}"/>
              </a:ext>
            </a:extLst>
          </p:cNvPr>
          <p:cNvSpPr txBox="1"/>
          <p:nvPr/>
        </p:nvSpPr>
        <p:spPr>
          <a:xfrm>
            <a:off x="6608771" y="198928"/>
            <a:ext cx="1016803" cy="261610"/>
          </a:xfrm>
          <a:prstGeom prst="rect">
            <a:avLst/>
          </a:prstGeom>
          <a:noFill/>
        </p:spPr>
        <p:txBody>
          <a:bodyPr wrap="square">
            <a:spAutoFit/>
          </a:bodyPr>
          <a:lstStyle/>
          <a:p>
            <a:r>
              <a:rPr lang="en-IN" sz="1100" dirty="0">
                <a:solidFill>
                  <a:schemeClr val="bg1">
                    <a:lumMod val="25000"/>
                  </a:schemeClr>
                </a:solidFill>
              </a:rPr>
              <a:t>Advertising</a:t>
            </a:r>
          </a:p>
        </p:txBody>
      </p:sp>
      <p:sp>
        <p:nvSpPr>
          <p:cNvPr id="7" name="TextBox 6">
            <a:extLst>
              <a:ext uri="{FF2B5EF4-FFF2-40B4-BE49-F238E27FC236}">
                <a16:creationId xmlns:a16="http://schemas.microsoft.com/office/drawing/2014/main" id="{923F2C6B-0342-E5D1-570A-98681ECC4E23}"/>
              </a:ext>
            </a:extLst>
          </p:cNvPr>
          <p:cNvSpPr txBox="1"/>
          <p:nvPr/>
        </p:nvSpPr>
        <p:spPr>
          <a:xfrm>
            <a:off x="7958578" y="198928"/>
            <a:ext cx="1016803" cy="261610"/>
          </a:xfrm>
          <a:prstGeom prst="rect">
            <a:avLst/>
          </a:prstGeom>
          <a:noFill/>
        </p:spPr>
        <p:txBody>
          <a:bodyPr wrap="square">
            <a:spAutoFit/>
          </a:bodyPr>
          <a:lstStyle/>
          <a:p>
            <a:r>
              <a:rPr lang="en-US" sz="1100" dirty="0">
                <a:solidFill>
                  <a:srgbClr val="EA4335"/>
                </a:solidFill>
              </a:rPr>
              <a:t>L</a:t>
            </a:r>
            <a:r>
              <a:rPr lang="en-IN" sz="1100" dirty="0">
                <a:solidFill>
                  <a:srgbClr val="EA4335"/>
                </a:solidFill>
              </a:rPr>
              <a:t>earnings</a:t>
            </a:r>
          </a:p>
        </p:txBody>
      </p:sp>
      <p:sp>
        <p:nvSpPr>
          <p:cNvPr id="8" name="Google Shape;8606;p61">
            <a:extLst>
              <a:ext uri="{FF2B5EF4-FFF2-40B4-BE49-F238E27FC236}">
                <a16:creationId xmlns:a16="http://schemas.microsoft.com/office/drawing/2014/main" id="{E6A7617B-18E9-DA3B-A882-BD304498A286}"/>
              </a:ext>
            </a:extLst>
          </p:cNvPr>
          <p:cNvSpPr/>
          <p:nvPr/>
        </p:nvSpPr>
        <p:spPr>
          <a:xfrm>
            <a:off x="1027248" y="1637030"/>
            <a:ext cx="357688" cy="357339"/>
          </a:xfrm>
          <a:custGeom>
            <a:avLst/>
            <a:gdLst/>
            <a:ahLst/>
            <a:cxnLst/>
            <a:rect l="l" t="t" r="r" b="b"/>
            <a:pathLst>
              <a:path w="11264" h="11253" extrusionOk="0">
                <a:moveTo>
                  <a:pt x="9847" y="548"/>
                </a:moveTo>
                <a:lnTo>
                  <a:pt x="9847" y="1203"/>
                </a:lnTo>
                <a:cubicBezTo>
                  <a:pt x="9847" y="1299"/>
                  <a:pt x="9930" y="1370"/>
                  <a:pt x="10014" y="1370"/>
                </a:cubicBezTo>
                <a:lnTo>
                  <a:pt x="10669" y="1370"/>
                </a:lnTo>
                <a:lnTo>
                  <a:pt x="9252" y="2811"/>
                </a:lnTo>
                <a:lnTo>
                  <a:pt x="8656" y="2811"/>
                </a:lnTo>
                <a:lnTo>
                  <a:pt x="9609" y="1858"/>
                </a:lnTo>
                <a:cubicBezTo>
                  <a:pt x="9668" y="1799"/>
                  <a:pt x="9668" y="1703"/>
                  <a:pt x="9609" y="1620"/>
                </a:cubicBezTo>
                <a:cubicBezTo>
                  <a:pt x="9579" y="1590"/>
                  <a:pt x="9537" y="1575"/>
                  <a:pt x="9494" y="1575"/>
                </a:cubicBezTo>
                <a:cubicBezTo>
                  <a:pt x="9451" y="1575"/>
                  <a:pt x="9406" y="1590"/>
                  <a:pt x="9371" y="1620"/>
                </a:cubicBezTo>
                <a:lnTo>
                  <a:pt x="8418" y="2572"/>
                </a:lnTo>
                <a:lnTo>
                  <a:pt x="8418" y="1977"/>
                </a:lnTo>
                <a:lnTo>
                  <a:pt x="9847" y="548"/>
                </a:lnTo>
                <a:close/>
                <a:moveTo>
                  <a:pt x="4549" y="2442"/>
                </a:moveTo>
                <a:cubicBezTo>
                  <a:pt x="5668" y="2442"/>
                  <a:pt x="6680" y="2870"/>
                  <a:pt x="7430" y="3573"/>
                </a:cubicBezTo>
                <a:lnTo>
                  <a:pt x="4430" y="6561"/>
                </a:lnTo>
                <a:cubicBezTo>
                  <a:pt x="4370" y="6621"/>
                  <a:pt x="4370" y="6728"/>
                  <a:pt x="4430" y="6799"/>
                </a:cubicBezTo>
                <a:cubicBezTo>
                  <a:pt x="4465" y="6835"/>
                  <a:pt x="4513" y="6847"/>
                  <a:pt x="4549" y="6847"/>
                </a:cubicBezTo>
                <a:cubicBezTo>
                  <a:pt x="4596" y="6847"/>
                  <a:pt x="4644" y="6835"/>
                  <a:pt x="4668" y="6799"/>
                </a:cubicBezTo>
                <a:lnTo>
                  <a:pt x="5418" y="6061"/>
                </a:lnTo>
                <a:cubicBezTo>
                  <a:pt x="5549" y="6240"/>
                  <a:pt x="5620" y="6466"/>
                  <a:pt x="5620" y="6680"/>
                </a:cubicBezTo>
                <a:cubicBezTo>
                  <a:pt x="5620" y="7275"/>
                  <a:pt x="5144" y="7752"/>
                  <a:pt x="4549" y="7752"/>
                </a:cubicBezTo>
                <a:cubicBezTo>
                  <a:pt x="3953" y="7752"/>
                  <a:pt x="3477" y="7275"/>
                  <a:pt x="3477" y="6680"/>
                </a:cubicBezTo>
                <a:cubicBezTo>
                  <a:pt x="3477" y="6085"/>
                  <a:pt x="3953" y="5609"/>
                  <a:pt x="4549" y="5609"/>
                </a:cubicBezTo>
                <a:cubicBezTo>
                  <a:pt x="4608" y="5609"/>
                  <a:pt x="4680" y="5609"/>
                  <a:pt x="4739" y="5632"/>
                </a:cubicBezTo>
                <a:cubicBezTo>
                  <a:pt x="4747" y="5633"/>
                  <a:pt x="4755" y="5634"/>
                  <a:pt x="4763" y="5634"/>
                </a:cubicBezTo>
                <a:cubicBezTo>
                  <a:pt x="4848" y="5634"/>
                  <a:pt x="4920" y="5577"/>
                  <a:pt x="4942" y="5490"/>
                </a:cubicBezTo>
                <a:cubicBezTo>
                  <a:pt x="4954" y="5406"/>
                  <a:pt x="4894" y="5311"/>
                  <a:pt x="4799" y="5299"/>
                </a:cubicBezTo>
                <a:cubicBezTo>
                  <a:pt x="4715" y="5287"/>
                  <a:pt x="4620" y="5275"/>
                  <a:pt x="4549" y="5275"/>
                </a:cubicBezTo>
                <a:cubicBezTo>
                  <a:pt x="3775" y="5275"/>
                  <a:pt x="3156" y="5894"/>
                  <a:pt x="3156" y="6668"/>
                </a:cubicBezTo>
                <a:cubicBezTo>
                  <a:pt x="3156" y="7442"/>
                  <a:pt x="3775" y="8073"/>
                  <a:pt x="4549" y="8073"/>
                </a:cubicBezTo>
                <a:cubicBezTo>
                  <a:pt x="5323" y="8073"/>
                  <a:pt x="5954" y="7442"/>
                  <a:pt x="5954" y="6668"/>
                </a:cubicBezTo>
                <a:cubicBezTo>
                  <a:pt x="5954" y="6359"/>
                  <a:pt x="5847" y="6049"/>
                  <a:pt x="5656" y="5811"/>
                </a:cubicBezTo>
                <a:lnTo>
                  <a:pt x="6168" y="5287"/>
                </a:lnTo>
                <a:cubicBezTo>
                  <a:pt x="6501" y="5668"/>
                  <a:pt x="6680" y="6168"/>
                  <a:pt x="6680" y="6668"/>
                </a:cubicBezTo>
                <a:cubicBezTo>
                  <a:pt x="6680" y="7847"/>
                  <a:pt x="5727" y="8799"/>
                  <a:pt x="4549" y="8799"/>
                </a:cubicBezTo>
                <a:cubicBezTo>
                  <a:pt x="3370" y="8799"/>
                  <a:pt x="2418" y="7847"/>
                  <a:pt x="2418" y="6668"/>
                </a:cubicBezTo>
                <a:cubicBezTo>
                  <a:pt x="2418" y="5490"/>
                  <a:pt x="3370" y="4537"/>
                  <a:pt x="4549" y="4537"/>
                </a:cubicBezTo>
                <a:cubicBezTo>
                  <a:pt x="4906" y="4537"/>
                  <a:pt x="5251" y="4632"/>
                  <a:pt x="5561" y="4799"/>
                </a:cubicBezTo>
                <a:cubicBezTo>
                  <a:pt x="5583" y="4810"/>
                  <a:pt x="5608" y="4815"/>
                  <a:pt x="5635" y="4815"/>
                </a:cubicBezTo>
                <a:cubicBezTo>
                  <a:pt x="5693" y="4815"/>
                  <a:pt x="5754" y="4789"/>
                  <a:pt x="5787" y="4739"/>
                </a:cubicBezTo>
                <a:cubicBezTo>
                  <a:pt x="5835" y="4656"/>
                  <a:pt x="5799" y="4561"/>
                  <a:pt x="5727" y="4513"/>
                </a:cubicBezTo>
                <a:cubicBezTo>
                  <a:pt x="5370" y="4323"/>
                  <a:pt x="4965" y="4216"/>
                  <a:pt x="4561" y="4216"/>
                </a:cubicBezTo>
                <a:cubicBezTo>
                  <a:pt x="3215" y="4216"/>
                  <a:pt x="2108" y="5311"/>
                  <a:pt x="2108" y="6668"/>
                </a:cubicBezTo>
                <a:cubicBezTo>
                  <a:pt x="2108" y="8026"/>
                  <a:pt x="3215" y="9121"/>
                  <a:pt x="4561" y="9121"/>
                </a:cubicBezTo>
                <a:cubicBezTo>
                  <a:pt x="5918" y="9121"/>
                  <a:pt x="7025" y="8026"/>
                  <a:pt x="7025" y="6668"/>
                </a:cubicBezTo>
                <a:cubicBezTo>
                  <a:pt x="7025" y="6073"/>
                  <a:pt x="6811" y="5490"/>
                  <a:pt x="6406" y="5049"/>
                </a:cubicBezTo>
                <a:lnTo>
                  <a:pt x="6930" y="4525"/>
                </a:lnTo>
                <a:cubicBezTo>
                  <a:pt x="7466" y="5109"/>
                  <a:pt x="7752" y="5871"/>
                  <a:pt x="7752" y="6656"/>
                </a:cubicBezTo>
                <a:cubicBezTo>
                  <a:pt x="7752" y="8407"/>
                  <a:pt x="6323" y="9835"/>
                  <a:pt x="4561" y="9835"/>
                </a:cubicBezTo>
                <a:cubicBezTo>
                  <a:pt x="2810" y="9835"/>
                  <a:pt x="1382" y="8407"/>
                  <a:pt x="1382" y="6656"/>
                </a:cubicBezTo>
                <a:cubicBezTo>
                  <a:pt x="1382" y="4894"/>
                  <a:pt x="2810" y="3465"/>
                  <a:pt x="4561" y="3465"/>
                </a:cubicBezTo>
                <a:cubicBezTo>
                  <a:pt x="5180" y="3465"/>
                  <a:pt x="5775" y="3644"/>
                  <a:pt x="6275" y="3977"/>
                </a:cubicBezTo>
                <a:cubicBezTo>
                  <a:pt x="6300" y="3994"/>
                  <a:pt x="6330" y="4002"/>
                  <a:pt x="6360" y="4002"/>
                </a:cubicBezTo>
                <a:cubicBezTo>
                  <a:pt x="6415" y="4002"/>
                  <a:pt x="6471" y="3976"/>
                  <a:pt x="6501" y="3930"/>
                </a:cubicBezTo>
                <a:cubicBezTo>
                  <a:pt x="6549" y="3858"/>
                  <a:pt x="6525" y="3751"/>
                  <a:pt x="6454" y="3704"/>
                </a:cubicBezTo>
                <a:cubicBezTo>
                  <a:pt x="5894" y="3346"/>
                  <a:pt x="5239" y="3156"/>
                  <a:pt x="4561" y="3156"/>
                </a:cubicBezTo>
                <a:cubicBezTo>
                  <a:pt x="2632" y="3156"/>
                  <a:pt x="1048" y="4739"/>
                  <a:pt x="1048" y="6668"/>
                </a:cubicBezTo>
                <a:cubicBezTo>
                  <a:pt x="1048" y="8609"/>
                  <a:pt x="2632" y="10181"/>
                  <a:pt x="4561" y="10181"/>
                </a:cubicBezTo>
                <a:cubicBezTo>
                  <a:pt x="6501" y="10181"/>
                  <a:pt x="8073" y="8609"/>
                  <a:pt x="8073" y="6668"/>
                </a:cubicBezTo>
                <a:cubicBezTo>
                  <a:pt x="8073" y="5787"/>
                  <a:pt x="7752" y="4954"/>
                  <a:pt x="7156" y="4299"/>
                </a:cubicBezTo>
                <a:lnTo>
                  <a:pt x="7680" y="3787"/>
                </a:lnTo>
                <a:cubicBezTo>
                  <a:pt x="8383" y="4561"/>
                  <a:pt x="8799" y="5573"/>
                  <a:pt x="8799" y="6680"/>
                </a:cubicBezTo>
                <a:cubicBezTo>
                  <a:pt x="8799" y="9026"/>
                  <a:pt x="6894" y="10931"/>
                  <a:pt x="4549" y="10931"/>
                </a:cubicBezTo>
                <a:cubicBezTo>
                  <a:pt x="2215" y="10931"/>
                  <a:pt x="310" y="9026"/>
                  <a:pt x="310" y="6680"/>
                </a:cubicBezTo>
                <a:cubicBezTo>
                  <a:pt x="310" y="4347"/>
                  <a:pt x="2215" y="2442"/>
                  <a:pt x="4549" y="2442"/>
                </a:cubicBezTo>
                <a:close/>
                <a:moveTo>
                  <a:pt x="10023" y="1"/>
                </a:moveTo>
                <a:cubicBezTo>
                  <a:pt x="9981" y="1"/>
                  <a:pt x="9938" y="17"/>
                  <a:pt x="9907" y="48"/>
                </a:cubicBezTo>
                <a:lnTo>
                  <a:pt x="8156" y="1799"/>
                </a:lnTo>
                <a:cubicBezTo>
                  <a:pt x="8121" y="1834"/>
                  <a:pt x="8109" y="1882"/>
                  <a:pt x="8109" y="1918"/>
                </a:cubicBezTo>
                <a:lnTo>
                  <a:pt x="8109" y="2906"/>
                </a:lnTo>
                <a:lnTo>
                  <a:pt x="7680" y="3334"/>
                </a:lnTo>
                <a:cubicBezTo>
                  <a:pt x="6859" y="2572"/>
                  <a:pt x="5775" y="2120"/>
                  <a:pt x="4573" y="2120"/>
                </a:cubicBezTo>
                <a:cubicBezTo>
                  <a:pt x="2048" y="2120"/>
                  <a:pt x="1" y="4168"/>
                  <a:pt x="1" y="6680"/>
                </a:cubicBezTo>
                <a:cubicBezTo>
                  <a:pt x="1" y="9204"/>
                  <a:pt x="2048" y="11252"/>
                  <a:pt x="4573" y="11252"/>
                </a:cubicBezTo>
                <a:cubicBezTo>
                  <a:pt x="7085" y="11252"/>
                  <a:pt x="9133" y="9204"/>
                  <a:pt x="9133" y="6680"/>
                </a:cubicBezTo>
                <a:cubicBezTo>
                  <a:pt x="9133" y="5478"/>
                  <a:pt x="8680" y="4394"/>
                  <a:pt x="7918" y="3573"/>
                </a:cubicBezTo>
                <a:lnTo>
                  <a:pt x="8347" y="3144"/>
                </a:lnTo>
                <a:lnTo>
                  <a:pt x="9335" y="3144"/>
                </a:lnTo>
                <a:cubicBezTo>
                  <a:pt x="9371" y="3144"/>
                  <a:pt x="9418" y="3132"/>
                  <a:pt x="9454" y="3096"/>
                </a:cubicBezTo>
                <a:lnTo>
                  <a:pt x="11204" y="1346"/>
                </a:lnTo>
                <a:cubicBezTo>
                  <a:pt x="11252" y="1287"/>
                  <a:pt x="11264" y="1227"/>
                  <a:pt x="11240" y="1168"/>
                </a:cubicBezTo>
                <a:cubicBezTo>
                  <a:pt x="11204" y="1108"/>
                  <a:pt x="11145" y="1060"/>
                  <a:pt x="11085" y="1060"/>
                </a:cubicBezTo>
                <a:lnTo>
                  <a:pt x="10192" y="1060"/>
                </a:lnTo>
                <a:lnTo>
                  <a:pt x="10192" y="167"/>
                </a:lnTo>
                <a:cubicBezTo>
                  <a:pt x="10192" y="108"/>
                  <a:pt x="10145" y="36"/>
                  <a:pt x="10085" y="13"/>
                </a:cubicBezTo>
                <a:cubicBezTo>
                  <a:pt x="10065" y="5"/>
                  <a:pt x="10044" y="1"/>
                  <a:pt x="10023" y="1"/>
                </a:cubicBezTo>
                <a:close/>
              </a:path>
            </a:pathLst>
          </a:custGeom>
          <a:solidFill>
            <a:schemeClr val="bg1">
              <a:lumMod val="2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585;p61">
            <a:extLst>
              <a:ext uri="{FF2B5EF4-FFF2-40B4-BE49-F238E27FC236}">
                <a16:creationId xmlns:a16="http://schemas.microsoft.com/office/drawing/2014/main" id="{DFF413E2-31BE-94DD-8F27-D23844C44F73}"/>
              </a:ext>
            </a:extLst>
          </p:cNvPr>
          <p:cNvSpPr/>
          <p:nvPr/>
        </p:nvSpPr>
        <p:spPr>
          <a:xfrm>
            <a:off x="1024580" y="3187309"/>
            <a:ext cx="360356" cy="358831"/>
          </a:xfrm>
          <a:custGeom>
            <a:avLst/>
            <a:gdLst/>
            <a:ahLst/>
            <a:cxnLst/>
            <a:rect l="l" t="t" r="r" b="b"/>
            <a:pathLst>
              <a:path w="11348" h="11300" extrusionOk="0">
                <a:moveTo>
                  <a:pt x="7752" y="846"/>
                </a:moveTo>
                <a:cubicBezTo>
                  <a:pt x="7978" y="846"/>
                  <a:pt x="8133" y="1025"/>
                  <a:pt x="8133" y="1239"/>
                </a:cubicBezTo>
                <a:lnTo>
                  <a:pt x="8133" y="4001"/>
                </a:lnTo>
                <a:lnTo>
                  <a:pt x="4252" y="4001"/>
                </a:lnTo>
                <a:cubicBezTo>
                  <a:pt x="3763" y="4001"/>
                  <a:pt x="3359" y="4406"/>
                  <a:pt x="3359" y="4894"/>
                </a:cubicBezTo>
                <a:lnTo>
                  <a:pt x="3359" y="4990"/>
                </a:lnTo>
                <a:lnTo>
                  <a:pt x="1168" y="4990"/>
                </a:lnTo>
                <a:lnTo>
                  <a:pt x="1168" y="5001"/>
                </a:lnTo>
                <a:cubicBezTo>
                  <a:pt x="942" y="5001"/>
                  <a:pt x="787" y="4823"/>
                  <a:pt x="787" y="4609"/>
                </a:cubicBezTo>
                <a:lnTo>
                  <a:pt x="787" y="1239"/>
                </a:lnTo>
                <a:cubicBezTo>
                  <a:pt x="787" y="1013"/>
                  <a:pt x="965" y="846"/>
                  <a:pt x="1168" y="846"/>
                </a:cubicBezTo>
                <a:close/>
                <a:moveTo>
                  <a:pt x="3370" y="6621"/>
                </a:moveTo>
                <a:lnTo>
                  <a:pt x="3370" y="6978"/>
                </a:lnTo>
                <a:lnTo>
                  <a:pt x="3180" y="6978"/>
                </a:lnTo>
                <a:lnTo>
                  <a:pt x="3370" y="6621"/>
                </a:lnTo>
                <a:close/>
                <a:moveTo>
                  <a:pt x="3382" y="7335"/>
                </a:moveTo>
                <a:lnTo>
                  <a:pt x="3382" y="7490"/>
                </a:lnTo>
                <a:lnTo>
                  <a:pt x="2644" y="7490"/>
                </a:lnTo>
                <a:cubicBezTo>
                  <a:pt x="2597" y="7490"/>
                  <a:pt x="2573" y="7454"/>
                  <a:pt x="2573" y="7407"/>
                </a:cubicBezTo>
                <a:cubicBezTo>
                  <a:pt x="2573" y="7383"/>
                  <a:pt x="2585" y="7371"/>
                  <a:pt x="2597" y="7347"/>
                </a:cubicBezTo>
                <a:cubicBezTo>
                  <a:pt x="2620" y="7335"/>
                  <a:pt x="2632" y="7335"/>
                  <a:pt x="2656" y="7335"/>
                </a:cubicBezTo>
                <a:close/>
                <a:moveTo>
                  <a:pt x="8966" y="8276"/>
                </a:moveTo>
                <a:cubicBezTo>
                  <a:pt x="9062" y="8276"/>
                  <a:pt x="9133" y="8347"/>
                  <a:pt x="9133" y="8442"/>
                </a:cubicBezTo>
                <a:lnTo>
                  <a:pt x="9133" y="8573"/>
                </a:lnTo>
                <a:cubicBezTo>
                  <a:pt x="9109" y="8573"/>
                  <a:pt x="9074" y="8561"/>
                  <a:pt x="9038" y="8561"/>
                </a:cubicBezTo>
                <a:lnTo>
                  <a:pt x="7454" y="8561"/>
                </a:lnTo>
                <a:cubicBezTo>
                  <a:pt x="7419" y="8561"/>
                  <a:pt x="7395" y="8561"/>
                  <a:pt x="7359" y="8573"/>
                </a:cubicBezTo>
                <a:lnTo>
                  <a:pt x="7359" y="8442"/>
                </a:lnTo>
                <a:cubicBezTo>
                  <a:pt x="7359" y="8347"/>
                  <a:pt x="7430" y="8276"/>
                  <a:pt x="7526" y="8276"/>
                </a:cubicBezTo>
                <a:close/>
                <a:moveTo>
                  <a:pt x="9883" y="4347"/>
                </a:moveTo>
                <a:cubicBezTo>
                  <a:pt x="10193" y="4347"/>
                  <a:pt x="10443" y="4597"/>
                  <a:pt x="10443" y="4906"/>
                </a:cubicBezTo>
                <a:lnTo>
                  <a:pt x="10443" y="9276"/>
                </a:lnTo>
                <a:lnTo>
                  <a:pt x="9478" y="9276"/>
                </a:lnTo>
                <a:lnTo>
                  <a:pt x="9478" y="9109"/>
                </a:lnTo>
                <a:lnTo>
                  <a:pt x="9764" y="9109"/>
                </a:lnTo>
                <a:cubicBezTo>
                  <a:pt x="10038" y="9109"/>
                  <a:pt x="10264" y="8883"/>
                  <a:pt x="10264" y="8597"/>
                </a:cubicBezTo>
                <a:lnTo>
                  <a:pt x="10264" y="5942"/>
                </a:lnTo>
                <a:cubicBezTo>
                  <a:pt x="10264" y="5847"/>
                  <a:pt x="10193" y="5775"/>
                  <a:pt x="10097" y="5775"/>
                </a:cubicBezTo>
                <a:cubicBezTo>
                  <a:pt x="10014" y="5775"/>
                  <a:pt x="9931" y="5847"/>
                  <a:pt x="9931" y="5942"/>
                </a:cubicBezTo>
                <a:lnTo>
                  <a:pt x="9931" y="8585"/>
                </a:lnTo>
                <a:cubicBezTo>
                  <a:pt x="9931" y="8680"/>
                  <a:pt x="9859" y="8752"/>
                  <a:pt x="9764" y="8752"/>
                </a:cubicBezTo>
                <a:lnTo>
                  <a:pt x="9478" y="8752"/>
                </a:lnTo>
                <a:lnTo>
                  <a:pt x="9478" y="8419"/>
                </a:lnTo>
                <a:cubicBezTo>
                  <a:pt x="9478" y="8157"/>
                  <a:pt x="9252" y="7918"/>
                  <a:pt x="8966" y="7918"/>
                </a:cubicBezTo>
                <a:lnTo>
                  <a:pt x="7526" y="7918"/>
                </a:lnTo>
                <a:cubicBezTo>
                  <a:pt x="7264" y="7918"/>
                  <a:pt x="7026" y="8145"/>
                  <a:pt x="7026" y="8419"/>
                </a:cubicBezTo>
                <a:lnTo>
                  <a:pt x="7026" y="8752"/>
                </a:lnTo>
                <a:lnTo>
                  <a:pt x="4382" y="8752"/>
                </a:lnTo>
                <a:cubicBezTo>
                  <a:pt x="4299" y="8752"/>
                  <a:pt x="4204" y="8680"/>
                  <a:pt x="4204" y="8585"/>
                </a:cubicBezTo>
                <a:lnTo>
                  <a:pt x="4204" y="5121"/>
                </a:lnTo>
                <a:cubicBezTo>
                  <a:pt x="4204" y="5025"/>
                  <a:pt x="4287" y="4942"/>
                  <a:pt x="4382" y="4942"/>
                </a:cubicBezTo>
                <a:lnTo>
                  <a:pt x="9740" y="4942"/>
                </a:lnTo>
                <a:cubicBezTo>
                  <a:pt x="9836" y="4942"/>
                  <a:pt x="9919" y="5013"/>
                  <a:pt x="9919" y="5121"/>
                </a:cubicBezTo>
                <a:lnTo>
                  <a:pt x="9919" y="5251"/>
                </a:lnTo>
                <a:cubicBezTo>
                  <a:pt x="9919" y="5347"/>
                  <a:pt x="10002" y="5418"/>
                  <a:pt x="10086" y="5418"/>
                </a:cubicBezTo>
                <a:cubicBezTo>
                  <a:pt x="10181" y="5418"/>
                  <a:pt x="10252" y="5347"/>
                  <a:pt x="10252" y="5251"/>
                </a:cubicBezTo>
                <a:lnTo>
                  <a:pt x="10252" y="5121"/>
                </a:lnTo>
                <a:cubicBezTo>
                  <a:pt x="10252" y="4835"/>
                  <a:pt x="10026" y="4609"/>
                  <a:pt x="9740" y="4609"/>
                </a:cubicBezTo>
                <a:lnTo>
                  <a:pt x="4382" y="4609"/>
                </a:lnTo>
                <a:cubicBezTo>
                  <a:pt x="4109" y="4609"/>
                  <a:pt x="3882" y="4835"/>
                  <a:pt x="3882" y="5121"/>
                </a:cubicBezTo>
                <a:lnTo>
                  <a:pt x="3882" y="8585"/>
                </a:lnTo>
                <a:cubicBezTo>
                  <a:pt x="3882" y="8871"/>
                  <a:pt x="4109" y="9097"/>
                  <a:pt x="4382" y="9097"/>
                </a:cubicBezTo>
                <a:lnTo>
                  <a:pt x="7026" y="9097"/>
                </a:lnTo>
                <a:lnTo>
                  <a:pt x="7026" y="9252"/>
                </a:lnTo>
                <a:lnTo>
                  <a:pt x="3716" y="9252"/>
                </a:lnTo>
                <a:lnTo>
                  <a:pt x="3716" y="4906"/>
                </a:lnTo>
                <a:cubicBezTo>
                  <a:pt x="3716" y="4597"/>
                  <a:pt x="3966" y="4347"/>
                  <a:pt x="4287" y="4347"/>
                </a:cubicBezTo>
                <a:close/>
                <a:moveTo>
                  <a:pt x="7038" y="9597"/>
                </a:moveTo>
                <a:lnTo>
                  <a:pt x="7038" y="10002"/>
                </a:lnTo>
                <a:lnTo>
                  <a:pt x="3549" y="10002"/>
                </a:lnTo>
                <a:cubicBezTo>
                  <a:pt x="3539" y="10003"/>
                  <a:pt x="3529" y="10004"/>
                  <a:pt x="3520" y="10004"/>
                </a:cubicBezTo>
                <a:cubicBezTo>
                  <a:pt x="3434" y="10004"/>
                  <a:pt x="3351" y="9959"/>
                  <a:pt x="3287" y="9895"/>
                </a:cubicBezTo>
                <a:cubicBezTo>
                  <a:pt x="3216" y="9823"/>
                  <a:pt x="3168" y="9716"/>
                  <a:pt x="3168" y="9609"/>
                </a:cubicBezTo>
                <a:cubicBezTo>
                  <a:pt x="3168" y="9597"/>
                  <a:pt x="3168" y="9597"/>
                  <a:pt x="3180" y="9597"/>
                </a:cubicBezTo>
                <a:close/>
                <a:moveTo>
                  <a:pt x="10990" y="9609"/>
                </a:moveTo>
                <a:lnTo>
                  <a:pt x="10990" y="9633"/>
                </a:lnTo>
                <a:cubicBezTo>
                  <a:pt x="10979" y="9835"/>
                  <a:pt x="10812" y="10014"/>
                  <a:pt x="10598" y="10014"/>
                </a:cubicBezTo>
                <a:lnTo>
                  <a:pt x="9478" y="10014"/>
                </a:lnTo>
                <a:lnTo>
                  <a:pt x="9478" y="9609"/>
                </a:lnTo>
                <a:close/>
                <a:moveTo>
                  <a:pt x="9050" y="8883"/>
                </a:moveTo>
                <a:cubicBezTo>
                  <a:pt x="9085" y="8883"/>
                  <a:pt x="9133" y="8931"/>
                  <a:pt x="9133" y="8978"/>
                </a:cubicBezTo>
                <a:lnTo>
                  <a:pt x="9133" y="10240"/>
                </a:lnTo>
                <a:cubicBezTo>
                  <a:pt x="9133" y="10288"/>
                  <a:pt x="9085" y="10324"/>
                  <a:pt x="9050" y="10324"/>
                </a:cubicBezTo>
                <a:lnTo>
                  <a:pt x="7454" y="10324"/>
                </a:lnTo>
                <a:cubicBezTo>
                  <a:pt x="7407" y="10324"/>
                  <a:pt x="7359" y="10288"/>
                  <a:pt x="7359" y="10240"/>
                </a:cubicBezTo>
                <a:lnTo>
                  <a:pt x="7359" y="10181"/>
                </a:lnTo>
                <a:lnTo>
                  <a:pt x="7359" y="8978"/>
                </a:lnTo>
                <a:cubicBezTo>
                  <a:pt x="7359" y="8931"/>
                  <a:pt x="7407" y="8883"/>
                  <a:pt x="7454" y="8883"/>
                </a:cubicBezTo>
                <a:close/>
                <a:moveTo>
                  <a:pt x="9133" y="10645"/>
                </a:moveTo>
                <a:lnTo>
                  <a:pt x="9133" y="10776"/>
                </a:lnTo>
                <a:cubicBezTo>
                  <a:pt x="9133" y="10859"/>
                  <a:pt x="9062" y="10943"/>
                  <a:pt x="8966" y="10943"/>
                </a:cubicBezTo>
                <a:lnTo>
                  <a:pt x="7526" y="10943"/>
                </a:lnTo>
                <a:cubicBezTo>
                  <a:pt x="7442" y="10943"/>
                  <a:pt x="7359" y="10859"/>
                  <a:pt x="7359" y="10776"/>
                </a:cubicBezTo>
                <a:lnTo>
                  <a:pt x="7359" y="10645"/>
                </a:lnTo>
                <a:cubicBezTo>
                  <a:pt x="7395" y="10645"/>
                  <a:pt x="7419" y="10657"/>
                  <a:pt x="7454" y="10657"/>
                </a:cubicBezTo>
                <a:lnTo>
                  <a:pt x="9050" y="10657"/>
                </a:lnTo>
                <a:cubicBezTo>
                  <a:pt x="9074" y="10657"/>
                  <a:pt x="9109" y="10657"/>
                  <a:pt x="9133" y="10645"/>
                </a:cubicBezTo>
                <a:close/>
                <a:moveTo>
                  <a:pt x="858" y="1"/>
                </a:moveTo>
                <a:cubicBezTo>
                  <a:pt x="382" y="1"/>
                  <a:pt x="1" y="382"/>
                  <a:pt x="1" y="858"/>
                </a:cubicBezTo>
                <a:lnTo>
                  <a:pt x="1" y="5561"/>
                </a:lnTo>
                <a:cubicBezTo>
                  <a:pt x="1" y="6037"/>
                  <a:pt x="382" y="6430"/>
                  <a:pt x="858" y="6430"/>
                </a:cubicBezTo>
                <a:lnTo>
                  <a:pt x="1334" y="6430"/>
                </a:lnTo>
                <a:cubicBezTo>
                  <a:pt x="1430" y="6430"/>
                  <a:pt x="1501" y="6359"/>
                  <a:pt x="1501" y="6264"/>
                </a:cubicBezTo>
                <a:cubicBezTo>
                  <a:pt x="1501" y="6180"/>
                  <a:pt x="1430" y="6097"/>
                  <a:pt x="1334" y="6097"/>
                </a:cubicBezTo>
                <a:lnTo>
                  <a:pt x="858" y="6097"/>
                </a:lnTo>
                <a:cubicBezTo>
                  <a:pt x="572" y="6097"/>
                  <a:pt x="334" y="5859"/>
                  <a:pt x="334" y="5585"/>
                </a:cubicBezTo>
                <a:lnTo>
                  <a:pt x="334" y="882"/>
                </a:lnTo>
                <a:cubicBezTo>
                  <a:pt x="334" y="596"/>
                  <a:pt x="572" y="358"/>
                  <a:pt x="858" y="358"/>
                </a:cubicBezTo>
                <a:lnTo>
                  <a:pt x="8062" y="358"/>
                </a:lnTo>
                <a:cubicBezTo>
                  <a:pt x="8347" y="358"/>
                  <a:pt x="8585" y="596"/>
                  <a:pt x="8585" y="882"/>
                </a:cubicBezTo>
                <a:lnTo>
                  <a:pt x="8585" y="4001"/>
                </a:lnTo>
                <a:lnTo>
                  <a:pt x="8478" y="4001"/>
                </a:lnTo>
                <a:lnTo>
                  <a:pt x="8478" y="1215"/>
                </a:lnTo>
                <a:cubicBezTo>
                  <a:pt x="8478" y="822"/>
                  <a:pt x="8157" y="489"/>
                  <a:pt x="7752" y="489"/>
                </a:cubicBezTo>
                <a:lnTo>
                  <a:pt x="1168" y="489"/>
                </a:lnTo>
                <a:cubicBezTo>
                  <a:pt x="775" y="489"/>
                  <a:pt x="442" y="822"/>
                  <a:pt x="442" y="1215"/>
                </a:cubicBezTo>
                <a:lnTo>
                  <a:pt x="442" y="4597"/>
                </a:lnTo>
                <a:cubicBezTo>
                  <a:pt x="442" y="5001"/>
                  <a:pt x="775" y="5323"/>
                  <a:pt x="1168" y="5323"/>
                </a:cubicBezTo>
                <a:lnTo>
                  <a:pt x="3370" y="5323"/>
                </a:lnTo>
                <a:lnTo>
                  <a:pt x="3370" y="6085"/>
                </a:lnTo>
                <a:lnTo>
                  <a:pt x="2001" y="6085"/>
                </a:lnTo>
                <a:cubicBezTo>
                  <a:pt x="1918" y="6085"/>
                  <a:pt x="1846" y="6156"/>
                  <a:pt x="1846" y="6252"/>
                </a:cubicBezTo>
                <a:cubicBezTo>
                  <a:pt x="1846" y="6335"/>
                  <a:pt x="1918" y="6418"/>
                  <a:pt x="2001" y="6418"/>
                </a:cubicBezTo>
                <a:lnTo>
                  <a:pt x="3109" y="6418"/>
                </a:lnTo>
                <a:lnTo>
                  <a:pt x="2811" y="6978"/>
                </a:lnTo>
                <a:lnTo>
                  <a:pt x="2656" y="6978"/>
                </a:lnTo>
                <a:cubicBezTo>
                  <a:pt x="2561" y="6978"/>
                  <a:pt x="2454" y="7026"/>
                  <a:pt x="2358" y="7097"/>
                </a:cubicBezTo>
                <a:cubicBezTo>
                  <a:pt x="2287" y="7168"/>
                  <a:pt x="2239" y="7276"/>
                  <a:pt x="2239" y="7395"/>
                </a:cubicBezTo>
                <a:cubicBezTo>
                  <a:pt x="2239" y="7621"/>
                  <a:pt x="2418" y="7811"/>
                  <a:pt x="2656" y="7811"/>
                </a:cubicBezTo>
                <a:lnTo>
                  <a:pt x="3394" y="7811"/>
                </a:lnTo>
                <a:lnTo>
                  <a:pt x="3394" y="9276"/>
                </a:lnTo>
                <a:lnTo>
                  <a:pt x="3192" y="9276"/>
                </a:lnTo>
                <a:cubicBezTo>
                  <a:pt x="3001" y="9276"/>
                  <a:pt x="2835" y="9431"/>
                  <a:pt x="2835" y="9633"/>
                </a:cubicBezTo>
                <a:cubicBezTo>
                  <a:pt x="2835" y="9823"/>
                  <a:pt x="2918" y="10002"/>
                  <a:pt x="3049" y="10145"/>
                </a:cubicBezTo>
                <a:cubicBezTo>
                  <a:pt x="3180" y="10288"/>
                  <a:pt x="3370" y="10359"/>
                  <a:pt x="3573" y="10359"/>
                </a:cubicBezTo>
                <a:lnTo>
                  <a:pt x="7049" y="10359"/>
                </a:lnTo>
                <a:lnTo>
                  <a:pt x="7049" y="10788"/>
                </a:lnTo>
                <a:cubicBezTo>
                  <a:pt x="7049" y="11062"/>
                  <a:pt x="7276" y="11300"/>
                  <a:pt x="7550" y="11300"/>
                </a:cubicBezTo>
                <a:lnTo>
                  <a:pt x="9002" y="11300"/>
                </a:lnTo>
                <a:cubicBezTo>
                  <a:pt x="9264" y="11300"/>
                  <a:pt x="9502" y="11074"/>
                  <a:pt x="9502" y="10788"/>
                </a:cubicBezTo>
                <a:lnTo>
                  <a:pt x="9502" y="10359"/>
                </a:lnTo>
                <a:lnTo>
                  <a:pt x="10621" y="10359"/>
                </a:lnTo>
                <a:cubicBezTo>
                  <a:pt x="11026" y="10359"/>
                  <a:pt x="11348" y="10026"/>
                  <a:pt x="11348" y="9633"/>
                </a:cubicBezTo>
                <a:cubicBezTo>
                  <a:pt x="11324" y="9526"/>
                  <a:pt x="11276" y="9431"/>
                  <a:pt x="11217" y="9371"/>
                </a:cubicBezTo>
                <a:cubicBezTo>
                  <a:pt x="11157" y="9312"/>
                  <a:pt x="11074" y="9276"/>
                  <a:pt x="10967" y="9276"/>
                </a:cubicBezTo>
                <a:lnTo>
                  <a:pt x="10776" y="9276"/>
                </a:lnTo>
                <a:lnTo>
                  <a:pt x="10776" y="4906"/>
                </a:lnTo>
                <a:cubicBezTo>
                  <a:pt x="10776" y="4418"/>
                  <a:pt x="10371" y="4013"/>
                  <a:pt x="9883" y="4013"/>
                </a:cubicBezTo>
                <a:lnTo>
                  <a:pt x="8931" y="4013"/>
                </a:lnTo>
                <a:lnTo>
                  <a:pt x="8931" y="858"/>
                </a:lnTo>
                <a:cubicBezTo>
                  <a:pt x="8931" y="382"/>
                  <a:pt x="8538" y="1"/>
                  <a:pt x="8062" y="1"/>
                </a:cubicBezTo>
                <a:close/>
              </a:path>
            </a:pathLst>
          </a:custGeom>
          <a:solidFill>
            <a:schemeClr val="bg1">
              <a:lumMod val="2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8874;p61">
            <a:extLst>
              <a:ext uri="{FF2B5EF4-FFF2-40B4-BE49-F238E27FC236}">
                <a16:creationId xmlns:a16="http://schemas.microsoft.com/office/drawing/2014/main" id="{727CA181-2EE6-98FA-5866-6550A0152E71}"/>
              </a:ext>
            </a:extLst>
          </p:cNvPr>
          <p:cNvGrpSpPr/>
          <p:nvPr/>
        </p:nvGrpSpPr>
        <p:grpSpPr>
          <a:xfrm>
            <a:off x="5004973" y="1637030"/>
            <a:ext cx="340956" cy="340320"/>
            <a:chOff x="1421638" y="4125629"/>
            <a:chExt cx="374709" cy="374010"/>
          </a:xfrm>
          <a:solidFill>
            <a:schemeClr val="bg1">
              <a:lumMod val="25000"/>
            </a:schemeClr>
          </a:solidFill>
        </p:grpSpPr>
        <p:sp>
          <p:nvSpPr>
            <p:cNvPr id="11" name="Google Shape;8875;p61">
              <a:extLst>
                <a:ext uri="{FF2B5EF4-FFF2-40B4-BE49-F238E27FC236}">
                  <a16:creationId xmlns:a16="http://schemas.microsoft.com/office/drawing/2014/main" id="{464B256B-F82F-319F-C778-D5357C95BE9C}"/>
                </a:ext>
              </a:extLst>
            </p:cNvPr>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8876;p61">
              <a:extLst>
                <a:ext uri="{FF2B5EF4-FFF2-40B4-BE49-F238E27FC236}">
                  <a16:creationId xmlns:a16="http://schemas.microsoft.com/office/drawing/2014/main" id="{5E10334E-F2ED-71FB-DB38-CFDE7B3BDD9D}"/>
                </a:ext>
              </a:extLst>
            </p:cNvPr>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0093;p63">
            <a:extLst>
              <a:ext uri="{FF2B5EF4-FFF2-40B4-BE49-F238E27FC236}">
                <a16:creationId xmlns:a16="http://schemas.microsoft.com/office/drawing/2014/main" id="{7420EDE1-DBFC-57CB-0CAB-EA88037ED4BD}"/>
              </a:ext>
            </a:extLst>
          </p:cNvPr>
          <p:cNvGrpSpPr/>
          <p:nvPr/>
        </p:nvGrpSpPr>
        <p:grpSpPr>
          <a:xfrm>
            <a:off x="4919600" y="3200536"/>
            <a:ext cx="426329" cy="332375"/>
            <a:chOff x="2611458" y="3816374"/>
            <a:chExt cx="426329" cy="332375"/>
          </a:xfrm>
          <a:solidFill>
            <a:schemeClr val="bg1">
              <a:lumMod val="25000"/>
            </a:schemeClr>
          </a:solidFill>
        </p:grpSpPr>
        <p:sp>
          <p:nvSpPr>
            <p:cNvPr id="14" name="Google Shape;10094;p63">
              <a:extLst>
                <a:ext uri="{FF2B5EF4-FFF2-40B4-BE49-F238E27FC236}">
                  <a16:creationId xmlns:a16="http://schemas.microsoft.com/office/drawing/2014/main" id="{E8D51A1D-06DB-4055-15CC-3438D47D73F4}"/>
                </a:ext>
              </a:extLst>
            </p:cNvPr>
            <p:cNvSpPr/>
            <p:nvPr/>
          </p:nvSpPr>
          <p:spPr>
            <a:xfrm>
              <a:off x="2611458" y="3816374"/>
              <a:ext cx="426329" cy="332375"/>
            </a:xfrm>
            <a:custGeom>
              <a:avLst/>
              <a:gdLst/>
              <a:ahLst/>
              <a:cxnLst/>
              <a:rect l="l" t="t" r="r" b="b"/>
              <a:pathLst>
                <a:path w="13395" h="10443" extrusionOk="0">
                  <a:moveTo>
                    <a:pt x="13002" y="429"/>
                  </a:moveTo>
                  <a:lnTo>
                    <a:pt x="12966" y="846"/>
                  </a:lnTo>
                  <a:lnTo>
                    <a:pt x="11418" y="846"/>
                  </a:lnTo>
                  <a:cubicBezTo>
                    <a:pt x="11299" y="846"/>
                    <a:pt x="11216" y="929"/>
                    <a:pt x="11216" y="1048"/>
                  </a:cubicBezTo>
                  <a:cubicBezTo>
                    <a:pt x="11216" y="1167"/>
                    <a:pt x="11299" y="1263"/>
                    <a:pt x="11418" y="1263"/>
                  </a:cubicBezTo>
                  <a:lnTo>
                    <a:pt x="12633" y="1263"/>
                  </a:lnTo>
                  <a:lnTo>
                    <a:pt x="12633" y="7501"/>
                  </a:lnTo>
                  <a:lnTo>
                    <a:pt x="5429" y="7501"/>
                  </a:lnTo>
                  <a:lnTo>
                    <a:pt x="5429" y="7287"/>
                  </a:lnTo>
                  <a:cubicBezTo>
                    <a:pt x="5429" y="7168"/>
                    <a:pt x="5334" y="7085"/>
                    <a:pt x="5215" y="7085"/>
                  </a:cubicBezTo>
                  <a:lnTo>
                    <a:pt x="4870" y="7085"/>
                  </a:lnTo>
                  <a:cubicBezTo>
                    <a:pt x="4834" y="6942"/>
                    <a:pt x="4786" y="6811"/>
                    <a:pt x="4715" y="6692"/>
                  </a:cubicBezTo>
                  <a:lnTo>
                    <a:pt x="4953" y="6454"/>
                  </a:lnTo>
                  <a:cubicBezTo>
                    <a:pt x="5036" y="6358"/>
                    <a:pt x="5036" y="6227"/>
                    <a:pt x="4953" y="6156"/>
                  </a:cubicBezTo>
                  <a:lnTo>
                    <a:pt x="4310" y="5513"/>
                  </a:lnTo>
                  <a:cubicBezTo>
                    <a:pt x="4263" y="5477"/>
                    <a:pt x="4215" y="5454"/>
                    <a:pt x="4155" y="5454"/>
                  </a:cubicBezTo>
                  <a:cubicBezTo>
                    <a:pt x="4096" y="5454"/>
                    <a:pt x="4060" y="5477"/>
                    <a:pt x="4013" y="5513"/>
                  </a:cubicBezTo>
                  <a:lnTo>
                    <a:pt x="3774" y="5751"/>
                  </a:lnTo>
                  <a:cubicBezTo>
                    <a:pt x="3655" y="5692"/>
                    <a:pt x="3524" y="5632"/>
                    <a:pt x="3382" y="5596"/>
                  </a:cubicBezTo>
                  <a:lnTo>
                    <a:pt x="3382" y="5251"/>
                  </a:lnTo>
                  <a:cubicBezTo>
                    <a:pt x="3382" y="5132"/>
                    <a:pt x="3298" y="5037"/>
                    <a:pt x="3179" y="5037"/>
                  </a:cubicBezTo>
                  <a:lnTo>
                    <a:pt x="2655" y="5037"/>
                  </a:lnTo>
                  <a:lnTo>
                    <a:pt x="2655" y="1274"/>
                  </a:lnTo>
                  <a:lnTo>
                    <a:pt x="10704" y="1274"/>
                  </a:lnTo>
                  <a:cubicBezTo>
                    <a:pt x="10823" y="1274"/>
                    <a:pt x="10918" y="1191"/>
                    <a:pt x="10918" y="1072"/>
                  </a:cubicBezTo>
                  <a:cubicBezTo>
                    <a:pt x="10918" y="953"/>
                    <a:pt x="10823" y="858"/>
                    <a:pt x="10704" y="858"/>
                  </a:cubicBezTo>
                  <a:lnTo>
                    <a:pt x="2310" y="858"/>
                  </a:lnTo>
                  <a:lnTo>
                    <a:pt x="2310" y="429"/>
                  </a:lnTo>
                  <a:close/>
                  <a:moveTo>
                    <a:pt x="12966" y="7918"/>
                  </a:moveTo>
                  <a:lnTo>
                    <a:pt x="12966" y="8347"/>
                  </a:lnTo>
                  <a:lnTo>
                    <a:pt x="5358" y="8347"/>
                  </a:lnTo>
                  <a:cubicBezTo>
                    <a:pt x="5394" y="8299"/>
                    <a:pt x="5417" y="8251"/>
                    <a:pt x="5417" y="8192"/>
                  </a:cubicBezTo>
                  <a:lnTo>
                    <a:pt x="5417" y="7954"/>
                  </a:lnTo>
                  <a:lnTo>
                    <a:pt x="12835" y="7954"/>
                  </a:lnTo>
                  <a:cubicBezTo>
                    <a:pt x="12883" y="7954"/>
                    <a:pt x="12930" y="7942"/>
                    <a:pt x="12954" y="7918"/>
                  </a:cubicBezTo>
                  <a:close/>
                  <a:moveTo>
                    <a:pt x="2953" y="5442"/>
                  </a:moveTo>
                  <a:lnTo>
                    <a:pt x="2953" y="5739"/>
                  </a:lnTo>
                  <a:cubicBezTo>
                    <a:pt x="2953" y="5846"/>
                    <a:pt x="3024" y="5918"/>
                    <a:pt x="3120" y="5954"/>
                  </a:cubicBezTo>
                  <a:cubicBezTo>
                    <a:pt x="3310" y="5989"/>
                    <a:pt x="3501" y="6073"/>
                    <a:pt x="3679" y="6192"/>
                  </a:cubicBezTo>
                  <a:cubicBezTo>
                    <a:pt x="3716" y="6215"/>
                    <a:pt x="3755" y="6225"/>
                    <a:pt x="3793" y="6225"/>
                  </a:cubicBezTo>
                  <a:cubicBezTo>
                    <a:pt x="3853" y="6225"/>
                    <a:pt x="3909" y="6200"/>
                    <a:pt x="3953" y="6156"/>
                  </a:cubicBezTo>
                  <a:lnTo>
                    <a:pt x="4155" y="5954"/>
                  </a:lnTo>
                  <a:lnTo>
                    <a:pt x="4501" y="6287"/>
                  </a:lnTo>
                  <a:lnTo>
                    <a:pt x="4298" y="6501"/>
                  </a:lnTo>
                  <a:cubicBezTo>
                    <a:pt x="4215" y="6573"/>
                    <a:pt x="4203" y="6680"/>
                    <a:pt x="4263" y="6763"/>
                  </a:cubicBezTo>
                  <a:cubicBezTo>
                    <a:pt x="4370" y="6942"/>
                    <a:pt x="4453" y="7144"/>
                    <a:pt x="4501" y="7335"/>
                  </a:cubicBezTo>
                  <a:cubicBezTo>
                    <a:pt x="4513" y="7418"/>
                    <a:pt x="4608" y="7501"/>
                    <a:pt x="4715" y="7501"/>
                  </a:cubicBezTo>
                  <a:lnTo>
                    <a:pt x="5013" y="7501"/>
                  </a:lnTo>
                  <a:lnTo>
                    <a:pt x="5013" y="7990"/>
                  </a:lnTo>
                  <a:lnTo>
                    <a:pt x="4715" y="7990"/>
                  </a:lnTo>
                  <a:cubicBezTo>
                    <a:pt x="4608" y="7990"/>
                    <a:pt x="4525" y="8061"/>
                    <a:pt x="4501" y="8156"/>
                  </a:cubicBezTo>
                  <a:cubicBezTo>
                    <a:pt x="4453" y="8347"/>
                    <a:pt x="4382" y="8537"/>
                    <a:pt x="4263" y="8716"/>
                  </a:cubicBezTo>
                  <a:cubicBezTo>
                    <a:pt x="4203" y="8811"/>
                    <a:pt x="4215" y="8906"/>
                    <a:pt x="4298" y="8990"/>
                  </a:cubicBezTo>
                  <a:lnTo>
                    <a:pt x="4501" y="9192"/>
                  </a:lnTo>
                  <a:lnTo>
                    <a:pt x="4155" y="9537"/>
                  </a:lnTo>
                  <a:lnTo>
                    <a:pt x="3953" y="9323"/>
                  </a:lnTo>
                  <a:cubicBezTo>
                    <a:pt x="3912" y="9282"/>
                    <a:pt x="3860" y="9261"/>
                    <a:pt x="3805" y="9261"/>
                  </a:cubicBezTo>
                  <a:cubicBezTo>
                    <a:pt x="3764" y="9261"/>
                    <a:pt x="3720" y="9273"/>
                    <a:pt x="3679" y="9299"/>
                  </a:cubicBezTo>
                  <a:cubicBezTo>
                    <a:pt x="3501" y="9394"/>
                    <a:pt x="3310" y="9490"/>
                    <a:pt x="3120" y="9537"/>
                  </a:cubicBezTo>
                  <a:cubicBezTo>
                    <a:pt x="3024" y="9549"/>
                    <a:pt x="2953" y="9633"/>
                    <a:pt x="2953" y="9740"/>
                  </a:cubicBezTo>
                  <a:lnTo>
                    <a:pt x="2953" y="10037"/>
                  </a:lnTo>
                  <a:lnTo>
                    <a:pt x="2465" y="10037"/>
                  </a:lnTo>
                  <a:lnTo>
                    <a:pt x="2465" y="9740"/>
                  </a:lnTo>
                  <a:cubicBezTo>
                    <a:pt x="2465" y="9633"/>
                    <a:pt x="2393" y="9561"/>
                    <a:pt x="2298" y="9537"/>
                  </a:cubicBezTo>
                  <a:cubicBezTo>
                    <a:pt x="2108" y="9490"/>
                    <a:pt x="1917" y="9418"/>
                    <a:pt x="1738" y="9299"/>
                  </a:cubicBezTo>
                  <a:cubicBezTo>
                    <a:pt x="1697" y="9273"/>
                    <a:pt x="1654" y="9261"/>
                    <a:pt x="1612" y="9261"/>
                  </a:cubicBezTo>
                  <a:cubicBezTo>
                    <a:pt x="1557" y="9261"/>
                    <a:pt x="1505" y="9282"/>
                    <a:pt x="1465" y="9323"/>
                  </a:cubicBezTo>
                  <a:lnTo>
                    <a:pt x="1262" y="9537"/>
                  </a:lnTo>
                  <a:lnTo>
                    <a:pt x="917" y="9192"/>
                  </a:lnTo>
                  <a:lnTo>
                    <a:pt x="1119" y="8990"/>
                  </a:lnTo>
                  <a:cubicBezTo>
                    <a:pt x="1203" y="8906"/>
                    <a:pt x="1215" y="8799"/>
                    <a:pt x="1155" y="8716"/>
                  </a:cubicBezTo>
                  <a:cubicBezTo>
                    <a:pt x="1048" y="8537"/>
                    <a:pt x="965" y="8347"/>
                    <a:pt x="917" y="8156"/>
                  </a:cubicBezTo>
                  <a:cubicBezTo>
                    <a:pt x="905" y="8061"/>
                    <a:pt x="810" y="7990"/>
                    <a:pt x="703" y="7990"/>
                  </a:cubicBezTo>
                  <a:lnTo>
                    <a:pt x="405" y="7990"/>
                  </a:lnTo>
                  <a:lnTo>
                    <a:pt x="405" y="7501"/>
                  </a:lnTo>
                  <a:lnTo>
                    <a:pt x="703" y="7501"/>
                  </a:lnTo>
                  <a:cubicBezTo>
                    <a:pt x="810" y="7501"/>
                    <a:pt x="881" y="7418"/>
                    <a:pt x="917" y="7335"/>
                  </a:cubicBezTo>
                  <a:cubicBezTo>
                    <a:pt x="965" y="7144"/>
                    <a:pt x="1036" y="6942"/>
                    <a:pt x="1155" y="6763"/>
                  </a:cubicBezTo>
                  <a:cubicBezTo>
                    <a:pt x="1215" y="6680"/>
                    <a:pt x="1203" y="6573"/>
                    <a:pt x="1119" y="6501"/>
                  </a:cubicBezTo>
                  <a:lnTo>
                    <a:pt x="917" y="6287"/>
                  </a:lnTo>
                  <a:lnTo>
                    <a:pt x="1262" y="5954"/>
                  </a:lnTo>
                  <a:lnTo>
                    <a:pt x="1465" y="6156"/>
                  </a:lnTo>
                  <a:cubicBezTo>
                    <a:pt x="1508" y="6200"/>
                    <a:pt x="1565" y="6225"/>
                    <a:pt x="1624" y="6225"/>
                  </a:cubicBezTo>
                  <a:cubicBezTo>
                    <a:pt x="1662" y="6225"/>
                    <a:pt x="1701" y="6215"/>
                    <a:pt x="1738" y="6192"/>
                  </a:cubicBezTo>
                  <a:cubicBezTo>
                    <a:pt x="1917" y="6085"/>
                    <a:pt x="2108" y="5989"/>
                    <a:pt x="2298" y="5954"/>
                  </a:cubicBezTo>
                  <a:cubicBezTo>
                    <a:pt x="2393" y="5930"/>
                    <a:pt x="2465" y="5846"/>
                    <a:pt x="2465" y="5739"/>
                  </a:cubicBezTo>
                  <a:lnTo>
                    <a:pt x="2465" y="5442"/>
                  </a:lnTo>
                  <a:close/>
                  <a:moveTo>
                    <a:pt x="2084" y="0"/>
                  </a:moveTo>
                  <a:cubicBezTo>
                    <a:pt x="1977" y="0"/>
                    <a:pt x="1881" y="84"/>
                    <a:pt x="1881" y="203"/>
                  </a:cubicBezTo>
                  <a:lnTo>
                    <a:pt x="1881" y="1048"/>
                  </a:lnTo>
                  <a:cubicBezTo>
                    <a:pt x="1881" y="1167"/>
                    <a:pt x="1977" y="1263"/>
                    <a:pt x="2084" y="1263"/>
                  </a:cubicBezTo>
                  <a:lnTo>
                    <a:pt x="2227" y="1263"/>
                  </a:lnTo>
                  <a:lnTo>
                    <a:pt x="2227" y="5037"/>
                  </a:lnTo>
                  <a:cubicBezTo>
                    <a:pt x="2119" y="5061"/>
                    <a:pt x="2048" y="5144"/>
                    <a:pt x="2048" y="5251"/>
                  </a:cubicBezTo>
                  <a:lnTo>
                    <a:pt x="2048" y="5584"/>
                  </a:lnTo>
                  <a:cubicBezTo>
                    <a:pt x="1905" y="5632"/>
                    <a:pt x="1774" y="5680"/>
                    <a:pt x="1655" y="5751"/>
                  </a:cubicBezTo>
                  <a:lnTo>
                    <a:pt x="1417" y="5513"/>
                  </a:lnTo>
                  <a:cubicBezTo>
                    <a:pt x="1369" y="5465"/>
                    <a:pt x="1334" y="5454"/>
                    <a:pt x="1274" y="5454"/>
                  </a:cubicBezTo>
                  <a:cubicBezTo>
                    <a:pt x="1215" y="5454"/>
                    <a:pt x="1167" y="5465"/>
                    <a:pt x="1119" y="5513"/>
                  </a:cubicBezTo>
                  <a:lnTo>
                    <a:pt x="476" y="6156"/>
                  </a:lnTo>
                  <a:cubicBezTo>
                    <a:pt x="393" y="6239"/>
                    <a:pt x="393" y="6382"/>
                    <a:pt x="476" y="6454"/>
                  </a:cubicBezTo>
                  <a:lnTo>
                    <a:pt x="715" y="6692"/>
                  </a:lnTo>
                  <a:cubicBezTo>
                    <a:pt x="655" y="6811"/>
                    <a:pt x="595" y="6942"/>
                    <a:pt x="560" y="7073"/>
                  </a:cubicBezTo>
                  <a:lnTo>
                    <a:pt x="214" y="7073"/>
                  </a:lnTo>
                  <a:cubicBezTo>
                    <a:pt x="95" y="7073"/>
                    <a:pt x="0" y="7168"/>
                    <a:pt x="0" y="7287"/>
                  </a:cubicBezTo>
                  <a:lnTo>
                    <a:pt x="0" y="8192"/>
                  </a:lnTo>
                  <a:cubicBezTo>
                    <a:pt x="0" y="8311"/>
                    <a:pt x="95" y="8406"/>
                    <a:pt x="214" y="8406"/>
                  </a:cubicBezTo>
                  <a:lnTo>
                    <a:pt x="560" y="8406"/>
                  </a:lnTo>
                  <a:cubicBezTo>
                    <a:pt x="595" y="8537"/>
                    <a:pt x="643" y="8668"/>
                    <a:pt x="715" y="8787"/>
                  </a:cubicBezTo>
                  <a:lnTo>
                    <a:pt x="476" y="9025"/>
                  </a:lnTo>
                  <a:cubicBezTo>
                    <a:pt x="393" y="9121"/>
                    <a:pt x="393" y="9252"/>
                    <a:pt x="476" y="9323"/>
                  </a:cubicBezTo>
                  <a:lnTo>
                    <a:pt x="1119" y="9966"/>
                  </a:lnTo>
                  <a:cubicBezTo>
                    <a:pt x="1167" y="10008"/>
                    <a:pt x="1223" y="10028"/>
                    <a:pt x="1277" y="10028"/>
                  </a:cubicBezTo>
                  <a:cubicBezTo>
                    <a:pt x="1331" y="10028"/>
                    <a:pt x="1381" y="10008"/>
                    <a:pt x="1417" y="9966"/>
                  </a:cubicBezTo>
                  <a:lnTo>
                    <a:pt x="1655" y="9728"/>
                  </a:lnTo>
                  <a:cubicBezTo>
                    <a:pt x="1774" y="9787"/>
                    <a:pt x="1905" y="9847"/>
                    <a:pt x="2048" y="9895"/>
                  </a:cubicBezTo>
                  <a:lnTo>
                    <a:pt x="2048" y="10228"/>
                  </a:lnTo>
                  <a:cubicBezTo>
                    <a:pt x="2048" y="10347"/>
                    <a:pt x="2131" y="10442"/>
                    <a:pt x="2250" y="10442"/>
                  </a:cubicBezTo>
                  <a:lnTo>
                    <a:pt x="3155" y="10442"/>
                  </a:lnTo>
                  <a:cubicBezTo>
                    <a:pt x="3274" y="10442"/>
                    <a:pt x="3370" y="10347"/>
                    <a:pt x="3370" y="10228"/>
                  </a:cubicBezTo>
                  <a:lnTo>
                    <a:pt x="3370" y="9895"/>
                  </a:lnTo>
                  <a:cubicBezTo>
                    <a:pt x="3501" y="9847"/>
                    <a:pt x="3632" y="9799"/>
                    <a:pt x="3751" y="9728"/>
                  </a:cubicBezTo>
                  <a:lnTo>
                    <a:pt x="3989" y="9966"/>
                  </a:lnTo>
                  <a:cubicBezTo>
                    <a:pt x="4036" y="10008"/>
                    <a:pt x="4093" y="10028"/>
                    <a:pt x="4146" y="10028"/>
                  </a:cubicBezTo>
                  <a:cubicBezTo>
                    <a:pt x="4200" y="10028"/>
                    <a:pt x="4251" y="10008"/>
                    <a:pt x="4286" y="9966"/>
                  </a:cubicBezTo>
                  <a:lnTo>
                    <a:pt x="4929" y="9323"/>
                  </a:lnTo>
                  <a:cubicBezTo>
                    <a:pt x="5025" y="9240"/>
                    <a:pt x="5025" y="9097"/>
                    <a:pt x="4929" y="9025"/>
                  </a:cubicBezTo>
                  <a:lnTo>
                    <a:pt x="4691" y="8787"/>
                  </a:lnTo>
                  <a:cubicBezTo>
                    <a:pt x="4691" y="8775"/>
                    <a:pt x="4703" y="8775"/>
                    <a:pt x="4703" y="8763"/>
                  </a:cubicBezTo>
                  <a:lnTo>
                    <a:pt x="13180" y="8763"/>
                  </a:lnTo>
                  <a:cubicBezTo>
                    <a:pt x="13299" y="8763"/>
                    <a:pt x="13383" y="8668"/>
                    <a:pt x="13383" y="8549"/>
                  </a:cubicBezTo>
                  <a:lnTo>
                    <a:pt x="13383" y="7704"/>
                  </a:lnTo>
                  <a:cubicBezTo>
                    <a:pt x="13383" y="7585"/>
                    <a:pt x="13299" y="7489"/>
                    <a:pt x="13180" y="7489"/>
                  </a:cubicBezTo>
                  <a:lnTo>
                    <a:pt x="13037" y="7489"/>
                  </a:lnTo>
                  <a:lnTo>
                    <a:pt x="13037" y="1263"/>
                  </a:lnTo>
                  <a:lnTo>
                    <a:pt x="13192" y="1263"/>
                  </a:lnTo>
                  <a:cubicBezTo>
                    <a:pt x="13311" y="1263"/>
                    <a:pt x="13395" y="1167"/>
                    <a:pt x="13395" y="1048"/>
                  </a:cubicBezTo>
                  <a:lnTo>
                    <a:pt x="13395" y="203"/>
                  </a:lnTo>
                  <a:cubicBezTo>
                    <a:pt x="13395" y="84"/>
                    <a:pt x="13311" y="0"/>
                    <a:pt x="1319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095;p63">
              <a:extLst>
                <a:ext uri="{FF2B5EF4-FFF2-40B4-BE49-F238E27FC236}">
                  <a16:creationId xmlns:a16="http://schemas.microsoft.com/office/drawing/2014/main" id="{98FA6055-DE97-68B7-A184-78C6F70FD8BA}"/>
                </a:ext>
              </a:extLst>
            </p:cNvPr>
            <p:cNvSpPr/>
            <p:nvPr/>
          </p:nvSpPr>
          <p:spPr>
            <a:xfrm>
              <a:off x="2803568" y="3950909"/>
              <a:ext cx="40198" cy="85648"/>
            </a:xfrm>
            <a:custGeom>
              <a:avLst/>
              <a:gdLst/>
              <a:ahLst/>
              <a:cxnLst/>
              <a:rect l="l" t="t" r="r" b="b"/>
              <a:pathLst>
                <a:path w="1263" h="2691" extrusionOk="0">
                  <a:moveTo>
                    <a:pt x="846" y="417"/>
                  </a:moveTo>
                  <a:lnTo>
                    <a:pt x="846" y="2262"/>
                  </a:lnTo>
                  <a:lnTo>
                    <a:pt x="417" y="2262"/>
                  </a:lnTo>
                  <a:lnTo>
                    <a:pt x="417" y="417"/>
                  </a:lnTo>
                  <a:close/>
                  <a:moveTo>
                    <a:pt x="203" y="0"/>
                  </a:moveTo>
                  <a:cubicBezTo>
                    <a:pt x="84" y="0"/>
                    <a:pt x="1" y="84"/>
                    <a:pt x="1" y="203"/>
                  </a:cubicBezTo>
                  <a:lnTo>
                    <a:pt x="1" y="2477"/>
                  </a:lnTo>
                  <a:cubicBezTo>
                    <a:pt x="1" y="2596"/>
                    <a:pt x="84" y="2691"/>
                    <a:pt x="203" y="2691"/>
                  </a:cubicBezTo>
                  <a:lnTo>
                    <a:pt x="1060" y="2691"/>
                  </a:lnTo>
                  <a:cubicBezTo>
                    <a:pt x="1167" y="2691"/>
                    <a:pt x="1263" y="2596"/>
                    <a:pt x="1263" y="2477"/>
                  </a:cubicBezTo>
                  <a:lnTo>
                    <a:pt x="1263" y="203"/>
                  </a:lnTo>
                  <a:cubicBezTo>
                    <a:pt x="1263" y="84"/>
                    <a:pt x="1179" y="0"/>
                    <a:pt x="106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096;p63">
              <a:extLst>
                <a:ext uri="{FF2B5EF4-FFF2-40B4-BE49-F238E27FC236}">
                  <a16:creationId xmlns:a16="http://schemas.microsoft.com/office/drawing/2014/main" id="{37C92CB2-9878-E570-B45E-1A9045C371EC}"/>
                </a:ext>
              </a:extLst>
            </p:cNvPr>
            <p:cNvSpPr/>
            <p:nvPr/>
          </p:nvSpPr>
          <p:spPr>
            <a:xfrm>
              <a:off x="2851691" y="3917935"/>
              <a:ext cx="40580" cy="118621"/>
            </a:xfrm>
            <a:custGeom>
              <a:avLst/>
              <a:gdLst/>
              <a:ahLst/>
              <a:cxnLst/>
              <a:rect l="l" t="t" r="r" b="b"/>
              <a:pathLst>
                <a:path w="1275" h="3727" extrusionOk="0">
                  <a:moveTo>
                    <a:pt x="858" y="417"/>
                  </a:moveTo>
                  <a:lnTo>
                    <a:pt x="858" y="3298"/>
                  </a:lnTo>
                  <a:lnTo>
                    <a:pt x="417" y="3298"/>
                  </a:lnTo>
                  <a:lnTo>
                    <a:pt x="417" y="417"/>
                  </a:lnTo>
                  <a:close/>
                  <a:moveTo>
                    <a:pt x="215" y="0"/>
                  </a:moveTo>
                  <a:cubicBezTo>
                    <a:pt x="96" y="0"/>
                    <a:pt x="1" y="96"/>
                    <a:pt x="1" y="215"/>
                  </a:cubicBezTo>
                  <a:lnTo>
                    <a:pt x="1" y="3513"/>
                  </a:lnTo>
                  <a:cubicBezTo>
                    <a:pt x="1" y="3632"/>
                    <a:pt x="96" y="3727"/>
                    <a:pt x="215" y="3727"/>
                  </a:cubicBezTo>
                  <a:lnTo>
                    <a:pt x="1060" y="3727"/>
                  </a:lnTo>
                  <a:cubicBezTo>
                    <a:pt x="1179" y="3727"/>
                    <a:pt x="1275" y="3632"/>
                    <a:pt x="1275" y="3513"/>
                  </a:cubicBezTo>
                  <a:lnTo>
                    <a:pt x="1275" y="215"/>
                  </a:lnTo>
                  <a:cubicBezTo>
                    <a:pt x="1275" y="96"/>
                    <a:pt x="1179" y="0"/>
                    <a:pt x="106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0097;p63">
              <a:extLst>
                <a:ext uri="{FF2B5EF4-FFF2-40B4-BE49-F238E27FC236}">
                  <a16:creationId xmlns:a16="http://schemas.microsoft.com/office/drawing/2014/main" id="{AF861EFE-613D-30E9-AC9B-DA94DCA15442}"/>
                </a:ext>
              </a:extLst>
            </p:cNvPr>
            <p:cNvSpPr/>
            <p:nvPr/>
          </p:nvSpPr>
          <p:spPr>
            <a:xfrm>
              <a:off x="2900197" y="3934995"/>
              <a:ext cx="40198" cy="101562"/>
            </a:xfrm>
            <a:custGeom>
              <a:avLst/>
              <a:gdLst/>
              <a:ahLst/>
              <a:cxnLst/>
              <a:rect l="l" t="t" r="r" b="b"/>
              <a:pathLst>
                <a:path w="1263" h="3191" extrusionOk="0">
                  <a:moveTo>
                    <a:pt x="846" y="417"/>
                  </a:moveTo>
                  <a:lnTo>
                    <a:pt x="846" y="2762"/>
                  </a:lnTo>
                  <a:lnTo>
                    <a:pt x="417" y="2762"/>
                  </a:lnTo>
                  <a:lnTo>
                    <a:pt x="417" y="417"/>
                  </a:lnTo>
                  <a:close/>
                  <a:moveTo>
                    <a:pt x="203" y="0"/>
                  </a:moveTo>
                  <a:cubicBezTo>
                    <a:pt x="84" y="0"/>
                    <a:pt x="1" y="95"/>
                    <a:pt x="1" y="214"/>
                  </a:cubicBezTo>
                  <a:lnTo>
                    <a:pt x="1" y="2977"/>
                  </a:lnTo>
                  <a:cubicBezTo>
                    <a:pt x="1" y="3096"/>
                    <a:pt x="84" y="3191"/>
                    <a:pt x="203" y="3191"/>
                  </a:cubicBezTo>
                  <a:lnTo>
                    <a:pt x="1048" y="3191"/>
                  </a:lnTo>
                  <a:cubicBezTo>
                    <a:pt x="1168" y="3191"/>
                    <a:pt x="1263" y="3096"/>
                    <a:pt x="1263" y="2977"/>
                  </a:cubicBezTo>
                  <a:lnTo>
                    <a:pt x="1263" y="214"/>
                  </a:lnTo>
                  <a:cubicBezTo>
                    <a:pt x="1263" y="95"/>
                    <a:pt x="1179" y="0"/>
                    <a:pt x="104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098;p63">
              <a:extLst>
                <a:ext uri="{FF2B5EF4-FFF2-40B4-BE49-F238E27FC236}">
                  <a16:creationId xmlns:a16="http://schemas.microsoft.com/office/drawing/2014/main" id="{B758A822-FE7B-285C-EEB4-D6EC28FBA761}"/>
                </a:ext>
              </a:extLst>
            </p:cNvPr>
            <p:cNvSpPr/>
            <p:nvPr/>
          </p:nvSpPr>
          <p:spPr>
            <a:xfrm>
              <a:off x="2948320" y="3879265"/>
              <a:ext cx="40580" cy="156941"/>
            </a:xfrm>
            <a:custGeom>
              <a:avLst/>
              <a:gdLst/>
              <a:ahLst/>
              <a:cxnLst/>
              <a:rect l="l" t="t" r="r" b="b"/>
              <a:pathLst>
                <a:path w="1275" h="4931" extrusionOk="0">
                  <a:moveTo>
                    <a:pt x="858" y="430"/>
                  </a:moveTo>
                  <a:lnTo>
                    <a:pt x="858" y="4525"/>
                  </a:lnTo>
                  <a:lnTo>
                    <a:pt x="418" y="4525"/>
                  </a:lnTo>
                  <a:lnTo>
                    <a:pt x="418" y="430"/>
                  </a:lnTo>
                  <a:close/>
                  <a:moveTo>
                    <a:pt x="215" y="1"/>
                  </a:moveTo>
                  <a:cubicBezTo>
                    <a:pt x="96" y="1"/>
                    <a:pt x="1" y="108"/>
                    <a:pt x="1" y="203"/>
                  </a:cubicBezTo>
                  <a:lnTo>
                    <a:pt x="1" y="4716"/>
                  </a:lnTo>
                  <a:cubicBezTo>
                    <a:pt x="1" y="4835"/>
                    <a:pt x="96" y="4930"/>
                    <a:pt x="215" y="4930"/>
                  </a:cubicBezTo>
                  <a:lnTo>
                    <a:pt x="1060" y="4930"/>
                  </a:lnTo>
                  <a:cubicBezTo>
                    <a:pt x="1180" y="4930"/>
                    <a:pt x="1275" y="4835"/>
                    <a:pt x="1275" y="4716"/>
                  </a:cubicBezTo>
                  <a:lnTo>
                    <a:pt x="1275" y="203"/>
                  </a:lnTo>
                  <a:cubicBezTo>
                    <a:pt x="1275" y="84"/>
                    <a:pt x="1180" y="1"/>
                    <a:pt x="106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099;p63">
              <a:extLst>
                <a:ext uri="{FF2B5EF4-FFF2-40B4-BE49-F238E27FC236}">
                  <a16:creationId xmlns:a16="http://schemas.microsoft.com/office/drawing/2014/main" id="{B85FC7B4-4D5C-2EBE-AED9-8533FD0AC7E8}"/>
                </a:ext>
              </a:extLst>
            </p:cNvPr>
            <p:cNvSpPr/>
            <p:nvPr/>
          </p:nvSpPr>
          <p:spPr>
            <a:xfrm>
              <a:off x="2716807" y="3896325"/>
              <a:ext cx="49269" cy="13304"/>
            </a:xfrm>
            <a:custGeom>
              <a:avLst/>
              <a:gdLst/>
              <a:ahLst/>
              <a:cxnLst/>
              <a:rect l="l" t="t" r="r" b="b"/>
              <a:pathLst>
                <a:path w="1548" h="418" extrusionOk="0">
                  <a:moveTo>
                    <a:pt x="214" y="1"/>
                  </a:moveTo>
                  <a:cubicBezTo>
                    <a:pt x="95" y="1"/>
                    <a:pt x="0" y="84"/>
                    <a:pt x="0" y="203"/>
                  </a:cubicBezTo>
                  <a:cubicBezTo>
                    <a:pt x="0" y="322"/>
                    <a:pt x="107" y="417"/>
                    <a:pt x="214" y="417"/>
                  </a:cubicBezTo>
                  <a:lnTo>
                    <a:pt x="1345" y="417"/>
                  </a:lnTo>
                  <a:cubicBezTo>
                    <a:pt x="1453" y="417"/>
                    <a:pt x="1548" y="322"/>
                    <a:pt x="1548" y="203"/>
                  </a:cubicBezTo>
                  <a:cubicBezTo>
                    <a:pt x="1548" y="84"/>
                    <a:pt x="1453" y="1"/>
                    <a:pt x="134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100;p63">
              <a:extLst>
                <a:ext uri="{FF2B5EF4-FFF2-40B4-BE49-F238E27FC236}">
                  <a16:creationId xmlns:a16="http://schemas.microsoft.com/office/drawing/2014/main" id="{0732DC38-1C30-8D7A-F3CF-A1CA0BF02BCC}"/>
                </a:ext>
              </a:extLst>
            </p:cNvPr>
            <p:cNvSpPr/>
            <p:nvPr/>
          </p:nvSpPr>
          <p:spPr>
            <a:xfrm>
              <a:off x="2717157" y="3917553"/>
              <a:ext cx="69002" cy="13304"/>
            </a:xfrm>
            <a:custGeom>
              <a:avLst/>
              <a:gdLst/>
              <a:ahLst/>
              <a:cxnLst/>
              <a:rect l="l" t="t" r="r" b="b"/>
              <a:pathLst>
                <a:path w="2168" h="418" extrusionOk="0">
                  <a:moveTo>
                    <a:pt x="215" y="0"/>
                  </a:moveTo>
                  <a:cubicBezTo>
                    <a:pt x="96" y="0"/>
                    <a:pt x="1" y="96"/>
                    <a:pt x="1" y="215"/>
                  </a:cubicBezTo>
                  <a:cubicBezTo>
                    <a:pt x="1" y="334"/>
                    <a:pt x="96" y="417"/>
                    <a:pt x="215" y="417"/>
                  </a:cubicBezTo>
                  <a:lnTo>
                    <a:pt x="1954" y="417"/>
                  </a:lnTo>
                  <a:cubicBezTo>
                    <a:pt x="2073" y="417"/>
                    <a:pt x="2168" y="334"/>
                    <a:pt x="2168" y="215"/>
                  </a:cubicBezTo>
                  <a:cubicBezTo>
                    <a:pt x="2168" y="96"/>
                    <a:pt x="2061" y="0"/>
                    <a:pt x="195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101;p63">
              <a:extLst>
                <a:ext uri="{FF2B5EF4-FFF2-40B4-BE49-F238E27FC236}">
                  <a16:creationId xmlns:a16="http://schemas.microsoft.com/office/drawing/2014/main" id="{5A7FD523-AA71-DA4D-CB0C-1357D5B7C49D}"/>
                </a:ext>
              </a:extLst>
            </p:cNvPr>
            <p:cNvSpPr/>
            <p:nvPr/>
          </p:nvSpPr>
          <p:spPr>
            <a:xfrm>
              <a:off x="2717157" y="3938782"/>
              <a:ext cx="69002" cy="13272"/>
            </a:xfrm>
            <a:custGeom>
              <a:avLst/>
              <a:gdLst/>
              <a:ahLst/>
              <a:cxnLst/>
              <a:rect l="l" t="t" r="r" b="b"/>
              <a:pathLst>
                <a:path w="2168" h="417" extrusionOk="0">
                  <a:moveTo>
                    <a:pt x="215" y="0"/>
                  </a:moveTo>
                  <a:cubicBezTo>
                    <a:pt x="96" y="0"/>
                    <a:pt x="1" y="95"/>
                    <a:pt x="1" y="214"/>
                  </a:cubicBezTo>
                  <a:cubicBezTo>
                    <a:pt x="1" y="334"/>
                    <a:pt x="96" y="417"/>
                    <a:pt x="215" y="417"/>
                  </a:cubicBezTo>
                  <a:lnTo>
                    <a:pt x="1954" y="417"/>
                  </a:lnTo>
                  <a:cubicBezTo>
                    <a:pt x="2073" y="417"/>
                    <a:pt x="2168" y="334"/>
                    <a:pt x="2168" y="214"/>
                  </a:cubicBezTo>
                  <a:cubicBezTo>
                    <a:pt x="2168" y="95"/>
                    <a:pt x="2061" y="0"/>
                    <a:pt x="195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0102;p63">
              <a:extLst>
                <a:ext uri="{FF2B5EF4-FFF2-40B4-BE49-F238E27FC236}">
                  <a16:creationId xmlns:a16="http://schemas.microsoft.com/office/drawing/2014/main" id="{C6E48C70-84AF-F1DE-7551-2B584A02371C}"/>
                </a:ext>
              </a:extLst>
            </p:cNvPr>
            <p:cNvSpPr/>
            <p:nvPr/>
          </p:nvSpPr>
          <p:spPr>
            <a:xfrm>
              <a:off x="2717157" y="3960361"/>
              <a:ext cx="69002" cy="13304"/>
            </a:xfrm>
            <a:custGeom>
              <a:avLst/>
              <a:gdLst/>
              <a:ahLst/>
              <a:cxnLst/>
              <a:rect l="l" t="t" r="r" b="b"/>
              <a:pathLst>
                <a:path w="2168" h="418" extrusionOk="0">
                  <a:moveTo>
                    <a:pt x="215" y="1"/>
                  </a:moveTo>
                  <a:cubicBezTo>
                    <a:pt x="96" y="1"/>
                    <a:pt x="1" y="84"/>
                    <a:pt x="1" y="203"/>
                  </a:cubicBezTo>
                  <a:cubicBezTo>
                    <a:pt x="1" y="322"/>
                    <a:pt x="96" y="418"/>
                    <a:pt x="215" y="418"/>
                  </a:cubicBezTo>
                  <a:lnTo>
                    <a:pt x="1954" y="418"/>
                  </a:lnTo>
                  <a:cubicBezTo>
                    <a:pt x="2073" y="418"/>
                    <a:pt x="2168" y="322"/>
                    <a:pt x="2168" y="203"/>
                  </a:cubicBezTo>
                  <a:cubicBezTo>
                    <a:pt x="2168" y="84"/>
                    <a:pt x="2061" y="1"/>
                    <a:pt x="195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0103;p63">
              <a:extLst>
                <a:ext uri="{FF2B5EF4-FFF2-40B4-BE49-F238E27FC236}">
                  <a16:creationId xmlns:a16="http://schemas.microsoft.com/office/drawing/2014/main" id="{2FDD0EF4-A537-13C1-7C1E-53C3AF0E5A6C}"/>
                </a:ext>
              </a:extLst>
            </p:cNvPr>
            <p:cNvSpPr/>
            <p:nvPr/>
          </p:nvSpPr>
          <p:spPr>
            <a:xfrm>
              <a:off x="2655793" y="4020993"/>
              <a:ext cx="84152" cy="82656"/>
            </a:xfrm>
            <a:custGeom>
              <a:avLst/>
              <a:gdLst/>
              <a:ahLst/>
              <a:cxnLst/>
              <a:rect l="l" t="t" r="r" b="b"/>
              <a:pathLst>
                <a:path w="2644" h="2597" extrusionOk="0">
                  <a:moveTo>
                    <a:pt x="1322" y="1"/>
                  </a:moveTo>
                  <a:cubicBezTo>
                    <a:pt x="595" y="1"/>
                    <a:pt x="0" y="596"/>
                    <a:pt x="0" y="1322"/>
                  </a:cubicBezTo>
                  <a:cubicBezTo>
                    <a:pt x="0" y="1620"/>
                    <a:pt x="84" y="1882"/>
                    <a:pt x="262" y="2120"/>
                  </a:cubicBezTo>
                  <a:cubicBezTo>
                    <a:pt x="312" y="2177"/>
                    <a:pt x="379" y="2204"/>
                    <a:pt x="442" y="2204"/>
                  </a:cubicBezTo>
                  <a:cubicBezTo>
                    <a:pt x="485" y="2204"/>
                    <a:pt x="526" y="2192"/>
                    <a:pt x="560" y="2168"/>
                  </a:cubicBezTo>
                  <a:cubicBezTo>
                    <a:pt x="655" y="2096"/>
                    <a:pt x="667" y="1965"/>
                    <a:pt x="607" y="1870"/>
                  </a:cubicBezTo>
                  <a:cubicBezTo>
                    <a:pt x="488" y="1703"/>
                    <a:pt x="429" y="1525"/>
                    <a:pt x="429" y="1322"/>
                  </a:cubicBezTo>
                  <a:cubicBezTo>
                    <a:pt x="429" y="822"/>
                    <a:pt x="834" y="406"/>
                    <a:pt x="1334" y="406"/>
                  </a:cubicBezTo>
                  <a:cubicBezTo>
                    <a:pt x="1846" y="406"/>
                    <a:pt x="2239" y="810"/>
                    <a:pt x="2239" y="1322"/>
                  </a:cubicBezTo>
                  <a:cubicBezTo>
                    <a:pt x="2239" y="1620"/>
                    <a:pt x="2096" y="1894"/>
                    <a:pt x="1846" y="2061"/>
                  </a:cubicBezTo>
                  <a:cubicBezTo>
                    <a:pt x="1822" y="2061"/>
                    <a:pt x="1822" y="2073"/>
                    <a:pt x="1810" y="2073"/>
                  </a:cubicBezTo>
                  <a:lnTo>
                    <a:pt x="1798" y="2073"/>
                  </a:lnTo>
                  <a:cubicBezTo>
                    <a:pt x="1786" y="2073"/>
                    <a:pt x="1786" y="2096"/>
                    <a:pt x="1762" y="2096"/>
                  </a:cubicBezTo>
                  <a:lnTo>
                    <a:pt x="1750" y="2096"/>
                  </a:lnTo>
                  <a:cubicBezTo>
                    <a:pt x="1738" y="2096"/>
                    <a:pt x="1738" y="2108"/>
                    <a:pt x="1727" y="2108"/>
                  </a:cubicBezTo>
                  <a:cubicBezTo>
                    <a:pt x="1703" y="2108"/>
                    <a:pt x="1691" y="2120"/>
                    <a:pt x="1691" y="2120"/>
                  </a:cubicBezTo>
                  <a:lnTo>
                    <a:pt x="1679" y="2120"/>
                  </a:lnTo>
                  <a:cubicBezTo>
                    <a:pt x="1667" y="2120"/>
                    <a:pt x="1667" y="2120"/>
                    <a:pt x="1643" y="2144"/>
                  </a:cubicBezTo>
                  <a:lnTo>
                    <a:pt x="1631" y="2144"/>
                  </a:lnTo>
                  <a:cubicBezTo>
                    <a:pt x="1619" y="2144"/>
                    <a:pt x="1608" y="2156"/>
                    <a:pt x="1608" y="2156"/>
                  </a:cubicBezTo>
                  <a:cubicBezTo>
                    <a:pt x="1584" y="2156"/>
                    <a:pt x="1572" y="2156"/>
                    <a:pt x="1560" y="2168"/>
                  </a:cubicBezTo>
                  <a:lnTo>
                    <a:pt x="1072" y="2168"/>
                  </a:lnTo>
                  <a:cubicBezTo>
                    <a:pt x="1048" y="2168"/>
                    <a:pt x="1036" y="2168"/>
                    <a:pt x="1024" y="2156"/>
                  </a:cubicBezTo>
                  <a:cubicBezTo>
                    <a:pt x="1012" y="2156"/>
                    <a:pt x="988" y="2144"/>
                    <a:pt x="988" y="2144"/>
                  </a:cubicBezTo>
                  <a:lnTo>
                    <a:pt x="976" y="2144"/>
                  </a:lnTo>
                  <a:cubicBezTo>
                    <a:pt x="951" y="2133"/>
                    <a:pt x="925" y="2127"/>
                    <a:pt x="899" y="2127"/>
                  </a:cubicBezTo>
                  <a:cubicBezTo>
                    <a:pt x="817" y="2127"/>
                    <a:pt x="742" y="2181"/>
                    <a:pt x="715" y="2263"/>
                  </a:cubicBezTo>
                  <a:cubicBezTo>
                    <a:pt x="667" y="2358"/>
                    <a:pt x="726" y="2501"/>
                    <a:pt x="834" y="2525"/>
                  </a:cubicBezTo>
                  <a:lnTo>
                    <a:pt x="846" y="2525"/>
                  </a:lnTo>
                  <a:cubicBezTo>
                    <a:pt x="857" y="2525"/>
                    <a:pt x="869" y="2537"/>
                    <a:pt x="905" y="2537"/>
                  </a:cubicBezTo>
                  <a:cubicBezTo>
                    <a:pt x="917" y="2537"/>
                    <a:pt x="929" y="2561"/>
                    <a:pt x="965" y="2561"/>
                  </a:cubicBezTo>
                  <a:lnTo>
                    <a:pt x="976" y="2561"/>
                  </a:lnTo>
                  <a:cubicBezTo>
                    <a:pt x="988" y="2561"/>
                    <a:pt x="1012" y="2561"/>
                    <a:pt x="1024" y="2573"/>
                  </a:cubicBezTo>
                  <a:lnTo>
                    <a:pt x="1036" y="2573"/>
                  </a:lnTo>
                  <a:cubicBezTo>
                    <a:pt x="1048" y="2573"/>
                    <a:pt x="1072" y="2573"/>
                    <a:pt x="1096" y="2584"/>
                  </a:cubicBezTo>
                  <a:cubicBezTo>
                    <a:pt x="1107" y="2584"/>
                    <a:pt x="1143" y="2584"/>
                    <a:pt x="1155" y="2596"/>
                  </a:cubicBezTo>
                  <a:lnTo>
                    <a:pt x="1429" y="2596"/>
                  </a:lnTo>
                  <a:cubicBezTo>
                    <a:pt x="1441" y="2596"/>
                    <a:pt x="1465" y="2596"/>
                    <a:pt x="1488" y="2584"/>
                  </a:cubicBezTo>
                  <a:cubicBezTo>
                    <a:pt x="1500" y="2584"/>
                    <a:pt x="1524" y="2584"/>
                    <a:pt x="1548" y="2573"/>
                  </a:cubicBezTo>
                  <a:lnTo>
                    <a:pt x="1560" y="2573"/>
                  </a:lnTo>
                  <a:cubicBezTo>
                    <a:pt x="1572" y="2573"/>
                    <a:pt x="1584" y="2573"/>
                    <a:pt x="1608" y="2561"/>
                  </a:cubicBezTo>
                  <a:lnTo>
                    <a:pt x="1619" y="2561"/>
                  </a:lnTo>
                  <a:cubicBezTo>
                    <a:pt x="1631" y="2561"/>
                    <a:pt x="1643" y="2537"/>
                    <a:pt x="1679" y="2537"/>
                  </a:cubicBezTo>
                  <a:cubicBezTo>
                    <a:pt x="1691" y="2537"/>
                    <a:pt x="1703" y="2525"/>
                    <a:pt x="1738" y="2525"/>
                  </a:cubicBezTo>
                  <a:lnTo>
                    <a:pt x="1750" y="2525"/>
                  </a:lnTo>
                  <a:cubicBezTo>
                    <a:pt x="1762" y="2525"/>
                    <a:pt x="1786" y="2513"/>
                    <a:pt x="1798" y="2513"/>
                  </a:cubicBezTo>
                  <a:lnTo>
                    <a:pt x="1810" y="2513"/>
                  </a:lnTo>
                  <a:cubicBezTo>
                    <a:pt x="1822" y="2513"/>
                    <a:pt x="1846" y="2489"/>
                    <a:pt x="1858" y="2477"/>
                  </a:cubicBezTo>
                  <a:cubicBezTo>
                    <a:pt x="1869" y="2465"/>
                    <a:pt x="1881" y="2465"/>
                    <a:pt x="1905" y="2454"/>
                  </a:cubicBezTo>
                  <a:lnTo>
                    <a:pt x="1917" y="2430"/>
                  </a:lnTo>
                  <a:cubicBezTo>
                    <a:pt x="1929" y="2430"/>
                    <a:pt x="1941" y="2418"/>
                    <a:pt x="1941" y="2418"/>
                  </a:cubicBezTo>
                  <a:lnTo>
                    <a:pt x="1965" y="2406"/>
                  </a:lnTo>
                  <a:cubicBezTo>
                    <a:pt x="1977" y="2394"/>
                    <a:pt x="1989" y="2394"/>
                    <a:pt x="2000" y="2370"/>
                  </a:cubicBezTo>
                  <a:cubicBezTo>
                    <a:pt x="2381" y="2120"/>
                    <a:pt x="2584" y="1715"/>
                    <a:pt x="2584" y="1275"/>
                  </a:cubicBezTo>
                  <a:cubicBezTo>
                    <a:pt x="2643" y="596"/>
                    <a:pt x="2048" y="1"/>
                    <a:pt x="1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99003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837;p48">
            <a:extLst>
              <a:ext uri="{FF2B5EF4-FFF2-40B4-BE49-F238E27FC236}">
                <a16:creationId xmlns:a16="http://schemas.microsoft.com/office/drawing/2014/main" id="{E3610492-AC43-7EC2-91E6-25CD99E10CC8}"/>
              </a:ext>
            </a:extLst>
          </p:cNvPr>
          <p:cNvSpPr txBox="1">
            <a:spLocks noGrp="1"/>
          </p:cNvSpPr>
          <p:nvPr>
            <p:ph type="title"/>
          </p:nvPr>
        </p:nvSpPr>
        <p:spPr>
          <a:xfrm>
            <a:off x="1455548" y="1865457"/>
            <a:ext cx="6085944" cy="90488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800" dirty="0">
                <a:solidFill>
                  <a:schemeClr val="tx1">
                    <a:lumMod val="75000"/>
                  </a:schemeClr>
                </a:solidFill>
              </a:rPr>
              <a:t>Thank you</a:t>
            </a:r>
            <a:endParaRPr sz="4800" dirty="0">
              <a:solidFill>
                <a:schemeClr val="tx1">
                  <a:lumMod val="75000"/>
                </a:schemeClr>
              </a:solidFill>
            </a:endParaRPr>
          </a:p>
        </p:txBody>
      </p:sp>
      <p:grpSp>
        <p:nvGrpSpPr>
          <p:cNvPr id="6" name="Google Shape;850;p48">
            <a:extLst>
              <a:ext uri="{FF2B5EF4-FFF2-40B4-BE49-F238E27FC236}">
                <a16:creationId xmlns:a16="http://schemas.microsoft.com/office/drawing/2014/main" id="{FD1E70E8-8116-03F0-E842-56678E78A644}"/>
              </a:ext>
            </a:extLst>
          </p:cNvPr>
          <p:cNvGrpSpPr/>
          <p:nvPr/>
        </p:nvGrpSpPr>
        <p:grpSpPr>
          <a:xfrm>
            <a:off x="97555" y="1247246"/>
            <a:ext cx="2011662" cy="2060419"/>
            <a:chOff x="-45720" y="1568225"/>
            <a:chExt cx="2011662" cy="2060419"/>
          </a:xfrm>
        </p:grpSpPr>
        <p:pic>
          <p:nvPicPr>
            <p:cNvPr id="7" name="Google Shape;851;p48">
              <a:extLst>
                <a:ext uri="{FF2B5EF4-FFF2-40B4-BE49-F238E27FC236}">
                  <a16:creationId xmlns:a16="http://schemas.microsoft.com/office/drawing/2014/main" id="{DA14F153-3BDF-51F5-69A4-3A115BBFC199}"/>
                </a:ext>
              </a:extLst>
            </p:cNvPr>
            <p:cNvPicPr preferRelativeResize="0"/>
            <p:nvPr/>
          </p:nvPicPr>
          <p:blipFill>
            <a:blip r:embed="rId2">
              <a:alphaModFix/>
            </a:blip>
            <a:stretch>
              <a:fillRect/>
            </a:stretch>
          </p:blipFill>
          <p:spPr>
            <a:xfrm rot="10800000">
              <a:off x="1170432" y="3118104"/>
              <a:ext cx="457200" cy="510540"/>
            </a:xfrm>
            <a:prstGeom prst="rect">
              <a:avLst/>
            </a:prstGeom>
            <a:noFill/>
            <a:ln>
              <a:noFill/>
            </a:ln>
          </p:spPr>
        </p:pic>
        <p:pic>
          <p:nvPicPr>
            <p:cNvPr id="8" name="Google Shape;852;p48">
              <a:extLst>
                <a:ext uri="{FF2B5EF4-FFF2-40B4-BE49-F238E27FC236}">
                  <a16:creationId xmlns:a16="http://schemas.microsoft.com/office/drawing/2014/main" id="{F21D372C-F417-D6DB-505F-F391428273AF}"/>
                </a:ext>
              </a:extLst>
            </p:cNvPr>
            <p:cNvPicPr preferRelativeResize="0"/>
            <p:nvPr/>
          </p:nvPicPr>
          <p:blipFill>
            <a:blip r:embed="rId3">
              <a:alphaModFix/>
            </a:blip>
            <a:stretch>
              <a:fillRect/>
            </a:stretch>
          </p:blipFill>
          <p:spPr>
            <a:xfrm flipH="1">
              <a:off x="-45720" y="2148315"/>
              <a:ext cx="1280160" cy="846875"/>
            </a:xfrm>
            <a:prstGeom prst="rect">
              <a:avLst/>
            </a:prstGeom>
            <a:noFill/>
            <a:ln>
              <a:noFill/>
            </a:ln>
          </p:spPr>
        </p:pic>
        <p:pic>
          <p:nvPicPr>
            <p:cNvPr id="9" name="Google Shape;853;p48">
              <a:extLst>
                <a:ext uri="{FF2B5EF4-FFF2-40B4-BE49-F238E27FC236}">
                  <a16:creationId xmlns:a16="http://schemas.microsoft.com/office/drawing/2014/main" id="{6A19347E-2E5D-A475-27E4-01E1DDDA6BF2}"/>
                </a:ext>
              </a:extLst>
            </p:cNvPr>
            <p:cNvPicPr preferRelativeResize="0"/>
            <p:nvPr/>
          </p:nvPicPr>
          <p:blipFill>
            <a:blip r:embed="rId4">
              <a:alphaModFix/>
            </a:blip>
            <a:stretch>
              <a:fillRect/>
            </a:stretch>
          </p:blipFill>
          <p:spPr>
            <a:xfrm rot="10800000">
              <a:off x="1051542" y="1568225"/>
              <a:ext cx="914400" cy="457200"/>
            </a:xfrm>
            <a:prstGeom prst="rect">
              <a:avLst/>
            </a:prstGeom>
            <a:noFill/>
            <a:ln>
              <a:noFill/>
            </a:ln>
          </p:spPr>
        </p:pic>
      </p:grpSp>
      <p:grpSp>
        <p:nvGrpSpPr>
          <p:cNvPr id="11" name="Google Shape;855;p48">
            <a:extLst>
              <a:ext uri="{FF2B5EF4-FFF2-40B4-BE49-F238E27FC236}">
                <a16:creationId xmlns:a16="http://schemas.microsoft.com/office/drawing/2014/main" id="{1425F62E-2BEC-D054-9F55-649F56C9EEC0}"/>
              </a:ext>
            </a:extLst>
          </p:cNvPr>
          <p:cNvGrpSpPr/>
          <p:nvPr/>
        </p:nvGrpSpPr>
        <p:grpSpPr>
          <a:xfrm>
            <a:off x="778248" y="1357092"/>
            <a:ext cx="1461021" cy="362100"/>
            <a:chOff x="1726575" y="1666225"/>
            <a:chExt cx="1461021" cy="362100"/>
          </a:xfrm>
        </p:grpSpPr>
        <p:grpSp>
          <p:nvGrpSpPr>
            <p:cNvPr id="18" name="Google Shape;856;p48">
              <a:extLst>
                <a:ext uri="{FF2B5EF4-FFF2-40B4-BE49-F238E27FC236}">
                  <a16:creationId xmlns:a16="http://schemas.microsoft.com/office/drawing/2014/main" id="{B3EC80E1-7229-44FC-33F4-E65CEECFB8C9}"/>
                </a:ext>
              </a:extLst>
            </p:cNvPr>
            <p:cNvGrpSpPr/>
            <p:nvPr/>
          </p:nvGrpSpPr>
          <p:grpSpPr>
            <a:xfrm>
              <a:off x="1726575" y="1666225"/>
              <a:ext cx="362100" cy="362100"/>
              <a:chOff x="1726575" y="1666225"/>
              <a:chExt cx="362100" cy="362100"/>
            </a:xfrm>
          </p:grpSpPr>
          <p:cxnSp>
            <p:nvCxnSpPr>
              <p:cNvPr id="25" name="Google Shape;857;p48">
                <a:extLst>
                  <a:ext uri="{FF2B5EF4-FFF2-40B4-BE49-F238E27FC236}">
                    <a16:creationId xmlns:a16="http://schemas.microsoft.com/office/drawing/2014/main" id="{FED22CB8-1475-6B69-4DCA-96178BB6C856}"/>
                  </a:ext>
                </a:extLst>
              </p:cNvPr>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26" name="Google Shape;858;p48">
                <a:extLst>
                  <a:ext uri="{FF2B5EF4-FFF2-40B4-BE49-F238E27FC236}">
                    <a16:creationId xmlns:a16="http://schemas.microsoft.com/office/drawing/2014/main" id="{19180C16-9B8B-0E66-893C-CFA363FBC154}"/>
                  </a:ext>
                </a:extLst>
              </p:cNvPr>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nvGrpSpPr>
            <p:cNvPr id="19" name="Google Shape;859;p48">
              <a:extLst>
                <a:ext uri="{FF2B5EF4-FFF2-40B4-BE49-F238E27FC236}">
                  <a16:creationId xmlns:a16="http://schemas.microsoft.com/office/drawing/2014/main" id="{555BED92-27F3-B821-61AA-38925E2C81CA}"/>
                </a:ext>
              </a:extLst>
            </p:cNvPr>
            <p:cNvGrpSpPr/>
            <p:nvPr/>
          </p:nvGrpSpPr>
          <p:grpSpPr>
            <a:xfrm>
              <a:off x="2276036" y="1666225"/>
              <a:ext cx="362100" cy="362100"/>
              <a:chOff x="1726575" y="1666225"/>
              <a:chExt cx="362100" cy="362100"/>
            </a:xfrm>
          </p:grpSpPr>
          <p:cxnSp>
            <p:nvCxnSpPr>
              <p:cNvPr id="23" name="Google Shape;860;p48">
                <a:extLst>
                  <a:ext uri="{FF2B5EF4-FFF2-40B4-BE49-F238E27FC236}">
                    <a16:creationId xmlns:a16="http://schemas.microsoft.com/office/drawing/2014/main" id="{C426C5B2-94A2-180D-236F-001BCFA0906A}"/>
                  </a:ext>
                </a:extLst>
              </p:cNvPr>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24" name="Google Shape;861;p48">
                <a:extLst>
                  <a:ext uri="{FF2B5EF4-FFF2-40B4-BE49-F238E27FC236}">
                    <a16:creationId xmlns:a16="http://schemas.microsoft.com/office/drawing/2014/main" id="{2D96F840-9300-88F0-8E59-8B8663846D05}"/>
                  </a:ext>
                </a:extLst>
              </p:cNvPr>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nvGrpSpPr>
            <p:cNvPr id="20" name="Google Shape;862;p48">
              <a:extLst>
                <a:ext uri="{FF2B5EF4-FFF2-40B4-BE49-F238E27FC236}">
                  <a16:creationId xmlns:a16="http://schemas.microsoft.com/office/drawing/2014/main" id="{3272625D-2936-29A0-239D-465B946A1262}"/>
                </a:ext>
              </a:extLst>
            </p:cNvPr>
            <p:cNvGrpSpPr/>
            <p:nvPr/>
          </p:nvGrpSpPr>
          <p:grpSpPr>
            <a:xfrm>
              <a:off x="2825496" y="1666225"/>
              <a:ext cx="362100" cy="362100"/>
              <a:chOff x="1726575" y="1666225"/>
              <a:chExt cx="362100" cy="362100"/>
            </a:xfrm>
          </p:grpSpPr>
          <p:cxnSp>
            <p:nvCxnSpPr>
              <p:cNvPr id="21" name="Google Shape;863;p48">
                <a:extLst>
                  <a:ext uri="{FF2B5EF4-FFF2-40B4-BE49-F238E27FC236}">
                    <a16:creationId xmlns:a16="http://schemas.microsoft.com/office/drawing/2014/main" id="{D7030791-AF17-60F8-83ED-967306BBC0AA}"/>
                  </a:ext>
                </a:extLst>
              </p:cNvPr>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22" name="Google Shape;864;p48">
                <a:extLst>
                  <a:ext uri="{FF2B5EF4-FFF2-40B4-BE49-F238E27FC236}">
                    <a16:creationId xmlns:a16="http://schemas.microsoft.com/office/drawing/2014/main" id="{4CA2B845-AB75-4B24-B1CC-1A3D0ABBBF7E}"/>
                  </a:ext>
                </a:extLst>
              </p:cNvPr>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grpSp>
        <p:nvGrpSpPr>
          <p:cNvPr id="12" name="Google Shape;865;p48">
            <a:extLst>
              <a:ext uri="{FF2B5EF4-FFF2-40B4-BE49-F238E27FC236}">
                <a16:creationId xmlns:a16="http://schemas.microsoft.com/office/drawing/2014/main" id="{EA4E60EC-F559-F210-3ABC-7BA4E574A567}"/>
              </a:ext>
            </a:extLst>
          </p:cNvPr>
          <p:cNvGrpSpPr/>
          <p:nvPr/>
        </p:nvGrpSpPr>
        <p:grpSpPr>
          <a:xfrm rot="5400000">
            <a:off x="304699" y="2610132"/>
            <a:ext cx="1463100" cy="640140"/>
            <a:chOff x="667512" y="1847088"/>
            <a:chExt cx="1463100" cy="640140"/>
          </a:xfrm>
        </p:grpSpPr>
        <p:sp>
          <p:nvSpPr>
            <p:cNvPr id="13" name="Google Shape;866;p48">
              <a:extLst>
                <a:ext uri="{FF2B5EF4-FFF2-40B4-BE49-F238E27FC236}">
                  <a16:creationId xmlns:a16="http://schemas.microsoft.com/office/drawing/2014/main" id="{50B2D556-2FFB-EB1C-A550-8DF1BCD14B82}"/>
                </a:ext>
              </a:extLst>
            </p:cNvPr>
            <p:cNvSpPr/>
            <p:nvPr/>
          </p:nvSpPr>
          <p:spPr>
            <a:xfrm>
              <a:off x="713225" y="1889475"/>
              <a:ext cx="1371600" cy="548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4" name="Google Shape;867;p48">
              <a:extLst>
                <a:ext uri="{FF2B5EF4-FFF2-40B4-BE49-F238E27FC236}">
                  <a16:creationId xmlns:a16="http://schemas.microsoft.com/office/drawing/2014/main" id="{0D5B0F93-D7AE-D722-1608-B2408FD55A98}"/>
                </a:ext>
              </a:extLst>
            </p:cNvPr>
            <p:cNvSpPr/>
            <p:nvPr/>
          </p:nvSpPr>
          <p:spPr>
            <a:xfrm>
              <a:off x="2039112" y="184708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5" name="Google Shape;868;p48">
              <a:extLst>
                <a:ext uri="{FF2B5EF4-FFF2-40B4-BE49-F238E27FC236}">
                  <a16:creationId xmlns:a16="http://schemas.microsoft.com/office/drawing/2014/main" id="{D32107B6-D761-B58B-B972-17CED418B4A5}"/>
                </a:ext>
              </a:extLst>
            </p:cNvPr>
            <p:cNvSpPr/>
            <p:nvPr/>
          </p:nvSpPr>
          <p:spPr>
            <a:xfrm>
              <a:off x="667512" y="184708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6" name="Google Shape;869;p48">
              <a:extLst>
                <a:ext uri="{FF2B5EF4-FFF2-40B4-BE49-F238E27FC236}">
                  <a16:creationId xmlns:a16="http://schemas.microsoft.com/office/drawing/2014/main" id="{997FD21D-59D6-ABDF-9750-4BDB4CA2CC87}"/>
                </a:ext>
              </a:extLst>
            </p:cNvPr>
            <p:cNvSpPr/>
            <p:nvPr/>
          </p:nvSpPr>
          <p:spPr>
            <a:xfrm>
              <a:off x="2039112" y="239572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17" name="Google Shape;870;p48">
              <a:extLst>
                <a:ext uri="{FF2B5EF4-FFF2-40B4-BE49-F238E27FC236}">
                  <a16:creationId xmlns:a16="http://schemas.microsoft.com/office/drawing/2014/main" id="{708D01B8-A271-88B8-0224-1E9BA3F57A93}"/>
                </a:ext>
              </a:extLst>
            </p:cNvPr>
            <p:cNvSpPr/>
            <p:nvPr/>
          </p:nvSpPr>
          <p:spPr>
            <a:xfrm>
              <a:off x="667512" y="2395728"/>
              <a:ext cx="91500" cy="91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grpSp>
        <p:nvGrpSpPr>
          <p:cNvPr id="37" name="Google Shape;871;p48">
            <a:extLst>
              <a:ext uri="{FF2B5EF4-FFF2-40B4-BE49-F238E27FC236}">
                <a16:creationId xmlns:a16="http://schemas.microsoft.com/office/drawing/2014/main" id="{7650B1EE-653A-4810-54E2-C6EC1C4DED41}"/>
              </a:ext>
            </a:extLst>
          </p:cNvPr>
          <p:cNvGrpSpPr/>
          <p:nvPr/>
        </p:nvGrpSpPr>
        <p:grpSpPr>
          <a:xfrm>
            <a:off x="7360920" y="763503"/>
            <a:ext cx="1828802" cy="1589627"/>
            <a:chOff x="7360920" y="763503"/>
            <a:chExt cx="1828802" cy="1589627"/>
          </a:xfrm>
        </p:grpSpPr>
        <p:pic>
          <p:nvPicPr>
            <p:cNvPr id="38" name="Google Shape;872;p48">
              <a:extLst>
                <a:ext uri="{FF2B5EF4-FFF2-40B4-BE49-F238E27FC236}">
                  <a16:creationId xmlns:a16="http://schemas.microsoft.com/office/drawing/2014/main" id="{140AB46F-6797-DEAD-F2BB-58EA66BC48CA}"/>
                </a:ext>
              </a:extLst>
            </p:cNvPr>
            <p:cNvPicPr preferRelativeResize="0"/>
            <p:nvPr/>
          </p:nvPicPr>
          <p:blipFill>
            <a:blip r:embed="rId5">
              <a:alphaModFix/>
            </a:blip>
            <a:stretch>
              <a:fillRect/>
            </a:stretch>
          </p:blipFill>
          <p:spPr>
            <a:xfrm>
              <a:off x="7360920" y="763503"/>
              <a:ext cx="1828802" cy="500002"/>
            </a:xfrm>
            <a:prstGeom prst="rect">
              <a:avLst/>
            </a:prstGeom>
            <a:noFill/>
            <a:ln>
              <a:noFill/>
            </a:ln>
          </p:spPr>
        </p:pic>
        <p:pic>
          <p:nvPicPr>
            <p:cNvPr id="39" name="Google Shape;873;p48">
              <a:extLst>
                <a:ext uri="{FF2B5EF4-FFF2-40B4-BE49-F238E27FC236}">
                  <a16:creationId xmlns:a16="http://schemas.microsoft.com/office/drawing/2014/main" id="{8FD61D78-EA36-D6C7-B059-2831B94BC5FD}"/>
                </a:ext>
              </a:extLst>
            </p:cNvPr>
            <p:cNvPicPr preferRelativeResize="0"/>
            <p:nvPr/>
          </p:nvPicPr>
          <p:blipFill>
            <a:blip r:embed="rId6">
              <a:alphaModFix/>
            </a:blip>
            <a:stretch>
              <a:fillRect/>
            </a:stretch>
          </p:blipFill>
          <p:spPr>
            <a:xfrm>
              <a:off x="7546809" y="1621611"/>
              <a:ext cx="731519" cy="731519"/>
            </a:xfrm>
            <a:prstGeom prst="rect">
              <a:avLst/>
            </a:prstGeom>
            <a:noFill/>
            <a:ln>
              <a:noFill/>
            </a:ln>
          </p:spPr>
        </p:pic>
      </p:grpSp>
      <p:sp>
        <p:nvSpPr>
          <p:cNvPr id="40" name="Google Shape;838;p48">
            <a:extLst>
              <a:ext uri="{FF2B5EF4-FFF2-40B4-BE49-F238E27FC236}">
                <a16:creationId xmlns:a16="http://schemas.microsoft.com/office/drawing/2014/main" id="{4302AC9C-6511-CFB5-B664-30E866E5099E}"/>
              </a:ext>
            </a:extLst>
          </p:cNvPr>
          <p:cNvSpPr txBox="1">
            <a:spLocks/>
          </p:cNvSpPr>
          <p:nvPr/>
        </p:nvSpPr>
        <p:spPr>
          <a:xfrm>
            <a:off x="2239269" y="2713365"/>
            <a:ext cx="4572000" cy="1188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sap"/>
              <a:buChar char="●"/>
              <a:defRPr sz="1200" b="0" i="0" u="none" strike="noStrike" cap="none">
                <a:solidFill>
                  <a:schemeClr val="dk1"/>
                </a:solidFill>
                <a:latin typeface="Asap"/>
                <a:ea typeface="Asap"/>
                <a:cs typeface="Asap"/>
                <a:sym typeface="Asap"/>
              </a:defRPr>
            </a:lvl1pPr>
            <a:lvl2pPr marL="914400" marR="0" lvl="1" indent="-304800" algn="l" rtl="0">
              <a:lnSpc>
                <a:spcPct val="100000"/>
              </a:lnSpc>
              <a:spcBef>
                <a:spcPts val="1000"/>
              </a:spcBef>
              <a:spcAft>
                <a:spcPts val="0"/>
              </a:spcAft>
              <a:buClr>
                <a:schemeClr val="dk1"/>
              </a:buClr>
              <a:buSzPts val="1200"/>
              <a:buFont typeface="Asap"/>
              <a:buChar char="○"/>
              <a:defRPr sz="1200" b="0" i="0" u="none" strike="noStrike" cap="none">
                <a:solidFill>
                  <a:schemeClr val="dk1"/>
                </a:solidFill>
                <a:latin typeface="Asap"/>
                <a:ea typeface="Asap"/>
                <a:cs typeface="Asap"/>
                <a:sym typeface="Asap"/>
              </a:defRPr>
            </a:lvl2pPr>
            <a:lvl3pPr marL="1371600" marR="0" lvl="2" indent="-304800" algn="l" rtl="0">
              <a:lnSpc>
                <a:spcPct val="100000"/>
              </a:lnSpc>
              <a:spcBef>
                <a:spcPts val="0"/>
              </a:spcBef>
              <a:spcAft>
                <a:spcPts val="0"/>
              </a:spcAft>
              <a:buClr>
                <a:schemeClr val="dk1"/>
              </a:buClr>
              <a:buSzPts val="1200"/>
              <a:buFont typeface="Asap"/>
              <a:buChar char="■"/>
              <a:defRPr sz="1200" b="0" i="0" u="none" strike="noStrike" cap="none">
                <a:solidFill>
                  <a:schemeClr val="dk1"/>
                </a:solidFill>
                <a:latin typeface="Asap"/>
                <a:ea typeface="Asap"/>
                <a:cs typeface="Asap"/>
                <a:sym typeface="Asap"/>
              </a:defRPr>
            </a:lvl3pPr>
            <a:lvl4pPr marL="1828800" marR="0" lvl="3" indent="-304800" algn="l" rtl="0">
              <a:lnSpc>
                <a:spcPct val="100000"/>
              </a:lnSpc>
              <a:spcBef>
                <a:spcPts val="0"/>
              </a:spcBef>
              <a:spcAft>
                <a:spcPts val="0"/>
              </a:spcAft>
              <a:buClr>
                <a:schemeClr val="dk1"/>
              </a:buClr>
              <a:buSzPts val="1200"/>
              <a:buFont typeface="Asap"/>
              <a:buChar char="●"/>
              <a:defRPr sz="1200" b="0" i="0" u="none" strike="noStrike" cap="none">
                <a:solidFill>
                  <a:schemeClr val="dk1"/>
                </a:solidFill>
                <a:latin typeface="Asap"/>
                <a:ea typeface="Asap"/>
                <a:cs typeface="Asap"/>
                <a:sym typeface="Asap"/>
              </a:defRPr>
            </a:lvl4pPr>
            <a:lvl5pPr marL="2286000" marR="0" lvl="4" indent="-304800" algn="l" rtl="0">
              <a:lnSpc>
                <a:spcPct val="100000"/>
              </a:lnSpc>
              <a:spcBef>
                <a:spcPts val="0"/>
              </a:spcBef>
              <a:spcAft>
                <a:spcPts val="0"/>
              </a:spcAft>
              <a:buClr>
                <a:schemeClr val="dk1"/>
              </a:buClr>
              <a:buSzPts val="1200"/>
              <a:buFont typeface="Asap"/>
              <a:buChar char="○"/>
              <a:defRPr sz="1200" b="0" i="0" u="none" strike="noStrike" cap="none">
                <a:solidFill>
                  <a:schemeClr val="dk1"/>
                </a:solidFill>
                <a:latin typeface="Asap"/>
                <a:ea typeface="Asap"/>
                <a:cs typeface="Asap"/>
                <a:sym typeface="Asap"/>
              </a:defRPr>
            </a:lvl5pPr>
            <a:lvl6pPr marL="2743200" marR="0" lvl="5" indent="-304800" algn="l" rtl="0">
              <a:lnSpc>
                <a:spcPct val="100000"/>
              </a:lnSpc>
              <a:spcBef>
                <a:spcPts val="0"/>
              </a:spcBef>
              <a:spcAft>
                <a:spcPts val="0"/>
              </a:spcAft>
              <a:buClr>
                <a:schemeClr val="dk1"/>
              </a:buClr>
              <a:buSzPts val="1200"/>
              <a:buFont typeface="Asap"/>
              <a:buChar char="■"/>
              <a:defRPr sz="1200" b="0" i="0" u="none" strike="noStrike" cap="none">
                <a:solidFill>
                  <a:schemeClr val="dk1"/>
                </a:solidFill>
                <a:latin typeface="Asap"/>
                <a:ea typeface="Asap"/>
                <a:cs typeface="Asap"/>
                <a:sym typeface="Asap"/>
              </a:defRPr>
            </a:lvl6pPr>
            <a:lvl7pPr marL="3200400" marR="0" lvl="6" indent="-304800" algn="l" rtl="0">
              <a:lnSpc>
                <a:spcPct val="100000"/>
              </a:lnSpc>
              <a:spcBef>
                <a:spcPts val="0"/>
              </a:spcBef>
              <a:spcAft>
                <a:spcPts val="0"/>
              </a:spcAft>
              <a:buClr>
                <a:schemeClr val="dk1"/>
              </a:buClr>
              <a:buSzPts val="1200"/>
              <a:buFont typeface="Asap"/>
              <a:buChar char="●"/>
              <a:defRPr sz="1200" b="0" i="0" u="none" strike="noStrike" cap="none">
                <a:solidFill>
                  <a:schemeClr val="dk1"/>
                </a:solidFill>
                <a:latin typeface="Asap"/>
                <a:ea typeface="Asap"/>
                <a:cs typeface="Asap"/>
                <a:sym typeface="Asap"/>
              </a:defRPr>
            </a:lvl7pPr>
            <a:lvl8pPr marL="3657600" marR="0" lvl="7" indent="-304800" algn="l" rtl="0">
              <a:lnSpc>
                <a:spcPct val="100000"/>
              </a:lnSpc>
              <a:spcBef>
                <a:spcPts val="0"/>
              </a:spcBef>
              <a:spcAft>
                <a:spcPts val="0"/>
              </a:spcAft>
              <a:buClr>
                <a:schemeClr val="dk1"/>
              </a:buClr>
              <a:buSzPts val="1200"/>
              <a:buFont typeface="Asap"/>
              <a:buChar char="○"/>
              <a:defRPr sz="1200" b="0" i="0" u="none" strike="noStrike" cap="none">
                <a:solidFill>
                  <a:schemeClr val="dk1"/>
                </a:solidFill>
                <a:latin typeface="Asap"/>
                <a:ea typeface="Asap"/>
                <a:cs typeface="Asap"/>
                <a:sym typeface="Asap"/>
              </a:defRPr>
            </a:lvl8pPr>
            <a:lvl9pPr marL="4114800" marR="0" lvl="8" indent="-304800" algn="l" rtl="0">
              <a:lnSpc>
                <a:spcPct val="100000"/>
              </a:lnSpc>
              <a:spcBef>
                <a:spcPts val="0"/>
              </a:spcBef>
              <a:spcAft>
                <a:spcPts val="0"/>
              </a:spcAft>
              <a:buClr>
                <a:schemeClr val="dk1"/>
              </a:buClr>
              <a:buSzPts val="1200"/>
              <a:buFont typeface="Asap"/>
              <a:buChar char="■"/>
              <a:defRPr sz="1200" b="0" i="0" u="none" strike="noStrike" cap="none">
                <a:solidFill>
                  <a:schemeClr val="dk1"/>
                </a:solidFill>
                <a:latin typeface="Asap"/>
                <a:ea typeface="Asap"/>
                <a:cs typeface="Asap"/>
                <a:sym typeface="Asap"/>
              </a:defRPr>
            </a:lvl9pPr>
          </a:lstStyle>
          <a:p>
            <a:pPr marL="0" indent="0" algn="ctr">
              <a:buFont typeface="Asap"/>
              <a:buNone/>
            </a:pPr>
            <a:r>
              <a:rPr lang="en-US" sz="1800" dirty="0">
                <a:solidFill>
                  <a:schemeClr val="tx1">
                    <a:lumMod val="75000"/>
                  </a:schemeClr>
                </a:solidFill>
              </a:rPr>
              <a:t>Presentation by</a:t>
            </a:r>
          </a:p>
          <a:p>
            <a:pPr marL="0" indent="0" algn="ctr">
              <a:buFont typeface="Asap"/>
              <a:buNone/>
            </a:pPr>
            <a:r>
              <a:rPr lang="en-US" sz="1800" b="1" dirty="0">
                <a:solidFill>
                  <a:schemeClr val="tx1">
                    <a:lumMod val="75000"/>
                  </a:schemeClr>
                </a:solidFill>
              </a:rPr>
              <a:t>Nilesh </a:t>
            </a:r>
          </a:p>
        </p:txBody>
      </p:sp>
      <p:grpSp>
        <p:nvGrpSpPr>
          <p:cNvPr id="44" name="Google Shape;855;p48">
            <a:extLst>
              <a:ext uri="{FF2B5EF4-FFF2-40B4-BE49-F238E27FC236}">
                <a16:creationId xmlns:a16="http://schemas.microsoft.com/office/drawing/2014/main" id="{7545AEB6-38B6-7991-3BA7-6FBD6406ED87}"/>
              </a:ext>
            </a:extLst>
          </p:cNvPr>
          <p:cNvGrpSpPr/>
          <p:nvPr/>
        </p:nvGrpSpPr>
        <p:grpSpPr>
          <a:xfrm>
            <a:off x="6585633" y="3587318"/>
            <a:ext cx="1461021" cy="362100"/>
            <a:chOff x="1726575" y="1666225"/>
            <a:chExt cx="1461021" cy="362100"/>
          </a:xfrm>
        </p:grpSpPr>
        <p:grpSp>
          <p:nvGrpSpPr>
            <p:cNvPr id="45" name="Google Shape;856;p48">
              <a:extLst>
                <a:ext uri="{FF2B5EF4-FFF2-40B4-BE49-F238E27FC236}">
                  <a16:creationId xmlns:a16="http://schemas.microsoft.com/office/drawing/2014/main" id="{87845EDC-A3E7-4C98-F1AE-66F121BC1943}"/>
                </a:ext>
              </a:extLst>
            </p:cNvPr>
            <p:cNvGrpSpPr/>
            <p:nvPr/>
          </p:nvGrpSpPr>
          <p:grpSpPr>
            <a:xfrm>
              <a:off x="1726575" y="1666225"/>
              <a:ext cx="362100" cy="362100"/>
              <a:chOff x="1726575" y="1666225"/>
              <a:chExt cx="362100" cy="362100"/>
            </a:xfrm>
          </p:grpSpPr>
          <p:cxnSp>
            <p:nvCxnSpPr>
              <p:cNvPr id="52" name="Google Shape;857;p48">
                <a:extLst>
                  <a:ext uri="{FF2B5EF4-FFF2-40B4-BE49-F238E27FC236}">
                    <a16:creationId xmlns:a16="http://schemas.microsoft.com/office/drawing/2014/main" id="{5D2DB23B-07BE-2B69-4C56-59E8AFCA4029}"/>
                  </a:ext>
                </a:extLst>
              </p:cNvPr>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53" name="Google Shape;858;p48">
                <a:extLst>
                  <a:ext uri="{FF2B5EF4-FFF2-40B4-BE49-F238E27FC236}">
                    <a16:creationId xmlns:a16="http://schemas.microsoft.com/office/drawing/2014/main" id="{2CA87659-D381-5033-D129-C3F1DCC94F2F}"/>
                  </a:ext>
                </a:extLst>
              </p:cNvPr>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nvGrpSpPr>
            <p:cNvPr id="46" name="Google Shape;859;p48">
              <a:extLst>
                <a:ext uri="{FF2B5EF4-FFF2-40B4-BE49-F238E27FC236}">
                  <a16:creationId xmlns:a16="http://schemas.microsoft.com/office/drawing/2014/main" id="{A5E1033F-BC04-6A02-1C34-A4F9DFCF49B3}"/>
                </a:ext>
              </a:extLst>
            </p:cNvPr>
            <p:cNvGrpSpPr/>
            <p:nvPr/>
          </p:nvGrpSpPr>
          <p:grpSpPr>
            <a:xfrm>
              <a:off x="2276036" y="1666225"/>
              <a:ext cx="362100" cy="362100"/>
              <a:chOff x="1726575" y="1666225"/>
              <a:chExt cx="362100" cy="362100"/>
            </a:xfrm>
          </p:grpSpPr>
          <p:cxnSp>
            <p:nvCxnSpPr>
              <p:cNvPr id="50" name="Google Shape;860;p48">
                <a:extLst>
                  <a:ext uri="{FF2B5EF4-FFF2-40B4-BE49-F238E27FC236}">
                    <a16:creationId xmlns:a16="http://schemas.microsoft.com/office/drawing/2014/main" id="{D76B5BA3-3AA9-F735-82CD-2CA3E9FA8521}"/>
                  </a:ext>
                </a:extLst>
              </p:cNvPr>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51" name="Google Shape;861;p48">
                <a:extLst>
                  <a:ext uri="{FF2B5EF4-FFF2-40B4-BE49-F238E27FC236}">
                    <a16:creationId xmlns:a16="http://schemas.microsoft.com/office/drawing/2014/main" id="{1181C323-4EC8-64C3-A4BA-52D051E6CF09}"/>
                  </a:ext>
                </a:extLst>
              </p:cNvPr>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nvGrpSpPr>
            <p:cNvPr id="47" name="Google Shape;862;p48">
              <a:extLst>
                <a:ext uri="{FF2B5EF4-FFF2-40B4-BE49-F238E27FC236}">
                  <a16:creationId xmlns:a16="http://schemas.microsoft.com/office/drawing/2014/main" id="{0F2684DB-F40E-2750-50C1-EACAAE92CC1D}"/>
                </a:ext>
              </a:extLst>
            </p:cNvPr>
            <p:cNvGrpSpPr/>
            <p:nvPr/>
          </p:nvGrpSpPr>
          <p:grpSpPr>
            <a:xfrm>
              <a:off x="2825496" y="1666225"/>
              <a:ext cx="362100" cy="362100"/>
              <a:chOff x="1726575" y="1666225"/>
              <a:chExt cx="362100" cy="362100"/>
            </a:xfrm>
          </p:grpSpPr>
          <p:cxnSp>
            <p:nvCxnSpPr>
              <p:cNvPr id="48" name="Google Shape;863;p48">
                <a:extLst>
                  <a:ext uri="{FF2B5EF4-FFF2-40B4-BE49-F238E27FC236}">
                    <a16:creationId xmlns:a16="http://schemas.microsoft.com/office/drawing/2014/main" id="{A0C234B4-7C23-3B3B-9B47-43903CEA7F29}"/>
                  </a:ext>
                </a:extLst>
              </p:cNvPr>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49" name="Google Shape;864;p48">
                <a:extLst>
                  <a:ext uri="{FF2B5EF4-FFF2-40B4-BE49-F238E27FC236}">
                    <a16:creationId xmlns:a16="http://schemas.microsoft.com/office/drawing/2014/main" id="{1F72D542-F786-5D3C-F594-5CD696E9F9AC}"/>
                  </a:ext>
                </a:extLst>
              </p:cNvPr>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grpSp>
        <p:nvGrpSpPr>
          <p:cNvPr id="27" name="Google Shape;874;p48">
            <a:extLst>
              <a:ext uri="{FF2B5EF4-FFF2-40B4-BE49-F238E27FC236}">
                <a16:creationId xmlns:a16="http://schemas.microsoft.com/office/drawing/2014/main" id="{B93904D8-7407-DAAC-035E-F08067559C11}"/>
              </a:ext>
            </a:extLst>
          </p:cNvPr>
          <p:cNvGrpSpPr/>
          <p:nvPr/>
        </p:nvGrpSpPr>
        <p:grpSpPr>
          <a:xfrm>
            <a:off x="7888949" y="910273"/>
            <a:ext cx="808072" cy="1617837"/>
            <a:chOff x="7918635" y="950270"/>
            <a:chExt cx="808072" cy="1617837"/>
          </a:xfrm>
        </p:grpSpPr>
        <p:grpSp>
          <p:nvGrpSpPr>
            <p:cNvPr id="28" name="Google Shape;875;p48">
              <a:extLst>
                <a:ext uri="{FF2B5EF4-FFF2-40B4-BE49-F238E27FC236}">
                  <a16:creationId xmlns:a16="http://schemas.microsoft.com/office/drawing/2014/main" id="{F9F6D032-2C31-2099-832B-864306D6CD53}"/>
                </a:ext>
              </a:extLst>
            </p:cNvPr>
            <p:cNvGrpSpPr/>
            <p:nvPr/>
          </p:nvGrpSpPr>
          <p:grpSpPr>
            <a:xfrm>
              <a:off x="7918635" y="2056025"/>
              <a:ext cx="512082" cy="512082"/>
              <a:chOff x="3917134" y="511959"/>
              <a:chExt cx="512082" cy="512082"/>
            </a:xfrm>
          </p:grpSpPr>
          <p:sp>
            <p:nvSpPr>
              <p:cNvPr id="33" name="Google Shape;876;p48">
                <a:extLst>
                  <a:ext uri="{FF2B5EF4-FFF2-40B4-BE49-F238E27FC236}">
                    <a16:creationId xmlns:a16="http://schemas.microsoft.com/office/drawing/2014/main" id="{1AF324BD-F298-FEC7-1521-D42850718419}"/>
                  </a:ext>
                </a:extLst>
              </p:cNvPr>
              <p:cNvSpPr/>
              <p:nvPr/>
            </p:nvSpPr>
            <p:spPr>
              <a:xfrm>
                <a:off x="3944575" y="539400"/>
                <a:ext cx="457200" cy="457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nvGrpSpPr>
              <p:cNvPr id="34" name="Google Shape;877;p48">
                <a:extLst>
                  <a:ext uri="{FF2B5EF4-FFF2-40B4-BE49-F238E27FC236}">
                    <a16:creationId xmlns:a16="http://schemas.microsoft.com/office/drawing/2014/main" id="{DDA98717-9DE4-0D4A-0377-0368048EEB92}"/>
                  </a:ext>
                </a:extLst>
              </p:cNvPr>
              <p:cNvGrpSpPr/>
              <p:nvPr/>
            </p:nvGrpSpPr>
            <p:grpSpPr>
              <a:xfrm rot="2700000">
                <a:off x="3992126" y="586951"/>
                <a:ext cx="362097" cy="362097"/>
                <a:chOff x="1726575" y="1666225"/>
                <a:chExt cx="362100" cy="362100"/>
              </a:xfrm>
            </p:grpSpPr>
            <p:cxnSp>
              <p:nvCxnSpPr>
                <p:cNvPr id="35" name="Google Shape;878;p48">
                  <a:extLst>
                    <a:ext uri="{FF2B5EF4-FFF2-40B4-BE49-F238E27FC236}">
                      <a16:creationId xmlns:a16="http://schemas.microsoft.com/office/drawing/2014/main" id="{1CA1435C-23DA-FB03-D813-0BAFDEC22AA0}"/>
                    </a:ext>
                  </a:extLst>
                </p:cNvPr>
                <p:cNvCxnSpPr/>
                <p:nvPr/>
              </p:nvCxnSpPr>
              <p:spPr>
                <a:xfrm>
                  <a:off x="1726575" y="1847275"/>
                  <a:ext cx="362100" cy="0"/>
                </a:xfrm>
                <a:prstGeom prst="straightConnector1">
                  <a:avLst/>
                </a:prstGeom>
                <a:noFill/>
                <a:ln w="9525" cap="rnd" cmpd="sng">
                  <a:solidFill>
                    <a:schemeClr val="dk1"/>
                  </a:solidFill>
                  <a:prstDash val="solid"/>
                  <a:round/>
                  <a:headEnd type="none" w="med" len="med"/>
                  <a:tailEnd type="none" w="med" len="med"/>
                </a:ln>
              </p:spPr>
            </p:cxnSp>
            <p:cxnSp>
              <p:nvCxnSpPr>
                <p:cNvPr id="36" name="Google Shape;879;p48">
                  <a:extLst>
                    <a:ext uri="{FF2B5EF4-FFF2-40B4-BE49-F238E27FC236}">
                      <a16:creationId xmlns:a16="http://schemas.microsoft.com/office/drawing/2014/main" id="{4F89CF1A-B347-9597-A98C-66B0353EFB29}"/>
                    </a:ext>
                  </a:extLst>
                </p:cNvPr>
                <p:cNvCxnSpPr/>
                <p:nvPr/>
              </p:nvCxnSpPr>
              <p:spPr>
                <a:xfrm rot="5400000">
                  <a:off x="1726575" y="1847275"/>
                  <a:ext cx="362100" cy="0"/>
                </a:xfrm>
                <a:prstGeom prst="straightConnector1">
                  <a:avLst/>
                </a:prstGeom>
                <a:noFill/>
                <a:ln w="9525" cap="rnd" cmpd="sng">
                  <a:solidFill>
                    <a:schemeClr val="dk1"/>
                  </a:solidFill>
                  <a:prstDash val="solid"/>
                  <a:round/>
                  <a:headEnd type="none" w="med" len="med"/>
                  <a:tailEnd type="none" w="med" len="med"/>
                </a:ln>
              </p:spPr>
            </p:cxnSp>
          </p:grpSp>
        </p:grpSp>
        <p:grpSp>
          <p:nvGrpSpPr>
            <p:cNvPr id="29" name="Google Shape;880;p48">
              <a:extLst>
                <a:ext uri="{FF2B5EF4-FFF2-40B4-BE49-F238E27FC236}">
                  <a16:creationId xmlns:a16="http://schemas.microsoft.com/office/drawing/2014/main" id="{817B0FEE-70C1-1DA1-0BAC-C97D690CD6B7}"/>
                </a:ext>
              </a:extLst>
            </p:cNvPr>
            <p:cNvGrpSpPr/>
            <p:nvPr/>
          </p:nvGrpSpPr>
          <p:grpSpPr>
            <a:xfrm rot="5400000" flipH="1">
              <a:off x="8177480" y="1407996"/>
              <a:ext cx="1006953" cy="91500"/>
              <a:chOff x="712180" y="1362450"/>
              <a:chExt cx="1006953" cy="91500"/>
            </a:xfrm>
          </p:grpSpPr>
          <p:cxnSp>
            <p:nvCxnSpPr>
              <p:cNvPr id="30" name="Google Shape;881;p48">
                <a:extLst>
                  <a:ext uri="{FF2B5EF4-FFF2-40B4-BE49-F238E27FC236}">
                    <a16:creationId xmlns:a16="http://schemas.microsoft.com/office/drawing/2014/main" id="{8C21EF62-0891-B43F-CDB5-0C0C9C1CC50E}"/>
                  </a:ext>
                </a:extLst>
              </p:cNvPr>
              <p:cNvCxnSpPr/>
              <p:nvPr/>
            </p:nvCxnSpPr>
            <p:spPr>
              <a:xfrm>
                <a:off x="756063" y="1408200"/>
                <a:ext cx="914400" cy="0"/>
              </a:xfrm>
              <a:prstGeom prst="straightConnector1">
                <a:avLst/>
              </a:prstGeom>
              <a:noFill/>
              <a:ln w="9525" cap="rnd" cmpd="sng">
                <a:solidFill>
                  <a:schemeClr val="dk1"/>
                </a:solidFill>
                <a:prstDash val="solid"/>
                <a:round/>
                <a:headEnd type="none" w="med" len="med"/>
                <a:tailEnd type="none" w="med" len="med"/>
              </a:ln>
            </p:spPr>
          </p:cxnSp>
          <p:sp>
            <p:nvSpPr>
              <p:cNvPr id="31" name="Google Shape;882;p48">
                <a:extLst>
                  <a:ext uri="{FF2B5EF4-FFF2-40B4-BE49-F238E27FC236}">
                    <a16:creationId xmlns:a16="http://schemas.microsoft.com/office/drawing/2014/main" id="{EEB0663F-910B-8335-A5FA-D5C487616E58}"/>
                  </a:ext>
                </a:extLst>
              </p:cNvPr>
              <p:cNvSpPr/>
              <p:nvPr/>
            </p:nvSpPr>
            <p:spPr>
              <a:xfrm>
                <a:off x="1627632"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sp>
            <p:nvSpPr>
              <p:cNvPr id="32" name="Google Shape;883;p48">
                <a:extLst>
                  <a:ext uri="{FF2B5EF4-FFF2-40B4-BE49-F238E27FC236}">
                    <a16:creationId xmlns:a16="http://schemas.microsoft.com/office/drawing/2014/main" id="{80BF15CA-C909-114F-488B-AD034AF6F896}"/>
                  </a:ext>
                </a:extLst>
              </p:cNvPr>
              <p:cNvSpPr/>
              <p:nvPr/>
            </p:nvSpPr>
            <p:spPr>
              <a:xfrm>
                <a:off x="712180" y="1362450"/>
                <a:ext cx="91500" cy="9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sap"/>
                  <a:ea typeface="Asap"/>
                  <a:cs typeface="Asap"/>
                  <a:sym typeface="Asap"/>
                </a:endParaRPr>
              </a:p>
            </p:txBody>
          </p:sp>
        </p:grpSp>
      </p:grpSp>
    </p:spTree>
    <p:extLst>
      <p:ext uri="{BB962C8B-B14F-4D97-AF65-F5344CB8AC3E}">
        <p14:creationId xmlns:p14="http://schemas.microsoft.com/office/powerpoint/2010/main" val="2225084001"/>
      </p:ext>
    </p:extLst>
  </p:cSld>
  <p:clrMapOvr>
    <a:masterClrMapping/>
  </p:clrMapOvr>
</p:sld>
</file>

<file path=ppt/theme/theme1.xml><?xml version="1.0" encoding="utf-8"?>
<a:theme xmlns:a="http://schemas.openxmlformats.org/drawingml/2006/main" name="UX Senior Designer Portfolio by Slidesgo">
  <a:themeElements>
    <a:clrScheme name="Simple Light">
      <a:dk1>
        <a:srgbClr val="423F4C"/>
      </a:dk1>
      <a:lt1>
        <a:srgbClr val="F4F4F4"/>
      </a:lt1>
      <a:dk2>
        <a:srgbClr val="FFC950"/>
      </a:dk2>
      <a:lt2>
        <a:srgbClr val="7FD3B0"/>
      </a:lt2>
      <a:accent1>
        <a:srgbClr val="77C6DB"/>
      </a:accent1>
      <a:accent2>
        <a:srgbClr val="8B6AEA"/>
      </a:accent2>
      <a:accent3>
        <a:srgbClr val="E58895"/>
      </a:accent3>
      <a:accent4>
        <a:srgbClr val="FFFFFF"/>
      </a:accent4>
      <a:accent5>
        <a:srgbClr val="FFFFFF"/>
      </a:accent5>
      <a:accent6>
        <a:srgbClr val="FFFFFF"/>
      </a:accent6>
      <a:hlink>
        <a:srgbClr val="423F4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3005</TotalTime>
  <Words>1798</Words>
  <Application>Microsoft Office PowerPoint</Application>
  <PresentationFormat>On-screen Show (16:9)</PresentationFormat>
  <Paragraphs>334</Paragraphs>
  <Slides>34</Slides>
  <Notes>33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Anaheim</vt:lpstr>
      <vt:lpstr>Nunito Light</vt:lpstr>
      <vt:lpstr>Arial</vt:lpstr>
      <vt:lpstr>Poppins SemiBold</vt:lpstr>
      <vt:lpstr>Asap</vt:lpstr>
      <vt:lpstr>UX Senior Designer Portfolio by Slidesgo</vt:lpstr>
      <vt:lpstr>Google Analytics Implementation and Reporting</vt:lpstr>
      <vt:lpstr>Context Setting</vt:lpstr>
      <vt:lpstr>What is GA4 ?</vt:lpstr>
      <vt:lpstr>Account Setup &amp; Data Configurations</vt:lpstr>
      <vt:lpstr>PowerPoint Presentation</vt:lpstr>
      <vt:lpstr>Home </vt:lpstr>
      <vt:lpstr>GA4 Dashboard Overview</vt:lpstr>
      <vt:lpstr>Key Metrics &amp; Terminologies </vt:lpstr>
      <vt:lpstr>Data Recording </vt:lpstr>
      <vt:lpstr>Lifecycle Reports</vt:lpstr>
      <vt:lpstr>Acquisition </vt:lpstr>
      <vt:lpstr>Acquisition Overview</vt:lpstr>
      <vt:lpstr>Engagement </vt:lpstr>
      <vt:lpstr>Engagement Overview</vt:lpstr>
      <vt:lpstr>Monetization </vt:lpstr>
      <vt:lpstr>Monetization Overview </vt:lpstr>
      <vt:lpstr>Retention  </vt:lpstr>
      <vt:lpstr>Retention Overview</vt:lpstr>
      <vt:lpstr>PowerPoint Presentation</vt:lpstr>
      <vt:lpstr>Customized Reports</vt:lpstr>
      <vt:lpstr>Customized Reports</vt:lpstr>
      <vt:lpstr>Explore Overview</vt:lpstr>
      <vt:lpstr>PowerPoint Presentation</vt:lpstr>
      <vt:lpstr>Advertising </vt:lpstr>
      <vt:lpstr>Advertising Overview</vt:lpstr>
      <vt:lpstr>Attribution Paths</vt:lpstr>
      <vt:lpstr>Attribution Path </vt:lpstr>
      <vt:lpstr>Early Touchpoints</vt:lpstr>
      <vt:lpstr>Attribution Models</vt:lpstr>
      <vt:lpstr>Attribution Models</vt:lpstr>
      <vt:lpstr>Attribution Models </vt:lpstr>
      <vt:lpstr>My learnings</vt:lpstr>
      <vt:lpstr>My Actions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niles</dc:creator>
  <cp:lastModifiedBy>nilesh sharma</cp:lastModifiedBy>
  <cp:revision>95</cp:revision>
  <dcterms:modified xsi:type="dcterms:W3CDTF">2026-03-21T15:22:51Z</dcterms:modified>
</cp:coreProperties>
</file>