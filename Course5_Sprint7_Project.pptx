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8"/>
  </p:notesMasterIdLst>
  <p:sldIdLst>
    <p:sldId id="256" r:id="rId2"/>
    <p:sldId id="257" r:id="rId3"/>
    <p:sldId id="259" r:id="rId4"/>
    <p:sldId id="261" r:id="rId5"/>
    <p:sldId id="264" r:id="rId6"/>
    <p:sldId id="271" r:id="rId7"/>
    <p:sldId id="268" r:id="rId8"/>
    <p:sldId id="298" r:id="rId9"/>
    <p:sldId id="299" r:id="rId10"/>
    <p:sldId id="300" r:id="rId11"/>
    <p:sldId id="267" r:id="rId12"/>
    <p:sldId id="296" r:id="rId13"/>
    <p:sldId id="266" r:id="rId14"/>
    <p:sldId id="272" r:id="rId15"/>
    <p:sldId id="263" r:id="rId16"/>
    <p:sldId id="260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Ms Madi" panose="020B0604020202020204" charset="0"/>
      <p:regular r:id="rId23"/>
    </p:embeddedFont>
    <p:embeddedFont>
      <p:font typeface="Syne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2D63BF-391C-4C69-887B-811F24E6547D}">
  <a:tblStyle styleId="{B32D63BF-391C-4C69-887B-811F24E654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4BAD461-3BC8-4FBA-B404-3AD26B4B0A2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60E9C7B-89E1-47B9-91FC-C20C6756085F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8219895887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8219895887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27ae41f31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127ae41f31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99f2f57a71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99f2f57a71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3e65845f0e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3e65845f0e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2ce3930b2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2ce3930b2b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2ce3930b2b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2ce3930b2b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>
          <a:extLst>
            <a:ext uri="{FF2B5EF4-FFF2-40B4-BE49-F238E27FC236}">
              <a16:creationId xmlns:a16="http://schemas.microsoft.com/office/drawing/2014/main" id="{4DB5367A-2A32-7761-540B-5A83BFB4F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2ce3930b2b_0_48:notes">
            <a:extLst>
              <a:ext uri="{FF2B5EF4-FFF2-40B4-BE49-F238E27FC236}">
                <a16:creationId xmlns:a16="http://schemas.microsoft.com/office/drawing/2014/main" id="{6B2E30B9-CC42-BAE3-96BE-8FE11F1B66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2ce3930b2b_0_48:notes">
            <a:extLst>
              <a:ext uri="{FF2B5EF4-FFF2-40B4-BE49-F238E27FC236}">
                <a16:creationId xmlns:a16="http://schemas.microsoft.com/office/drawing/2014/main" id="{34E97D25-708D-3B8F-2CD7-8B3E73144C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287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>
          <a:extLst>
            <a:ext uri="{FF2B5EF4-FFF2-40B4-BE49-F238E27FC236}">
              <a16:creationId xmlns:a16="http://schemas.microsoft.com/office/drawing/2014/main" id="{ADF839F4-5143-16E9-0F61-4BD90977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22ce3930b2b_0_48:notes">
            <a:extLst>
              <a:ext uri="{FF2B5EF4-FFF2-40B4-BE49-F238E27FC236}">
                <a16:creationId xmlns:a16="http://schemas.microsoft.com/office/drawing/2014/main" id="{E317C907-1EE2-4E06-9607-B4504B69C1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22ce3930b2b_0_48:notes">
            <a:extLst>
              <a:ext uri="{FF2B5EF4-FFF2-40B4-BE49-F238E27FC236}">
                <a16:creationId xmlns:a16="http://schemas.microsoft.com/office/drawing/2014/main" id="{DFBB06C3-5270-A617-D019-9DB57A9682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7836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>
          <a:extLst>
            <a:ext uri="{FF2B5EF4-FFF2-40B4-BE49-F238E27FC236}">
              <a16:creationId xmlns:a16="http://schemas.microsoft.com/office/drawing/2014/main" id="{F3AEBE30-E16F-C823-7328-63A1851E2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99f2f57a71_0_177:notes">
            <a:extLst>
              <a:ext uri="{FF2B5EF4-FFF2-40B4-BE49-F238E27FC236}">
                <a16:creationId xmlns:a16="http://schemas.microsoft.com/office/drawing/2014/main" id="{C8465909-8C59-FAFF-C978-F4EB63FE1D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99f2f57a71_0_177:notes">
            <a:extLst>
              <a:ext uri="{FF2B5EF4-FFF2-40B4-BE49-F238E27FC236}">
                <a16:creationId xmlns:a16="http://schemas.microsoft.com/office/drawing/2014/main" id="{BC30B3BA-15BE-F685-228C-1E9BB447C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164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2ce3930b2b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2ce3930b2b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>
          <a:extLst>
            <a:ext uri="{FF2B5EF4-FFF2-40B4-BE49-F238E27FC236}">
              <a16:creationId xmlns:a16="http://schemas.microsoft.com/office/drawing/2014/main" id="{76C5162E-0AB5-D242-8115-531087EC4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2ce3930b2b_0_25:notes">
            <a:extLst>
              <a:ext uri="{FF2B5EF4-FFF2-40B4-BE49-F238E27FC236}">
                <a16:creationId xmlns:a16="http://schemas.microsoft.com/office/drawing/2014/main" id="{8ADA5377-6A8F-40BA-B1A8-635F0296D3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2ce3930b2b_0_25:notes">
            <a:extLst>
              <a:ext uri="{FF2B5EF4-FFF2-40B4-BE49-F238E27FC236}">
                <a16:creationId xmlns:a16="http://schemas.microsoft.com/office/drawing/2014/main" id="{D456C61A-4C4A-3C9F-CF91-462481588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3913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2ce3930b2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2ce3930b2b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1e4c356e3f6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1e4c356e3f6_1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13e65845f0e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13e65845f0e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2571700"/>
            <a:ext cx="3858900" cy="152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4205200"/>
            <a:ext cx="38589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571975" y="3107250"/>
            <a:ext cx="3858900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222025" y="645863"/>
            <a:ext cx="1208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>
                <a:latin typeface="Ms Madi"/>
                <a:ea typeface="Ms Madi"/>
                <a:cs typeface="Ms Madi"/>
                <a:sym typeface="Ms Madi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1064900" y="2630143"/>
            <a:ext cx="3330600" cy="11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4748484" y="2630131"/>
            <a:ext cx="3330600" cy="11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064900" y="2311532"/>
            <a:ext cx="33306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4748495" y="2311525"/>
            <a:ext cx="33306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299638" y="1031180"/>
            <a:ext cx="369299" cy="2000864"/>
            <a:chOff x="340888" y="1425605"/>
            <a:chExt cx="369299" cy="2000864"/>
          </a:xfrm>
        </p:grpSpPr>
        <p:sp>
          <p:nvSpPr>
            <p:cNvPr id="32" name="Google Shape;32;p5"/>
            <p:cNvSpPr/>
            <p:nvPr/>
          </p:nvSpPr>
          <p:spPr>
            <a:xfrm rot="-5182940">
              <a:off x="249633" y="2398026"/>
              <a:ext cx="511279" cy="297101"/>
            </a:xfrm>
            <a:custGeom>
              <a:avLst/>
              <a:gdLst/>
              <a:ahLst/>
              <a:cxnLst/>
              <a:rect l="l" t="t" r="r" b="b"/>
              <a:pathLst>
                <a:path w="41493" h="16693" extrusionOk="0">
                  <a:moveTo>
                    <a:pt x="17883" y="1"/>
                  </a:moveTo>
                  <a:cubicBezTo>
                    <a:pt x="17746" y="1"/>
                    <a:pt x="17639" y="116"/>
                    <a:pt x="17504" y="116"/>
                  </a:cubicBezTo>
                  <a:cubicBezTo>
                    <a:pt x="17470" y="116"/>
                    <a:pt x="17435" y="109"/>
                    <a:pt x="17396" y="90"/>
                  </a:cubicBezTo>
                  <a:cubicBezTo>
                    <a:pt x="17183" y="33"/>
                    <a:pt x="16964" y="14"/>
                    <a:pt x="16744" y="14"/>
                  </a:cubicBezTo>
                  <a:cubicBezTo>
                    <a:pt x="16551" y="14"/>
                    <a:pt x="16357" y="29"/>
                    <a:pt x="16165" y="46"/>
                  </a:cubicBezTo>
                  <a:cubicBezTo>
                    <a:pt x="16120" y="33"/>
                    <a:pt x="16077" y="28"/>
                    <a:pt x="16035" y="28"/>
                  </a:cubicBezTo>
                  <a:cubicBezTo>
                    <a:pt x="15867" y="28"/>
                    <a:pt x="15715" y="112"/>
                    <a:pt x="15559" y="162"/>
                  </a:cubicBezTo>
                  <a:cubicBezTo>
                    <a:pt x="15378" y="146"/>
                    <a:pt x="15211" y="68"/>
                    <a:pt x="15040" y="68"/>
                  </a:cubicBezTo>
                  <a:cubicBezTo>
                    <a:pt x="15016" y="68"/>
                    <a:pt x="14993" y="69"/>
                    <a:pt x="14970" y="73"/>
                  </a:cubicBezTo>
                  <a:cubicBezTo>
                    <a:pt x="14949" y="74"/>
                    <a:pt x="14928" y="75"/>
                    <a:pt x="14907" y="75"/>
                  </a:cubicBezTo>
                  <a:cubicBezTo>
                    <a:pt x="14736" y="75"/>
                    <a:pt x="14551" y="24"/>
                    <a:pt x="14379" y="24"/>
                  </a:cubicBezTo>
                  <a:cubicBezTo>
                    <a:pt x="14250" y="24"/>
                    <a:pt x="14128" y="53"/>
                    <a:pt x="14024" y="153"/>
                  </a:cubicBezTo>
                  <a:cubicBezTo>
                    <a:pt x="13825" y="83"/>
                    <a:pt x="13609" y="29"/>
                    <a:pt x="13396" y="29"/>
                  </a:cubicBezTo>
                  <a:cubicBezTo>
                    <a:pt x="13257" y="29"/>
                    <a:pt x="13120" y="52"/>
                    <a:pt x="12989" y="108"/>
                  </a:cubicBezTo>
                  <a:cubicBezTo>
                    <a:pt x="12964" y="110"/>
                    <a:pt x="12938" y="110"/>
                    <a:pt x="12912" y="110"/>
                  </a:cubicBezTo>
                  <a:cubicBezTo>
                    <a:pt x="12713" y="110"/>
                    <a:pt x="12510" y="76"/>
                    <a:pt x="12309" y="76"/>
                  </a:cubicBezTo>
                  <a:cubicBezTo>
                    <a:pt x="12181" y="76"/>
                    <a:pt x="12053" y="90"/>
                    <a:pt x="11928" y="135"/>
                  </a:cubicBezTo>
                  <a:cubicBezTo>
                    <a:pt x="11913" y="146"/>
                    <a:pt x="11896" y="149"/>
                    <a:pt x="11877" y="149"/>
                  </a:cubicBezTo>
                  <a:cubicBezTo>
                    <a:pt x="11822" y="149"/>
                    <a:pt x="11756" y="115"/>
                    <a:pt x="11707" y="115"/>
                  </a:cubicBezTo>
                  <a:cubicBezTo>
                    <a:pt x="11676" y="115"/>
                    <a:pt x="11651" y="130"/>
                    <a:pt x="11642" y="180"/>
                  </a:cubicBezTo>
                  <a:cubicBezTo>
                    <a:pt x="11616" y="171"/>
                    <a:pt x="11589" y="166"/>
                    <a:pt x="11562" y="166"/>
                  </a:cubicBezTo>
                  <a:cubicBezTo>
                    <a:pt x="11535" y="166"/>
                    <a:pt x="11509" y="171"/>
                    <a:pt x="11482" y="180"/>
                  </a:cubicBezTo>
                  <a:cubicBezTo>
                    <a:pt x="11418" y="204"/>
                    <a:pt x="11352" y="212"/>
                    <a:pt x="11286" y="212"/>
                  </a:cubicBezTo>
                  <a:cubicBezTo>
                    <a:pt x="11160" y="212"/>
                    <a:pt x="11032" y="184"/>
                    <a:pt x="10908" y="184"/>
                  </a:cubicBezTo>
                  <a:cubicBezTo>
                    <a:pt x="10813" y="184"/>
                    <a:pt x="10721" y="200"/>
                    <a:pt x="10634" y="260"/>
                  </a:cubicBezTo>
                  <a:cubicBezTo>
                    <a:pt x="10544" y="339"/>
                    <a:pt x="10442" y="363"/>
                    <a:pt x="10335" y="363"/>
                  </a:cubicBezTo>
                  <a:cubicBezTo>
                    <a:pt x="10170" y="363"/>
                    <a:pt x="9992" y="307"/>
                    <a:pt x="9824" y="307"/>
                  </a:cubicBezTo>
                  <a:cubicBezTo>
                    <a:pt x="9743" y="307"/>
                    <a:pt x="9665" y="320"/>
                    <a:pt x="9591" y="358"/>
                  </a:cubicBezTo>
                  <a:cubicBezTo>
                    <a:pt x="9543" y="392"/>
                    <a:pt x="9491" y="403"/>
                    <a:pt x="9437" y="403"/>
                  </a:cubicBezTo>
                  <a:cubicBezTo>
                    <a:pt x="9341" y="403"/>
                    <a:pt x="9239" y="368"/>
                    <a:pt x="9142" y="368"/>
                  </a:cubicBezTo>
                  <a:cubicBezTo>
                    <a:pt x="9080" y="368"/>
                    <a:pt x="9021" y="383"/>
                    <a:pt x="8966" y="429"/>
                  </a:cubicBezTo>
                  <a:cubicBezTo>
                    <a:pt x="8776" y="486"/>
                    <a:pt x="8578" y="502"/>
                    <a:pt x="8377" y="502"/>
                  </a:cubicBezTo>
                  <a:cubicBezTo>
                    <a:pt x="8163" y="502"/>
                    <a:pt x="7947" y="483"/>
                    <a:pt x="7735" y="474"/>
                  </a:cubicBezTo>
                  <a:cubicBezTo>
                    <a:pt x="7587" y="561"/>
                    <a:pt x="7473" y="724"/>
                    <a:pt x="7286" y="724"/>
                  </a:cubicBezTo>
                  <a:cubicBezTo>
                    <a:pt x="7281" y="724"/>
                    <a:pt x="7276" y="724"/>
                    <a:pt x="7271" y="724"/>
                  </a:cubicBezTo>
                  <a:cubicBezTo>
                    <a:pt x="7102" y="697"/>
                    <a:pt x="6914" y="724"/>
                    <a:pt x="6780" y="608"/>
                  </a:cubicBezTo>
                  <a:cubicBezTo>
                    <a:pt x="6656" y="644"/>
                    <a:pt x="6415" y="572"/>
                    <a:pt x="6379" y="724"/>
                  </a:cubicBezTo>
                  <a:cubicBezTo>
                    <a:pt x="6361" y="733"/>
                    <a:pt x="6334" y="760"/>
                    <a:pt x="6325" y="768"/>
                  </a:cubicBezTo>
                  <a:cubicBezTo>
                    <a:pt x="6111" y="822"/>
                    <a:pt x="5799" y="751"/>
                    <a:pt x="5683" y="983"/>
                  </a:cubicBezTo>
                  <a:cubicBezTo>
                    <a:pt x="5639" y="1223"/>
                    <a:pt x="5282" y="1018"/>
                    <a:pt x="5201" y="1250"/>
                  </a:cubicBezTo>
                  <a:cubicBezTo>
                    <a:pt x="5085" y="1589"/>
                    <a:pt x="5068" y="1973"/>
                    <a:pt x="5005" y="2330"/>
                  </a:cubicBezTo>
                  <a:lnTo>
                    <a:pt x="4961" y="2330"/>
                  </a:lnTo>
                  <a:cubicBezTo>
                    <a:pt x="4961" y="2419"/>
                    <a:pt x="4961" y="2597"/>
                    <a:pt x="4961" y="2678"/>
                  </a:cubicBezTo>
                  <a:cubicBezTo>
                    <a:pt x="4871" y="2722"/>
                    <a:pt x="4853" y="2829"/>
                    <a:pt x="4916" y="3008"/>
                  </a:cubicBezTo>
                  <a:cubicBezTo>
                    <a:pt x="4898" y="3213"/>
                    <a:pt x="4925" y="3418"/>
                    <a:pt x="4996" y="3614"/>
                  </a:cubicBezTo>
                  <a:cubicBezTo>
                    <a:pt x="4934" y="3864"/>
                    <a:pt x="4916" y="4132"/>
                    <a:pt x="4898" y="4390"/>
                  </a:cubicBezTo>
                  <a:cubicBezTo>
                    <a:pt x="4871" y="4515"/>
                    <a:pt x="4764" y="4560"/>
                    <a:pt x="4648" y="4578"/>
                  </a:cubicBezTo>
                  <a:cubicBezTo>
                    <a:pt x="4587" y="4619"/>
                    <a:pt x="4518" y="4631"/>
                    <a:pt x="4445" y="4631"/>
                  </a:cubicBezTo>
                  <a:cubicBezTo>
                    <a:pt x="4343" y="4631"/>
                    <a:pt x="4235" y="4606"/>
                    <a:pt x="4137" y="4606"/>
                  </a:cubicBezTo>
                  <a:cubicBezTo>
                    <a:pt x="4032" y="4606"/>
                    <a:pt x="3937" y="4634"/>
                    <a:pt x="3872" y="4747"/>
                  </a:cubicBezTo>
                  <a:cubicBezTo>
                    <a:pt x="3851" y="4746"/>
                    <a:pt x="3831" y="4745"/>
                    <a:pt x="3810" y="4745"/>
                  </a:cubicBezTo>
                  <a:cubicBezTo>
                    <a:pt x="3557" y="4745"/>
                    <a:pt x="3318" y="4842"/>
                    <a:pt x="3078" y="4917"/>
                  </a:cubicBezTo>
                  <a:cubicBezTo>
                    <a:pt x="2956" y="4884"/>
                    <a:pt x="2841" y="4844"/>
                    <a:pt x="2721" y="4844"/>
                  </a:cubicBezTo>
                  <a:cubicBezTo>
                    <a:pt x="2709" y="4844"/>
                    <a:pt x="2697" y="4845"/>
                    <a:pt x="2686" y="4845"/>
                  </a:cubicBezTo>
                  <a:cubicBezTo>
                    <a:pt x="2638" y="4814"/>
                    <a:pt x="2584" y="4802"/>
                    <a:pt x="2530" y="4802"/>
                  </a:cubicBezTo>
                  <a:cubicBezTo>
                    <a:pt x="2444" y="4802"/>
                    <a:pt x="2356" y="4834"/>
                    <a:pt x="2284" y="4872"/>
                  </a:cubicBezTo>
                  <a:cubicBezTo>
                    <a:pt x="1999" y="4917"/>
                    <a:pt x="1722" y="4988"/>
                    <a:pt x="1455" y="5086"/>
                  </a:cubicBezTo>
                  <a:cubicBezTo>
                    <a:pt x="1312" y="5140"/>
                    <a:pt x="1044" y="5068"/>
                    <a:pt x="955" y="5238"/>
                  </a:cubicBezTo>
                  <a:cubicBezTo>
                    <a:pt x="848" y="5291"/>
                    <a:pt x="866" y="5434"/>
                    <a:pt x="812" y="5523"/>
                  </a:cubicBezTo>
                  <a:cubicBezTo>
                    <a:pt x="714" y="5595"/>
                    <a:pt x="589" y="5648"/>
                    <a:pt x="562" y="5773"/>
                  </a:cubicBezTo>
                  <a:cubicBezTo>
                    <a:pt x="322" y="6157"/>
                    <a:pt x="322" y="6630"/>
                    <a:pt x="322" y="7067"/>
                  </a:cubicBezTo>
                  <a:cubicBezTo>
                    <a:pt x="250" y="7147"/>
                    <a:pt x="232" y="7263"/>
                    <a:pt x="286" y="7415"/>
                  </a:cubicBezTo>
                  <a:cubicBezTo>
                    <a:pt x="179" y="7539"/>
                    <a:pt x="232" y="7709"/>
                    <a:pt x="232" y="7861"/>
                  </a:cubicBezTo>
                  <a:lnTo>
                    <a:pt x="188" y="7852"/>
                  </a:lnTo>
                  <a:cubicBezTo>
                    <a:pt x="179" y="8128"/>
                    <a:pt x="179" y="8414"/>
                    <a:pt x="179" y="8690"/>
                  </a:cubicBezTo>
                  <a:cubicBezTo>
                    <a:pt x="63" y="8726"/>
                    <a:pt x="161" y="8967"/>
                    <a:pt x="134" y="9092"/>
                  </a:cubicBezTo>
                  <a:cubicBezTo>
                    <a:pt x="134" y="9110"/>
                    <a:pt x="143" y="9154"/>
                    <a:pt x="143" y="9172"/>
                  </a:cubicBezTo>
                  <a:cubicBezTo>
                    <a:pt x="90" y="9805"/>
                    <a:pt x="0" y="10466"/>
                    <a:pt x="259" y="11072"/>
                  </a:cubicBezTo>
                  <a:cubicBezTo>
                    <a:pt x="286" y="11456"/>
                    <a:pt x="322" y="11839"/>
                    <a:pt x="295" y="12223"/>
                  </a:cubicBezTo>
                  <a:cubicBezTo>
                    <a:pt x="509" y="12669"/>
                    <a:pt x="1107" y="12678"/>
                    <a:pt x="1463" y="12981"/>
                  </a:cubicBezTo>
                  <a:cubicBezTo>
                    <a:pt x="1517" y="12955"/>
                    <a:pt x="1568" y="12943"/>
                    <a:pt x="1617" y="12943"/>
                  </a:cubicBezTo>
                  <a:cubicBezTo>
                    <a:pt x="1700" y="12943"/>
                    <a:pt x="1778" y="12976"/>
                    <a:pt x="1856" y="13026"/>
                  </a:cubicBezTo>
                  <a:cubicBezTo>
                    <a:pt x="2284" y="12999"/>
                    <a:pt x="2712" y="12919"/>
                    <a:pt x="3132" y="12883"/>
                  </a:cubicBezTo>
                  <a:cubicBezTo>
                    <a:pt x="3141" y="13008"/>
                    <a:pt x="3141" y="13142"/>
                    <a:pt x="3132" y="13276"/>
                  </a:cubicBezTo>
                  <a:lnTo>
                    <a:pt x="3096" y="13276"/>
                  </a:lnTo>
                  <a:cubicBezTo>
                    <a:pt x="3034" y="13534"/>
                    <a:pt x="3069" y="13802"/>
                    <a:pt x="3078" y="14061"/>
                  </a:cubicBezTo>
                  <a:cubicBezTo>
                    <a:pt x="2935" y="14462"/>
                    <a:pt x="3007" y="14890"/>
                    <a:pt x="3096" y="15292"/>
                  </a:cubicBezTo>
                  <a:cubicBezTo>
                    <a:pt x="3248" y="15649"/>
                    <a:pt x="3051" y="16068"/>
                    <a:pt x="3248" y="16416"/>
                  </a:cubicBezTo>
                  <a:cubicBezTo>
                    <a:pt x="3408" y="16692"/>
                    <a:pt x="3756" y="16657"/>
                    <a:pt x="4024" y="16675"/>
                  </a:cubicBezTo>
                  <a:cubicBezTo>
                    <a:pt x="4064" y="16682"/>
                    <a:pt x="4103" y="16685"/>
                    <a:pt x="4142" y="16685"/>
                  </a:cubicBezTo>
                  <a:cubicBezTo>
                    <a:pt x="4423" y="16685"/>
                    <a:pt x="4674" y="16521"/>
                    <a:pt x="4959" y="16521"/>
                  </a:cubicBezTo>
                  <a:cubicBezTo>
                    <a:pt x="4977" y="16521"/>
                    <a:pt x="4996" y="16521"/>
                    <a:pt x="5014" y="16523"/>
                  </a:cubicBezTo>
                  <a:cubicBezTo>
                    <a:pt x="5020" y="16523"/>
                    <a:pt x="5026" y="16523"/>
                    <a:pt x="5031" y="16523"/>
                  </a:cubicBezTo>
                  <a:cubicBezTo>
                    <a:pt x="5304" y="16523"/>
                    <a:pt x="5545" y="16326"/>
                    <a:pt x="5826" y="16326"/>
                  </a:cubicBezTo>
                  <a:cubicBezTo>
                    <a:pt x="5832" y="16326"/>
                    <a:pt x="5838" y="16326"/>
                    <a:pt x="5844" y="16327"/>
                  </a:cubicBezTo>
                  <a:cubicBezTo>
                    <a:pt x="6279" y="16201"/>
                    <a:pt x="6731" y="16075"/>
                    <a:pt x="7191" y="16075"/>
                  </a:cubicBezTo>
                  <a:cubicBezTo>
                    <a:pt x="7220" y="16075"/>
                    <a:pt x="7250" y="16076"/>
                    <a:pt x="7280" y="16077"/>
                  </a:cubicBezTo>
                  <a:cubicBezTo>
                    <a:pt x="7309" y="16087"/>
                    <a:pt x="7338" y="16091"/>
                    <a:pt x="7366" y="16091"/>
                  </a:cubicBezTo>
                  <a:cubicBezTo>
                    <a:pt x="7496" y="16091"/>
                    <a:pt x="7615" y="16002"/>
                    <a:pt x="7747" y="16002"/>
                  </a:cubicBezTo>
                  <a:cubicBezTo>
                    <a:pt x="7761" y="16002"/>
                    <a:pt x="7775" y="16003"/>
                    <a:pt x="7788" y="16005"/>
                  </a:cubicBezTo>
                  <a:cubicBezTo>
                    <a:pt x="7845" y="16025"/>
                    <a:pt x="7901" y="16033"/>
                    <a:pt x="7955" y="16033"/>
                  </a:cubicBezTo>
                  <a:cubicBezTo>
                    <a:pt x="8177" y="16033"/>
                    <a:pt x="8387" y="15904"/>
                    <a:pt x="8609" y="15890"/>
                  </a:cubicBezTo>
                  <a:cubicBezTo>
                    <a:pt x="8626" y="15891"/>
                    <a:pt x="8642" y="15892"/>
                    <a:pt x="8659" y="15892"/>
                  </a:cubicBezTo>
                  <a:cubicBezTo>
                    <a:pt x="8861" y="15892"/>
                    <a:pt x="9038" y="15770"/>
                    <a:pt x="9241" y="15770"/>
                  </a:cubicBezTo>
                  <a:cubicBezTo>
                    <a:pt x="9277" y="15770"/>
                    <a:pt x="9313" y="15774"/>
                    <a:pt x="9350" y="15782"/>
                  </a:cubicBezTo>
                  <a:cubicBezTo>
                    <a:pt x="9375" y="15788"/>
                    <a:pt x="9400" y="15791"/>
                    <a:pt x="9425" y="15791"/>
                  </a:cubicBezTo>
                  <a:cubicBezTo>
                    <a:pt x="9602" y="15791"/>
                    <a:pt x="9764" y="15662"/>
                    <a:pt x="9940" y="15662"/>
                  </a:cubicBezTo>
                  <a:cubicBezTo>
                    <a:pt x="9972" y="15662"/>
                    <a:pt x="10004" y="15666"/>
                    <a:pt x="10037" y="15675"/>
                  </a:cubicBezTo>
                  <a:cubicBezTo>
                    <a:pt x="10153" y="15666"/>
                    <a:pt x="10260" y="15649"/>
                    <a:pt x="10367" y="15631"/>
                  </a:cubicBezTo>
                  <a:cubicBezTo>
                    <a:pt x="10902" y="15622"/>
                    <a:pt x="11446" y="15533"/>
                    <a:pt x="11964" y="15399"/>
                  </a:cubicBezTo>
                  <a:cubicBezTo>
                    <a:pt x="12276" y="15399"/>
                    <a:pt x="12588" y="15345"/>
                    <a:pt x="12900" y="15310"/>
                  </a:cubicBezTo>
                  <a:cubicBezTo>
                    <a:pt x="12958" y="15315"/>
                    <a:pt x="13015" y="15318"/>
                    <a:pt x="13073" y="15318"/>
                  </a:cubicBezTo>
                  <a:cubicBezTo>
                    <a:pt x="13599" y="15318"/>
                    <a:pt x="14112" y="15110"/>
                    <a:pt x="14638" y="15110"/>
                  </a:cubicBezTo>
                  <a:cubicBezTo>
                    <a:pt x="14710" y="15110"/>
                    <a:pt x="14782" y="15114"/>
                    <a:pt x="14854" y="15122"/>
                  </a:cubicBezTo>
                  <a:cubicBezTo>
                    <a:pt x="14938" y="15087"/>
                    <a:pt x="15033" y="15063"/>
                    <a:pt x="15127" y="15063"/>
                  </a:cubicBezTo>
                  <a:cubicBezTo>
                    <a:pt x="15152" y="15063"/>
                    <a:pt x="15177" y="15065"/>
                    <a:pt x="15202" y="15069"/>
                  </a:cubicBezTo>
                  <a:cubicBezTo>
                    <a:pt x="15216" y="15069"/>
                    <a:pt x="15229" y="15069"/>
                    <a:pt x="15243" y="15069"/>
                  </a:cubicBezTo>
                  <a:cubicBezTo>
                    <a:pt x="15933" y="15069"/>
                    <a:pt x="16598" y="14855"/>
                    <a:pt x="17280" y="14846"/>
                  </a:cubicBezTo>
                  <a:cubicBezTo>
                    <a:pt x="17289" y="14837"/>
                    <a:pt x="17312" y="14835"/>
                    <a:pt x="17343" y="14835"/>
                  </a:cubicBezTo>
                  <a:cubicBezTo>
                    <a:pt x="17372" y="14835"/>
                    <a:pt x="17407" y="14837"/>
                    <a:pt x="17443" y="14837"/>
                  </a:cubicBezTo>
                  <a:cubicBezTo>
                    <a:pt x="17534" y="14837"/>
                    <a:pt x="17628" y="14826"/>
                    <a:pt x="17628" y="14748"/>
                  </a:cubicBezTo>
                  <a:lnTo>
                    <a:pt x="17664" y="14739"/>
                  </a:lnTo>
                  <a:cubicBezTo>
                    <a:pt x="17748" y="14749"/>
                    <a:pt x="17831" y="14753"/>
                    <a:pt x="17915" y="14753"/>
                  </a:cubicBezTo>
                  <a:cubicBezTo>
                    <a:pt x="18117" y="14753"/>
                    <a:pt x="18319" y="14728"/>
                    <a:pt x="18521" y="14703"/>
                  </a:cubicBezTo>
                  <a:cubicBezTo>
                    <a:pt x="18578" y="14699"/>
                    <a:pt x="18637" y="14698"/>
                    <a:pt x="18695" y="14698"/>
                  </a:cubicBezTo>
                  <a:cubicBezTo>
                    <a:pt x="18844" y="14698"/>
                    <a:pt x="18995" y="14706"/>
                    <a:pt x="19145" y="14706"/>
                  </a:cubicBezTo>
                  <a:cubicBezTo>
                    <a:pt x="19368" y="14706"/>
                    <a:pt x="19589" y="14688"/>
                    <a:pt x="19796" y="14596"/>
                  </a:cubicBezTo>
                  <a:cubicBezTo>
                    <a:pt x="20181" y="14513"/>
                    <a:pt x="20573" y="14507"/>
                    <a:pt x="20965" y="14507"/>
                  </a:cubicBezTo>
                  <a:cubicBezTo>
                    <a:pt x="21036" y="14507"/>
                    <a:pt x="21108" y="14507"/>
                    <a:pt x="21179" y="14507"/>
                  </a:cubicBezTo>
                  <a:cubicBezTo>
                    <a:pt x="21246" y="14484"/>
                    <a:pt x="21312" y="14477"/>
                    <a:pt x="21377" y="14477"/>
                  </a:cubicBezTo>
                  <a:cubicBezTo>
                    <a:pt x="21529" y="14477"/>
                    <a:pt x="21678" y="14519"/>
                    <a:pt x="21832" y="14519"/>
                  </a:cubicBezTo>
                  <a:cubicBezTo>
                    <a:pt x="21875" y="14519"/>
                    <a:pt x="21919" y="14516"/>
                    <a:pt x="21964" y="14507"/>
                  </a:cubicBezTo>
                  <a:cubicBezTo>
                    <a:pt x="22357" y="14435"/>
                    <a:pt x="22758" y="14489"/>
                    <a:pt x="23151" y="14409"/>
                  </a:cubicBezTo>
                  <a:cubicBezTo>
                    <a:pt x="23252" y="14435"/>
                    <a:pt x="23354" y="14446"/>
                    <a:pt x="23457" y="14446"/>
                  </a:cubicBezTo>
                  <a:cubicBezTo>
                    <a:pt x="23830" y="14446"/>
                    <a:pt x="24207" y="14303"/>
                    <a:pt x="24578" y="14275"/>
                  </a:cubicBezTo>
                  <a:cubicBezTo>
                    <a:pt x="24846" y="14346"/>
                    <a:pt x="25131" y="14319"/>
                    <a:pt x="25399" y="14337"/>
                  </a:cubicBezTo>
                  <a:cubicBezTo>
                    <a:pt x="25496" y="14293"/>
                    <a:pt x="25592" y="14280"/>
                    <a:pt x="25690" y="14280"/>
                  </a:cubicBezTo>
                  <a:cubicBezTo>
                    <a:pt x="25833" y="14280"/>
                    <a:pt x="25977" y="14308"/>
                    <a:pt x="26122" y="14308"/>
                  </a:cubicBezTo>
                  <a:cubicBezTo>
                    <a:pt x="26178" y="14308"/>
                    <a:pt x="26234" y="14304"/>
                    <a:pt x="26291" y="14293"/>
                  </a:cubicBezTo>
                  <a:cubicBezTo>
                    <a:pt x="26626" y="14201"/>
                    <a:pt x="26970" y="14178"/>
                    <a:pt x="27315" y="14178"/>
                  </a:cubicBezTo>
                  <a:cubicBezTo>
                    <a:pt x="27540" y="14178"/>
                    <a:pt x="27764" y="14187"/>
                    <a:pt x="27986" y="14195"/>
                  </a:cubicBezTo>
                  <a:cubicBezTo>
                    <a:pt x="28036" y="14208"/>
                    <a:pt x="28087" y="14214"/>
                    <a:pt x="28138" y="14214"/>
                  </a:cubicBezTo>
                  <a:cubicBezTo>
                    <a:pt x="28279" y="14214"/>
                    <a:pt x="28421" y="14174"/>
                    <a:pt x="28563" y="14174"/>
                  </a:cubicBezTo>
                  <a:cubicBezTo>
                    <a:pt x="28632" y="14174"/>
                    <a:pt x="28702" y="14184"/>
                    <a:pt x="28771" y="14212"/>
                  </a:cubicBezTo>
                  <a:cubicBezTo>
                    <a:pt x="29074" y="14096"/>
                    <a:pt x="29413" y="14230"/>
                    <a:pt x="29707" y="14070"/>
                  </a:cubicBezTo>
                  <a:cubicBezTo>
                    <a:pt x="29750" y="14094"/>
                    <a:pt x="29795" y="14104"/>
                    <a:pt x="29842" y="14104"/>
                  </a:cubicBezTo>
                  <a:cubicBezTo>
                    <a:pt x="29912" y="14104"/>
                    <a:pt x="29985" y="14082"/>
                    <a:pt x="30055" y="14061"/>
                  </a:cubicBezTo>
                  <a:cubicBezTo>
                    <a:pt x="30115" y="14084"/>
                    <a:pt x="30176" y="14093"/>
                    <a:pt x="30239" y="14093"/>
                  </a:cubicBezTo>
                  <a:cubicBezTo>
                    <a:pt x="30416" y="14093"/>
                    <a:pt x="30602" y="14020"/>
                    <a:pt x="30787" y="14007"/>
                  </a:cubicBezTo>
                  <a:lnTo>
                    <a:pt x="30787" y="14061"/>
                  </a:lnTo>
                  <a:cubicBezTo>
                    <a:pt x="30804" y="14061"/>
                    <a:pt x="30821" y="14061"/>
                    <a:pt x="30837" y="14061"/>
                  </a:cubicBezTo>
                  <a:cubicBezTo>
                    <a:pt x="31377" y="14061"/>
                    <a:pt x="31916" y="13934"/>
                    <a:pt x="32455" y="13934"/>
                  </a:cubicBezTo>
                  <a:cubicBezTo>
                    <a:pt x="32488" y="13934"/>
                    <a:pt x="32521" y="13935"/>
                    <a:pt x="32553" y="13936"/>
                  </a:cubicBezTo>
                  <a:cubicBezTo>
                    <a:pt x="32604" y="13957"/>
                    <a:pt x="32654" y="13965"/>
                    <a:pt x="32704" y="13965"/>
                  </a:cubicBezTo>
                  <a:cubicBezTo>
                    <a:pt x="32881" y="13965"/>
                    <a:pt x="33058" y="13864"/>
                    <a:pt x="33240" y="13864"/>
                  </a:cubicBezTo>
                  <a:cubicBezTo>
                    <a:pt x="33246" y="13864"/>
                    <a:pt x="33252" y="13864"/>
                    <a:pt x="33258" y="13864"/>
                  </a:cubicBezTo>
                  <a:cubicBezTo>
                    <a:pt x="33425" y="13880"/>
                    <a:pt x="33600" y="13909"/>
                    <a:pt x="33773" y="13909"/>
                  </a:cubicBezTo>
                  <a:cubicBezTo>
                    <a:pt x="33905" y="13909"/>
                    <a:pt x="34035" y="13892"/>
                    <a:pt x="34159" y="13838"/>
                  </a:cubicBezTo>
                  <a:cubicBezTo>
                    <a:pt x="34632" y="13775"/>
                    <a:pt x="35123" y="13775"/>
                    <a:pt x="35604" y="13748"/>
                  </a:cubicBezTo>
                  <a:cubicBezTo>
                    <a:pt x="35952" y="13641"/>
                    <a:pt x="36318" y="13677"/>
                    <a:pt x="36666" y="13588"/>
                  </a:cubicBezTo>
                  <a:cubicBezTo>
                    <a:pt x="37317" y="13499"/>
                    <a:pt x="37968" y="13472"/>
                    <a:pt x="38593" y="13294"/>
                  </a:cubicBezTo>
                  <a:cubicBezTo>
                    <a:pt x="38611" y="13286"/>
                    <a:pt x="38629" y="13283"/>
                    <a:pt x="38647" y="13283"/>
                  </a:cubicBezTo>
                  <a:cubicBezTo>
                    <a:pt x="38712" y="13283"/>
                    <a:pt x="38777" y="13321"/>
                    <a:pt x="38839" y="13321"/>
                  </a:cubicBezTo>
                  <a:cubicBezTo>
                    <a:pt x="38861" y="13321"/>
                    <a:pt x="38883" y="13316"/>
                    <a:pt x="38905" y="13302"/>
                  </a:cubicBezTo>
                  <a:cubicBezTo>
                    <a:pt x="39298" y="13115"/>
                    <a:pt x="39895" y="13169"/>
                    <a:pt x="40074" y="12696"/>
                  </a:cubicBezTo>
                  <a:cubicBezTo>
                    <a:pt x="40288" y="12571"/>
                    <a:pt x="40288" y="12285"/>
                    <a:pt x="40386" y="12080"/>
                  </a:cubicBezTo>
                  <a:cubicBezTo>
                    <a:pt x="40484" y="11804"/>
                    <a:pt x="40386" y="11465"/>
                    <a:pt x="40555" y="11215"/>
                  </a:cubicBezTo>
                  <a:cubicBezTo>
                    <a:pt x="40841" y="10519"/>
                    <a:pt x="41153" y="9841"/>
                    <a:pt x="41367" y="9118"/>
                  </a:cubicBezTo>
                  <a:cubicBezTo>
                    <a:pt x="41296" y="8869"/>
                    <a:pt x="41492" y="8610"/>
                    <a:pt x="41287" y="8396"/>
                  </a:cubicBezTo>
                  <a:cubicBezTo>
                    <a:pt x="41251" y="8253"/>
                    <a:pt x="41118" y="8244"/>
                    <a:pt x="41002" y="8235"/>
                  </a:cubicBezTo>
                  <a:cubicBezTo>
                    <a:pt x="40466" y="7986"/>
                    <a:pt x="39886" y="7861"/>
                    <a:pt x="39307" y="7825"/>
                  </a:cubicBezTo>
                  <a:cubicBezTo>
                    <a:pt x="38780" y="7629"/>
                    <a:pt x="38227" y="7575"/>
                    <a:pt x="37692" y="7468"/>
                  </a:cubicBezTo>
                  <a:cubicBezTo>
                    <a:pt x="37624" y="7492"/>
                    <a:pt x="37556" y="7501"/>
                    <a:pt x="37487" y="7501"/>
                  </a:cubicBezTo>
                  <a:cubicBezTo>
                    <a:pt x="37256" y="7501"/>
                    <a:pt x="37021" y="7396"/>
                    <a:pt x="36786" y="7396"/>
                  </a:cubicBezTo>
                  <a:cubicBezTo>
                    <a:pt x="36779" y="7396"/>
                    <a:pt x="36771" y="7397"/>
                    <a:pt x="36764" y="7397"/>
                  </a:cubicBezTo>
                  <a:cubicBezTo>
                    <a:pt x="36666" y="7334"/>
                    <a:pt x="36719" y="7200"/>
                    <a:pt x="36693" y="7102"/>
                  </a:cubicBezTo>
                  <a:cubicBezTo>
                    <a:pt x="36773" y="6924"/>
                    <a:pt x="36880" y="6754"/>
                    <a:pt x="36889" y="6558"/>
                  </a:cubicBezTo>
                  <a:cubicBezTo>
                    <a:pt x="37058" y="6148"/>
                    <a:pt x="37148" y="5711"/>
                    <a:pt x="37317" y="5300"/>
                  </a:cubicBezTo>
                  <a:cubicBezTo>
                    <a:pt x="37478" y="4997"/>
                    <a:pt x="37469" y="4658"/>
                    <a:pt x="37567" y="4337"/>
                  </a:cubicBezTo>
                  <a:cubicBezTo>
                    <a:pt x="37692" y="3980"/>
                    <a:pt x="37629" y="3587"/>
                    <a:pt x="37638" y="3222"/>
                  </a:cubicBezTo>
                  <a:lnTo>
                    <a:pt x="37594" y="3222"/>
                  </a:lnTo>
                  <a:cubicBezTo>
                    <a:pt x="37576" y="2874"/>
                    <a:pt x="37201" y="2793"/>
                    <a:pt x="37058" y="2526"/>
                  </a:cubicBezTo>
                  <a:cubicBezTo>
                    <a:pt x="36987" y="2392"/>
                    <a:pt x="36818" y="2401"/>
                    <a:pt x="36719" y="2321"/>
                  </a:cubicBezTo>
                  <a:cubicBezTo>
                    <a:pt x="36505" y="2169"/>
                    <a:pt x="36220" y="2223"/>
                    <a:pt x="35997" y="2107"/>
                  </a:cubicBezTo>
                  <a:cubicBezTo>
                    <a:pt x="35783" y="1991"/>
                    <a:pt x="35542" y="1973"/>
                    <a:pt x="35310" y="1910"/>
                  </a:cubicBezTo>
                  <a:cubicBezTo>
                    <a:pt x="34891" y="1840"/>
                    <a:pt x="34497" y="1642"/>
                    <a:pt x="34071" y="1642"/>
                  </a:cubicBezTo>
                  <a:cubicBezTo>
                    <a:pt x="34062" y="1642"/>
                    <a:pt x="34052" y="1642"/>
                    <a:pt x="34043" y="1643"/>
                  </a:cubicBezTo>
                  <a:cubicBezTo>
                    <a:pt x="34043" y="1594"/>
                    <a:pt x="34006" y="1582"/>
                    <a:pt x="33959" y="1582"/>
                  </a:cubicBezTo>
                  <a:cubicBezTo>
                    <a:pt x="33915" y="1582"/>
                    <a:pt x="33863" y="1592"/>
                    <a:pt x="33824" y="1592"/>
                  </a:cubicBezTo>
                  <a:cubicBezTo>
                    <a:pt x="33812" y="1592"/>
                    <a:pt x="33802" y="1591"/>
                    <a:pt x="33793" y="1589"/>
                  </a:cubicBezTo>
                  <a:cubicBezTo>
                    <a:pt x="33787" y="1552"/>
                    <a:pt x="33764" y="1532"/>
                    <a:pt x="33721" y="1532"/>
                  </a:cubicBezTo>
                  <a:cubicBezTo>
                    <a:pt x="33702" y="1532"/>
                    <a:pt x="33678" y="1536"/>
                    <a:pt x="33651" y="1545"/>
                  </a:cubicBezTo>
                  <a:lnTo>
                    <a:pt x="33651" y="1491"/>
                  </a:lnTo>
                  <a:cubicBezTo>
                    <a:pt x="33632" y="1490"/>
                    <a:pt x="33614" y="1490"/>
                    <a:pt x="33596" y="1490"/>
                  </a:cubicBezTo>
                  <a:cubicBezTo>
                    <a:pt x="33412" y="1490"/>
                    <a:pt x="33241" y="1528"/>
                    <a:pt x="33062" y="1545"/>
                  </a:cubicBezTo>
                  <a:cubicBezTo>
                    <a:pt x="32848" y="1536"/>
                    <a:pt x="32634" y="1482"/>
                    <a:pt x="32419" y="1482"/>
                  </a:cubicBezTo>
                  <a:cubicBezTo>
                    <a:pt x="32219" y="1382"/>
                    <a:pt x="32011" y="1321"/>
                    <a:pt x="31787" y="1321"/>
                  </a:cubicBezTo>
                  <a:cubicBezTo>
                    <a:pt x="31772" y="1321"/>
                    <a:pt x="31757" y="1321"/>
                    <a:pt x="31741" y="1322"/>
                  </a:cubicBezTo>
                  <a:cubicBezTo>
                    <a:pt x="31411" y="1152"/>
                    <a:pt x="31010" y="1179"/>
                    <a:pt x="30644" y="1099"/>
                  </a:cubicBezTo>
                  <a:cubicBezTo>
                    <a:pt x="30473" y="1037"/>
                    <a:pt x="30274" y="1012"/>
                    <a:pt x="30082" y="1012"/>
                  </a:cubicBezTo>
                  <a:cubicBezTo>
                    <a:pt x="30025" y="1012"/>
                    <a:pt x="29968" y="1014"/>
                    <a:pt x="29913" y="1018"/>
                  </a:cubicBezTo>
                  <a:cubicBezTo>
                    <a:pt x="29815" y="947"/>
                    <a:pt x="29690" y="902"/>
                    <a:pt x="29556" y="902"/>
                  </a:cubicBezTo>
                  <a:cubicBezTo>
                    <a:pt x="29525" y="904"/>
                    <a:pt x="29493" y="905"/>
                    <a:pt x="29462" y="905"/>
                  </a:cubicBezTo>
                  <a:cubicBezTo>
                    <a:pt x="29147" y="905"/>
                    <a:pt x="28838" y="828"/>
                    <a:pt x="28521" y="804"/>
                  </a:cubicBezTo>
                  <a:cubicBezTo>
                    <a:pt x="28409" y="826"/>
                    <a:pt x="28298" y="834"/>
                    <a:pt x="28188" y="834"/>
                  </a:cubicBezTo>
                  <a:cubicBezTo>
                    <a:pt x="27673" y="834"/>
                    <a:pt x="27168" y="643"/>
                    <a:pt x="26646" y="643"/>
                  </a:cubicBezTo>
                  <a:cubicBezTo>
                    <a:pt x="26581" y="643"/>
                    <a:pt x="26517" y="646"/>
                    <a:pt x="26451" y="652"/>
                  </a:cubicBezTo>
                  <a:cubicBezTo>
                    <a:pt x="25992" y="644"/>
                    <a:pt x="25540" y="472"/>
                    <a:pt x="25082" y="472"/>
                  </a:cubicBezTo>
                  <a:cubicBezTo>
                    <a:pt x="25051" y="472"/>
                    <a:pt x="25020" y="472"/>
                    <a:pt x="24988" y="474"/>
                  </a:cubicBezTo>
                  <a:cubicBezTo>
                    <a:pt x="24462" y="305"/>
                    <a:pt x="23882" y="456"/>
                    <a:pt x="23382" y="233"/>
                  </a:cubicBezTo>
                  <a:cubicBezTo>
                    <a:pt x="23362" y="222"/>
                    <a:pt x="23342" y="217"/>
                    <a:pt x="23323" y="217"/>
                  </a:cubicBezTo>
                  <a:cubicBezTo>
                    <a:pt x="23265" y="217"/>
                    <a:pt x="23210" y="256"/>
                    <a:pt x="23151" y="269"/>
                  </a:cubicBezTo>
                  <a:cubicBezTo>
                    <a:pt x="23066" y="301"/>
                    <a:pt x="22981" y="312"/>
                    <a:pt x="22895" y="312"/>
                  </a:cubicBezTo>
                  <a:cubicBezTo>
                    <a:pt x="22667" y="312"/>
                    <a:pt x="22433" y="231"/>
                    <a:pt x="22203" y="231"/>
                  </a:cubicBezTo>
                  <a:cubicBezTo>
                    <a:pt x="22180" y="231"/>
                    <a:pt x="22157" y="231"/>
                    <a:pt x="22134" y="233"/>
                  </a:cubicBezTo>
                  <a:cubicBezTo>
                    <a:pt x="22102" y="249"/>
                    <a:pt x="22070" y="254"/>
                    <a:pt x="22039" y="254"/>
                  </a:cubicBezTo>
                  <a:cubicBezTo>
                    <a:pt x="21966" y="254"/>
                    <a:pt x="21893" y="225"/>
                    <a:pt x="21820" y="225"/>
                  </a:cubicBezTo>
                  <a:cubicBezTo>
                    <a:pt x="21799" y="225"/>
                    <a:pt x="21779" y="227"/>
                    <a:pt x="21759" y="233"/>
                  </a:cubicBezTo>
                  <a:cubicBezTo>
                    <a:pt x="21402" y="197"/>
                    <a:pt x="21036" y="206"/>
                    <a:pt x="20679" y="126"/>
                  </a:cubicBezTo>
                  <a:cubicBezTo>
                    <a:pt x="19922" y="81"/>
                    <a:pt x="19164" y="11"/>
                    <a:pt x="18406" y="11"/>
                  </a:cubicBezTo>
                  <a:cubicBezTo>
                    <a:pt x="18263" y="11"/>
                    <a:pt x="18120" y="13"/>
                    <a:pt x="17976" y="19"/>
                  </a:cubicBezTo>
                  <a:cubicBezTo>
                    <a:pt x="17943" y="6"/>
                    <a:pt x="17913" y="1"/>
                    <a:pt x="178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 rot="-4848487">
              <a:off x="253478" y="1710117"/>
              <a:ext cx="682018" cy="124045"/>
            </a:xfrm>
            <a:custGeom>
              <a:avLst/>
              <a:gdLst/>
              <a:ahLst/>
              <a:cxnLst/>
              <a:rect l="l" t="t" r="r" b="b"/>
              <a:pathLst>
                <a:path w="19981" h="3952" extrusionOk="0">
                  <a:moveTo>
                    <a:pt x="5286" y="1"/>
                  </a:moveTo>
                  <a:cubicBezTo>
                    <a:pt x="4865" y="1"/>
                    <a:pt x="4444" y="14"/>
                    <a:pt x="4024" y="53"/>
                  </a:cubicBezTo>
                  <a:cubicBezTo>
                    <a:pt x="3756" y="71"/>
                    <a:pt x="3497" y="107"/>
                    <a:pt x="3239" y="133"/>
                  </a:cubicBezTo>
                  <a:cubicBezTo>
                    <a:pt x="2320" y="249"/>
                    <a:pt x="1410" y="437"/>
                    <a:pt x="509" y="695"/>
                  </a:cubicBezTo>
                  <a:cubicBezTo>
                    <a:pt x="313" y="758"/>
                    <a:pt x="107" y="811"/>
                    <a:pt x="0" y="1061"/>
                  </a:cubicBezTo>
                  <a:cubicBezTo>
                    <a:pt x="97" y="1109"/>
                    <a:pt x="183" y="1129"/>
                    <a:pt x="270" y="1129"/>
                  </a:cubicBezTo>
                  <a:cubicBezTo>
                    <a:pt x="328" y="1129"/>
                    <a:pt x="386" y="1120"/>
                    <a:pt x="446" y="1106"/>
                  </a:cubicBezTo>
                  <a:cubicBezTo>
                    <a:pt x="1080" y="981"/>
                    <a:pt x="1713" y="847"/>
                    <a:pt x="2355" y="731"/>
                  </a:cubicBezTo>
                  <a:cubicBezTo>
                    <a:pt x="2659" y="678"/>
                    <a:pt x="2971" y="642"/>
                    <a:pt x="3283" y="615"/>
                  </a:cubicBezTo>
                  <a:cubicBezTo>
                    <a:pt x="3970" y="562"/>
                    <a:pt x="4657" y="499"/>
                    <a:pt x="5344" y="472"/>
                  </a:cubicBezTo>
                  <a:cubicBezTo>
                    <a:pt x="5397" y="469"/>
                    <a:pt x="5451" y="468"/>
                    <a:pt x="5505" y="468"/>
                  </a:cubicBezTo>
                  <a:cubicBezTo>
                    <a:pt x="5783" y="468"/>
                    <a:pt x="6066" y="502"/>
                    <a:pt x="6343" y="517"/>
                  </a:cubicBezTo>
                  <a:cubicBezTo>
                    <a:pt x="6798" y="544"/>
                    <a:pt x="7244" y="562"/>
                    <a:pt x="7690" y="615"/>
                  </a:cubicBezTo>
                  <a:cubicBezTo>
                    <a:pt x="8529" y="704"/>
                    <a:pt x="9376" y="785"/>
                    <a:pt x="10206" y="954"/>
                  </a:cubicBezTo>
                  <a:cubicBezTo>
                    <a:pt x="11223" y="1150"/>
                    <a:pt x="12258" y="1320"/>
                    <a:pt x="13266" y="1623"/>
                  </a:cubicBezTo>
                  <a:cubicBezTo>
                    <a:pt x="14122" y="1891"/>
                    <a:pt x="14997" y="2114"/>
                    <a:pt x="15853" y="2399"/>
                  </a:cubicBezTo>
                  <a:cubicBezTo>
                    <a:pt x="16406" y="2578"/>
                    <a:pt x="16932" y="2827"/>
                    <a:pt x="17477" y="3050"/>
                  </a:cubicBezTo>
                  <a:cubicBezTo>
                    <a:pt x="17503" y="3059"/>
                    <a:pt x="17512" y="3095"/>
                    <a:pt x="17575" y="3158"/>
                  </a:cubicBezTo>
                  <a:cubicBezTo>
                    <a:pt x="17378" y="3166"/>
                    <a:pt x="17227" y="3184"/>
                    <a:pt x="17075" y="3184"/>
                  </a:cubicBezTo>
                  <a:cubicBezTo>
                    <a:pt x="16602" y="3193"/>
                    <a:pt x="16174" y="3363"/>
                    <a:pt x="15764" y="3586"/>
                  </a:cubicBezTo>
                  <a:cubicBezTo>
                    <a:pt x="15675" y="3630"/>
                    <a:pt x="15603" y="3728"/>
                    <a:pt x="15469" y="3836"/>
                  </a:cubicBezTo>
                  <a:cubicBezTo>
                    <a:pt x="15603" y="3880"/>
                    <a:pt x="15675" y="3916"/>
                    <a:pt x="15746" y="3916"/>
                  </a:cubicBezTo>
                  <a:cubicBezTo>
                    <a:pt x="16228" y="3934"/>
                    <a:pt x="16709" y="3952"/>
                    <a:pt x="17191" y="3952"/>
                  </a:cubicBezTo>
                  <a:cubicBezTo>
                    <a:pt x="17646" y="3943"/>
                    <a:pt x="18110" y="3898"/>
                    <a:pt x="18565" y="3889"/>
                  </a:cubicBezTo>
                  <a:cubicBezTo>
                    <a:pt x="18694" y="3885"/>
                    <a:pt x="18825" y="3883"/>
                    <a:pt x="18956" y="3883"/>
                  </a:cubicBezTo>
                  <a:cubicBezTo>
                    <a:pt x="19142" y="3883"/>
                    <a:pt x="19328" y="3888"/>
                    <a:pt x="19511" y="3898"/>
                  </a:cubicBezTo>
                  <a:cubicBezTo>
                    <a:pt x="19517" y="3898"/>
                    <a:pt x="19523" y="3898"/>
                    <a:pt x="19529" y="3898"/>
                  </a:cubicBezTo>
                  <a:cubicBezTo>
                    <a:pt x="19829" y="3898"/>
                    <a:pt x="19980" y="3678"/>
                    <a:pt x="19832" y="3372"/>
                  </a:cubicBezTo>
                  <a:cubicBezTo>
                    <a:pt x="19760" y="3211"/>
                    <a:pt x="19680" y="3042"/>
                    <a:pt x="19573" y="2908"/>
                  </a:cubicBezTo>
                  <a:cubicBezTo>
                    <a:pt x="19154" y="2372"/>
                    <a:pt x="18672" y="1891"/>
                    <a:pt x="18101" y="1507"/>
                  </a:cubicBezTo>
                  <a:cubicBezTo>
                    <a:pt x="18003" y="1436"/>
                    <a:pt x="17914" y="1347"/>
                    <a:pt x="17807" y="1275"/>
                  </a:cubicBezTo>
                  <a:cubicBezTo>
                    <a:pt x="17712" y="1208"/>
                    <a:pt x="17611" y="1173"/>
                    <a:pt x="17528" y="1173"/>
                  </a:cubicBezTo>
                  <a:cubicBezTo>
                    <a:pt x="17478" y="1173"/>
                    <a:pt x="17435" y="1186"/>
                    <a:pt x="17405" y="1213"/>
                  </a:cubicBezTo>
                  <a:cubicBezTo>
                    <a:pt x="17307" y="1293"/>
                    <a:pt x="17316" y="1480"/>
                    <a:pt x="17450" y="1641"/>
                  </a:cubicBezTo>
                  <a:cubicBezTo>
                    <a:pt x="17664" y="1882"/>
                    <a:pt x="17887" y="2114"/>
                    <a:pt x="18110" y="2355"/>
                  </a:cubicBezTo>
                  <a:cubicBezTo>
                    <a:pt x="18164" y="2417"/>
                    <a:pt x="18217" y="2471"/>
                    <a:pt x="18297" y="2551"/>
                  </a:cubicBezTo>
                  <a:cubicBezTo>
                    <a:pt x="18268" y="2560"/>
                    <a:pt x="18241" y="2564"/>
                    <a:pt x="18216" y="2564"/>
                  </a:cubicBezTo>
                  <a:cubicBezTo>
                    <a:pt x="18121" y="2564"/>
                    <a:pt x="18058" y="2508"/>
                    <a:pt x="17994" y="2480"/>
                  </a:cubicBezTo>
                  <a:cubicBezTo>
                    <a:pt x="17262" y="2123"/>
                    <a:pt x="16504" y="1810"/>
                    <a:pt x="15719" y="1596"/>
                  </a:cubicBezTo>
                  <a:cubicBezTo>
                    <a:pt x="15425" y="1525"/>
                    <a:pt x="15121" y="1463"/>
                    <a:pt x="14827" y="1391"/>
                  </a:cubicBezTo>
                  <a:cubicBezTo>
                    <a:pt x="14069" y="1195"/>
                    <a:pt x="13310" y="990"/>
                    <a:pt x="12552" y="811"/>
                  </a:cubicBezTo>
                  <a:cubicBezTo>
                    <a:pt x="12026" y="695"/>
                    <a:pt x="11500" y="633"/>
                    <a:pt x="10973" y="526"/>
                  </a:cubicBezTo>
                  <a:cubicBezTo>
                    <a:pt x="9974" y="321"/>
                    <a:pt x="8948" y="249"/>
                    <a:pt x="7931" y="115"/>
                  </a:cubicBezTo>
                  <a:cubicBezTo>
                    <a:pt x="7512" y="53"/>
                    <a:pt x="7084" y="53"/>
                    <a:pt x="6655" y="35"/>
                  </a:cubicBezTo>
                  <a:cubicBezTo>
                    <a:pt x="6197" y="17"/>
                    <a:pt x="5741" y="1"/>
                    <a:pt x="5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 rot="5400000">
              <a:off x="231461" y="3022428"/>
              <a:ext cx="516870" cy="291214"/>
            </a:xfrm>
            <a:custGeom>
              <a:avLst/>
              <a:gdLst/>
              <a:ahLst/>
              <a:cxnLst/>
              <a:rect l="l" t="t" r="r" b="b"/>
              <a:pathLst>
                <a:path w="39959" h="17644" extrusionOk="0">
                  <a:moveTo>
                    <a:pt x="26777" y="1"/>
                  </a:moveTo>
                  <a:cubicBezTo>
                    <a:pt x="26689" y="1"/>
                    <a:pt x="26603" y="13"/>
                    <a:pt x="26523" y="51"/>
                  </a:cubicBezTo>
                  <a:cubicBezTo>
                    <a:pt x="26464" y="137"/>
                    <a:pt x="26381" y="161"/>
                    <a:pt x="26290" y="161"/>
                  </a:cubicBezTo>
                  <a:cubicBezTo>
                    <a:pt x="26174" y="161"/>
                    <a:pt x="26044" y="122"/>
                    <a:pt x="25934" y="122"/>
                  </a:cubicBezTo>
                  <a:cubicBezTo>
                    <a:pt x="25909" y="124"/>
                    <a:pt x="25883" y="124"/>
                    <a:pt x="25857" y="124"/>
                  </a:cubicBezTo>
                  <a:cubicBezTo>
                    <a:pt x="25638" y="124"/>
                    <a:pt x="25422" y="75"/>
                    <a:pt x="25204" y="75"/>
                  </a:cubicBezTo>
                  <a:cubicBezTo>
                    <a:pt x="25147" y="75"/>
                    <a:pt x="25091" y="78"/>
                    <a:pt x="25033" y="86"/>
                  </a:cubicBezTo>
                  <a:lnTo>
                    <a:pt x="24989" y="78"/>
                  </a:lnTo>
                  <a:lnTo>
                    <a:pt x="25007" y="42"/>
                  </a:lnTo>
                  <a:cubicBezTo>
                    <a:pt x="24953" y="37"/>
                    <a:pt x="24900" y="34"/>
                    <a:pt x="24847" y="34"/>
                  </a:cubicBezTo>
                  <a:cubicBezTo>
                    <a:pt x="24627" y="34"/>
                    <a:pt x="24408" y="71"/>
                    <a:pt x="24192" y="71"/>
                  </a:cubicBezTo>
                  <a:cubicBezTo>
                    <a:pt x="24109" y="71"/>
                    <a:pt x="24027" y="65"/>
                    <a:pt x="23945" y="51"/>
                  </a:cubicBezTo>
                  <a:cubicBezTo>
                    <a:pt x="23825" y="71"/>
                    <a:pt x="23709" y="126"/>
                    <a:pt x="23591" y="126"/>
                  </a:cubicBezTo>
                  <a:cubicBezTo>
                    <a:pt x="23552" y="126"/>
                    <a:pt x="23512" y="120"/>
                    <a:pt x="23472" y="104"/>
                  </a:cubicBezTo>
                  <a:cubicBezTo>
                    <a:pt x="23469" y="105"/>
                    <a:pt x="23466" y="105"/>
                    <a:pt x="23463" y="105"/>
                  </a:cubicBezTo>
                  <a:cubicBezTo>
                    <a:pt x="23400" y="105"/>
                    <a:pt x="23301" y="52"/>
                    <a:pt x="23237" y="52"/>
                  </a:cubicBezTo>
                  <a:cubicBezTo>
                    <a:pt x="23208" y="52"/>
                    <a:pt x="23186" y="63"/>
                    <a:pt x="23178" y="95"/>
                  </a:cubicBezTo>
                  <a:cubicBezTo>
                    <a:pt x="23155" y="85"/>
                    <a:pt x="23133" y="81"/>
                    <a:pt x="23112" y="81"/>
                  </a:cubicBezTo>
                  <a:cubicBezTo>
                    <a:pt x="23039" y="81"/>
                    <a:pt x="22972" y="128"/>
                    <a:pt x="22910" y="149"/>
                  </a:cubicBezTo>
                  <a:cubicBezTo>
                    <a:pt x="22660" y="149"/>
                    <a:pt x="22420" y="113"/>
                    <a:pt x="22170" y="95"/>
                  </a:cubicBezTo>
                  <a:cubicBezTo>
                    <a:pt x="22009" y="131"/>
                    <a:pt x="21866" y="229"/>
                    <a:pt x="21697" y="229"/>
                  </a:cubicBezTo>
                  <a:cubicBezTo>
                    <a:pt x="21629" y="215"/>
                    <a:pt x="21561" y="211"/>
                    <a:pt x="21494" y="211"/>
                  </a:cubicBezTo>
                  <a:cubicBezTo>
                    <a:pt x="21392" y="211"/>
                    <a:pt x="21290" y="220"/>
                    <a:pt x="21188" y="220"/>
                  </a:cubicBezTo>
                  <a:lnTo>
                    <a:pt x="21197" y="176"/>
                  </a:lnTo>
                  <a:cubicBezTo>
                    <a:pt x="21145" y="171"/>
                    <a:pt x="21092" y="169"/>
                    <a:pt x="21040" y="169"/>
                  </a:cubicBezTo>
                  <a:cubicBezTo>
                    <a:pt x="20774" y="169"/>
                    <a:pt x="20510" y="222"/>
                    <a:pt x="20240" y="222"/>
                  </a:cubicBezTo>
                  <a:cubicBezTo>
                    <a:pt x="20176" y="222"/>
                    <a:pt x="20112" y="219"/>
                    <a:pt x="20047" y="211"/>
                  </a:cubicBezTo>
                  <a:lnTo>
                    <a:pt x="20047" y="256"/>
                  </a:lnTo>
                  <a:cubicBezTo>
                    <a:pt x="19997" y="250"/>
                    <a:pt x="19947" y="247"/>
                    <a:pt x="19899" y="247"/>
                  </a:cubicBezTo>
                  <a:cubicBezTo>
                    <a:pt x="19677" y="247"/>
                    <a:pt x="19465" y="308"/>
                    <a:pt x="19253" y="381"/>
                  </a:cubicBezTo>
                  <a:cubicBezTo>
                    <a:pt x="19213" y="366"/>
                    <a:pt x="19174" y="360"/>
                    <a:pt x="19133" y="360"/>
                  </a:cubicBezTo>
                  <a:cubicBezTo>
                    <a:pt x="19100" y="360"/>
                    <a:pt x="19066" y="364"/>
                    <a:pt x="19030" y="372"/>
                  </a:cubicBezTo>
                  <a:cubicBezTo>
                    <a:pt x="18941" y="349"/>
                    <a:pt x="18853" y="340"/>
                    <a:pt x="18763" y="340"/>
                  </a:cubicBezTo>
                  <a:cubicBezTo>
                    <a:pt x="18545" y="340"/>
                    <a:pt x="18323" y="390"/>
                    <a:pt x="18102" y="390"/>
                  </a:cubicBezTo>
                  <a:cubicBezTo>
                    <a:pt x="18075" y="382"/>
                    <a:pt x="18049" y="378"/>
                    <a:pt x="18025" y="378"/>
                  </a:cubicBezTo>
                  <a:cubicBezTo>
                    <a:pt x="17911" y="378"/>
                    <a:pt x="17821" y="451"/>
                    <a:pt x="17718" y="488"/>
                  </a:cubicBezTo>
                  <a:cubicBezTo>
                    <a:pt x="17477" y="479"/>
                    <a:pt x="17236" y="452"/>
                    <a:pt x="17004" y="443"/>
                  </a:cubicBezTo>
                  <a:cubicBezTo>
                    <a:pt x="16933" y="479"/>
                    <a:pt x="16799" y="443"/>
                    <a:pt x="16773" y="524"/>
                  </a:cubicBezTo>
                  <a:cubicBezTo>
                    <a:pt x="16469" y="550"/>
                    <a:pt x="16148" y="550"/>
                    <a:pt x="15863" y="675"/>
                  </a:cubicBezTo>
                  <a:cubicBezTo>
                    <a:pt x="15775" y="667"/>
                    <a:pt x="15688" y="664"/>
                    <a:pt x="15601" y="664"/>
                  </a:cubicBezTo>
                  <a:cubicBezTo>
                    <a:pt x="15270" y="664"/>
                    <a:pt x="14939" y="709"/>
                    <a:pt x="14608" y="709"/>
                  </a:cubicBezTo>
                  <a:cubicBezTo>
                    <a:pt x="14535" y="709"/>
                    <a:pt x="14463" y="707"/>
                    <a:pt x="14391" y="702"/>
                  </a:cubicBezTo>
                  <a:lnTo>
                    <a:pt x="14391" y="747"/>
                  </a:lnTo>
                  <a:cubicBezTo>
                    <a:pt x="14373" y="747"/>
                    <a:pt x="14328" y="756"/>
                    <a:pt x="14310" y="756"/>
                  </a:cubicBezTo>
                  <a:cubicBezTo>
                    <a:pt x="14244" y="745"/>
                    <a:pt x="14177" y="741"/>
                    <a:pt x="14111" y="741"/>
                  </a:cubicBezTo>
                  <a:cubicBezTo>
                    <a:pt x="14008" y="741"/>
                    <a:pt x="13905" y="750"/>
                    <a:pt x="13802" y="756"/>
                  </a:cubicBezTo>
                  <a:cubicBezTo>
                    <a:pt x="13769" y="750"/>
                    <a:pt x="13735" y="746"/>
                    <a:pt x="13702" y="746"/>
                  </a:cubicBezTo>
                  <a:cubicBezTo>
                    <a:pt x="13635" y="746"/>
                    <a:pt x="13570" y="762"/>
                    <a:pt x="13516" y="809"/>
                  </a:cubicBezTo>
                  <a:cubicBezTo>
                    <a:pt x="13477" y="799"/>
                    <a:pt x="13437" y="795"/>
                    <a:pt x="13396" y="795"/>
                  </a:cubicBezTo>
                  <a:cubicBezTo>
                    <a:pt x="13257" y="795"/>
                    <a:pt x="13114" y="843"/>
                    <a:pt x="12971" y="843"/>
                  </a:cubicBezTo>
                  <a:cubicBezTo>
                    <a:pt x="12942" y="843"/>
                    <a:pt x="12912" y="841"/>
                    <a:pt x="12883" y="836"/>
                  </a:cubicBezTo>
                  <a:cubicBezTo>
                    <a:pt x="12848" y="841"/>
                    <a:pt x="12812" y="844"/>
                    <a:pt x="12775" y="844"/>
                  </a:cubicBezTo>
                  <a:cubicBezTo>
                    <a:pt x="12664" y="844"/>
                    <a:pt x="12547" y="825"/>
                    <a:pt x="12435" y="825"/>
                  </a:cubicBezTo>
                  <a:cubicBezTo>
                    <a:pt x="12346" y="825"/>
                    <a:pt x="12261" y="837"/>
                    <a:pt x="12187" y="880"/>
                  </a:cubicBezTo>
                  <a:cubicBezTo>
                    <a:pt x="11759" y="898"/>
                    <a:pt x="11331" y="943"/>
                    <a:pt x="10911" y="979"/>
                  </a:cubicBezTo>
                  <a:cubicBezTo>
                    <a:pt x="10858" y="977"/>
                    <a:pt x="10804" y="977"/>
                    <a:pt x="10751" y="977"/>
                  </a:cubicBezTo>
                  <a:cubicBezTo>
                    <a:pt x="10108" y="977"/>
                    <a:pt x="9466" y="1068"/>
                    <a:pt x="8824" y="1068"/>
                  </a:cubicBezTo>
                  <a:cubicBezTo>
                    <a:pt x="8762" y="1063"/>
                    <a:pt x="8700" y="1061"/>
                    <a:pt x="8638" y="1061"/>
                  </a:cubicBezTo>
                  <a:cubicBezTo>
                    <a:pt x="8103" y="1061"/>
                    <a:pt x="7568" y="1209"/>
                    <a:pt x="7034" y="1209"/>
                  </a:cubicBezTo>
                  <a:cubicBezTo>
                    <a:pt x="6881" y="1209"/>
                    <a:pt x="6728" y="1197"/>
                    <a:pt x="6576" y="1166"/>
                  </a:cubicBezTo>
                  <a:cubicBezTo>
                    <a:pt x="6518" y="1159"/>
                    <a:pt x="6460" y="1156"/>
                    <a:pt x="6401" y="1156"/>
                  </a:cubicBezTo>
                  <a:cubicBezTo>
                    <a:pt x="6189" y="1156"/>
                    <a:pt x="5973" y="1193"/>
                    <a:pt x="5762" y="1193"/>
                  </a:cubicBezTo>
                  <a:cubicBezTo>
                    <a:pt x="5745" y="1193"/>
                    <a:pt x="5727" y="1193"/>
                    <a:pt x="5710" y="1193"/>
                  </a:cubicBezTo>
                  <a:cubicBezTo>
                    <a:pt x="5621" y="1211"/>
                    <a:pt x="5496" y="1219"/>
                    <a:pt x="5452" y="1309"/>
                  </a:cubicBezTo>
                  <a:cubicBezTo>
                    <a:pt x="5336" y="1327"/>
                    <a:pt x="5220" y="1371"/>
                    <a:pt x="5113" y="1416"/>
                  </a:cubicBezTo>
                  <a:cubicBezTo>
                    <a:pt x="5032" y="1550"/>
                    <a:pt x="5113" y="1701"/>
                    <a:pt x="5113" y="1844"/>
                  </a:cubicBezTo>
                  <a:cubicBezTo>
                    <a:pt x="5077" y="2031"/>
                    <a:pt x="5131" y="2228"/>
                    <a:pt x="5148" y="2424"/>
                  </a:cubicBezTo>
                  <a:cubicBezTo>
                    <a:pt x="5027" y="2493"/>
                    <a:pt x="4914" y="2638"/>
                    <a:pt x="4761" y="2638"/>
                  </a:cubicBezTo>
                  <a:cubicBezTo>
                    <a:pt x="4756" y="2638"/>
                    <a:pt x="4751" y="2638"/>
                    <a:pt x="4747" y="2638"/>
                  </a:cubicBezTo>
                  <a:cubicBezTo>
                    <a:pt x="4730" y="2633"/>
                    <a:pt x="4713" y="2631"/>
                    <a:pt x="4696" y="2631"/>
                  </a:cubicBezTo>
                  <a:cubicBezTo>
                    <a:pt x="4595" y="2631"/>
                    <a:pt x="4509" y="2715"/>
                    <a:pt x="4417" y="2754"/>
                  </a:cubicBezTo>
                  <a:cubicBezTo>
                    <a:pt x="4319" y="2763"/>
                    <a:pt x="4230" y="2790"/>
                    <a:pt x="4140" y="2834"/>
                  </a:cubicBezTo>
                  <a:cubicBezTo>
                    <a:pt x="4042" y="2814"/>
                    <a:pt x="3924" y="2786"/>
                    <a:pt x="3814" y="2786"/>
                  </a:cubicBezTo>
                  <a:cubicBezTo>
                    <a:pt x="3685" y="2786"/>
                    <a:pt x="3565" y="2824"/>
                    <a:pt x="3498" y="2959"/>
                  </a:cubicBezTo>
                  <a:lnTo>
                    <a:pt x="3507" y="2995"/>
                  </a:lnTo>
                  <a:cubicBezTo>
                    <a:pt x="3364" y="2995"/>
                    <a:pt x="3070" y="3021"/>
                    <a:pt x="3034" y="3191"/>
                  </a:cubicBezTo>
                  <a:cubicBezTo>
                    <a:pt x="3028" y="3191"/>
                    <a:pt x="3022" y="3192"/>
                    <a:pt x="3016" y="3192"/>
                  </a:cubicBezTo>
                  <a:cubicBezTo>
                    <a:pt x="2952" y="3192"/>
                    <a:pt x="2860" y="3170"/>
                    <a:pt x="2786" y="3170"/>
                  </a:cubicBezTo>
                  <a:cubicBezTo>
                    <a:pt x="2729" y="3170"/>
                    <a:pt x="2683" y="3183"/>
                    <a:pt x="2668" y="3227"/>
                  </a:cubicBezTo>
                  <a:cubicBezTo>
                    <a:pt x="2664" y="3226"/>
                    <a:pt x="2659" y="3226"/>
                    <a:pt x="2654" y="3226"/>
                  </a:cubicBezTo>
                  <a:cubicBezTo>
                    <a:pt x="2563" y="3226"/>
                    <a:pt x="2494" y="3307"/>
                    <a:pt x="2401" y="3307"/>
                  </a:cubicBezTo>
                  <a:cubicBezTo>
                    <a:pt x="2368" y="3297"/>
                    <a:pt x="2337" y="3292"/>
                    <a:pt x="2308" y="3292"/>
                  </a:cubicBezTo>
                  <a:cubicBezTo>
                    <a:pt x="2063" y="3292"/>
                    <a:pt x="1957" y="3620"/>
                    <a:pt x="1713" y="3620"/>
                  </a:cubicBezTo>
                  <a:cubicBezTo>
                    <a:pt x="1708" y="3620"/>
                    <a:pt x="1702" y="3620"/>
                    <a:pt x="1696" y="3619"/>
                  </a:cubicBezTo>
                  <a:cubicBezTo>
                    <a:pt x="1682" y="3619"/>
                    <a:pt x="1668" y="3619"/>
                    <a:pt x="1655" y="3619"/>
                  </a:cubicBezTo>
                  <a:cubicBezTo>
                    <a:pt x="1339" y="3619"/>
                    <a:pt x="1033" y="3716"/>
                    <a:pt x="768" y="3887"/>
                  </a:cubicBezTo>
                  <a:cubicBezTo>
                    <a:pt x="616" y="3931"/>
                    <a:pt x="625" y="4101"/>
                    <a:pt x="581" y="4226"/>
                  </a:cubicBezTo>
                  <a:cubicBezTo>
                    <a:pt x="393" y="4253"/>
                    <a:pt x="188" y="4333"/>
                    <a:pt x="108" y="4511"/>
                  </a:cubicBezTo>
                  <a:lnTo>
                    <a:pt x="63" y="4502"/>
                  </a:lnTo>
                  <a:lnTo>
                    <a:pt x="63" y="4502"/>
                  </a:lnTo>
                  <a:cubicBezTo>
                    <a:pt x="1" y="4993"/>
                    <a:pt x="251" y="5439"/>
                    <a:pt x="295" y="5921"/>
                  </a:cubicBezTo>
                  <a:lnTo>
                    <a:pt x="340" y="5912"/>
                  </a:lnTo>
                  <a:lnTo>
                    <a:pt x="340" y="5912"/>
                  </a:lnTo>
                  <a:cubicBezTo>
                    <a:pt x="304" y="6072"/>
                    <a:pt x="313" y="6242"/>
                    <a:pt x="367" y="6403"/>
                  </a:cubicBezTo>
                  <a:cubicBezTo>
                    <a:pt x="501" y="6768"/>
                    <a:pt x="492" y="7161"/>
                    <a:pt x="625" y="7518"/>
                  </a:cubicBezTo>
                  <a:cubicBezTo>
                    <a:pt x="688" y="7562"/>
                    <a:pt x="643" y="7687"/>
                    <a:pt x="732" y="7687"/>
                  </a:cubicBezTo>
                  <a:cubicBezTo>
                    <a:pt x="741" y="7705"/>
                    <a:pt x="759" y="7750"/>
                    <a:pt x="768" y="7767"/>
                  </a:cubicBezTo>
                  <a:cubicBezTo>
                    <a:pt x="759" y="8240"/>
                    <a:pt x="938" y="8686"/>
                    <a:pt x="1214" y="9052"/>
                  </a:cubicBezTo>
                  <a:lnTo>
                    <a:pt x="1259" y="9052"/>
                  </a:lnTo>
                  <a:cubicBezTo>
                    <a:pt x="1286" y="9186"/>
                    <a:pt x="1321" y="9320"/>
                    <a:pt x="1410" y="9427"/>
                  </a:cubicBezTo>
                  <a:cubicBezTo>
                    <a:pt x="1509" y="9703"/>
                    <a:pt x="1571" y="9998"/>
                    <a:pt x="1616" y="10292"/>
                  </a:cubicBezTo>
                  <a:cubicBezTo>
                    <a:pt x="1785" y="10479"/>
                    <a:pt x="2062" y="10479"/>
                    <a:pt x="2267" y="10604"/>
                  </a:cubicBezTo>
                  <a:cubicBezTo>
                    <a:pt x="2267" y="10667"/>
                    <a:pt x="2249" y="10747"/>
                    <a:pt x="2329" y="10765"/>
                  </a:cubicBezTo>
                  <a:cubicBezTo>
                    <a:pt x="2329" y="10961"/>
                    <a:pt x="2294" y="11264"/>
                    <a:pt x="2445" y="11407"/>
                  </a:cubicBezTo>
                  <a:cubicBezTo>
                    <a:pt x="2427" y="11470"/>
                    <a:pt x="2445" y="11514"/>
                    <a:pt x="2490" y="11541"/>
                  </a:cubicBezTo>
                  <a:cubicBezTo>
                    <a:pt x="2472" y="11648"/>
                    <a:pt x="2570" y="11737"/>
                    <a:pt x="2579" y="11844"/>
                  </a:cubicBezTo>
                  <a:cubicBezTo>
                    <a:pt x="2615" y="12157"/>
                    <a:pt x="2597" y="12513"/>
                    <a:pt x="2793" y="12772"/>
                  </a:cubicBezTo>
                  <a:cubicBezTo>
                    <a:pt x="2802" y="12844"/>
                    <a:pt x="2793" y="12906"/>
                    <a:pt x="2829" y="12968"/>
                  </a:cubicBezTo>
                  <a:cubicBezTo>
                    <a:pt x="2981" y="13281"/>
                    <a:pt x="3025" y="13629"/>
                    <a:pt x="3114" y="13968"/>
                  </a:cubicBezTo>
                  <a:cubicBezTo>
                    <a:pt x="3088" y="14084"/>
                    <a:pt x="3177" y="14155"/>
                    <a:pt x="3248" y="14226"/>
                  </a:cubicBezTo>
                  <a:cubicBezTo>
                    <a:pt x="3266" y="14360"/>
                    <a:pt x="3436" y="14360"/>
                    <a:pt x="3525" y="14431"/>
                  </a:cubicBezTo>
                  <a:cubicBezTo>
                    <a:pt x="3650" y="14476"/>
                    <a:pt x="3783" y="14503"/>
                    <a:pt x="3908" y="14539"/>
                  </a:cubicBezTo>
                  <a:cubicBezTo>
                    <a:pt x="3985" y="14520"/>
                    <a:pt x="4065" y="14516"/>
                    <a:pt x="4145" y="14516"/>
                  </a:cubicBezTo>
                  <a:cubicBezTo>
                    <a:pt x="4215" y="14516"/>
                    <a:pt x="4286" y="14519"/>
                    <a:pt x="4356" y="14519"/>
                  </a:cubicBezTo>
                  <a:cubicBezTo>
                    <a:pt x="4475" y="14519"/>
                    <a:pt x="4592" y="14509"/>
                    <a:pt x="4702" y="14458"/>
                  </a:cubicBezTo>
                  <a:cubicBezTo>
                    <a:pt x="4755" y="14427"/>
                    <a:pt x="4809" y="14416"/>
                    <a:pt x="4865" y="14416"/>
                  </a:cubicBezTo>
                  <a:cubicBezTo>
                    <a:pt x="5006" y="14416"/>
                    <a:pt x="5155" y="14488"/>
                    <a:pt x="5301" y="14488"/>
                  </a:cubicBezTo>
                  <a:cubicBezTo>
                    <a:pt x="5343" y="14488"/>
                    <a:pt x="5384" y="14482"/>
                    <a:pt x="5425" y="14467"/>
                  </a:cubicBezTo>
                  <a:cubicBezTo>
                    <a:pt x="5486" y="14428"/>
                    <a:pt x="5550" y="14414"/>
                    <a:pt x="5615" y="14414"/>
                  </a:cubicBezTo>
                  <a:cubicBezTo>
                    <a:pt x="5768" y="14414"/>
                    <a:pt x="5929" y="14489"/>
                    <a:pt x="6085" y="14489"/>
                  </a:cubicBezTo>
                  <a:cubicBezTo>
                    <a:pt x="6106" y="14489"/>
                    <a:pt x="6127" y="14488"/>
                    <a:pt x="6148" y="14485"/>
                  </a:cubicBezTo>
                  <a:cubicBezTo>
                    <a:pt x="6387" y="14418"/>
                    <a:pt x="6639" y="14384"/>
                    <a:pt x="6886" y="14384"/>
                  </a:cubicBezTo>
                  <a:cubicBezTo>
                    <a:pt x="6998" y="14384"/>
                    <a:pt x="7109" y="14391"/>
                    <a:pt x="7218" y="14405"/>
                  </a:cubicBezTo>
                  <a:cubicBezTo>
                    <a:pt x="7324" y="14368"/>
                    <a:pt x="7434" y="14362"/>
                    <a:pt x="7546" y="14362"/>
                  </a:cubicBezTo>
                  <a:cubicBezTo>
                    <a:pt x="7610" y="14362"/>
                    <a:pt x="7675" y="14364"/>
                    <a:pt x="7739" y="14364"/>
                  </a:cubicBezTo>
                  <a:cubicBezTo>
                    <a:pt x="7837" y="14364"/>
                    <a:pt x="7935" y="14359"/>
                    <a:pt x="8030" y="14333"/>
                  </a:cubicBezTo>
                  <a:cubicBezTo>
                    <a:pt x="8042" y="14330"/>
                    <a:pt x="8053" y="14329"/>
                    <a:pt x="8065" y="14329"/>
                  </a:cubicBezTo>
                  <a:cubicBezTo>
                    <a:pt x="8125" y="14329"/>
                    <a:pt x="8184" y="14362"/>
                    <a:pt x="8244" y="14369"/>
                  </a:cubicBezTo>
                  <a:lnTo>
                    <a:pt x="8235" y="14414"/>
                  </a:lnTo>
                  <a:cubicBezTo>
                    <a:pt x="8380" y="14402"/>
                    <a:pt x="8521" y="14378"/>
                    <a:pt x="8660" y="14378"/>
                  </a:cubicBezTo>
                  <a:cubicBezTo>
                    <a:pt x="8745" y="14378"/>
                    <a:pt x="8829" y="14387"/>
                    <a:pt x="8913" y="14414"/>
                  </a:cubicBezTo>
                  <a:cubicBezTo>
                    <a:pt x="8868" y="14494"/>
                    <a:pt x="8752" y="14539"/>
                    <a:pt x="8744" y="14619"/>
                  </a:cubicBezTo>
                  <a:cubicBezTo>
                    <a:pt x="8949" y="14842"/>
                    <a:pt x="8761" y="15145"/>
                    <a:pt x="8877" y="15395"/>
                  </a:cubicBezTo>
                  <a:cubicBezTo>
                    <a:pt x="8860" y="15511"/>
                    <a:pt x="8895" y="15618"/>
                    <a:pt x="8913" y="15725"/>
                  </a:cubicBezTo>
                  <a:cubicBezTo>
                    <a:pt x="8924" y="15723"/>
                    <a:pt x="8934" y="15721"/>
                    <a:pt x="8943" y="15721"/>
                  </a:cubicBezTo>
                  <a:cubicBezTo>
                    <a:pt x="9039" y="15721"/>
                    <a:pt x="9079" y="15833"/>
                    <a:pt x="8949" y="15841"/>
                  </a:cubicBezTo>
                  <a:cubicBezTo>
                    <a:pt x="8895" y="15975"/>
                    <a:pt x="9091" y="15966"/>
                    <a:pt x="9091" y="16082"/>
                  </a:cubicBezTo>
                  <a:cubicBezTo>
                    <a:pt x="9190" y="16251"/>
                    <a:pt x="9154" y="16474"/>
                    <a:pt x="9332" y="16590"/>
                  </a:cubicBezTo>
                  <a:cubicBezTo>
                    <a:pt x="9599" y="16677"/>
                    <a:pt x="9776" y="16984"/>
                    <a:pt x="10070" y="16984"/>
                  </a:cubicBezTo>
                  <a:cubicBezTo>
                    <a:pt x="10110" y="16984"/>
                    <a:pt x="10153" y="16978"/>
                    <a:pt x="10198" y="16965"/>
                  </a:cubicBezTo>
                  <a:cubicBezTo>
                    <a:pt x="10251" y="17001"/>
                    <a:pt x="10305" y="17045"/>
                    <a:pt x="10367" y="17063"/>
                  </a:cubicBezTo>
                  <a:cubicBezTo>
                    <a:pt x="10387" y="17061"/>
                    <a:pt x="10407" y="17059"/>
                    <a:pt x="10426" y="17059"/>
                  </a:cubicBezTo>
                  <a:cubicBezTo>
                    <a:pt x="10718" y="17059"/>
                    <a:pt x="10927" y="17336"/>
                    <a:pt x="11223" y="17336"/>
                  </a:cubicBezTo>
                  <a:cubicBezTo>
                    <a:pt x="11247" y="17336"/>
                    <a:pt x="11271" y="17334"/>
                    <a:pt x="11295" y="17331"/>
                  </a:cubicBezTo>
                  <a:lnTo>
                    <a:pt x="11295" y="17366"/>
                  </a:lnTo>
                  <a:cubicBezTo>
                    <a:pt x="11325" y="17355"/>
                    <a:pt x="11352" y="17350"/>
                    <a:pt x="11377" y="17350"/>
                  </a:cubicBezTo>
                  <a:cubicBezTo>
                    <a:pt x="11523" y="17350"/>
                    <a:pt x="11595" y="17522"/>
                    <a:pt x="11732" y="17545"/>
                  </a:cubicBezTo>
                  <a:cubicBezTo>
                    <a:pt x="11803" y="17550"/>
                    <a:pt x="11876" y="17552"/>
                    <a:pt x="11948" y="17552"/>
                  </a:cubicBezTo>
                  <a:cubicBezTo>
                    <a:pt x="12030" y="17552"/>
                    <a:pt x="12113" y="17550"/>
                    <a:pt x="12196" y="17550"/>
                  </a:cubicBezTo>
                  <a:cubicBezTo>
                    <a:pt x="12402" y="17550"/>
                    <a:pt x="12605" y="17561"/>
                    <a:pt x="12794" y="17643"/>
                  </a:cubicBezTo>
                  <a:cubicBezTo>
                    <a:pt x="13017" y="17474"/>
                    <a:pt x="13338" y="17527"/>
                    <a:pt x="13561" y="17349"/>
                  </a:cubicBezTo>
                  <a:cubicBezTo>
                    <a:pt x="13661" y="17367"/>
                    <a:pt x="13761" y="17421"/>
                    <a:pt x="13867" y="17421"/>
                  </a:cubicBezTo>
                  <a:cubicBezTo>
                    <a:pt x="13912" y="17421"/>
                    <a:pt x="13959" y="17411"/>
                    <a:pt x="14007" y="17384"/>
                  </a:cubicBezTo>
                  <a:cubicBezTo>
                    <a:pt x="14123" y="17313"/>
                    <a:pt x="14275" y="17322"/>
                    <a:pt x="14417" y="17313"/>
                  </a:cubicBezTo>
                  <a:cubicBezTo>
                    <a:pt x="14460" y="17261"/>
                    <a:pt x="14516" y="17247"/>
                    <a:pt x="14575" y="17247"/>
                  </a:cubicBezTo>
                  <a:cubicBezTo>
                    <a:pt x="14640" y="17247"/>
                    <a:pt x="14709" y="17264"/>
                    <a:pt x="14774" y="17268"/>
                  </a:cubicBezTo>
                  <a:cubicBezTo>
                    <a:pt x="14997" y="17161"/>
                    <a:pt x="15238" y="17090"/>
                    <a:pt x="15479" y="17090"/>
                  </a:cubicBezTo>
                  <a:cubicBezTo>
                    <a:pt x="15586" y="17063"/>
                    <a:pt x="15648" y="16947"/>
                    <a:pt x="15756" y="16920"/>
                  </a:cubicBezTo>
                  <a:cubicBezTo>
                    <a:pt x="15804" y="16898"/>
                    <a:pt x="15855" y="16889"/>
                    <a:pt x="15908" y="16889"/>
                  </a:cubicBezTo>
                  <a:cubicBezTo>
                    <a:pt x="16022" y="16889"/>
                    <a:pt x="16143" y="16931"/>
                    <a:pt x="16246" y="16974"/>
                  </a:cubicBezTo>
                  <a:cubicBezTo>
                    <a:pt x="16289" y="16980"/>
                    <a:pt x="16521" y="17041"/>
                    <a:pt x="16645" y="17041"/>
                  </a:cubicBezTo>
                  <a:cubicBezTo>
                    <a:pt x="16702" y="17041"/>
                    <a:pt x="16736" y="17028"/>
                    <a:pt x="16719" y="16992"/>
                  </a:cubicBezTo>
                  <a:cubicBezTo>
                    <a:pt x="16823" y="16894"/>
                    <a:pt x="16956" y="16863"/>
                    <a:pt x="17091" y="16863"/>
                  </a:cubicBezTo>
                  <a:cubicBezTo>
                    <a:pt x="17164" y="16863"/>
                    <a:pt x="17238" y="16872"/>
                    <a:pt x="17308" y="16885"/>
                  </a:cubicBezTo>
                  <a:cubicBezTo>
                    <a:pt x="17341" y="16887"/>
                    <a:pt x="17375" y="16888"/>
                    <a:pt x="17408" y="16888"/>
                  </a:cubicBezTo>
                  <a:cubicBezTo>
                    <a:pt x="17678" y="16888"/>
                    <a:pt x="17948" y="16830"/>
                    <a:pt x="18218" y="16822"/>
                  </a:cubicBezTo>
                  <a:cubicBezTo>
                    <a:pt x="18318" y="16753"/>
                    <a:pt x="18425" y="16683"/>
                    <a:pt x="18556" y="16683"/>
                  </a:cubicBezTo>
                  <a:cubicBezTo>
                    <a:pt x="18577" y="16683"/>
                    <a:pt x="18598" y="16685"/>
                    <a:pt x="18619" y="16688"/>
                  </a:cubicBezTo>
                  <a:cubicBezTo>
                    <a:pt x="18667" y="16638"/>
                    <a:pt x="18722" y="16623"/>
                    <a:pt x="18781" y="16623"/>
                  </a:cubicBezTo>
                  <a:cubicBezTo>
                    <a:pt x="18872" y="16623"/>
                    <a:pt x="18971" y="16659"/>
                    <a:pt x="19063" y="16659"/>
                  </a:cubicBezTo>
                  <a:cubicBezTo>
                    <a:pt x="19101" y="16659"/>
                    <a:pt x="19138" y="16653"/>
                    <a:pt x="19172" y="16635"/>
                  </a:cubicBezTo>
                  <a:cubicBezTo>
                    <a:pt x="19199" y="16598"/>
                    <a:pt x="19231" y="16586"/>
                    <a:pt x="19265" y="16586"/>
                  </a:cubicBezTo>
                  <a:cubicBezTo>
                    <a:pt x="19325" y="16586"/>
                    <a:pt x="19393" y="16624"/>
                    <a:pt x="19452" y="16624"/>
                  </a:cubicBezTo>
                  <a:cubicBezTo>
                    <a:pt x="19480" y="16624"/>
                    <a:pt x="19506" y="16615"/>
                    <a:pt x="19529" y="16590"/>
                  </a:cubicBezTo>
                  <a:cubicBezTo>
                    <a:pt x="19589" y="16517"/>
                    <a:pt x="19684" y="16464"/>
                    <a:pt x="19780" y="16464"/>
                  </a:cubicBezTo>
                  <a:cubicBezTo>
                    <a:pt x="19813" y="16464"/>
                    <a:pt x="19845" y="16470"/>
                    <a:pt x="19877" y="16483"/>
                  </a:cubicBezTo>
                  <a:cubicBezTo>
                    <a:pt x="20180" y="16474"/>
                    <a:pt x="20493" y="16358"/>
                    <a:pt x="20716" y="16135"/>
                  </a:cubicBezTo>
                  <a:cubicBezTo>
                    <a:pt x="20963" y="16135"/>
                    <a:pt x="21197" y="16048"/>
                    <a:pt x="21441" y="16048"/>
                  </a:cubicBezTo>
                  <a:cubicBezTo>
                    <a:pt x="21478" y="16048"/>
                    <a:pt x="21516" y="16050"/>
                    <a:pt x="21554" y="16055"/>
                  </a:cubicBezTo>
                  <a:cubicBezTo>
                    <a:pt x="21652" y="16065"/>
                    <a:pt x="21750" y="16072"/>
                    <a:pt x="21846" y="16072"/>
                  </a:cubicBezTo>
                  <a:cubicBezTo>
                    <a:pt x="21926" y="16072"/>
                    <a:pt x="22004" y="16067"/>
                    <a:pt x="22081" y="16055"/>
                  </a:cubicBezTo>
                  <a:cubicBezTo>
                    <a:pt x="22147" y="16061"/>
                    <a:pt x="22218" y="16091"/>
                    <a:pt x="22281" y="16091"/>
                  </a:cubicBezTo>
                  <a:cubicBezTo>
                    <a:pt x="22318" y="16091"/>
                    <a:pt x="22354" y="16080"/>
                    <a:pt x="22384" y="16046"/>
                  </a:cubicBezTo>
                  <a:cubicBezTo>
                    <a:pt x="22423" y="16030"/>
                    <a:pt x="22457" y="16023"/>
                    <a:pt x="22489" y="16023"/>
                  </a:cubicBezTo>
                  <a:cubicBezTo>
                    <a:pt x="22581" y="16023"/>
                    <a:pt x="22647" y="16085"/>
                    <a:pt x="22714" y="16171"/>
                  </a:cubicBezTo>
                  <a:cubicBezTo>
                    <a:pt x="22866" y="16153"/>
                    <a:pt x="23071" y="16180"/>
                    <a:pt x="23178" y="16037"/>
                  </a:cubicBezTo>
                  <a:cubicBezTo>
                    <a:pt x="23318" y="15980"/>
                    <a:pt x="23466" y="15960"/>
                    <a:pt x="23616" y="15960"/>
                  </a:cubicBezTo>
                  <a:cubicBezTo>
                    <a:pt x="23885" y="15960"/>
                    <a:pt x="24163" y="16023"/>
                    <a:pt x="24427" y="16046"/>
                  </a:cubicBezTo>
                  <a:cubicBezTo>
                    <a:pt x="24433" y="16047"/>
                    <a:pt x="24439" y="16048"/>
                    <a:pt x="24444" y="16048"/>
                  </a:cubicBezTo>
                  <a:cubicBezTo>
                    <a:pt x="24547" y="16048"/>
                    <a:pt x="24584" y="15903"/>
                    <a:pt x="24685" y="15903"/>
                  </a:cubicBezTo>
                  <a:cubicBezTo>
                    <a:pt x="24780" y="15885"/>
                    <a:pt x="24879" y="15839"/>
                    <a:pt x="24976" y="15839"/>
                  </a:cubicBezTo>
                  <a:cubicBezTo>
                    <a:pt x="25016" y="15839"/>
                    <a:pt x="25057" y="15847"/>
                    <a:pt x="25096" y="15868"/>
                  </a:cubicBezTo>
                  <a:cubicBezTo>
                    <a:pt x="25173" y="15905"/>
                    <a:pt x="25254" y="15918"/>
                    <a:pt x="25335" y="15918"/>
                  </a:cubicBezTo>
                  <a:cubicBezTo>
                    <a:pt x="25507" y="15918"/>
                    <a:pt x="25685" y="15859"/>
                    <a:pt x="25854" y="15841"/>
                  </a:cubicBezTo>
                  <a:cubicBezTo>
                    <a:pt x="25993" y="15827"/>
                    <a:pt x="26134" y="15827"/>
                    <a:pt x="26275" y="15827"/>
                  </a:cubicBezTo>
                  <a:cubicBezTo>
                    <a:pt x="26486" y="15827"/>
                    <a:pt x="26698" y="15827"/>
                    <a:pt x="26907" y="15779"/>
                  </a:cubicBezTo>
                  <a:lnTo>
                    <a:pt x="26898" y="15734"/>
                  </a:lnTo>
                  <a:cubicBezTo>
                    <a:pt x="27166" y="15609"/>
                    <a:pt x="27487" y="15707"/>
                    <a:pt x="27745" y="15564"/>
                  </a:cubicBezTo>
                  <a:cubicBezTo>
                    <a:pt x="27811" y="15570"/>
                    <a:pt x="27878" y="15605"/>
                    <a:pt x="27938" y="15605"/>
                  </a:cubicBezTo>
                  <a:cubicBezTo>
                    <a:pt x="27968" y="15605"/>
                    <a:pt x="27996" y="15597"/>
                    <a:pt x="28022" y="15573"/>
                  </a:cubicBezTo>
                  <a:cubicBezTo>
                    <a:pt x="28052" y="15547"/>
                    <a:pt x="28086" y="15538"/>
                    <a:pt x="28122" y="15538"/>
                  </a:cubicBezTo>
                  <a:cubicBezTo>
                    <a:pt x="28202" y="15538"/>
                    <a:pt x="28290" y="15584"/>
                    <a:pt x="28363" y="15584"/>
                  </a:cubicBezTo>
                  <a:cubicBezTo>
                    <a:pt x="28409" y="15584"/>
                    <a:pt x="28449" y="15565"/>
                    <a:pt x="28477" y="15502"/>
                  </a:cubicBezTo>
                  <a:cubicBezTo>
                    <a:pt x="28511" y="15481"/>
                    <a:pt x="28546" y="15474"/>
                    <a:pt x="28581" y="15474"/>
                  </a:cubicBezTo>
                  <a:cubicBezTo>
                    <a:pt x="28661" y="15474"/>
                    <a:pt x="28741" y="15512"/>
                    <a:pt x="28817" y="15512"/>
                  </a:cubicBezTo>
                  <a:cubicBezTo>
                    <a:pt x="28838" y="15512"/>
                    <a:pt x="28858" y="15509"/>
                    <a:pt x="28878" y="15502"/>
                  </a:cubicBezTo>
                  <a:cubicBezTo>
                    <a:pt x="28932" y="15442"/>
                    <a:pt x="28995" y="15425"/>
                    <a:pt x="29063" y="15425"/>
                  </a:cubicBezTo>
                  <a:cubicBezTo>
                    <a:pt x="29165" y="15425"/>
                    <a:pt x="29278" y="15465"/>
                    <a:pt x="29383" y="15465"/>
                  </a:cubicBezTo>
                  <a:cubicBezTo>
                    <a:pt x="29418" y="15465"/>
                    <a:pt x="29452" y="15460"/>
                    <a:pt x="29485" y="15448"/>
                  </a:cubicBezTo>
                  <a:cubicBezTo>
                    <a:pt x="29772" y="15425"/>
                    <a:pt x="30052" y="15272"/>
                    <a:pt x="30338" y="15272"/>
                  </a:cubicBezTo>
                  <a:cubicBezTo>
                    <a:pt x="30372" y="15272"/>
                    <a:pt x="30406" y="15274"/>
                    <a:pt x="30440" y="15279"/>
                  </a:cubicBezTo>
                  <a:cubicBezTo>
                    <a:pt x="30633" y="15175"/>
                    <a:pt x="30848" y="15136"/>
                    <a:pt x="31064" y="15136"/>
                  </a:cubicBezTo>
                  <a:cubicBezTo>
                    <a:pt x="31127" y="15136"/>
                    <a:pt x="31189" y="15139"/>
                    <a:pt x="31251" y="15145"/>
                  </a:cubicBezTo>
                  <a:cubicBezTo>
                    <a:pt x="31277" y="15152"/>
                    <a:pt x="31302" y="15155"/>
                    <a:pt x="31327" y="15155"/>
                  </a:cubicBezTo>
                  <a:cubicBezTo>
                    <a:pt x="31490" y="15155"/>
                    <a:pt x="31634" y="15020"/>
                    <a:pt x="31804" y="15020"/>
                  </a:cubicBezTo>
                  <a:cubicBezTo>
                    <a:pt x="31858" y="14949"/>
                    <a:pt x="31903" y="14878"/>
                    <a:pt x="31947" y="14806"/>
                  </a:cubicBezTo>
                  <a:cubicBezTo>
                    <a:pt x="32019" y="14779"/>
                    <a:pt x="32090" y="14744"/>
                    <a:pt x="32161" y="14708"/>
                  </a:cubicBezTo>
                  <a:cubicBezTo>
                    <a:pt x="32224" y="14701"/>
                    <a:pt x="32276" y="14650"/>
                    <a:pt x="32339" y="14650"/>
                  </a:cubicBezTo>
                  <a:cubicBezTo>
                    <a:pt x="32356" y="14650"/>
                    <a:pt x="32374" y="14654"/>
                    <a:pt x="32393" y="14663"/>
                  </a:cubicBezTo>
                  <a:cubicBezTo>
                    <a:pt x="32590" y="14721"/>
                    <a:pt x="32779" y="14808"/>
                    <a:pt x="32988" y="14808"/>
                  </a:cubicBezTo>
                  <a:cubicBezTo>
                    <a:pt x="33007" y="14808"/>
                    <a:pt x="33026" y="14808"/>
                    <a:pt x="33044" y="14806"/>
                  </a:cubicBezTo>
                  <a:cubicBezTo>
                    <a:pt x="33089" y="14753"/>
                    <a:pt x="33187" y="14654"/>
                    <a:pt x="33241" y="14601"/>
                  </a:cubicBezTo>
                  <a:cubicBezTo>
                    <a:pt x="33294" y="14627"/>
                    <a:pt x="33334" y="14638"/>
                    <a:pt x="33363" y="14638"/>
                  </a:cubicBezTo>
                  <a:cubicBezTo>
                    <a:pt x="33465" y="14638"/>
                    <a:pt x="33443" y="14506"/>
                    <a:pt x="33464" y="14423"/>
                  </a:cubicBezTo>
                  <a:cubicBezTo>
                    <a:pt x="33499" y="14342"/>
                    <a:pt x="33544" y="14271"/>
                    <a:pt x="33580" y="14191"/>
                  </a:cubicBezTo>
                  <a:cubicBezTo>
                    <a:pt x="33705" y="14137"/>
                    <a:pt x="33714" y="13959"/>
                    <a:pt x="33785" y="13852"/>
                  </a:cubicBezTo>
                  <a:cubicBezTo>
                    <a:pt x="33892" y="13718"/>
                    <a:pt x="33865" y="13522"/>
                    <a:pt x="33981" y="13397"/>
                  </a:cubicBezTo>
                  <a:cubicBezTo>
                    <a:pt x="34070" y="13316"/>
                    <a:pt x="34061" y="13138"/>
                    <a:pt x="34142" y="13022"/>
                  </a:cubicBezTo>
                  <a:cubicBezTo>
                    <a:pt x="34186" y="12728"/>
                    <a:pt x="34338" y="12451"/>
                    <a:pt x="34285" y="12139"/>
                  </a:cubicBezTo>
                  <a:cubicBezTo>
                    <a:pt x="34383" y="12058"/>
                    <a:pt x="34356" y="11898"/>
                    <a:pt x="34409" y="11791"/>
                  </a:cubicBezTo>
                  <a:cubicBezTo>
                    <a:pt x="34516" y="11595"/>
                    <a:pt x="34445" y="11345"/>
                    <a:pt x="34588" y="11175"/>
                  </a:cubicBezTo>
                  <a:cubicBezTo>
                    <a:pt x="34704" y="11059"/>
                    <a:pt x="34704" y="10899"/>
                    <a:pt x="34686" y="10738"/>
                  </a:cubicBezTo>
                  <a:cubicBezTo>
                    <a:pt x="34784" y="10658"/>
                    <a:pt x="34784" y="10462"/>
                    <a:pt x="34811" y="10328"/>
                  </a:cubicBezTo>
                  <a:cubicBezTo>
                    <a:pt x="34927" y="10194"/>
                    <a:pt x="34909" y="9980"/>
                    <a:pt x="34954" y="9810"/>
                  </a:cubicBezTo>
                  <a:cubicBezTo>
                    <a:pt x="35078" y="9739"/>
                    <a:pt x="35043" y="9489"/>
                    <a:pt x="35123" y="9364"/>
                  </a:cubicBezTo>
                  <a:cubicBezTo>
                    <a:pt x="35355" y="9222"/>
                    <a:pt x="35641" y="9186"/>
                    <a:pt x="35890" y="9070"/>
                  </a:cubicBezTo>
                  <a:cubicBezTo>
                    <a:pt x="36095" y="9043"/>
                    <a:pt x="36310" y="9052"/>
                    <a:pt x="36506" y="8972"/>
                  </a:cubicBezTo>
                  <a:cubicBezTo>
                    <a:pt x="36818" y="8856"/>
                    <a:pt x="37193" y="8865"/>
                    <a:pt x="37478" y="8660"/>
                  </a:cubicBezTo>
                  <a:cubicBezTo>
                    <a:pt x="37576" y="8579"/>
                    <a:pt x="37773" y="8624"/>
                    <a:pt x="37826" y="8481"/>
                  </a:cubicBezTo>
                  <a:cubicBezTo>
                    <a:pt x="37915" y="8445"/>
                    <a:pt x="37969" y="8356"/>
                    <a:pt x="38040" y="8294"/>
                  </a:cubicBezTo>
                  <a:cubicBezTo>
                    <a:pt x="38046" y="8294"/>
                    <a:pt x="38052" y="8295"/>
                    <a:pt x="38058" y="8295"/>
                  </a:cubicBezTo>
                  <a:cubicBezTo>
                    <a:pt x="38233" y="8295"/>
                    <a:pt x="38311" y="8040"/>
                    <a:pt x="38406" y="7910"/>
                  </a:cubicBezTo>
                  <a:cubicBezTo>
                    <a:pt x="38531" y="7776"/>
                    <a:pt x="38513" y="7571"/>
                    <a:pt x="38638" y="7437"/>
                  </a:cubicBezTo>
                  <a:cubicBezTo>
                    <a:pt x="38754" y="7357"/>
                    <a:pt x="38700" y="7197"/>
                    <a:pt x="38718" y="7072"/>
                  </a:cubicBezTo>
                  <a:cubicBezTo>
                    <a:pt x="38834" y="6991"/>
                    <a:pt x="38915" y="6813"/>
                    <a:pt x="38879" y="6661"/>
                  </a:cubicBezTo>
                  <a:cubicBezTo>
                    <a:pt x="39120" y="6349"/>
                    <a:pt x="39111" y="5939"/>
                    <a:pt x="39271" y="5591"/>
                  </a:cubicBezTo>
                  <a:cubicBezTo>
                    <a:pt x="39316" y="5359"/>
                    <a:pt x="39378" y="5127"/>
                    <a:pt x="39432" y="4895"/>
                  </a:cubicBezTo>
                  <a:lnTo>
                    <a:pt x="39459" y="4904"/>
                  </a:lnTo>
                  <a:cubicBezTo>
                    <a:pt x="39539" y="4547"/>
                    <a:pt x="39700" y="4199"/>
                    <a:pt x="39726" y="3833"/>
                  </a:cubicBezTo>
                  <a:cubicBezTo>
                    <a:pt x="39798" y="3735"/>
                    <a:pt x="39824" y="3610"/>
                    <a:pt x="39824" y="3494"/>
                  </a:cubicBezTo>
                  <a:cubicBezTo>
                    <a:pt x="39905" y="3378"/>
                    <a:pt x="39949" y="3200"/>
                    <a:pt x="39958" y="3048"/>
                  </a:cubicBezTo>
                  <a:lnTo>
                    <a:pt x="39914" y="3048"/>
                  </a:lnTo>
                  <a:cubicBezTo>
                    <a:pt x="39896" y="2923"/>
                    <a:pt x="39807" y="2790"/>
                    <a:pt x="39682" y="2736"/>
                  </a:cubicBezTo>
                  <a:cubicBezTo>
                    <a:pt x="39682" y="2656"/>
                    <a:pt x="39646" y="2531"/>
                    <a:pt x="39548" y="2513"/>
                  </a:cubicBezTo>
                  <a:cubicBezTo>
                    <a:pt x="39441" y="2397"/>
                    <a:pt x="39191" y="2415"/>
                    <a:pt x="39022" y="2379"/>
                  </a:cubicBezTo>
                  <a:lnTo>
                    <a:pt x="39022" y="2344"/>
                  </a:lnTo>
                  <a:cubicBezTo>
                    <a:pt x="39009" y="2345"/>
                    <a:pt x="38996" y="2345"/>
                    <a:pt x="38984" y="2345"/>
                  </a:cubicBezTo>
                  <a:cubicBezTo>
                    <a:pt x="38829" y="2345"/>
                    <a:pt x="38699" y="2254"/>
                    <a:pt x="38550" y="2254"/>
                  </a:cubicBezTo>
                  <a:cubicBezTo>
                    <a:pt x="38543" y="2254"/>
                    <a:pt x="38537" y="2254"/>
                    <a:pt x="38531" y="2254"/>
                  </a:cubicBezTo>
                  <a:cubicBezTo>
                    <a:pt x="38490" y="2220"/>
                    <a:pt x="38447" y="2208"/>
                    <a:pt x="38402" y="2208"/>
                  </a:cubicBezTo>
                  <a:cubicBezTo>
                    <a:pt x="38298" y="2208"/>
                    <a:pt x="38186" y="2274"/>
                    <a:pt x="38074" y="2274"/>
                  </a:cubicBezTo>
                  <a:cubicBezTo>
                    <a:pt x="38036" y="2274"/>
                    <a:pt x="37998" y="2266"/>
                    <a:pt x="37960" y="2245"/>
                  </a:cubicBezTo>
                  <a:cubicBezTo>
                    <a:pt x="37407" y="2129"/>
                    <a:pt x="36854" y="1969"/>
                    <a:pt x="36283" y="1942"/>
                  </a:cubicBezTo>
                  <a:lnTo>
                    <a:pt x="36283" y="1897"/>
                  </a:lnTo>
                  <a:cubicBezTo>
                    <a:pt x="36163" y="1873"/>
                    <a:pt x="36044" y="1865"/>
                    <a:pt x="35925" y="1865"/>
                  </a:cubicBezTo>
                  <a:cubicBezTo>
                    <a:pt x="35681" y="1865"/>
                    <a:pt x="35437" y="1900"/>
                    <a:pt x="35191" y="1900"/>
                  </a:cubicBezTo>
                  <a:cubicBezTo>
                    <a:pt x="35157" y="1900"/>
                    <a:pt x="35122" y="1899"/>
                    <a:pt x="35087" y="1897"/>
                  </a:cubicBezTo>
                  <a:cubicBezTo>
                    <a:pt x="35061" y="1897"/>
                    <a:pt x="34998" y="1906"/>
                    <a:pt x="34971" y="1906"/>
                  </a:cubicBezTo>
                  <a:cubicBezTo>
                    <a:pt x="34762" y="1866"/>
                    <a:pt x="34556" y="1863"/>
                    <a:pt x="34351" y="1863"/>
                  </a:cubicBezTo>
                  <a:cubicBezTo>
                    <a:pt x="34317" y="1863"/>
                    <a:pt x="34283" y="1863"/>
                    <a:pt x="34249" y="1863"/>
                  </a:cubicBezTo>
                  <a:cubicBezTo>
                    <a:pt x="34130" y="1863"/>
                    <a:pt x="34011" y="1862"/>
                    <a:pt x="33892" y="1853"/>
                  </a:cubicBezTo>
                  <a:lnTo>
                    <a:pt x="33892" y="1808"/>
                  </a:lnTo>
                  <a:cubicBezTo>
                    <a:pt x="33785" y="1799"/>
                    <a:pt x="33562" y="1773"/>
                    <a:pt x="33455" y="1755"/>
                  </a:cubicBezTo>
                  <a:cubicBezTo>
                    <a:pt x="33446" y="1683"/>
                    <a:pt x="33446" y="1612"/>
                    <a:pt x="33446" y="1541"/>
                  </a:cubicBezTo>
                  <a:lnTo>
                    <a:pt x="33491" y="1541"/>
                  </a:lnTo>
                  <a:cubicBezTo>
                    <a:pt x="33482" y="1318"/>
                    <a:pt x="33580" y="1103"/>
                    <a:pt x="33580" y="880"/>
                  </a:cubicBezTo>
                  <a:cubicBezTo>
                    <a:pt x="33669" y="702"/>
                    <a:pt x="33660" y="425"/>
                    <a:pt x="33491" y="292"/>
                  </a:cubicBezTo>
                  <a:lnTo>
                    <a:pt x="33491" y="247"/>
                  </a:lnTo>
                  <a:lnTo>
                    <a:pt x="33446" y="256"/>
                  </a:lnTo>
                  <a:lnTo>
                    <a:pt x="33446" y="220"/>
                  </a:lnTo>
                  <a:cubicBezTo>
                    <a:pt x="33259" y="211"/>
                    <a:pt x="33071" y="176"/>
                    <a:pt x="32875" y="167"/>
                  </a:cubicBezTo>
                  <a:cubicBezTo>
                    <a:pt x="32835" y="107"/>
                    <a:pt x="32755" y="92"/>
                    <a:pt x="32666" y="92"/>
                  </a:cubicBezTo>
                  <a:cubicBezTo>
                    <a:pt x="32577" y="92"/>
                    <a:pt x="32479" y="107"/>
                    <a:pt x="32403" y="107"/>
                  </a:cubicBezTo>
                  <a:cubicBezTo>
                    <a:pt x="32387" y="107"/>
                    <a:pt x="32372" y="106"/>
                    <a:pt x="32358" y="104"/>
                  </a:cubicBezTo>
                  <a:cubicBezTo>
                    <a:pt x="32263" y="121"/>
                    <a:pt x="32169" y="128"/>
                    <a:pt x="32076" y="128"/>
                  </a:cubicBezTo>
                  <a:cubicBezTo>
                    <a:pt x="31780" y="128"/>
                    <a:pt x="31487" y="60"/>
                    <a:pt x="31189" y="33"/>
                  </a:cubicBezTo>
                  <a:lnTo>
                    <a:pt x="31189" y="33"/>
                  </a:lnTo>
                  <a:lnTo>
                    <a:pt x="31198" y="78"/>
                  </a:lnTo>
                  <a:cubicBezTo>
                    <a:pt x="31118" y="78"/>
                    <a:pt x="30948" y="69"/>
                    <a:pt x="30868" y="69"/>
                  </a:cubicBezTo>
                  <a:lnTo>
                    <a:pt x="30886" y="33"/>
                  </a:lnTo>
                  <a:lnTo>
                    <a:pt x="30886" y="33"/>
                  </a:lnTo>
                  <a:cubicBezTo>
                    <a:pt x="30839" y="55"/>
                    <a:pt x="30792" y="63"/>
                    <a:pt x="30746" y="63"/>
                  </a:cubicBezTo>
                  <a:cubicBezTo>
                    <a:pt x="30627" y="63"/>
                    <a:pt x="30508" y="12"/>
                    <a:pt x="30390" y="12"/>
                  </a:cubicBezTo>
                  <a:cubicBezTo>
                    <a:pt x="30350" y="12"/>
                    <a:pt x="30310" y="17"/>
                    <a:pt x="30270" y="33"/>
                  </a:cubicBezTo>
                  <a:cubicBezTo>
                    <a:pt x="29982" y="94"/>
                    <a:pt x="29693" y="135"/>
                    <a:pt x="29394" y="135"/>
                  </a:cubicBezTo>
                  <a:cubicBezTo>
                    <a:pt x="29341" y="135"/>
                    <a:pt x="29288" y="134"/>
                    <a:pt x="29235" y="131"/>
                  </a:cubicBezTo>
                  <a:cubicBezTo>
                    <a:pt x="29111" y="81"/>
                    <a:pt x="28975" y="61"/>
                    <a:pt x="28838" y="61"/>
                  </a:cubicBezTo>
                  <a:cubicBezTo>
                    <a:pt x="28659" y="61"/>
                    <a:pt x="28478" y="95"/>
                    <a:pt x="28316" y="140"/>
                  </a:cubicBezTo>
                  <a:cubicBezTo>
                    <a:pt x="28284" y="127"/>
                    <a:pt x="28251" y="100"/>
                    <a:pt x="28215" y="100"/>
                  </a:cubicBezTo>
                  <a:cubicBezTo>
                    <a:pt x="28202" y="100"/>
                    <a:pt x="28188" y="104"/>
                    <a:pt x="28174" y="113"/>
                  </a:cubicBezTo>
                  <a:cubicBezTo>
                    <a:pt x="28095" y="142"/>
                    <a:pt x="28016" y="152"/>
                    <a:pt x="27937" y="152"/>
                  </a:cubicBezTo>
                  <a:cubicBezTo>
                    <a:pt x="27675" y="152"/>
                    <a:pt x="27413" y="33"/>
                    <a:pt x="27151" y="33"/>
                  </a:cubicBezTo>
                  <a:cubicBezTo>
                    <a:pt x="27144" y="33"/>
                    <a:pt x="27137" y="33"/>
                    <a:pt x="27130" y="33"/>
                  </a:cubicBezTo>
                  <a:cubicBezTo>
                    <a:pt x="27017" y="23"/>
                    <a:pt x="26896" y="1"/>
                    <a:pt x="267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6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38" name="Google Shape;38;p6"/>
          <p:cNvGrpSpPr/>
          <p:nvPr/>
        </p:nvGrpSpPr>
        <p:grpSpPr>
          <a:xfrm>
            <a:off x="6968675" y="161901"/>
            <a:ext cx="1899281" cy="529445"/>
            <a:chOff x="6968675" y="161901"/>
            <a:chExt cx="1899281" cy="529445"/>
          </a:xfrm>
        </p:grpSpPr>
        <p:grpSp>
          <p:nvGrpSpPr>
            <p:cNvPr id="39" name="Google Shape;39;p6"/>
            <p:cNvGrpSpPr/>
            <p:nvPr/>
          </p:nvGrpSpPr>
          <p:grpSpPr>
            <a:xfrm>
              <a:off x="7439615" y="161901"/>
              <a:ext cx="1428340" cy="529445"/>
              <a:chOff x="6225915" y="123801"/>
              <a:chExt cx="1428340" cy="529445"/>
            </a:xfrm>
          </p:grpSpPr>
          <p:sp>
            <p:nvSpPr>
              <p:cNvPr id="40" name="Google Shape;40;p6"/>
              <p:cNvSpPr/>
              <p:nvPr/>
            </p:nvSpPr>
            <p:spPr>
              <a:xfrm rot="-1057777">
                <a:off x="6272849" y="173124"/>
                <a:ext cx="382982" cy="369324"/>
              </a:xfrm>
              <a:custGeom>
                <a:avLst/>
                <a:gdLst/>
                <a:ahLst/>
                <a:cxnLst/>
                <a:rect l="l" t="t" r="r" b="b"/>
                <a:pathLst>
                  <a:path w="23891" h="23039" extrusionOk="0">
                    <a:moveTo>
                      <a:pt x="6466" y="0"/>
                    </a:moveTo>
                    <a:cubicBezTo>
                      <a:pt x="6348" y="0"/>
                      <a:pt x="6244" y="58"/>
                      <a:pt x="6227" y="199"/>
                    </a:cubicBezTo>
                    <a:cubicBezTo>
                      <a:pt x="6218" y="216"/>
                      <a:pt x="6209" y="252"/>
                      <a:pt x="6201" y="261"/>
                    </a:cubicBezTo>
                    <a:cubicBezTo>
                      <a:pt x="6022" y="431"/>
                      <a:pt x="5888" y="654"/>
                      <a:pt x="5799" y="868"/>
                    </a:cubicBezTo>
                    <a:cubicBezTo>
                      <a:pt x="5719" y="912"/>
                      <a:pt x="5683" y="993"/>
                      <a:pt x="5656" y="1073"/>
                    </a:cubicBezTo>
                    <a:cubicBezTo>
                      <a:pt x="5638" y="1091"/>
                      <a:pt x="5612" y="1144"/>
                      <a:pt x="5603" y="1162"/>
                    </a:cubicBezTo>
                    <a:cubicBezTo>
                      <a:pt x="5594" y="1189"/>
                      <a:pt x="5567" y="1233"/>
                      <a:pt x="5558" y="1260"/>
                    </a:cubicBezTo>
                    <a:cubicBezTo>
                      <a:pt x="5460" y="1332"/>
                      <a:pt x="5451" y="1483"/>
                      <a:pt x="5415" y="1599"/>
                    </a:cubicBezTo>
                    <a:cubicBezTo>
                      <a:pt x="5264" y="1581"/>
                      <a:pt x="5094" y="1626"/>
                      <a:pt x="4978" y="1510"/>
                    </a:cubicBezTo>
                    <a:cubicBezTo>
                      <a:pt x="4792" y="1445"/>
                      <a:pt x="4672" y="1189"/>
                      <a:pt x="4471" y="1189"/>
                    </a:cubicBezTo>
                    <a:cubicBezTo>
                      <a:pt x="4451" y="1189"/>
                      <a:pt x="4430" y="1192"/>
                      <a:pt x="4407" y="1198"/>
                    </a:cubicBezTo>
                    <a:cubicBezTo>
                      <a:pt x="4167" y="1296"/>
                      <a:pt x="3854" y="1180"/>
                      <a:pt x="3676" y="1394"/>
                    </a:cubicBezTo>
                    <a:cubicBezTo>
                      <a:pt x="3604" y="1465"/>
                      <a:pt x="3489" y="1465"/>
                      <a:pt x="3435" y="1546"/>
                    </a:cubicBezTo>
                    <a:cubicBezTo>
                      <a:pt x="3194" y="1546"/>
                      <a:pt x="3051" y="1813"/>
                      <a:pt x="2918" y="1983"/>
                    </a:cubicBezTo>
                    <a:cubicBezTo>
                      <a:pt x="2596" y="2598"/>
                      <a:pt x="2159" y="3160"/>
                      <a:pt x="1892" y="3812"/>
                    </a:cubicBezTo>
                    <a:cubicBezTo>
                      <a:pt x="1722" y="4035"/>
                      <a:pt x="1579" y="4284"/>
                      <a:pt x="1428" y="4525"/>
                    </a:cubicBezTo>
                    <a:cubicBezTo>
                      <a:pt x="1249" y="4677"/>
                      <a:pt x="1312" y="5007"/>
                      <a:pt x="1133" y="5159"/>
                    </a:cubicBezTo>
                    <a:cubicBezTo>
                      <a:pt x="955" y="5471"/>
                      <a:pt x="705" y="5783"/>
                      <a:pt x="696" y="6167"/>
                    </a:cubicBezTo>
                    <a:lnTo>
                      <a:pt x="661" y="6176"/>
                    </a:lnTo>
                    <a:cubicBezTo>
                      <a:pt x="545" y="6702"/>
                      <a:pt x="295" y="7175"/>
                      <a:pt x="81" y="7665"/>
                    </a:cubicBezTo>
                    <a:cubicBezTo>
                      <a:pt x="99" y="7844"/>
                      <a:pt x="0" y="8103"/>
                      <a:pt x="179" y="8228"/>
                    </a:cubicBezTo>
                    <a:cubicBezTo>
                      <a:pt x="509" y="8665"/>
                      <a:pt x="1107" y="8825"/>
                      <a:pt x="1330" y="9343"/>
                    </a:cubicBezTo>
                    <a:cubicBezTo>
                      <a:pt x="1410" y="9530"/>
                      <a:pt x="1678" y="9539"/>
                      <a:pt x="1758" y="9726"/>
                    </a:cubicBezTo>
                    <a:cubicBezTo>
                      <a:pt x="1874" y="9949"/>
                      <a:pt x="2293" y="9940"/>
                      <a:pt x="2284" y="10208"/>
                    </a:cubicBezTo>
                    <a:cubicBezTo>
                      <a:pt x="2097" y="10574"/>
                      <a:pt x="1918" y="10948"/>
                      <a:pt x="1669" y="11270"/>
                    </a:cubicBezTo>
                    <a:cubicBezTo>
                      <a:pt x="1526" y="11519"/>
                      <a:pt x="1481" y="11823"/>
                      <a:pt x="1240" y="12001"/>
                    </a:cubicBezTo>
                    <a:cubicBezTo>
                      <a:pt x="1151" y="12197"/>
                      <a:pt x="991" y="12358"/>
                      <a:pt x="964" y="12581"/>
                    </a:cubicBezTo>
                    <a:cubicBezTo>
                      <a:pt x="937" y="12893"/>
                      <a:pt x="803" y="13179"/>
                      <a:pt x="669" y="13446"/>
                    </a:cubicBezTo>
                    <a:cubicBezTo>
                      <a:pt x="664" y="13445"/>
                      <a:pt x="658" y="13445"/>
                      <a:pt x="653" y="13445"/>
                    </a:cubicBezTo>
                    <a:cubicBezTo>
                      <a:pt x="560" y="13445"/>
                      <a:pt x="541" y="13584"/>
                      <a:pt x="482" y="13643"/>
                    </a:cubicBezTo>
                    <a:cubicBezTo>
                      <a:pt x="455" y="13821"/>
                      <a:pt x="348" y="14035"/>
                      <a:pt x="455" y="14205"/>
                    </a:cubicBezTo>
                    <a:cubicBezTo>
                      <a:pt x="661" y="14588"/>
                      <a:pt x="1035" y="14820"/>
                      <a:pt x="1339" y="15106"/>
                    </a:cubicBezTo>
                    <a:cubicBezTo>
                      <a:pt x="1570" y="15355"/>
                      <a:pt x="1909" y="15462"/>
                      <a:pt x="2159" y="15685"/>
                    </a:cubicBezTo>
                    <a:cubicBezTo>
                      <a:pt x="2864" y="16132"/>
                      <a:pt x="3658" y="16426"/>
                      <a:pt x="4309" y="16943"/>
                    </a:cubicBezTo>
                    <a:lnTo>
                      <a:pt x="4318" y="16988"/>
                    </a:lnTo>
                    <a:cubicBezTo>
                      <a:pt x="4532" y="17041"/>
                      <a:pt x="4693" y="17175"/>
                      <a:pt x="4853" y="17318"/>
                    </a:cubicBezTo>
                    <a:cubicBezTo>
                      <a:pt x="5112" y="17354"/>
                      <a:pt x="5291" y="17568"/>
                      <a:pt x="5514" y="17666"/>
                    </a:cubicBezTo>
                    <a:cubicBezTo>
                      <a:pt x="6040" y="17898"/>
                      <a:pt x="6548" y="18201"/>
                      <a:pt x="6994" y="18549"/>
                    </a:cubicBezTo>
                    <a:cubicBezTo>
                      <a:pt x="7093" y="18772"/>
                      <a:pt x="6736" y="18692"/>
                      <a:pt x="6718" y="18879"/>
                    </a:cubicBezTo>
                    <a:cubicBezTo>
                      <a:pt x="6788" y="19062"/>
                      <a:pt x="6774" y="19107"/>
                      <a:pt x="6727" y="19107"/>
                    </a:cubicBezTo>
                    <a:cubicBezTo>
                      <a:pt x="6682" y="19107"/>
                      <a:pt x="6605" y="19065"/>
                      <a:pt x="6539" y="19065"/>
                    </a:cubicBezTo>
                    <a:cubicBezTo>
                      <a:pt x="6533" y="19065"/>
                      <a:pt x="6527" y="19066"/>
                      <a:pt x="6522" y="19067"/>
                    </a:cubicBezTo>
                    <a:cubicBezTo>
                      <a:pt x="6513" y="19165"/>
                      <a:pt x="6548" y="19254"/>
                      <a:pt x="6575" y="19352"/>
                    </a:cubicBezTo>
                    <a:cubicBezTo>
                      <a:pt x="6504" y="19388"/>
                      <a:pt x="6361" y="19468"/>
                      <a:pt x="6290" y="19504"/>
                    </a:cubicBezTo>
                    <a:cubicBezTo>
                      <a:pt x="6388" y="19816"/>
                      <a:pt x="5942" y="19976"/>
                      <a:pt x="6067" y="20280"/>
                    </a:cubicBezTo>
                    <a:cubicBezTo>
                      <a:pt x="6031" y="20440"/>
                      <a:pt x="5817" y="20530"/>
                      <a:pt x="5763" y="20690"/>
                    </a:cubicBezTo>
                    <a:cubicBezTo>
                      <a:pt x="5808" y="20753"/>
                      <a:pt x="5915" y="20788"/>
                      <a:pt x="5888" y="20877"/>
                    </a:cubicBezTo>
                    <a:cubicBezTo>
                      <a:pt x="5799" y="20913"/>
                      <a:pt x="5710" y="20967"/>
                      <a:pt x="5763" y="21074"/>
                    </a:cubicBezTo>
                    <a:cubicBezTo>
                      <a:pt x="5906" y="21109"/>
                      <a:pt x="5870" y="21306"/>
                      <a:pt x="5977" y="21395"/>
                    </a:cubicBezTo>
                    <a:cubicBezTo>
                      <a:pt x="6325" y="21903"/>
                      <a:pt x="6923" y="22126"/>
                      <a:pt x="7449" y="22412"/>
                    </a:cubicBezTo>
                    <a:cubicBezTo>
                      <a:pt x="7472" y="22408"/>
                      <a:pt x="7495" y="22407"/>
                      <a:pt x="7517" y="22407"/>
                    </a:cubicBezTo>
                    <a:cubicBezTo>
                      <a:pt x="7763" y="22407"/>
                      <a:pt x="7992" y="22595"/>
                      <a:pt x="8238" y="22595"/>
                    </a:cubicBezTo>
                    <a:cubicBezTo>
                      <a:pt x="8260" y="22595"/>
                      <a:pt x="8283" y="22594"/>
                      <a:pt x="8306" y="22590"/>
                    </a:cubicBezTo>
                    <a:cubicBezTo>
                      <a:pt x="8805" y="22680"/>
                      <a:pt x="9296" y="22858"/>
                      <a:pt x="9814" y="22903"/>
                    </a:cubicBezTo>
                    <a:cubicBezTo>
                      <a:pt x="10095" y="22938"/>
                      <a:pt x="10376" y="23039"/>
                      <a:pt x="10655" y="23039"/>
                    </a:cubicBezTo>
                    <a:cubicBezTo>
                      <a:pt x="10792" y="23039"/>
                      <a:pt x="10928" y="23015"/>
                      <a:pt x="11062" y="22947"/>
                    </a:cubicBezTo>
                    <a:cubicBezTo>
                      <a:pt x="11155" y="22974"/>
                      <a:pt x="11223" y="23005"/>
                      <a:pt x="11314" y="23005"/>
                    </a:cubicBezTo>
                    <a:cubicBezTo>
                      <a:pt x="11345" y="23005"/>
                      <a:pt x="11380" y="23001"/>
                      <a:pt x="11419" y="22992"/>
                    </a:cubicBezTo>
                    <a:cubicBezTo>
                      <a:pt x="11767" y="22947"/>
                      <a:pt x="12151" y="22911"/>
                      <a:pt x="12427" y="22662"/>
                    </a:cubicBezTo>
                    <a:cubicBezTo>
                      <a:pt x="12677" y="22662"/>
                      <a:pt x="12865" y="22403"/>
                      <a:pt x="13105" y="22332"/>
                    </a:cubicBezTo>
                    <a:cubicBezTo>
                      <a:pt x="13248" y="22073"/>
                      <a:pt x="13525" y="21948"/>
                      <a:pt x="13712" y="21734"/>
                    </a:cubicBezTo>
                    <a:cubicBezTo>
                      <a:pt x="14105" y="21457"/>
                      <a:pt x="14390" y="21065"/>
                      <a:pt x="14711" y="20717"/>
                    </a:cubicBezTo>
                    <a:cubicBezTo>
                      <a:pt x="14754" y="20724"/>
                      <a:pt x="14803" y="20749"/>
                      <a:pt x="14853" y="20749"/>
                    </a:cubicBezTo>
                    <a:cubicBezTo>
                      <a:pt x="14865" y="20749"/>
                      <a:pt x="14877" y="20747"/>
                      <a:pt x="14890" y="20744"/>
                    </a:cubicBezTo>
                    <a:cubicBezTo>
                      <a:pt x="15023" y="20601"/>
                      <a:pt x="15148" y="20458"/>
                      <a:pt x="15327" y="20369"/>
                    </a:cubicBezTo>
                    <a:cubicBezTo>
                      <a:pt x="15532" y="20485"/>
                      <a:pt x="15773" y="20521"/>
                      <a:pt x="15960" y="20654"/>
                    </a:cubicBezTo>
                    <a:cubicBezTo>
                      <a:pt x="16103" y="20779"/>
                      <a:pt x="16317" y="20770"/>
                      <a:pt x="16486" y="20851"/>
                    </a:cubicBezTo>
                    <a:cubicBezTo>
                      <a:pt x="16568" y="20932"/>
                      <a:pt x="16680" y="20982"/>
                      <a:pt x="16796" y="20982"/>
                    </a:cubicBezTo>
                    <a:cubicBezTo>
                      <a:pt x="16832" y="20982"/>
                      <a:pt x="16869" y="20977"/>
                      <a:pt x="16906" y="20967"/>
                    </a:cubicBezTo>
                    <a:cubicBezTo>
                      <a:pt x="16987" y="20975"/>
                      <a:pt x="17067" y="20979"/>
                      <a:pt x="17148" y="20979"/>
                    </a:cubicBezTo>
                    <a:cubicBezTo>
                      <a:pt x="17487" y="20979"/>
                      <a:pt x="17825" y="20915"/>
                      <a:pt x="18164" y="20886"/>
                    </a:cubicBezTo>
                    <a:cubicBezTo>
                      <a:pt x="18190" y="20842"/>
                      <a:pt x="18262" y="20806"/>
                      <a:pt x="18262" y="20744"/>
                    </a:cubicBezTo>
                    <a:cubicBezTo>
                      <a:pt x="18324" y="20735"/>
                      <a:pt x="18387" y="20717"/>
                      <a:pt x="18458" y="20708"/>
                    </a:cubicBezTo>
                    <a:cubicBezTo>
                      <a:pt x="18506" y="20734"/>
                      <a:pt x="18545" y="20745"/>
                      <a:pt x="18578" y="20745"/>
                    </a:cubicBezTo>
                    <a:cubicBezTo>
                      <a:pt x="18734" y="20745"/>
                      <a:pt x="18748" y="20497"/>
                      <a:pt x="18895" y="20467"/>
                    </a:cubicBezTo>
                    <a:cubicBezTo>
                      <a:pt x="18928" y="20476"/>
                      <a:pt x="18959" y="20480"/>
                      <a:pt x="18988" y="20480"/>
                    </a:cubicBezTo>
                    <a:cubicBezTo>
                      <a:pt x="19224" y="20480"/>
                      <a:pt x="19332" y="20218"/>
                      <a:pt x="19546" y="20155"/>
                    </a:cubicBezTo>
                    <a:cubicBezTo>
                      <a:pt x="19814" y="19869"/>
                      <a:pt x="20207" y="19700"/>
                      <a:pt x="20394" y="19361"/>
                    </a:cubicBezTo>
                    <a:cubicBezTo>
                      <a:pt x="20572" y="19245"/>
                      <a:pt x="20760" y="19120"/>
                      <a:pt x="20885" y="18942"/>
                    </a:cubicBezTo>
                    <a:cubicBezTo>
                      <a:pt x="21081" y="18852"/>
                      <a:pt x="21206" y="18683"/>
                      <a:pt x="21322" y="18504"/>
                    </a:cubicBezTo>
                    <a:cubicBezTo>
                      <a:pt x="21518" y="18344"/>
                      <a:pt x="21723" y="18174"/>
                      <a:pt x="21875" y="17960"/>
                    </a:cubicBezTo>
                    <a:cubicBezTo>
                      <a:pt x="21928" y="17853"/>
                      <a:pt x="22080" y="17835"/>
                      <a:pt x="22116" y="17719"/>
                    </a:cubicBezTo>
                    <a:cubicBezTo>
                      <a:pt x="22365" y="17595"/>
                      <a:pt x="22499" y="17327"/>
                      <a:pt x="22696" y="17140"/>
                    </a:cubicBezTo>
                    <a:cubicBezTo>
                      <a:pt x="22999" y="16845"/>
                      <a:pt x="23302" y="16515"/>
                      <a:pt x="23543" y="16167"/>
                    </a:cubicBezTo>
                    <a:cubicBezTo>
                      <a:pt x="23561" y="16042"/>
                      <a:pt x="23579" y="15908"/>
                      <a:pt x="23695" y="15828"/>
                    </a:cubicBezTo>
                    <a:cubicBezTo>
                      <a:pt x="23748" y="15730"/>
                      <a:pt x="23891" y="15516"/>
                      <a:pt x="23713" y="15454"/>
                    </a:cubicBezTo>
                    <a:lnTo>
                      <a:pt x="23713" y="15409"/>
                    </a:lnTo>
                    <a:lnTo>
                      <a:pt x="23668" y="15418"/>
                    </a:lnTo>
                    <a:cubicBezTo>
                      <a:pt x="23623" y="15320"/>
                      <a:pt x="23507" y="15284"/>
                      <a:pt x="23516" y="15168"/>
                    </a:cubicBezTo>
                    <a:cubicBezTo>
                      <a:pt x="23489" y="14909"/>
                      <a:pt x="23035" y="14838"/>
                      <a:pt x="23150" y="14561"/>
                    </a:cubicBezTo>
                    <a:cubicBezTo>
                      <a:pt x="23195" y="14419"/>
                      <a:pt x="23052" y="14267"/>
                      <a:pt x="23115" y="14124"/>
                    </a:cubicBezTo>
                    <a:cubicBezTo>
                      <a:pt x="22606" y="13687"/>
                      <a:pt x="22125" y="13205"/>
                      <a:pt x="21554" y="12849"/>
                    </a:cubicBezTo>
                    <a:cubicBezTo>
                      <a:pt x="21571" y="12617"/>
                      <a:pt x="21340" y="12501"/>
                      <a:pt x="21152" y="12429"/>
                    </a:cubicBezTo>
                    <a:cubicBezTo>
                      <a:pt x="21036" y="12197"/>
                      <a:pt x="20706" y="12171"/>
                      <a:pt x="20554" y="11965"/>
                    </a:cubicBezTo>
                    <a:cubicBezTo>
                      <a:pt x="20421" y="11725"/>
                      <a:pt x="20073" y="11769"/>
                      <a:pt x="19921" y="11546"/>
                    </a:cubicBezTo>
                    <a:cubicBezTo>
                      <a:pt x="19796" y="11359"/>
                      <a:pt x="19653" y="11154"/>
                      <a:pt x="19421" y="11082"/>
                    </a:cubicBezTo>
                    <a:cubicBezTo>
                      <a:pt x="19413" y="11073"/>
                      <a:pt x="19377" y="11038"/>
                      <a:pt x="19368" y="11029"/>
                    </a:cubicBezTo>
                    <a:cubicBezTo>
                      <a:pt x="19404" y="10824"/>
                      <a:pt x="19582" y="10699"/>
                      <a:pt x="19698" y="10538"/>
                    </a:cubicBezTo>
                    <a:cubicBezTo>
                      <a:pt x="20082" y="10021"/>
                      <a:pt x="20519" y="9539"/>
                      <a:pt x="20840" y="8977"/>
                    </a:cubicBezTo>
                    <a:cubicBezTo>
                      <a:pt x="20885" y="8888"/>
                      <a:pt x="21018" y="8620"/>
                      <a:pt x="20858" y="8611"/>
                    </a:cubicBezTo>
                    <a:cubicBezTo>
                      <a:pt x="20876" y="8522"/>
                      <a:pt x="20885" y="8415"/>
                      <a:pt x="20777" y="8379"/>
                    </a:cubicBezTo>
                    <a:cubicBezTo>
                      <a:pt x="20653" y="8103"/>
                      <a:pt x="20331" y="8058"/>
                      <a:pt x="20144" y="7844"/>
                    </a:cubicBezTo>
                    <a:cubicBezTo>
                      <a:pt x="20073" y="7781"/>
                      <a:pt x="19992" y="7719"/>
                      <a:pt x="19903" y="7701"/>
                    </a:cubicBezTo>
                    <a:cubicBezTo>
                      <a:pt x="19627" y="7442"/>
                      <a:pt x="19252" y="7246"/>
                      <a:pt x="18913" y="7068"/>
                    </a:cubicBezTo>
                    <a:cubicBezTo>
                      <a:pt x="18699" y="6898"/>
                      <a:pt x="18494" y="6693"/>
                      <a:pt x="18235" y="6622"/>
                    </a:cubicBezTo>
                    <a:cubicBezTo>
                      <a:pt x="18092" y="6461"/>
                      <a:pt x="17896" y="6318"/>
                      <a:pt x="17691" y="6256"/>
                    </a:cubicBezTo>
                    <a:cubicBezTo>
                      <a:pt x="17379" y="6078"/>
                      <a:pt x="17057" y="5890"/>
                      <a:pt x="16727" y="5739"/>
                    </a:cubicBezTo>
                    <a:cubicBezTo>
                      <a:pt x="16344" y="5400"/>
                      <a:pt x="15853" y="5123"/>
                      <a:pt x="15362" y="4936"/>
                    </a:cubicBezTo>
                    <a:cubicBezTo>
                      <a:pt x="15139" y="4864"/>
                      <a:pt x="14997" y="4659"/>
                      <a:pt x="14774" y="4606"/>
                    </a:cubicBezTo>
                    <a:cubicBezTo>
                      <a:pt x="14506" y="4579"/>
                      <a:pt x="14417" y="4276"/>
                      <a:pt x="14194" y="4186"/>
                    </a:cubicBezTo>
                    <a:cubicBezTo>
                      <a:pt x="13962" y="4133"/>
                      <a:pt x="13819" y="3928"/>
                      <a:pt x="13587" y="3865"/>
                    </a:cubicBezTo>
                    <a:cubicBezTo>
                      <a:pt x="13623" y="3794"/>
                      <a:pt x="13507" y="3767"/>
                      <a:pt x="13462" y="3749"/>
                    </a:cubicBezTo>
                    <a:cubicBezTo>
                      <a:pt x="13123" y="3651"/>
                      <a:pt x="12775" y="3544"/>
                      <a:pt x="12499" y="3321"/>
                    </a:cubicBezTo>
                    <a:cubicBezTo>
                      <a:pt x="12320" y="3169"/>
                      <a:pt x="12044" y="3196"/>
                      <a:pt x="11865" y="3044"/>
                    </a:cubicBezTo>
                    <a:cubicBezTo>
                      <a:pt x="11482" y="2768"/>
                      <a:pt x="11098" y="2500"/>
                      <a:pt x="10652" y="2331"/>
                    </a:cubicBezTo>
                    <a:cubicBezTo>
                      <a:pt x="10536" y="2295"/>
                      <a:pt x="10465" y="2170"/>
                      <a:pt x="10340" y="2152"/>
                    </a:cubicBezTo>
                    <a:cubicBezTo>
                      <a:pt x="9724" y="1840"/>
                      <a:pt x="9180" y="1412"/>
                      <a:pt x="8547" y="1126"/>
                    </a:cubicBezTo>
                    <a:cubicBezTo>
                      <a:pt x="8377" y="930"/>
                      <a:pt x="8047" y="930"/>
                      <a:pt x="7860" y="743"/>
                    </a:cubicBezTo>
                    <a:cubicBezTo>
                      <a:pt x="7797" y="680"/>
                      <a:pt x="7708" y="671"/>
                      <a:pt x="7628" y="645"/>
                    </a:cubicBezTo>
                    <a:cubicBezTo>
                      <a:pt x="7423" y="591"/>
                      <a:pt x="7289" y="413"/>
                      <a:pt x="7102" y="341"/>
                    </a:cubicBezTo>
                    <a:lnTo>
                      <a:pt x="7057" y="350"/>
                    </a:lnTo>
                    <a:cubicBezTo>
                      <a:pt x="7012" y="270"/>
                      <a:pt x="6905" y="225"/>
                      <a:pt x="6816" y="199"/>
                    </a:cubicBezTo>
                    <a:cubicBezTo>
                      <a:pt x="6759" y="79"/>
                      <a:pt x="6603" y="0"/>
                      <a:pt x="64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6"/>
              <p:cNvSpPr/>
              <p:nvPr/>
            </p:nvSpPr>
            <p:spPr>
              <a:xfrm rot="7697233">
                <a:off x="7199172" y="203863"/>
                <a:ext cx="382982" cy="369324"/>
              </a:xfrm>
              <a:custGeom>
                <a:avLst/>
                <a:gdLst/>
                <a:ahLst/>
                <a:cxnLst/>
                <a:rect l="l" t="t" r="r" b="b"/>
                <a:pathLst>
                  <a:path w="23891" h="23039" extrusionOk="0">
                    <a:moveTo>
                      <a:pt x="6466" y="0"/>
                    </a:moveTo>
                    <a:cubicBezTo>
                      <a:pt x="6348" y="0"/>
                      <a:pt x="6244" y="58"/>
                      <a:pt x="6227" y="199"/>
                    </a:cubicBezTo>
                    <a:cubicBezTo>
                      <a:pt x="6218" y="216"/>
                      <a:pt x="6209" y="252"/>
                      <a:pt x="6201" y="261"/>
                    </a:cubicBezTo>
                    <a:cubicBezTo>
                      <a:pt x="6022" y="431"/>
                      <a:pt x="5888" y="654"/>
                      <a:pt x="5799" y="868"/>
                    </a:cubicBezTo>
                    <a:cubicBezTo>
                      <a:pt x="5719" y="912"/>
                      <a:pt x="5683" y="993"/>
                      <a:pt x="5656" y="1073"/>
                    </a:cubicBezTo>
                    <a:cubicBezTo>
                      <a:pt x="5638" y="1091"/>
                      <a:pt x="5612" y="1144"/>
                      <a:pt x="5603" y="1162"/>
                    </a:cubicBezTo>
                    <a:cubicBezTo>
                      <a:pt x="5594" y="1189"/>
                      <a:pt x="5567" y="1233"/>
                      <a:pt x="5558" y="1260"/>
                    </a:cubicBezTo>
                    <a:cubicBezTo>
                      <a:pt x="5460" y="1332"/>
                      <a:pt x="5451" y="1483"/>
                      <a:pt x="5415" y="1599"/>
                    </a:cubicBezTo>
                    <a:cubicBezTo>
                      <a:pt x="5264" y="1581"/>
                      <a:pt x="5094" y="1626"/>
                      <a:pt x="4978" y="1510"/>
                    </a:cubicBezTo>
                    <a:cubicBezTo>
                      <a:pt x="4792" y="1445"/>
                      <a:pt x="4672" y="1189"/>
                      <a:pt x="4471" y="1189"/>
                    </a:cubicBezTo>
                    <a:cubicBezTo>
                      <a:pt x="4451" y="1189"/>
                      <a:pt x="4430" y="1192"/>
                      <a:pt x="4407" y="1198"/>
                    </a:cubicBezTo>
                    <a:cubicBezTo>
                      <a:pt x="4167" y="1296"/>
                      <a:pt x="3854" y="1180"/>
                      <a:pt x="3676" y="1394"/>
                    </a:cubicBezTo>
                    <a:cubicBezTo>
                      <a:pt x="3604" y="1465"/>
                      <a:pt x="3489" y="1465"/>
                      <a:pt x="3435" y="1546"/>
                    </a:cubicBezTo>
                    <a:cubicBezTo>
                      <a:pt x="3194" y="1546"/>
                      <a:pt x="3051" y="1813"/>
                      <a:pt x="2918" y="1983"/>
                    </a:cubicBezTo>
                    <a:cubicBezTo>
                      <a:pt x="2596" y="2598"/>
                      <a:pt x="2159" y="3160"/>
                      <a:pt x="1892" y="3812"/>
                    </a:cubicBezTo>
                    <a:cubicBezTo>
                      <a:pt x="1722" y="4035"/>
                      <a:pt x="1579" y="4284"/>
                      <a:pt x="1428" y="4525"/>
                    </a:cubicBezTo>
                    <a:cubicBezTo>
                      <a:pt x="1249" y="4677"/>
                      <a:pt x="1312" y="5007"/>
                      <a:pt x="1133" y="5159"/>
                    </a:cubicBezTo>
                    <a:cubicBezTo>
                      <a:pt x="955" y="5471"/>
                      <a:pt x="705" y="5783"/>
                      <a:pt x="696" y="6167"/>
                    </a:cubicBezTo>
                    <a:lnTo>
                      <a:pt x="661" y="6176"/>
                    </a:lnTo>
                    <a:cubicBezTo>
                      <a:pt x="545" y="6702"/>
                      <a:pt x="295" y="7175"/>
                      <a:pt x="81" y="7665"/>
                    </a:cubicBezTo>
                    <a:cubicBezTo>
                      <a:pt x="99" y="7844"/>
                      <a:pt x="0" y="8103"/>
                      <a:pt x="179" y="8228"/>
                    </a:cubicBezTo>
                    <a:cubicBezTo>
                      <a:pt x="509" y="8665"/>
                      <a:pt x="1107" y="8825"/>
                      <a:pt x="1330" y="9343"/>
                    </a:cubicBezTo>
                    <a:cubicBezTo>
                      <a:pt x="1410" y="9530"/>
                      <a:pt x="1678" y="9539"/>
                      <a:pt x="1758" y="9726"/>
                    </a:cubicBezTo>
                    <a:cubicBezTo>
                      <a:pt x="1874" y="9949"/>
                      <a:pt x="2293" y="9940"/>
                      <a:pt x="2284" y="10208"/>
                    </a:cubicBezTo>
                    <a:cubicBezTo>
                      <a:pt x="2097" y="10574"/>
                      <a:pt x="1918" y="10948"/>
                      <a:pt x="1669" y="11270"/>
                    </a:cubicBezTo>
                    <a:cubicBezTo>
                      <a:pt x="1526" y="11519"/>
                      <a:pt x="1481" y="11823"/>
                      <a:pt x="1240" y="12001"/>
                    </a:cubicBezTo>
                    <a:cubicBezTo>
                      <a:pt x="1151" y="12197"/>
                      <a:pt x="991" y="12358"/>
                      <a:pt x="964" y="12581"/>
                    </a:cubicBezTo>
                    <a:cubicBezTo>
                      <a:pt x="937" y="12893"/>
                      <a:pt x="803" y="13179"/>
                      <a:pt x="669" y="13446"/>
                    </a:cubicBezTo>
                    <a:cubicBezTo>
                      <a:pt x="664" y="13445"/>
                      <a:pt x="658" y="13445"/>
                      <a:pt x="653" y="13445"/>
                    </a:cubicBezTo>
                    <a:cubicBezTo>
                      <a:pt x="560" y="13445"/>
                      <a:pt x="541" y="13584"/>
                      <a:pt x="482" y="13643"/>
                    </a:cubicBezTo>
                    <a:cubicBezTo>
                      <a:pt x="455" y="13821"/>
                      <a:pt x="348" y="14035"/>
                      <a:pt x="455" y="14205"/>
                    </a:cubicBezTo>
                    <a:cubicBezTo>
                      <a:pt x="661" y="14588"/>
                      <a:pt x="1035" y="14820"/>
                      <a:pt x="1339" y="15106"/>
                    </a:cubicBezTo>
                    <a:cubicBezTo>
                      <a:pt x="1570" y="15355"/>
                      <a:pt x="1909" y="15462"/>
                      <a:pt x="2159" y="15685"/>
                    </a:cubicBezTo>
                    <a:cubicBezTo>
                      <a:pt x="2864" y="16132"/>
                      <a:pt x="3658" y="16426"/>
                      <a:pt x="4309" y="16943"/>
                    </a:cubicBezTo>
                    <a:lnTo>
                      <a:pt x="4318" y="16988"/>
                    </a:lnTo>
                    <a:cubicBezTo>
                      <a:pt x="4532" y="17041"/>
                      <a:pt x="4693" y="17175"/>
                      <a:pt x="4853" y="17318"/>
                    </a:cubicBezTo>
                    <a:cubicBezTo>
                      <a:pt x="5112" y="17354"/>
                      <a:pt x="5291" y="17568"/>
                      <a:pt x="5514" y="17666"/>
                    </a:cubicBezTo>
                    <a:cubicBezTo>
                      <a:pt x="6040" y="17898"/>
                      <a:pt x="6548" y="18201"/>
                      <a:pt x="6994" y="18549"/>
                    </a:cubicBezTo>
                    <a:cubicBezTo>
                      <a:pt x="7093" y="18772"/>
                      <a:pt x="6736" y="18692"/>
                      <a:pt x="6718" y="18879"/>
                    </a:cubicBezTo>
                    <a:cubicBezTo>
                      <a:pt x="6788" y="19062"/>
                      <a:pt x="6774" y="19107"/>
                      <a:pt x="6727" y="19107"/>
                    </a:cubicBezTo>
                    <a:cubicBezTo>
                      <a:pt x="6682" y="19107"/>
                      <a:pt x="6605" y="19065"/>
                      <a:pt x="6539" y="19065"/>
                    </a:cubicBezTo>
                    <a:cubicBezTo>
                      <a:pt x="6533" y="19065"/>
                      <a:pt x="6527" y="19066"/>
                      <a:pt x="6522" y="19067"/>
                    </a:cubicBezTo>
                    <a:cubicBezTo>
                      <a:pt x="6513" y="19165"/>
                      <a:pt x="6548" y="19254"/>
                      <a:pt x="6575" y="19352"/>
                    </a:cubicBezTo>
                    <a:cubicBezTo>
                      <a:pt x="6504" y="19388"/>
                      <a:pt x="6361" y="19468"/>
                      <a:pt x="6290" y="19504"/>
                    </a:cubicBezTo>
                    <a:cubicBezTo>
                      <a:pt x="6388" y="19816"/>
                      <a:pt x="5942" y="19976"/>
                      <a:pt x="6067" y="20280"/>
                    </a:cubicBezTo>
                    <a:cubicBezTo>
                      <a:pt x="6031" y="20440"/>
                      <a:pt x="5817" y="20530"/>
                      <a:pt x="5763" y="20690"/>
                    </a:cubicBezTo>
                    <a:cubicBezTo>
                      <a:pt x="5808" y="20753"/>
                      <a:pt x="5915" y="20788"/>
                      <a:pt x="5888" y="20877"/>
                    </a:cubicBezTo>
                    <a:cubicBezTo>
                      <a:pt x="5799" y="20913"/>
                      <a:pt x="5710" y="20967"/>
                      <a:pt x="5763" y="21074"/>
                    </a:cubicBezTo>
                    <a:cubicBezTo>
                      <a:pt x="5906" y="21109"/>
                      <a:pt x="5870" y="21306"/>
                      <a:pt x="5977" y="21395"/>
                    </a:cubicBezTo>
                    <a:cubicBezTo>
                      <a:pt x="6325" y="21903"/>
                      <a:pt x="6923" y="22126"/>
                      <a:pt x="7449" y="22412"/>
                    </a:cubicBezTo>
                    <a:cubicBezTo>
                      <a:pt x="7472" y="22408"/>
                      <a:pt x="7495" y="22407"/>
                      <a:pt x="7517" y="22407"/>
                    </a:cubicBezTo>
                    <a:cubicBezTo>
                      <a:pt x="7763" y="22407"/>
                      <a:pt x="7992" y="22595"/>
                      <a:pt x="8238" y="22595"/>
                    </a:cubicBezTo>
                    <a:cubicBezTo>
                      <a:pt x="8260" y="22595"/>
                      <a:pt x="8283" y="22594"/>
                      <a:pt x="8306" y="22590"/>
                    </a:cubicBezTo>
                    <a:cubicBezTo>
                      <a:pt x="8805" y="22680"/>
                      <a:pt x="9296" y="22858"/>
                      <a:pt x="9814" y="22903"/>
                    </a:cubicBezTo>
                    <a:cubicBezTo>
                      <a:pt x="10095" y="22938"/>
                      <a:pt x="10376" y="23039"/>
                      <a:pt x="10655" y="23039"/>
                    </a:cubicBezTo>
                    <a:cubicBezTo>
                      <a:pt x="10792" y="23039"/>
                      <a:pt x="10928" y="23015"/>
                      <a:pt x="11062" y="22947"/>
                    </a:cubicBezTo>
                    <a:cubicBezTo>
                      <a:pt x="11155" y="22974"/>
                      <a:pt x="11223" y="23005"/>
                      <a:pt x="11314" y="23005"/>
                    </a:cubicBezTo>
                    <a:cubicBezTo>
                      <a:pt x="11345" y="23005"/>
                      <a:pt x="11380" y="23001"/>
                      <a:pt x="11419" y="22992"/>
                    </a:cubicBezTo>
                    <a:cubicBezTo>
                      <a:pt x="11767" y="22947"/>
                      <a:pt x="12151" y="22911"/>
                      <a:pt x="12427" y="22662"/>
                    </a:cubicBezTo>
                    <a:cubicBezTo>
                      <a:pt x="12677" y="22662"/>
                      <a:pt x="12865" y="22403"/>
                      <a:pt x="13105" y="22332"/>
                    </a:cubicBezTo>
                    <a:cubicBezTo>
                      <a:pt x="13248" y="22073"/>
                      <a:pt x="13525" y="21948"/>
                      <a:pt x="13712" y="21734"/>
                    </a:cubicBezTo>
                    <a:cubicBezTo>
                      <a:pt x="14105" y="21457"/>
                      <a:pt x="14390" y="21065"/>
                      <a:pt x="14711" y="20717"/>
                    </a:cubicBezTo>
                    <a:cubicBezTo>
                      <a:pt x="14754" y="20724"/>
                      <a:pt x="14803" y="20749"/>
                      <a:pt x="14853" y="20749"/>
                    </a:cubicBezTo>
                    <a:cubicBezTo>
                      <a:pt x="14865" y="20749"/>
                      <a:pt x="14877" y="20747"/>
                      <a:pt x="14890" y="20744"/>
                    </a:cubicBezTo>
                    <a:cubicBezTo>
                      <a:pt x="15023" y="20601"/>
                      <a:pt x="15148" y="20458"/>
                      <a:pt x="15327" y="20369"/>
                    </a:cubicBezTo>
                    <a:cubicBezTo>
                      <a:pt x="15532" y="20485"/>
                      <a:pt x="15773" y="20521"/>
                      <a:pt x="15960" y="20654"/>
                    </a:cubicBezTo>
                    <a:cubicBezTo>
                      <a:pt x="16103" y="20779"/>
                      <a:pt x="16317" y="20770"/>
                      <a:pt x="16486" y="20851"/>
                    </a:cubicBezTo>
                    <a:cubicBezTo>
                      <a:pt x="16568" y="20932"/>
                      <a:pt x="16680" y="20982"/>
                      <a:pt x="16796" y="20982"/>
                    </a:cubicBezTo>
                    <a:cubicBezTo>
                      <a:pt x="16832" y="20982"/>
                      <a:pt x="16869" y="20977"/>
                      <a:pt x="16906" y="20967"/>
                    </a:cubicBezTo>
                    <a:cubicBezTo>
                      <a:pt x="16987" y="20975"/>
                      <a:pt x="17067" y="20979"/>
                      <a:pt x="17148" y="20979"/>
                    </a:cubicBezTo>
                    <a:cubicBezTo>
                      <a:pt x="17487" y="20979"/>
                      <a:pt x="17825" y="20915"/>
                      <a:pt x="18164" y="20886"/>
                    </a:cubicBezTo>
                    <a:cubicBezTo>
                      <a:pt x="18190" y="20842"/>
                      <a:pt x="18262" y="20806"/>
                      <a:pt x="18262" y="20744"/>
                    </a:cubicBezTo>
                    <a:cubicBezTo>
                      <a:pt x="18324" y="20735"/>
                      <a:pt x="18387" y="20717"/>
                      <a:pt x="18458" y="20708"/>
                    </a:cubicBezTo>
                    <a:cubicBezTo>
                      <a:pt x="18506" y="20734"/>
                      <a:pt x="18545" y="20745"/>
                      <a:pt x="18578" y="20745"/>
                    </a:cubicBezTo>
                    <a:cubicBezTo>
                      <a:pt x="18734" y="20745"/>
                      <a:pt x="18748" y="20497"/>
                      <a:pt x="18895" y="20467"/>
                    </a:cubicBezTo>
                    <a:cubicBezTo>
                      <a:pt x="18928" y="20476"/>
                      <a:pt x="18959" y="20480"/>
                      <a:pt x="18988" y="20480"/>
                    </a:cubicBezTo>
                    <a:cubicBezTo>
                      <a:pt x="19224" y="20480"/>
                      <a:pt x="19332" y="20218"/>
                      <a:pt x="19546" y="20155"/>
                    </a:cubicBezTo>
                    <a:cubicBezTo>
                      <a:pt x="19814" y="19869"/>
                      <a:pt x="20207" y="19700"/>
                      <a:pt x="20394" y="19361"/>
                    </a:cubicBezTo>
                    <a:cubicBezTo>
                      <a:pt x="20572" y="19245"/>
                      <a:pt x="20760" y="19120"/>
                      <a:pt x="20885" y="18942"/>
                    </a:cubicBezTo>
                    <a:cubicBezTo>
                      <a:pt x="21081" y="18852"/>
                      <a:pt x="21206" y="18683"/>
                      <a:pt x="21322" y="18504"/>
                    </a:cubicBezTo>
                    <a:cubicBezTo>
                      <a:pt x="21518" y="18344"/>
                      <a:pt x="21723" y="18174"/>
                      <a:pt x="21875" y="17960"/>
                    </a:cubicBezTo>
                    <a:cubicBezTo>
                      <a:pt x="21928" y="17853"/>
                      <a:pt x="22080" y="17835"/>
                      <a:pt x="22116" y="17719"/>
                    </a:cubicBezTo>
                    <a:cubicBezTo>
                      <a:pt x="22365" y="17595"/>
                      <a:pt x="22499" y="17327"/>
                      <a:pt x="22696" y="17140"/>
                    </a:cubicBezTo>
                    <a:cubicBezTo>
                      <a:pt x="22999" y="16845"/>
                      <a:pt x="23302" y="16515"/>
                      <a:pt x="23543" y="16167"/>
                    </a:cubicBezTo>
                    <a:cubicBezTo>
                      <a:pt x="23561" y="16042"/>
                      <a:pt x="23579" y="15908"/>
                      <a:pt x="23695" y="15828"/>
                    </a:cubicBezTo>
                    <a:cubicBezTo>
                      <a:pt x="23748" y="15730"/>
                      <a:pt x="23891" y="15516"/>
                      <a:pt x="23713" y="15454"/>
                    </a:cubicBezTo>
                    <a:lnTo>
                      <a:pt x="23713" y="15409"/>
                    </a:lnTo>
                    <a:lnTo>
                      <a:pt x="23668" y="15418"/>
                    </a:lnTo>
                    <a:cubicBezTo>
                      <a:pt x="23623" y="15320"/>
                      <a:pt x="23507" y="15284"/>
                      <a:pt x="23516" y="15168"/>
                    </a:cubicBezTo>
                    <a:cubicBezTo>
                      <a:pt x="23489" y="14909"/>
                      <a:pt x="23035" y="14838"/>
                      <a:pt x="23150" y="14561"/>
                    </a:cubicBezTo>
                    <a:cubicBezTo>
                      <a:pt x="23195" y="14419"/>
                      <a:pt x="23052" y="14267"/>
                      <a:pt x="23115" y="14124"/>
                    </a:cubicBezTo>
                    <a:cubicBezTo>
                      <a:pt x="22606" y="13687"/>
                      <a:pt x="22125" y="13205"/>
                      <a:pt x="21554" y="12849"/>
                    </a:cubicBezTo>
                    <a:cubicBezTo>
                      <a:pt x="21571" y="12617"/>
                      <a:pt x="21340" y="12501"/>
                      <a:pt x="21152" y="12429"/>
                    </a:cubicBezTo>
                    <a:cubicBezTo>
                      <a:pt x="21036" y="12197"/>
                      <a:pt x="20706" y="12171"/>
                      <a:pt x="20554" y="11965"/>
                    </a:cubicBezTo>
                    <a:cubicBezTo>
                      <a:pt x="20421" y="11725"/>
                      <a:pt x="20073" y="11769"/>
                      <a:pt x="19921" y="11546"/>
                    </a:cubicBezTo>
                    <a:cubicBezTo>
                      <a:pt x="19796" y="11359"/>
                      <a:pt x="19653" y="11154"/>
                      <a:pt x="19421" y="11082"/>
                    </a:cubicBezTo>
                    <a:cubicBezTo>
                      <a:pt x="19413" y="11073"/>
                      <a:pt x="19377" y="11038"/>
                      <a:pt x="19368" y="11029"/>
                    </a:cubicBezTo>
                    <a:cubicBezTo>
                      <a:pt x="19404" y="10824"/>
                      <a:pt x="19582" y="10699"/>
                      <a:pt x="19698" y="10538"/>
                    </a:cubicBezTo>
                    <a:cubicBezTo>
                      <a:pt x="20082" y="10021"/>
                      <a:pt x="20519" y="9539"/>
                      <a:pt x="20840" y="8977"/>
                    </a:cubicBezTo>
                    <a:cubicBezTo>
                      <a:pt x="20885" y="8888"/>
                      <a:pt x="21018" y="8620"/>
                      <a:pt x="20858" y="8611"/>
                    </a:cubicBezTo>
                    <a:cubicBezTo>
                      <a:pt x="20876" y="8522"/>
                      <a:pt x="20885" y="8415"/>
                      <a:pt x="20777" y="8379"/>
                    </a:cubicBezTo>
                    <a:cubicBezTo>
                      <a:pt x="20653" y="8103"/>
                      <a:pt x="20331" y="8058"/>
                      <a:pt x="20144" y="7844"/>
                    </a:cubicBezTo>
                    <a:cubicBezTo>
                      <a:pt x="20073" y="7781"/>
                      <a:pt x="19992" y="7719"/>
                      <a:pt x="19903" y="7701"/>
                    </a:cubicBezTo>
                    <a:cubicBezTo>
                      <a:pt x="19627" y="7442"/>
                      <a:pt x="19252" y="7246"/>
                      <a:pt x="18913" y="7068"/>
                    </a:cubicBezTo>
                    <a:cubicBezTo>
                      <a:pt x="18699" y="6898"/>
                      <a:pt x="18494" y="6693"/>
                      <a:pt x="18235" y="6622"/>
                    </a:cubicBezTo>
                    <a:cubicBezTo>
                      <a:pt x="18092" y="6461"/>
                      <a:pt x="17896" y="6318"/>
                      <a:pt x="17691" y="6256"/>
                    </a:cubicBezTo>
                    <a:cubicBezTo>
                      <a:pt x="17379" y="6078"/>
                      <a:pt x="17057" y="5890"/>
                      <a:pt x="16727" y="5739"/>
                    </a:cubicBezTo>
                    <a:cubicBezTo>
                      <a:pt x="16344" y="5400"/>
                      <a:pt x="15853" y="5123"/>
                      <a:pt x="15362" y="4936"/>
                    </a:cubicBezTo>
                    <a:cubicBezTo>
                      <a:pt x="15139" y="4864"/>
                      <a:pt x="14997" y="4659"/>
                      <a:pt x="14774" y="4606"/>
                    </a:cubicBezTo>
                    <a:cubicBezTo>
                      <a:pt x="14506" y="4579"/>
                      <a:pt x="14417" y="4276"/>
                      <a:pt x="14194" y="4186"/>
                    </a:cubicBezTo>
                    <a:cubicBezTo>
                      <a:pt x="13962" y="4133"/>
                      <a:pt x="13819" y="3928"/>
                      <a:pt x="13587" y="3865"/>
                    </a:cubicBezTo>
                    <a:cubicBezTo>
                      <a:pt x="13623" y="3794"/>
                      <a:pt x="13507" y="3767"/>
                      <a:pt x="13462" y="3749"/>
                    </a:cubicBezTo>
                    <a:cubicBezTo>
                      <a:pt x="13123" y="3651"/>
                      <a:pt x="12775" y="3544"/>
                      <a:pt x="12499" y="3321"/>
                    </a:cubicBezTo>
                    <a:cubicBezTo>
                      <a:pt x="12320" y="3169"/>
                      <a:pt x="12044" y="3196"/>
                      <a:pt x="11865" y="3044"/>
                    </a:cubicBezTo>
                    <a:cubicBezTo>
                      <a:pt x="11482" y="2768"/>
                      <a:pt x="11098" y="2500"/>
                      <a:pt x="10652" y="2331"/>
                    </a:cubicBezTo>
                    <a:cubicBezTo>
                      <a:pt x="10536" y="2295"/>
                      <a:pt x="10465" y="2170"/>
                      <a:pt x="10340" y="2152"/>
                    </a:cubicBezTo>
                    <a:cubicBezTo>
                      <a:pt x="9724" y="1840"/>
                      <a:pt x="9180" y="1412"/>
                      <a:pt x="8547" y="1126"/>
                    </a:cubicBezTo>
                    <a:cubicBezTo>
                      <a:pt x="8377" y="930"/>
                      <a:pt x="8047" y="930"/>
                      <a:pt x="7860" y="743"/>
                    </a:cubicBezTo>
                    <a:cubicBezTo>
                      <a:pt x="7797" y="680"/>
                      <a:pt x="7708" y="671"/>
                      <a:pt x="7628" y="645"/>
                    </a:cubicBezTo>
                    <a:cubicBezTo>
                      <a:pt x="7423" y="591"/>
                      <a:pt x="7289" y="413"/>
                      <a:pt x="7102" y="341"/>
                    </a:cubicBezTo>
                    <a:lnTo>
                      <a:pt x="7057" y="350"/>
                    </a:lnTo>
                    <a:cubicBezTo>
                      <a:pt x="7012" y="270"/>
                      <a:pt x="6905" y="225"/>
                      <a:pt x="6816" y="199"/>
                    </a:cubicBezTo>
                    <a:cubicBezTo>
                      <a:pt x="6759" y="79"/>
                      <a:pt x="6603" y="0"/>
                      <a:pt x="64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6"/>
              <p:cNvSpPr/>
              <p:nvPr/>
            </p:nvSpPr>
            <p:spPr>
              <a:xfrm>
                <a:off x="6702775" y="203863"/>
                <a:ext cx="424304" cy="369316"/>
              </a:xfrm>
              <a:custGeom>
                <a:avLst/>
                <a:gdLst/>
                <a:ahLst/>
                <a:cxnLst/>
                <a:rect l="l" t="t" r="r" b="b"/>
                <a:pathLst>
                  <a:path w="24445" h="21277" extrusionOk="0">
                    <a:moveTo>
                      <a:pt x="9627" y="0"/>
                    </a:moveTo>
                    <a:cubicBezTo>
                      <a:pt x="9564" y="0"/>
                      <a:pt x="9439" y="0"/>
                      <a:pt x="9368" y="9"/>
                    </a:cubicBezTo>
                    <a:lnTo>
                      <a:pt x="9377" y="45"/>
                    </a:lnTo>
                    <a:cubicBezTo>
                      <a:pt x="9314" y="80"/>
                      <a:pt x="9243" y="87"/>
                      <a:pt x="9170" y="87"/>
                    </a:cubicBezTo>
                    <a:cubicBezTo>
                      <a:pt x="9127" y="87"/>
                      <a:pt x="9083" y="85"/>
                      <a:pt x="9040" y="85"/>
                    </a:cubicBezTo>
                    <a:cubicBezTo>
                      <a:pt x="9012" y="85"/>
                      <a:pt x="8984" y="86"/>
                      <a:pt x="8957" y="89"/>
                    </a:cubicBezTo>
                    <a:lnTo>
                      <a:pt x="8975" y="116"/>
                    </a:lnTo>
                    <a:cubicBezTo>
                      <a:pt x="8850" y="179"/>
                      <a:pt x="8770" y="303"/>
                      <a:pt x="8690" y="419"/>
                    </a:cubicBezTo>
                    <a:cubicBezTo>
                      <a:pt x="8675" y="445"/>
                      <a:pt x="8645" y="453"/>
                      <a:pt x="8609" y="453"/>
                    </a:cubicBezTo>
                    <a:cubicBezTo>
                      <a:pt x="8542" y="453"/>
                      <a:pt x="8452" y="425"/>
                      <a:pt x="8391" y="425"/>
                    </a:cubicBezTo>
                    <a:cubicBezTo>
                      <a:pt x="8347" y="425"/>
                      <a:pt x="8318" y="440"/>
                      <a:pt x="8324" y="491"/>
                    </a:cubicBezTo>
                    <a:cubicBezTo>
                      <a:pt x="8286" y="518"/>
                      <a:pt x="8248" y="528"/>
                      <a:pt x="8209" y="528"/>
                    </a:cubicBezTo>
                    <a:cubicBezTo>
                      <a:pt x="8096" y="528"/>
                      <a:pt x="7979" y="445"/>
                      <a:pt x="7872" y="445"/>
                    </a:cubicBezTo>
                    <a:cubicBezTo>
                      <a:pt x="7830" y="445"/>
                      <a:pt x="7791" y="457"/>
                      <a:pt x="7753" y="491"/>
                    </a:cubicBezTo>
                    <a:cubicBezTo>
                      <a:pt x="7673" y="509"/>
                      <a:pt x="7593" y="526"/>
                      <a:pt x="7521" y="544"/>
                    </a:cubicBezTo>
                    <a:cubicBezTo>
                      <a:pt x="7475" y="529"/>
                      <a:pt x="7430" y="521"/>
                      <a:pt x="7387" y="521"/>
                    </a:cubicBezTo>
                    <a:cubicBezTo>
                      <a:pt x="7208" y="521"/>
                      <a:pt x="7049" y="640"/>
                      <a:pt x="6941" y="776"/>
                    </a:cubicBezTo>
                    <a:cubicBezTo>
                      <a:pt x="6665" y="1249"/>
                      <a:pt x="6326" y="1695"/>
                      <a:pt x="6130" y="2195"/>
                    </a:cubicBezTo>
                    <a:cubicBezTo>
                      <a:pt x="5969" y="2445"/>
                      <a:pt x="5799" y="2703"/>
                      <a:pt x="5675" y="2971"/>
                    </a:cubicBezTo>
                    <a:cubicBezTo>
                      <a:pt x="5541" y="3096"/>
                      <a:pt x="5478" y="3292"/>
                      <a:pt x="5425" y="3470"/>
                    </a:cubicBezTo>
                    <a:lnTo>
                      <a:pt x="5407" y="3453"/>
                    </a:lnTo>
                    <a:cubicBezTo>
                      <a:pt x="5282" y="3890"/>
                      <a:pt x="4907" y="4238"/>
                      <a:pt x="4854" y="4702"/>
                    </a:cubicBezTo>
                    <a:cubicBezTo>
                      <a:pt x="4800" y="4764"/>
                      <a:pt x="4684" y="4791"/>
                      <a:pt x="4666" y="4880"/>
                    </a:cubicBezTo>
                    <a:cubicBezTo>
                      <a:pt x="4452" y="5049"/>
                      <a:pt x="4363" y="5362"/>
                      <a:pt x="4211" y="5594"/>
                    </a:cubicBezTo>
                    <a:cubicBezTo>
                      <a:pt x="4149" y="5603"/>
                      <a:pt x="4122" y="5638"/>
                      <a:pt x="4131" y="5692"/>
                    </a:cubicBezTo>
                    <a:cubicBezTo>
                      <a:pt x="4122" y="5710"/>
                      <a:pt x="4104" y="5745"/>
                      <a:pt x="4096" y="5772"/>
                    </a:cubicBezTo>
                    <a:cubicBezTo>
                      <a:pt x="3935" y="5843"/>
                      <a:pt x="3926" y="6058"/>
                      <a:pt x="3819" y="6182"/>
                    </a:cubicBezTo>
                    <a:cubicBezTo>
                      <a:pt x="3757" y="6289"/>
                      <a:pt x="3614" y="6361"/>
                      <a:pt x="3605" y="6504"/>
                    </a:cubicBezTo>
                    <a:cubicBezTo>
                      <a:pt x="3587" y="6539"/>
                      <a:pt x="3569" y="6575"/>
                      <a:pt x="3560" y="6620"/>
                    </a:cubicBezTo>
                    <a:cubicBezTo>
                      <a:pt x="3489" y="6771"/>
                      <a:pt x="3346" y="6878"/>
                      <a:pt x="3310" y="7039"/>
                    </a:cubicBezTo>
                    <a:cubicBezTo>
                      <a:pt x="3239" y="7039"/>
                      <a:pt x="3230" y="7155"/>
                      <a:pt x="3186" y="7199"/>
                    </a:cubicBezTo>
                    <a:cubicBezTo>
                      <a:pt x="3070" y="7271"/>
                      <a:pt x="3025" y="7467"/>
                      <a:pt x="2963" y="7601"/>
                    </a:cubicBezTo>
                    <a:cubicBezTo>
                      <a:pt x="3025" y="7788"/>
                      <a:pt x="2811" y="7949"/>
                      <a:pt x="2847" y="8136"/>
                    </a:cubicBezTo>
                    <a:lnTo>
                      <a:pt x="2838" y="8163"/>
                    </a:lnTo>
                    <a:cubicBezTo>
                      <a:pt x="2775" y="8172"/>
                      <a:pt x="2740" y="8225"/>
                      <a:pt x="2757" y="8288"/>
                    </a:cubicBezTo>
                    <a:lnTo>
                      <a:pt x="2722" y="8297"/>
                    </a:lnTo>
                    <a:cubicBezTo>
                      <a:pt x="2615" y="8529"/>
                      <a:pt x="2365" y="8734"/>
                      <a:pt x="2383" y="9019"/>
                    </a:cubicBezTo>
                    <a:cubicBezTo>
                      <a:pt x="2222" y="9117"/>
                      <a:pt x="2249" y="9358"/>
                      <a:pt x="2160" y="9519"/>
                    </a:cubicBezTo>
                    <a:cubicBezTo>
                      <a:pt x="2088" y="9742"/>
                      <a:pt x="1937" y="9929"/>
                      <a:pt x="1874" y="10161"/>
                    </a:cubicBezTo>
                    <a:cubicBezTo>
                      <a:pt x="1855" y="10158"/>
                      <a:pt x="1837" y="10156"/>
                      <a:pt x="1819" y="10156"/>
                    </a:cubicBezTo>
                    <a:cubicBezTo>
                      <a:pt x="1495" y="10156"/>
                      <a:pt x="1386" y="10671"/>
                      <a:pt x="1589" y="10866"/>
                    </a:cubicBezTo>
                    <a:cubicBezTo>
                      <a:pt x="1717" y="10934"/>
                      <a:pt x="1788" y="11117"/>
                      <a:pt x="1950" y="11117"/>
                    </a:cubicBezTo>
                    <a:cubicBezTo>
                      <a:pt x="1957" y="11117"/>
                      <a:pt x="1965" y="11116"/>
                      <a:pt x="1972" y="11116"/>
                    </a:cubicBezTo>
                    <a:cubicBezTo>
                      <a:pt x="1995" y="11101"/>
                      <a:pt x="2016" y="11095"/>
                      <a:pt x="2036" y="11095"/>
                    </a:cubicBezTo>
                    <a:cubicBezTo>
                      <a:pt x="2111" y="11095"/>
                      <a:pt x="2172" y="11179"/>
                      <a:pt x="2260" y="11179"/>
                    </a:cubicBezTo>
                    <a:cubicBezTo>
                      <a:pt x="2276" y="11179"/>
                      <a:pt x="2293" y="11176"/>
                      <a:pt x="2311" y="11169"/>
                    </a:cubicBezTo>
                    <a:cubicBezTo>
                      <a:pt x="2365" y="11223"/>
                      <a:pt x="2445" y="11258"/>
                      <a:pt x="2463" y="11339"/>
                    </a:cubicBezTo>
                    <a:cubicBezTo>
                      <a:pt x="2463" y="11464"/>
                      <a:pt x="2632" y="11473"/>
                      <a:pt x="2713" y="11544"/>
                    </a:cubicBezTo>
                    <a:cubicBezTo>
                      <a:pt x="2713" y="11606"/>
                      <a:pt x="2686" y="11678"/>
                      <a:pt x="2668" y="11740"/>
                    </a:cubicBezTo>
                    <a:cubicBezTo>
                      <a:pt x="2597" y="11776"/>
                      <a:pt x="2570" y="11856"/>
                      <a:pt x="2534" y="11928"/>
                    </a:cubicBezTo>
                    <a:cubicBezTo>
                      <a:pt x="2472" y="12044"/>
                      <a:pt x="2329" y="12124"/>
                      <a:pt x="2311" y="12267"/>
                    </a:cubicBezTo>
                    <a:cubicBezTo>
                      <a:pt x="2231" y="12293"/>
                      <a:pt x="2195" y="12374"/>
                      <a:pt x="2151" y="12436"/>
                    </a:cubicBezTo>
                    <a:cubicBezTo>
                      <a:pt x="2079" y="12534"/>
                      <a:pt x="1963" y="12588"/>
                      <a:pt x="1937" y="12713"/>
                    </a:cubicBezTo>
                    <a:cubicBezTo>
                      <a:pt x="1794" y="12918"/>
                      <a:pt x="1633" y="13141"/>
                      <a:pt x="1499" y="13364"/>
                    </a:cubicBezTo>
                    <a:cubicBezTo>
                      <a:pt x="1384" y="13417"/>
                      <a:pt x="1259" y="13596"/>
                      <a:pt x="1259" y="13738"/>
                    </a:cubicBezTo>
                    <a:cubicBezTo>
                      <a:pt x="1152" y="13837"/>
                      <a:pt x="1053" y="13953"/>
                      <a:pt x="1018" y="14095"/>
                    </a:cubicBezTo>
                    <a:cubicBezTo>
                      <a:pt x="893" y="14220"/>
                      <a:pt x="813" y="14416"/>
                      <a:pt x="732" y="14586"/>
                    </a:cubicBezTo>
                    <a:cubicBezTo>
                      <a:pt x="474" y="14648"/>
                      <a:pt x="349" y="14934"/>
                      <a:pt x="224" y="15139"/>
                    </a:cubicBezTo>
                    <a:cubicBezTo>
                      <a:pt x="72" y="15335"/>
                      <a:pt x="1" y="15594"/>
                      <a:pt x="36" y="15844"/>
                    </a:cubicBezTo>
                    <a:cubicBezTo>
                      <a:pt x="44" y="15845"/>
                      <a:pt x="52" y="15846"/>
                      <a:pt x="59" y="15846"/>
                    </a:cubicBezTo>
                    <a:cubicBezTo>
                      <a:pt x="153" y="15846"/>
                      <a:pt x="225" y="15760"/>
                      <a:pt x="322" y="15760"/>
                    </a:cubicBezTo>
                    <a:cubicBezTo>
                      <a:pt x="334" y="15760"/>
                      <a:pt x="345" y="15761"/>
                      <a:pt x="358" y="15764"/>
                    </a:cubicBezTo>
                    <a:cubicBezTo>
                      <a:pt x="438" y="15799"/>
                      <a:pt x="500" y="15880"/>
                      <a:pt x="598" y="15888"/>
                    </a:cubicBezTo>
                    <a:cubicBezTo>
                      <a:pt x="634" y="15924"/>
                      <a:pt x="661" y="15996"/>
                      <a:pt x="723" y="15996"/>
                    </a:cubicBezTo>
                    <a:cubicBezTo>
                      <a:pt x="732" y="16049"/>
                      <a:pt x="777" y="16076"/>
                      <a:pt x="813" y="16111"/>
                    </a:cubicBezTo>
                    <a:cubicBezTo>
                      <a:pt x="993" y="16144"/>
                      <a:pt x="1165" y="16230"/>
                      <a:pt x="1351" y="16230"/>
                    </a:cubicBezTo>
                    <a:cubicBezTo>
                      <a:pt x="1368" y="16230"/>
                      <a:pt x="1385" y="16229"/>
                      <a:pt x="1401" y="16227"/>
                    </a:cubicBezTo>
                    <a:cubicBezTo>
                      <a:pt x="1794" y="16424"/>
                      <a:pt x="2249" y="16442"/>
                      <a:pt x="2641" y="16647"/>
                    </a:cubicBezTo>
                    <a:cubicBezTo>
                      <a:pt x="2720" y="16726"/>
                      <a:pt x="2819" y="16738"/>
                      <a:pt x="2923" y="16738"/>
                    </a:cubicBezTo>
                    <a:cubicBezTo>
                      <a:pt x="2971" y="16738"/>
                      <a:pt x="3020" y="16735"/>
                      <a:pt x="3068" y="16735"/>
                    </a:cubicBezTo>
                    <a:cubicBezTo>
                      <a:pt x="3162" y="16735"/>
                      <a:pt x="3253" y="16746"/>
                      <a:pt x="3328" y="16807"/>
                    </a:cubicBezTo>
                    <a:cubicBezTo>
                      <a:pt x="3358" y="16798"/>
                      <a:pt x="3386" y="16794"/>
                      <a:pt x="3413" y="16794"/>
                    </a:cubicBezTo>
                    <a:cubicBezTo>
                      <a:pt x="3563" y="16794"/>
                      <a:pt x="3674" y="16922"/>
                      <a:pt x="3810" y="16968"/>
                    </a:cubicBezTo>
                    <a:cubicBezTo>
                      <a:pt x="3840" y="16953"/>
                      <a:pt x="3871" y="16949"/>
                      <a:pt x="3902" y="16949"/>
                    </a:cubicBezTo>
                    <a:cubicBezTo>
                      <a:pt x="3937" y="16949"/>
                      <a:pt x="3973" y="16954"/>
                      <a:pt x="4008" y="16954"/>
                    </a:cubicBezTo>
                    <a:cubicBezTo>
                      <a:pt x="4035" y="16954"/>
                      <a:pt x="4061" y="16951"/>
                      <a:pt x="4087" y="16941"/>
                    </a:cubicBezTo>
                    <a:cubicBezTo>
                      <a:pt x="4096" y="16941"/>
                      <a:pt x="4113" y="16950"/>
                      <a:pt x="4122" y="16959"/>
                    </a:cubicBezTo>
                    <a:cubicBezTo>
                      <a:pt x="4176" y="17057"/>
                      <a:pt x="4256" y="17111"/>
                      <a:pt x="4229" y="17253"/>
                    </a:cubicBezTo>
                    <a:cubicBezTo>
                      <a:pt x="4292" y="17289"/>
                      <a:pt x="4372" y="17298"/>
                      <a:pt x="4452" y="17316"/>
                    </a:cubicBezTo>
                    <a:cubicBezTo>
                      <a:pt x="4539" y="17386"/>
                      <a:pt x="4597" y="17492"/>
                      <a:pt x="4720" y="17492"/>
                    </a:cubicBezTo>
                    <a:cubicBezTo>
                      <a:pt x="4736" y="17492"/>
                      <a:pt x="4754" y="17490"/>
                      <a:pt x="4774" y="17485"/>
                    </a:cubicBezTo>
                    <a:cubicBezTo>
                      <a:pt x="4979" y="17601"/>
                      <a:pt x="5228" y="17601"/>
                      <a:pt x="5434" y="17708"/>
                    </a:cubicBezTo>
                    <a:cubicBezTo>
                      <a:pt x="5481" y="17739"/>
                      <a:pt x="5517" y="17751"/>
                      <a:pt x="5546" y="17751"/>
                    </a:cubicBezTo>
                    <a:cubicBezTo>
                      <a:pt x="5650" y="17751"/>
                      <a:pt x="5652" y="17587"/>
                      <a:pt x="5764" y="17566"/>
                    </a:cubicBezTo>
                    <a:cubicBezTo>
                      <a:pt x="5862" y="17592"/>
                      <a:pt x="5969" y="17601"/>
                      <a:pt x="6022" y="17690"/>
                    </a:cubicBezTo>
                    <a:cubicBezTo>
                      <a:pt x="6147" y="17878"/>
                      <a:pt x="6415" y="17780"/>
                      <a:pt x="6584" y="17896"/>
                    </a:cubicBezTo>
                    <a:cubicBezTo>
                      <a:pt x="6665" y="17922"/>
                      <a:pt x="6700" y="18012"/>
                      <a:pt x="6772" y="18029"/>
                    </a:cubicBezTo>
                    <a:cubicBezTo>
                      <a:pt x="6834" y="18137"/>
                      <a:pt x="6986" y="18145"/>
                      <a:pt x="7084" y="18208"/>
                    </a:cubicBezTo>
                    <a:cubicBezTo>
                      <a:pt x="7164" y="18386"/>
                      <a:pt x="7396" y="18404"/>
                      <a:pt x="7512" y="18547"/>
                    </a:cubicBezTo>
                    <a:cubicBezTo>
                      <a:pt x="7646" y="18654"/>
                      <a:pt x="7860" y="18556"/>
                      <a:pt x="7949" y="18725"/>
                    </a:cubicBezTo>
                    <a:cubicBezTo>
                      <a:pt x="7967" y="18754"/>
                      <a:pt x="7986" y="18765"/>
                      <a:pt x="8006" y="18765"/>
                    </a:cubicBezTo>
                    <a:cubicBezTo>
                      <a:pt x="8061" y="18765"/>
                      <a:pt x="8124" y="18679"/>
                      <a:pt x="8186" y="18679"/>
                    </a:cubicBezTo>
                    <a:cubicBezTo>
                      <a:pt x="8191" y="18679"/>
                      <a:pt x="8195" y="18680"/>
                      <a:pt x="8199" y="18681"/>
                    </a:cubicBezTo>
                    <a:cubicBezTo>
                      <a:pt x="8422" y="18752"/>
                      <a:pt x="8699" y="18788"/>
                      <a:pt x="8806" y="19046"/>
                    </a:cubicBezTo>
                    <a:cubicBezTo>
                      <a:pt x="8818" y="19109"/>
                      <a:pt x="8846" y="19128"/>
                      <a:pt x="8882" y="19128"/>
                    </a:cubicBezTo>
                    <a:cubicBezTo>
                      <a:pt x="8937" y="19128"/>
                      <a:pt x="9009" y="19084"/>
                      <a:pt x="9070" y="19084"/>
                    </a:cubicBezTo>
                    <a:cubicBezTo>
                      <a:pt x="9112" y="19084"/>
                      <a:pt x="9148" y="19104"/>
                      <a:pt x="9172" y="19171"/>
                    </a:cubicBezTo>
                    <a:cubicBezTo>
                      <a:pt x="9350" y="19323"/>
                      <a:pt x="9564" y="19421"/>
                      <a:pt x="9743" y="19573"/>
                    </a:cubicBezTo>
                    <a:cubicBezTo>
                      <a:pt x="9992" y="19591"/>
                      <a:pt x="10215" y="19698"/>
                      <a:pt x="10474" y="19698"/>
                    </a:cubicBezTo>
                    <a:lnTo>
                      <a:pt x="10465" y="19662"/>
                    </a:lnTo>
                    <a:cubicBezTo>
                      <a:pt x="10475" y="19659"/>
                      <a:pt x="10485" y="19658"/>
                      <a:pt x="10493" y="19658"/>
                    </a:cubicBezTo>
                    <a:cubicBezTo>
                      <a:pt x="10576" y="19658"/>
                      <a:pt x="10595" y="19765"/>
                      <a:pt x="10644" y="19814"/>
                    </a:cubicBezTo>
                    <a:cubicBezTo>
                      <a:pt x="10654" y="19816"/>
                      <a:pt x="10664" y="19817"/>
                      <a:pt x="10674" y="19817"/>
                    </a:cubicBezTo>
                    <a:cubicBezTo>
                      <a:pt x="10737" y="19817"/>
                      <a:pt x="10796" y="19777"/>
                      <a:pt x="10859" y="19777"/>
                    </a:cubicBezTo>
                    <a:cubicBezTo>
                      <a:pt x="10865" y="19777"/>
                      <a:pt x="10870" y="19777"/>
                      <a:pt x="10876" y="19778"/>
                    </a:cubicBezTo>
                    <a:cubicBezTo>
                      <a:pt x="10965" y="19840"/>
                      <a:pt x="11072" y="19867"/>
                      <a:pt x="11152" y="19948"/>
                    </a:cubicBezTo>
                    <a:cubicBezTo>
                      <a:pt x="11190" y="19974"/>
                      <a:pt x="11244" y="20005"/>
                      <a:pt x="11292" y="20005"/>
                    </a:cubicBezTo>
                    <a:cubicBezTo>
                      <a:pt x="11324" y="20005"/>
                      <a:pt x="11354" y="19992"/>
                      <a:pt x="11375" y="19956"/>
                    </a:cubicBezTo>
                    <a:cubicBezTo>
                      <a:pt x="11473" y="19992"/>
                      <a:pt x="11580" y="20046"/>
                      <a:pt x="11687" y="20072"/>
                    </a:cubicBezTo>
                    <a:cubicBezTo>
                      <a:pt x="11678" y="20251"/>
                      <a:pt x="11955" y="20206"/>
                      <a:pt x="12053" y="20313"/>
                    </a:cubicBezTo>
                    <a:cubicBezTo>
                      <a:pt x="12133" y="20483"/>
                      <a:pt x="12374" y="20465"/>
                      <a:pt x="12526" y="20483"/>
                    </a:cubicBezTo>
                    <a:cubicBezTo>
                      <a:pt x="12577" y="20526"/>
                      <a:pt x="12621" y="20593"/>
                      <a:pt x="12689" y="20593"/>
                    </a:cubicBezTo>
                    <a:cubicBezTo>
                      <a:pt x="12704" y="20593"/>
                      <a:pt x="12721" y="20589"/>
                      <a:pt x="12740" y="20581"/>
                    </a:cubicBezTo>
                    <a:cubicBezTo>
                      <a:pt x="12783" y="20565"/>
                      <a:pt x="12827" y="20562"/>
                      <a:pt x="12872" y="20562"/>
                    </a:cubicBezTo>
                    <a:cubicBezTo>
                      <a:pt x="12914" y="20562"/>
                      <a:pt x="12957" y="20565"/>
                      <a:pt x="13001" y="20565"/>
                    </a:cubicBezTo>
                    <a:cubicBezTo>
                      <a:pt x="13018" y="20565"/>
                      <a:pt x="13035" y="20564"/>
                      <a:pt x="13052" y="20563"/>
                    </a:cubicBezTo>
                    <a:cubicBezTo>
                      <a:pt x="13097" y="20661"/>
                      <a:pt x="13186" y="20750"/>
                      <a:pt x="13302" y="20768"/>
                    </a:cubicBezTo>
                    <a:cubicBezTo>
                      <a:pt x="13552" y="20947"/>
                      <a:pt x="13873" y="20929"/>
                      <a:pt x="14167" y="20956"/>
                    </a:cubicBezTo>
                    <a:cubicBezTo>
                      <a:pt x="14198" y="20941"/>
                      <a:pt x="14226" y="20934"/>
                      <a:pt x="14252" y="20934"/>
                    </a:cubicBezTo>
                    <a:cubicBezTo>
                      <a:pt x="14389" y="20934"/>
                      <a:pt x="14457" y="21117"/>
                      <a:pt x="14597" y="21117"/>
                    </a:cubicBezTo>
                    <a:cubicBezTo>
                      <a:pt x="14602" y="21117"/>
                      <a:pt x="14608" y="21117"/>
                      <a:pt x="14613" y="21116"/>
                    </a:cubicBezTo>
                    <a:cubicBezTo>
                      <a:pt x="14685" y="21110"/>
                      <a:pt x="14765" y="21068"/>
                      <a:pt x="14840" y="21068"/>
                    </a:cubicBezTo>
                    <a:cubicBezTo>
                      <a:pt x="14876" y="21068"/>
                      <a:pt x="14911" y="21078"/>
                      <a:pt x="14944" y="21107"/>
                    </a:cubicBezTo>
                    <a:cubicBezTo>
                      <a:pt x="15033" y="21169"/>
                      <a:pt x="15139" y="21232"/>
                      <a:pt x="15249" y="21232"/>
                    </a:cubicBezTo>
                    <a:cubicBezTo>
                      <a:pt x="15281" y="21232"/>
                      <a:pt x="15313" y="21226"/>
                      <a:pt x="15345" y="21214"/>
                    </a:cubicBezTo>
                    <a:cubicBezTo>
                      <a:pt x="15434" y="21223"/>
                      <a:pt x="15523" y="21277"/>
                      <a:pt x="15622" y="21277"/>
                    </a:cubicBezTo>
                    <a:cubicBezTo>
                      <a:pt x="15695" y="21247"/>
                      <a:pt x="15772" y="21238"/>
                      <a:pt x="15849" y="21238"/>
                    </a:cubicBezTo>
                    <a:cubicBezTo>
                      <a:pt x="15960" y="21238"/>
                      <a:pt x="16073" y="21257"/>
                      <a:pt x="16184" y="21268"/>
                    </a:cubicBezTo>
                    <a:cubicBezTo>
                      <a:pt x="16222" y="21232"/>
                      <a:pt x="16277" y="21221"/>
                      <a:pt x="16340" y="21221"/>
                    </a:cubicBezTo>
                    <a:cubicBezTo>
                      <a:pt x="16434" y="21221"/>
                      <a:pt x="16545" y="21245"/>
                      <a:pt x="16639" y="21245"/>
                    </a:cubicBezTo>
                    <a:cubicBezTo>
                      <a:pt x="16745" y="21245"/>
                      <a:pt x="16829" y="21214"/>
                      <a:pt x="16844" y="21080"/>
                    </a:cubicBezTo>
                    <a:cubicBezTo>
                      <a:pt x="16875" y="21074"/>
                      <a:pt x="16908" y="21072"/>
                      <a:pt x="16940" y="21072"/>
                    </a:cubicBezTo>
                    <a:cubicBezTo>
                      <a:pt x="17069" y="21072"/>
                      <a:pt x="17203" y="21110"/>
                      <a:pt x="17330" y="21110"/>
                    </a:cubicBezTo>
                    <a:cubicBezTo>
                      <a:pt x="17406" y="21110"/>
                      <a:pt x="17480" y="21097"/>
                      <a:pt x="17548" y="21054"/>
                    </a:cubicBezTo>
                    <a:cubicBezTo>
                      <a:pt x="17616" y="21054"/>
                      <a:pt x="17699" y="21070"/>
                      <a:pt x="17776" y="21070"/>
                    </a:cubicBezTo>
                    <a:cubicBezTo>
                      <a:pt x="17863" y="21070"/>
                      <a:pt x="17943" y="21050"/>
                      <a:pt x="17986" y="20964"/>
                    </a:cubicBezTo>
                    <a:cubicBezTo>
                      <a:pt x="18021" y="20947"/>
                      <a:pt x="18048" y="20920"/>
                      <a:pt x="18066" y="20875"/>
                    </a:cubicBezTo>
                    <a:cubicBezTo>
                      <a:pt x="18235" y="20786"/>
                      <a:pt x="18458" y="20795"/>
                      <a:pt x="18583" y="20625"/>
                    </a:cubicBezTo>
                    <a:cubicBezTo>
                      <a:pt x="18681" y="20518"/>
                      <a:pt x="18878" y="20492"/>
                      <a:pt x="18878" y="20313"/>
                    </a:cubicBezTo>
                    <a:cubicBezTo>
                      <a:pt x="19270" y="19930"/>
                      <a:pt x="19707" y="19582"/>
                      <a:pt x="20046" y="19171"/>
                    </a:cubicBezTo>
                    <a:cubicBezTo>
                      <a:pt x="20144" y="19136"/>
                      <a:pt x="20189" y="19020"/>
                      <a:pt x="20296" y="19002"/>
                    </a:cubicBezTo>
                    <a:cubicBezTo>
                      <a:pt x="20466" y="18948"/>
                      <a:pt x="20483" y="18734"/>
                      <a:pt x="20591" y="18609"/>
                    </a:cubicBezTo>
                    <a:cubicBezTo>
                      <a:pt x="20706" y="18529"/>
                      <a:pt x="20840" y="18449"/>
                      <a:pt x="20903" y="18315"/>
                    </a:cubicBezTo>
                    <a:cubicBezTo>
                      <a:pt x="20912" y="18306"/>
                      <a:pt x="20930" y="18288"/>
                      <a:pt x="20947" y="18279"/>
                    </a:cubicBezTo>
                    <a:cubicBezTo>
                      <a:pt x="21072" y="18172"/>
                      <a:pt x="21161" y="18003"/>
                      <a:pt x="21322" y="17922"/>
                    </a:cubicBezTo>
                    <a:cubicBezTo>
                      <a:pt x="21429" y="17735"/>
                      <a:pt x="21661" y="17619"/>
                      <a:pt x="21715" y="17423"/>
                    </a:cubicBezTo>
                    <a:cubicBezTo>
                      <a:pt x="21929" y="17289"/>
                      <a:pt x="22089" y="17057"/>
                      <a:pt x="22259" y="16870"/>
                    </a:cubicBezTo>
                    <a:cubicBezTo>
                      <a:pt x="22348" y="16870"/>
                      <a:pt x="22366" y="16682"/>
                      <a:pt x="22277" y="16682"/>
                    </a:cubicBezTo>
                    <a:cubicBezTo>
                      <a:pt x="22437" y="16513"/>
                      <a:pt x="22357" y="16254"/>
                      <a:pt x="22410" y="16040"/>
                    </a:cubicBezTo>
                    <a:cubicBezTo>
                      <a:pt x="22384" y="15924"/>
                      <a:pt x="22410" y="15772"/>
                      <a:pt x="22312" y="15683"/>
                    </a:cubicBezTo>
                    <a:cubicBezTo>
                      <a:pt x="22330" y="15451"/>
                      <a:pt x="22562" y="15344"/>
                      <a:pt x="22651" y="15157"/>
                    </a:cubicBezTo>
                    <a:cubicBezTo>
                      <a:pt x="22964" y="14782"/>
                      <a:pt x="23320" y="14443"/>
                      <a:pt x="23588" y="14060"/>
                    </a:cubicBezTo>
                    <a:cubicBezTo>
                      <a:pt x="23624" y="14033"/>
                      <a:pt x="23650" y="14006"/>
                      <a:pt x="23677" y="13979"/>
                    </a:cubicBezTo>
                    <a:cubicBezTo>
                      <a:pt x="23677" y="13970"/>
                      <a:pt x="23686" y="13953"/>
                      <a:pt x="23695" y="13944"/>
                    </a:cubicBezTo>
                    <a:cubicBezTo>
                      <a:pt x="23757" y="13935"/>
                      <a:pt x="23757" y="13854"/>
                      <a:pt x="23784" y="13810"/>
                    </a:cubicBezTo>
                    <a:cubicBezTo>
                      <a:pt x="24025" y="13685"/>
                      <a:pt x="24177" y="13453"/>
                      <a:pt x="24320" y="13239"/>
                    </a:cubicBezTo>
                    <a:lnTo>
                      <a:pt x="24355" y="13239"/>
                    </a:lnTo>
                    <a:cubicBezTo>
                      <a:pt x="24328" y="13141"/>
                      <a:pt x="24444" y="12873"/>
                      <a:pt x="24320" y="12873"/>
                    </a:cubicBezTo>
                    <a:cubicBezTo>
                      <a:pt x="24328" y="12793"/>
                      <a:pt x="24248" y="12757"/>
                      <a:pt x="24212" y="12704"/>
                    </a:cubicBezTo>
                    <a:cubicBezTo>
                      <a:pt x="24132" y="12588"/>
                      <a:pt x="24150" y="12445"/>
                      <a:pt x="24105" y="12320"/>
                    </a:cubicBezTo>
                    <a:cubicBezTo>
                      <a:pt x="23989" y="12177"/>
                      <a:pt x="23820" y="12088"/>
                      <a:pt x="23677" y="11972"/>
                    </a:cubicBezTo>
                    <a:cubicBezTo>
                      <a:pt x="23588" y="11919"/>
                      <a:pt x="23668" y="11776"/>
                      <a:pt x="23561" y="11731"/>
                    </a:cubicBezTo>
                    <a:cubicBezTo>
                      <a:pt x="23490" y="11606"/>
                      <a:pt x="23320" y="11624"/>
                      <a:pt x="23267" y="11490"/>
                    </a:cubicBezTo>
                    <a:cubicBezTo>
                      <a:pt x="23204" y="11321"/>
                      <a:pt x="23044" y="11250"/>
                      <a:pt x="22910" y="11160"/>
                    </a:cubicBezTo>
                    <a:cubicBezTo>
                      <a:pt x="22696" y="10911"/>
                      <a:pt x="22464" y="10688"/>
                      <a:pt x="22161" y="10554"/>
                    </a:cubicBezTo>
                    <a:lnTo>
                      <a:pt x="22170" y="10518"/>
                    </a:lnTo>
                    <a:lnTo>
                      <a:pt x="22125" y="10518"/>
                    </a:lnTo>
                    <a:cubicBezTo>
                      <a:pt x="22098" y="10464"/>
                      <a:pt x="22036" y="10456"/>
                      <a:pt x="21991" y="10429"/>
                    </a:cubicBezTo>
                    <a:cubicBezTo>
                      <a:pt x="22018" y="10375"/>
                      <a:pt x="21911" y="10384"/>
                      <a:pt x="21884" y="10366"/>
                    </a:cubicBezTo>
                    <a:cubicBezTo>
                      <a:pt x="21652" y="10108"/>
                      <a:pt x="21269" y="10054"/>
                      <a:pt x="21054" y="9769"/>
                    </a:cubicBezTo>
                    <a:cubicBezTo>
                      <a:pt x="21072" y="9671"/>
                      <a:pt x="21063" y="9537"/>
                      <a:pt x="21179" y="9492"/>
                    </a:cubicBezTo>
                    <a:cubicBezTo>
                      <a:pt x="21242" y="9430"/>
                      <a:pt x="21358" y="9412"/>
                      <a:pt x="21358" y="9305"/>
                    </a:cubicBezTo>
                    <a:cubicBezTo>
                      <a:pt x="21384" y="9162"/>
                      <a:pt x="21465" y="9046"/>
                      <a:pt x="21554" y="8939"/>
                    </a:cubicBezTo>
                    <a:cubicBezTo>
                      <a:pt x="21563" y="8930"/>
                      <a:pt x="21581" y="8903"/>
                      <a:pt x="21590" y="8894"/>
                    </a:cubicBezTo>
                    <a:cubicBezTo>
                      <a:pt x="21723" y="8859"/>
                      <a:pt x="21723" y="8680"/>
                      <a:pt x="21822" y="8600"/>
                    </a:cubicBezTo>
                    <a:cubicBezTo>
                      <a:pt x="21920" y="8439"/>
                      <a:pt x="22062" y="8297"/>
                      <a:pt x="22125" y="8127"/>
                    </a:cubicBezTo>
                    <a:cubicBezTo>
                      <a:pt x="22205" y="8091"/>
                      <a:pt x="22241" y="8002"/>
                      <a:pt x="22241" y="7922"/>
                    </a:cubicBezTo>
                    <a:cubicBezTo>
                      <a:pt x="22366" y="7842"/>
                      <a:pt x="22428" y="7699"/>
                      <a:pt x="22517" y="7583"/>
                    </a:cubicBezTo>
                    <a:cubicBezTo>
                      <a:pt x="22571" y="7467"/>
                      <a:pt x="22705" y="7369"/>
                      <a:pt x="22696" y="7235"/>
                    </a:cubicBezTo>
                    <a:lnTo>
                      <a:pt x="22696" y="7235"/>
                    </a:lnTo>
                    <a:lnTo>
                      <a:pt x="22660" y="7244"/>
                    </a:lnTo>
                    <a:cubicBezTo>
                      <a:pt x="22696" y="6923"/>
                      <a:pt x="22446" y="6700"/>
                      <a:pt x="22277" y="6477"/>
                    </a:cubicBezTo>
                    <a:cubicBezTo>
                      <a:pt x="22098" y="6361"/>
                      <a:pt x="21938" y="6227"/>
                      <a:pt x="21759" y="6138"/>
                    </a:cubicBezTo>
                    <a:cubicBezTo>
                      <a:pt x="21518" y="6022"/>
                      <a:pt x="21304" y="5808"/>
                      <a:pt x="21037" y="5763"/>
                    </a:cubicBezTo>
                    <a:cubicBezTo>
                      <a:pt x="20885" y="5719"/>
                      <a:pt x="20760" y="5576"/>
                      <a:pt x="20617" y="5531"/>
                    </a:cubicBezTo>
                    <a:cubicBezTo>
                      <a:pt x="20528" y="5406"/>
                      <a:pt x="20341" y="5344"/>
                      <a:pt x="20207" y="5255"/>
                    </a:cubicBezTo>
                    <a:cubicBezTo>
                      <a:pt x="19930" y="5192"/>
                      <a:pt x="19707" y="5032"/>
                      <a:pt x="19484" y="4871"/>
                    </a:cubicBezTo>
                    <a:cubicBezTo>
                      <a:pt x="19350" y="4764"/>
                      <a:pt x="19163" y="4693"/>
                      <a:pt x="19003" y="4639"/>
                    </a:cubicBezTo>
                    <a:cubicBezTo>
                      <a:pt x="18887" y="4461"/>
                      <a:pt x="18655" y="4389"/>
                      <a:pt x="18467" y="4345"/>
                    </a:cubicBezTo>
                    <a:cubicBezTo>
                      <a:pt x="18316" y="4282"/>
                      <a:pt x="18164" y="4166"/>
                      <a:pt x="18012" y="4086"/>
                    </a:cubicBezTo>
                    <a:cubicBezTo>
                      <a:pt x="17709" y="3997"/>
                      <a:pt x="17486" y="3693"/>
                      <a:pt x="17174" y="3658"/>
                    </a:cubicBezTo>
                    <a:cubicBezTo>
                      <a:pt x="17022" y="3542"/>
                      <a:pt x="16817" y="3444"/>
                      <a:pt x="16665" y="3310"/>
                    </a:cubicBezTo>
                    <a:cubicBezTo>
                      <a:pt x="16353" y="3158"/>
                      <a:pt x="16076" y="2908"/>
                      <a:pt x="15729" y="2864"/>
                    </a:cubicBezTo>
                    <a:cubicBezTo>
                      <a:pt x="15559" y="2739"/>
                      <a:pt x="15336" y="2739"/>
                      <a:pt x="15184" y="2605"/>
                    </a:cubicBezTo>
                    <a:cubicBezTo>
                      <a:pt x="14649" y="2311"/>
                      <a:pt x="14158" y="1882"/>
                      <a:pt x="13543" y="1767"/>
                    </a:cubicBezTo>
                    <a:cubicBezTo>
                      <a:pt x="13311" y="1722"/>
                      <a:pt x="13133" y="1517"/>
                      <a:pt x="12901" y="1472"/>
                    </a:cubicBezTo>
                    <a:cubicBezTo>
                      <a:pt x="12544" y="1213"/>
                      <a:pt x="12124" y="1089"/>
                      <a:pt x="11741" y="892"/>
                    </a:cubicBezTo>
                    <a:cubicBezTo>
                      <a:pt x="11669" y="848"/>
                      <a:pt x="11571" y="803"/>
                      <a:pt x="11482" y="776"/>
                    </a:cubicBezTo>
                    <a:cubicBezTo>
                      <a:pt x="11161" y="607"/>
                      <a:pt x="10768" y="473"/>
                      <a:pt x="10403" y="402"/>
                    </a:cubicBezTo>
                    <a:cubicBezTo>
                      <a:pt x="10322" y="250"/>
                      <a:pt x="10144" y="179"/>
                      <a:pt x="9992" y="179"/>
                    </a:cubicBezTo>
                    <a:cubicBezTo>
                      <a:pt x="9867" y="125"/>
                      <a:pt x="9769" y="9"/>
                      <a:pt x="96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" name="Google Shape;43;p6"/>
            <p:cNvSpPr/>
            <p:nvPr/>
          </p:nvSpPr>
          <p:spPr>
            <a:xfrm rot="10800000">
              <a:off x="6968675" y="211225"/>
              <a:ext cx="424304" cy="369316"/>
            </a:xfrm>
            <a:custGeom>
              <a:avLst/>
              <a:gdLst/>
              <a:ahLst/>
              <a:cxnLst/>
              <a:rect l="l" t="t" r="r" b="b"/>
              <a:pathLst>
                <a:path w="24445" h="21277" extrusionOk="0">
                  <a:moveTo>
                    <a:pt x="9627" y="0"/>
                  </a:moveTo>
                  <a:cubicBezTo>
                    <a:pt x="9564" y="0"/>
                    <a:pt x="9439" y="0"/>
                    <a:pt x="9368" y="9"/>
                  </a:cubicBezTo>
                  <a:lnTo>
                    <a:pt x="9377" y="45"/>
                  </a:lnTo>
                  <a:cubicBezTo>
                    <a:pt x="9314" y="80"/>
                    <a:pt x="9243" y="87"/>
                    <a:pt x="9170" y="87"/>
                  </a:cubicBezTo>
                  <a:cubicBezTo>
                    <a:pt x="9127" y="87"/>
                    <a:pt x="9083" y="85"/>
                    <a:pt x="9040" y="85"/>
                  </a:cubicBezTo>
                  <a:cubicBezTo>
                    <a:pt x="9012" y="85"/>
                    <a:pt x="8984" y="86"/>
                    <a:pt x="8957" y="89"/>
                  </a:cubicBezTo>
                  <a:lnTo>
                    <a:pt x="8975" y="116"/>
                  </a:lnTo>
                  <a:cubicBezTo>
                    <a:pt x="8850" y="179"/>
                    <a:pt x="8770" y="303"/>
                    <a:pt x="8690" y="419"/>
                  </a:cubicBezTo>
                  <a:cubicBezTo>
                    <a:pt x="8675" y="445"/>
                    <a:pt x="8645" y="453"/>
                    <a:pt x="8609" y="453"/>
                  </a:cubicBezTo>
                  <a:cubicBezTo>
                    <a:pt x="8542" y="453"/>
                    <a:pt x="8452" y="425"/>
                    <a:pt x="8391" y="425"/>
                  </a:cubicBezTo>
                  <a:cubicBezTo>
                    <a:pt x="8347" y="425"/>
                    <a:pt x="8318" y="440"/>
                    <a:pt x="8324" y="491"/>
                  </a:cubicBezTo>
                  <a:cubicBezTo>
                    <a:pt x="8286" y="518"/>
                    <a:pt x="8248" y="528"/>
                    <a:pt x="8209" y="528"/>
                  </a:cubicBezTo>
                  <a:cubicBezTo>
                    <a:pt x="8096" y="528"/>
                    <a:pt x="7979" y="445"/>
                    <a:pt x="7872" y="445"/>
                  </a:cubicBezTo>
                  <a:cubicBezTo>
                    <a:pt x="7830" y="445"/>
                    <a:pt x="7791" y="457"/>
                    <a:pt x="7753" y="491"/>
                  </a:cubicBezTo>
                  <a:cubicBezTo>
                    <a:pt x="7673" y="509"/>
                    <a:pt x="7593" y="526"/>
                    <a:pt x="7521" y="544"/>
                  </a:cubicBezTo>
                  <a:cubicBezTo>
                    <a:pt x="7475" y="529"/>
                    <a:pt x="7430" y="521"/>
                    <a:pt x="7387" y="521"/>
                  </a:cubicBezTo>
                  <a:cubicBezTo>
                    <a:pt x="7208" y="521"/>
                    <a:pt x="7049" y="640"/>
                    <a:pt x="6941" y="776"/>
                  </a:cubicBezTo>
                  <a:cubicBezTo>
                    <a:pt x="6665" y="1249"/>
                    <a:pt x="6326" y="1695"/>
                    <a:pt x="6130" y="2195"/>
                  </a:cubicBezTo>
                  <a:cubicBezTo>
                    <a:pt x="5969" y="2445"/>
                    <a:pt x="5799" y="2703"/>
                    <a:pt x="5675" y="2971"/>
                  </a:cubicBezTo>
                  <a:cubicBezTo>
                    <a:pt x="5541" y="3096"/>
                    <a:pt x="5478" y="3292"/>
                    <a:pt x="5425" y="3470"/>
                  </a:cubicBezTo>
                  <a:lnTo>
                    <a:pt x="5407" y="3453"/>
                  </a:lnTo>
                  <a:cubicBezTo>
                    <a:pt x="5282" y="3890"/>
                    <a:pt x="4907" y="4238"/>
                    <a:pt x="4854" y="4702"/>
                  </a:cubicBezTo>
                  <a:cubicBezTo>
                    <a:pt x="4800" y="4764"/>
                    <a:pt x="4684" y="4791"/>
                    <a:pt x="4666" y="4880"/>
                  </a:cubicBezTo>
                  <a:cubicBezTo>
                    <a:pt x="4452" y="5049"/>
                    <a:pt x="4363" y="5362"/>
                    <a:pt x="4211" y="5594"/>
                  </a:cubicBezTo>
                  <a:cubicBezTo>
                    <a:pt x="4149" y="5603"/>
                    <a:pt x="4122" y="5638"/>
                    <a:pt x="4131" y="5692"/>
                  </a:cubicBezTo>
                  <a:cubicBezTo>
                    <a:pt x="4122" y="5710"/>
                    <a:pt x="4104" y="5745"/>
                    <a:pt x="4096" y="5772"/>
                  </a:cubicBezTo>
                  <a:cubicBezTo>
                    <a:pt x="3935" y="5843"/>
                    <a:pt x="3926" y="6058"/>
                    <a:pt x="3819" y="6182"/>
                  </a:cubicBezTo>
                  <a:cubicBezTo>
                    <a:pt x="3757" y="6289"/>
                    <a:pt x="3614" y="6361"/>
                    <a:pt x="3605" y="6504"/>
                  </a:cubicBezTo>
                  <a:cubicBezTo>
                    <a:pt x="3587" y="6539"/>
                    <a:pt x="3569" y="6575"/>
                    <a:pt x="3560" y="6620"/>
                  </a:cubicBezTo>
                  <a:cubicBezTo>
                    <a:pt x="3489" y="6771"/>
                    <a:pt x="3346" y="6878"/>
                    <a:pt x="3310" y="7039"/>
                  </a:cubicBezTo>
                  <a:cubicBezTo>
                    <a:pt x="3239" y="7039"/>
                    <a:pt x="3230" y="7155"/>
                    <a:pt x="3186" y="7199"/>
                  </a:cubicBezTo>
                  <a:cubicBezTo>
                    <a:pt x="3070" y="7271"/>
                    <a:pt x="3025" y="7467"/>
                    <a:pt x="2963" y="7601"/>
                  </a:cubicBezTo>
                  <a:cubicBezTo>
                    <a:pt x="3025" y="7788"/>
                    <a:pt x="2811" y="7949"/>
                    <a:pt x="2847" y="8136"/>
                  </a:cubicBezTo>
                  <a:lnTo>
                    <a:pt x="2838" y="8163"/>
                  </a:lnTo>
                  <a:cubicBezTo>
                    <a:pt x="2775" y="8172"/>
                    <a:pt x="2740" y="8225"/>
                    <a:pt x="2757" y="8288"/>
                  </a:cubicBezTo>
                  <a:lnTo>
                    <a:pt x="2722" y="8297"/>
                  </a:lnTo>
                  <a:cubicBezTo>
                    <a:pt x="2615" y="8529"/>
                    <a:pt x="2365" y="8734"/>
                    <a:pt x="2383" y="9019"/>
                  </a:cubicBezTo>
                  <a:cubicBezTo>
                    <a:pt x="2222" y="9117"/>
                    <a:pt x="2249" y="9358"/>
                    <a:pt x="2160" y="9519"/>
                  </a:cubicBezTo>
                  <a:cubicBezTo>
                    <a:pt x="2088" y="9742"/>
                    <a:pt x="1937" y="9929"/>
                    <a:pt x="1874" y="10161"/>
                  </a:cubicBezTo>
                  <a:cubicBezTo>
                    <a:pt x="1855" y="10158"/>
                    <a:pt x="1837" y="10156"/>
                    <a:pt x="1819" y="10156"/>
                  </a:cubicBezTo>
                  <a:cubicBezTo>
                    <a:pt x="1495" y="10156"/>
                    <a:pt x="1386" y="10671"/>
                    <a:pt x="1589" y="10866"/>
                  </a:cubicBezTo>
                  <a:cubicBezTo>
                    <a:pt x="1717" y="10934"/>
                    <a:pt x="1788" y="11117"/>
                    <a:pt x="1950" y="11117"/>
                  </a:cubicBezTo>
                  <a:cubicBezTo>
                    <a:pt x="1957" y="11117"/>
                    <a:pt x="1965" y="11116"/>
                    <a:pt x="1972" y="11116"/>
                  </a:cubicBezTo>
                  <a:cubicBezTo>
                    <a:pt x="1995" y="11101"/>
                    <a:pt x="2016" y="11095"/>
                    <a:pt x="2036" y="11095"/>
                  </a:cubicBezTo>
                  <a:cubicBezTo>
                    <a:pt x="2111" y="11095"/>
                    <a:pt x="2172" y="11179"/>
                    <a:pt x="2260" y="11179"/>
                  </a:cubicBezTo>
                  <a:cubicBezTo>
                    <a:pt x="2276" y="11179"/>
                    <a:pt x="2293" y="11176"/>
                    <a:pt x="2311" y="11169"/>
                  </a:cubicBezTo>
                  <a:cubicBezTo>
                    <a:pt x="2365" y="11223"/>
                    <a:pt x="2445" y="11258"/>
                    <a:pt x="2463" y="11339"/>
                  </a:cubicBezTo>
                  <a:cubicBezTo>
                    <a:pt x="2463" y="11464"/>
                    <a:pt x="2632" y="11473"/>
                    <a:pt x="2713" y="11544"/>
                  </a:cubicBezTo>
                  <a:cubicBezTo>
                    <a:pt x="2713" y="11606"/>
                    <a:pt x="2686" y="11678"/>
                    <a:pt x="2668" y="11740"/>
                  </a:cubicBezTo>
                  <a:cubicBezTo>
                    <a:pt x="2597" y="11776"/>
                    <a:pt x="2570" y="11856"/>
                    <a:pt x="2534" y="11928"/>
                  </a:cubicBezTo>
                  <a:cubicBezTo>
                    <a:pt x="2472" y="12044"/>
                    <a:pt x="2329" y="12124"/>
                    <a:pt x="2311" y="12267"/>
                  </a:cubicBezTo>
                  <a:cubicBezTo>
                    <a:pt x="2231" y="12293"/>
                    <a:pt x="2195" y="12374"/>
                    <a:pt x="2151" y="12436"/>
                  </a:cubicBezTo>
                  <a:cubicBezTo>
                    <a:pt x="2079" y="12534"/>
                    <a:pt x="1963" y="12588"/>
                    <a:pt x="1937" y="12713"/>
                  </a:cubicBezTo>
                  <a:cubicBezTo>
                    <a:pt x="1794" y="12918"/>
                    <a:pt x="1633" y="13141"/>
                    <a:pt x="1499" y="13364"/>
                  </a:cubicBezTo>
                  <a:cubicBezTo>
                    <a:pt x="1384" y="13417"/>
                    <a:pt x="1259" y="13596"/>
                    <a:pt x="1259" y="13738"/>
                  </a:cubicBezTo>
                  <a:cubicBezTo>
                    <a:pt x="1152" y="13837"/>
                    <a:pt x="1053" y="13953"/>
                    <a:pt x="1018" y="14095"/>
                  </a:cubicBezTo>
                  <a:cubicBezTo>
                    <a:pt x="893" y="14220"/>
                    <a:pt x="813" y="14416"/>
                    <a:pt x="732" y="14586"/>
                  </a:cubicBezTo>
                  <a:cubicBezTo>
                    <a:pt x="474" y="14648"/>
                    <a:pt x="349" y="14934"/>
                    <a:pt x="224" y="15139"/>
                  </a:cubicBezTo>
                  <a:cubicBezTo>
                    <a:pt x="72" y="15335"/>
                    <a:pt x="1" y="15594"/>
                    <a:pt x="36" y="15844"/>
                  </a:cubicBezTo>
                  <a:cubicBezTo>
                    <a:pt x="44" y="15845"/>
                    <a:pt x="52" y="15846"/>
                    <a:pt x="59" y="15846"/>
                  </a:cubicBezTo>
                  <a:cubicBezTo>
                    <a:pt x="153" y="15846"/>
                    <a:pt x="225" y="15760"/>
                    <a:pt x="322" y="15760"/>
                  </a:cubicBezTo>
                  <a:cubicBezTo>
                    <a:pt x="334" y="15760"/>
                    <a:pt x="345" y="15761"/>
                    <a:pt x="358" y="15764"/>
                  </a:cubicBezTo>
                  <a:cubicBezTo>
                    <a:pt x="438" y="15799"/>
                    <a:pt x="500" y="15880"/>
                    <a:pt x="598" y="15888"/>
                  </a:cubicBezTo>
                  <a:cubicBezTo>
                    <a:pt x="634" y="15924"/>
                    <a:pt x="661" y="15996"/>
                    <a:pt x="723" y="15996"/>
                  </a:cubicBezTo>
                  <a:cubicBezTo>
                    <a:pt x="732" y="16049"/>
                    <a:pt x="777" y="16076"/>
                    <a:pt x="813" y="16111"/>
                  </a:cubicBezTo>
                  <a:cubicBezTo>
                    <a:pt x="993" y="16144"/>
                    <a:pt x="1165" y="16230"/>
                    <a:pt x="1351" y="16230"/>
                  </a:cubicBezTo>
                  <a:cubicBezTo>
                    <a:pt x="1368" y="16230"/>
                    <a:pt x="1385" y="16229"/>
                    <a:pt x="1401" y="16227"/>
                  </a:cubicBezTo>
                  <a:cubicBezTo>
                    <a:pt x="1794" y="16424"/>
                    <a:pt x="2249" y="16442"/>
                    <a:pt x="2641" y="16647"/>
                  </a:cubicBezTo>
                  <a:cubicBezTo>
                    <a:pt x="2720" y="16726"/>
                    <a:pt x="2819" y="16738"/>
                    <a:pt x="2923" y="16738"/>
                  </a:cubicBezTo>
                  <a:cubicBezTo>
                    <a:pt x="2971" y="16738"/>
                    <a:pt x="3020" y="16735"/>
                    <a:pt x="3068" y="16735"/>
                  </a:cubicBezTo>
                  <a:cubicBezTo>
                    <a:pt x="3162" y="16735"/>
                    <a:pt x="3253" y="16746"/>
                    <a:pt x="3328" y="16807"/>
                  </a:cubicBezTo>
                  <a:cubicBezTo>
                    <a:pt x="3358" y="16798"/>
                    <a:pt x="3386" y="16794"/>
                    <a:pt x="3413" y="16794"/>
                  </a:cubicBezTo>
                  <a:cubicBezTo>
                    <a:pt x="3563" y="16794"/>
                    <a:pt x="3674" y="16922"/>
                    <a:pt x="3810" y="16968"/>
                  </a:cubicBezTo>
                  <a:cubicBezTo>
                    <a:pt x="3840" y="16953"/>
                    <a:pt x="3871" y="16949"/>
                    <a:pt x="3902" y="16949"/>
                  </a:cubicBezTo>
                  <a:cubicBezTo>
                    <a:pt x="3937" y="16949"/>
                    <a:pt x="3973" y="16954"/>
                    <a:pt x="4008" y="16954"/>
                  </a:cubicBezTo>
                  <a:cubicBezTo>
                    <a:pt x="4035" y="16954"/>
                    <a:pt x="4061" y="16951"/>
                    <a:pt x="4087" y="16941"/>
                  </a:cubicBezTo>
                  <a:cubicBezTo>
                    <a:pt x="4096" y="16941"/>
                    <a:pt x="4113" y="16950"/>
                    <a:pt x="4122" y="16959"/>
                  </a:cubicBezTo>
                  <a:cubicBezTo>
                    <a:pt x="4176" y="17057"/>
                    <a:pt x="4256" y="17111"/>
                    <a:pt x="4229" y="17253"/>
                  </a:cubicBezTo>
                  <a:cubicBezTo>
                    <a:pt x="4292" y="17289"/>
                    <a:pt x="4372" y="17298"/>
                    <a:pt x="4452" y="17316"/>
                  </a:cubicBezTo>
                  <a:cubicBezTo>
                    <a:pt x="4539" y="17386"/>
                    <a:pt x="4597" y="17492"/>
                    <a:pt x="4720" y="17492"/>
                  </a:cubicBezTo>
                  <a:cubicBezTo>
                    <a:pt x="4736" y="17492"/>
                    <a:pt x="4754" y="17490"/>
                    <a:pt x="4774" y="17485"/>
                  </a:cubicBezTo>
                  <a:cubicBezTo>
                    <a:pt x="4979" y="17601"/>
                    <a:pt x="5228" y="17601"/>
                    <a:pt x="5434" y="17708"/>
                  </a:cubicBezTo>
                  <a:cubicBezTo>
                    <a:pt x="5481" y="17739"/>
                    <a:pt x="5517" y="17751"/>
                    <a:pt x="5546" y="17751"/>
                  </a:cubicBezTo>
                  <a:cubicBezTo>
                    <a:pt x="5650" y="17751"/>
                    <a:pt x="5652" y="17587"/>
                    <a:pt x="5764" y="17566"/>
                  </a:cubicBezTo>
                  <a:cubicBezTo>
                    <a:pt x="5862" y="17592"/>
                    <a:pt x="5969" y="17601"/>
                    <a:pt x="6022" y="17690"/>
                  </a:cubicBezTo>
                  <a:cubicBezTo>
                    <a:pt x="6147" y="17878"/>
                    <a:pt x="6415" y="17780"/>
                    <a:pt x="6584" y="17896"/>
                  </a:cubicBezTo>
                  <a:cubicBezTo>
                    <a:pt x="6665" y="17922"/>
                    <a:pt x="6700" y="18012"/>
                    <a:pt x="6772" y="18029"/>
                  </a:cubicBezTo>
                  <a:cubicBezTo>
                    <a:pt x="6834" y="18137"/>
                    <a:pt x="6986" y="18145"/>
                    <a:pt x="7084" y="18208"/>
                  </a:cubicBezTo>
                  <a:cubicBezTo>
                    <a:pt x="7164" y="18386"/>
                    <a:pt x="7396" y="18404"/>
                    <a:pt x="7512" y="18547"/>
                  </a:cubicBezTo>
                  <a:cubicBezTo>
                    <a:pt x="7646" y="18654"/>
                    <a:pt x="7860" y="18556"/>
                    <a:pt x="7949" y="18725"/>
                  </a:cubicBezTo>
                  <a:cubicBezTo>
                    <a:pt x="7967" y="18754"/>
                    <a:pt x="7986" y="18765"/>
                    <a:pt x="8006" y="18765"/>
                  </a:cubicBezTo>
                  <a:cubicBezTo>
                    <a:pt x="8061" y="18765"/>
                    <a:pt x="8124" y="18679"/>
                    <a:pt x="8186" y="18679"/>
                  </a:cubicBezTo>
                  <a:cubicBezTo>
                    <a:pt x="8191" y="18679"/>
                    <a:pt x="8195" y="18680"/>
                    <a:pt x="8199" y="18681"/>
                  </a:cubicBezTo>
                  <a:cubicBezTo>
                    <a:pt x="8422" y="18752"/>
                    <a:pt x="8699" y="18788"/>
                    <a:pt x="8806" y="19046"/>
                  </a:cubicBezTo>
                  <a:cubicBezTo>
                    <a:pt x="8818" y="19109"/>
                    <a:pt x="8846" y="19128"/>
                    <a:pt x="8882" y="19128"/>
                  </a:cubicBezTo>
                  <a:cubicBezTo>
                    <a:pt x="8937" y="19128"/>
                    <a:pt x="9009" y="19084"/>
                    <a:pt x="9070" y="19084"/>
                  </a:cubicBezTo>
                  <a:cubicBezTo>
                    <a:pt x="9112" y="19084"/>
                    <a:pt x="9148" y="19104"/>
                    <a:pt x="9172" y="19171"/>
                  </a:cubicBezTo>
                  <a:cubicBezTo>
                    <a:pt x="9350" y="19323"/>
                    <a:pt x="9564" y="19421"/>
                    <a:pt x="9743" y="19573"/>
                  </a:cubicBezTo>
                  <a:cubicBezTo>
                    <a:pt x="9992" y="19591"/>
                    <a:pt x="10215" y="19698"/>
                    <a:pt x="10474" y="19698"/>
                  </a:cubicBezTo>
                  <a:lnTo>
                    <a:pt x="10465" y="19662"/>
                  </a:lnTo>
                  <a:cubicBezTo>
                    <a:pt x="10475" y="19659"/>
                    <a:pt x="10485" y="19658"/>
                    <a:pt x="10493" y="19658"/>
                  </a:cubicBezTo>
                  <a:cubicBezTo>
                    <a:pt x="10576" y="19658"/>
                    <a:pt x="10595" y="19765"/>
                    <a:pt x="10644" y="19814"/>
                  </a:cubicBezTo>
                  <a:cubicBezTo>
                    <a:pt x="10654" y="19816"/>
                    <a:pt x="10664" y="19817"/>
                    <a:pt x="10674" y="19817"/>
                  </a:cubicBezTo>
                  <a:cubicBezTo>
                    <a:pt x="10737" y="19817"/>
                    <a:pt x="10796" y="19777"/>
                    <a:pt x="10859" y="19777"/>
                  </a:cubicBezTo>
                  <a:cubicBezTo>
                    <a:pt x="10865" y="19777"/>
                    <a:pt x="10870" y="19777"/>
                    <a:pt x="10876" y="19778"/>
                  </a:cubicBezTo>
                  <a:cubicBezTo>
                    <a:pt x="10965" y="19840"/>
                    <a:pt x="11072" y="19867"/>
                    <a:pt x="11152" y="19948"/>
                  </a:cubicBezTo>
                  <a:cubicBezTo>
                    <a:pt x="11190" y="19974"/>
                    <a:pt x="11244" y="20005"/>
                    <a:pt x="11292" y="20005"/>
                  </a:cubicBezTo>
                  <a:cubicBezTo>
                    <a:pt x="11324" y="20005"/>
                    <a:pt x="11354" y="19992"/>
                    <a:pt x="11375" y="19956"/>
                  </a:cubicBezTo>
                  <a:cubicBezTo>
                    <a:pt x="11473" y="19992"/>
                    <a:pt x="11580" y="20046"/>
                    <a:pt x="11687" y="20072"/>
                  </a:cubicBezTo>
                  <a:cubicBezTo>
                    <a:pt x="11678" y="20251"/>
                    <a:pt x="11955" y="20206"/>
                    <a:pt x="12053" y="20313"/>
                  </a:cubicBezTo>
                  <a:cubicBezTo>
                    <a:pt x="12133" y="20483"/>
                    <a:pt x="12374" y="20465"/>
                    <a:pt x="12526" y="20483"/>
                  </a:cubicBezTo>
                  <a:cubicBezTo>
                    <a:pt x="12577" y="20526"/>
                    <a:pt x="12621" y="20593"/>
                    <a:pt x="12689" y="20593"/>
                  </a:cubicBezTo>
                  <a:cubicBezTo>
                    <a:pt x="12704" y="20593"/>
                    <a:pt x="12721" y="20589"/>
                    <a:pt x="12740" y="20581"/>
                  </a:cubicBezTo>
                  <a:cubicBezTo>
                    <a:pt x="12783" y="20565"/>
                    <a:pt x="12827" y="20562"/>
                    <a:pt x="12872" y="20562"/>
                  </a:cubicBezTo>
                  <a:cubicBezTo>
                    <a:pt x="12914" y="20562"/>
                    <a:pt x="12957" y="20565"/>
                    <a:pt x="13001" y="20565"/>
                  </a:cubicBezTo>
                  <a:cubicBezTo>
                    <a:pt x="13018" y="20565"/>
                    <a:pt x="13035" y="20564"/>
                    <a:pt x="13052" y="20563"/>
                  </a:cubicBezTo>
                  <a:cubicBezTo>
                    <a:pt x="13097" y="20661"/>
                    <a:pt x="13186" y="20750"/>
                    <a:pt x="13302" y="20768"/>
                  </a:cubicBezTo>
                  <a:cubicBezTo>
                    <a:pt x="13552" y="20947"/>
                    <a:pt x="13873" y="20929"/>
                    <a:pt x="14167" y="20956"/>
                  </a:cubicBezTo>
                  <a:cubicBezTo>
                    <a:pt x="14198" y="20941"/>
                    <a:pt x="14226" y="20934"/>
                    <a:pt x="14252" y="20934"/>
                  </a:cubicBezTo>
                  <a:cubicBezTo>
                    <a:pt x="14389" y="20934"/>
                    <a:pt x="14457" y="21117"/>
                    <a:pt x="14597" y="21117"/>
                  </a:cubicBezTo>
                  <a:cubicBezTo>
                    <a:pt x="14602" y="21117"/>
                    <a:pt x="14608" y="21117"/>
                    <a:pt x="14613" y="21116"/>
                  </a:cubicBezTo>
                  <a:cubicBezTo>
                    <a:pt x="14685" y="21110"/>
                    <a:pt x="14765" y="21068"/>
                    <a:pt x="14840" y="21068"/>
                  </a:cubicBezTo>
                  <a:cubicBezTo>
                    <a:pt x="14876" y="21068"/>
                    <a:pt x="14911" y="21078"/>
                    <a:pt x="14944" y="21107"/>
                  </a:cubicBezTo>
                  <a:cubicBezTo>
                    <a:pt x="15033" y="21169"/>
                    <a:pt x="15139" y="21232"/>
                    <a:pt x="15249" y="21232"/>
                  </a:cubicBezTo>
                  <a:cubicBezTo>
                    <a:pt x="15281" y="21232"/>
                    <a:pt x="15313" y="21226"/>
                    <a:pt x="15345" y="21214"/>
                  </a:cubicBezTo>
                  <a:cubicBezTo>
                    <a:pt x="15434" y="21223"/>
                    <a:pt x="15523" y="21277"/>
                    <a:pt x="15622" y="21277"/>
                  </a:cubicBezTo>
                  <a:cubicBezTo>
                    <a:pt x="15695" y="21247"/>
                    <a:pt x="15772" y="21238"/>
                    <a:pt x="15849" y="21238"/>
                  </a:cubicBezTo>
                  <a:cubicBezTo>
                    <a:pt x="15960" y="21238"/>
                    <a:pt x="16073" y="21257"/>
                    <a:pt x="16184" y="21268"/>
                  </a:cubicBezTo>
                  <a:cubicBezTo>
                    <a:pt x="16222" y="21232"/>
                    <a:pt x="16277" y="21221"/>
                    <a:pt x="16340" y="21221"/>
                  </a:cubicBezTo>
                  <a:cubicBezTo>
                    <a:pt x="16434" y="21221"/>
                    <a:pt x="16545" y="21245"/>
                    <a:pt x="16639" y="21245"/>
                  </a:cubicBezTo>
                  <a:cubicBezTo>
                    <a:pt x="16745" y="21245"/>
                    <a:pt x="16829" y="21214"/>
                    <a:pt x="16844" y="21080"/>
                  </a:cubicBezTo>
                  <a:cubicBezTo>
                    <a:pt x="16875" y="21074"/>
                    <a:pt x="16908" y="21072"/>
                    <a:pt x="16940" y="21072"/>
                  </a:cubicBezTo>
                  <a:cubicBezTo>
                    <a:pt x="17069" y="21072"/>
                    <a:pt x="17203" y="21110"/>
                    <a:pt x="17330" y="21110"/>
                  </a:cubicBezTo>
                  <a:cubicBezTo>
                    <a:pt x="17406" y="21110"/>
                    <a:pt x="17480" y="21097"/>
                    <a:pt x="17548" y="21054"/>
                  </a:cubicBezTo>
                  <a:cubicBezTo>
                    <a:pt x="17616" y="21054"/>
                    <a:pt x="17699" y="21070"/>
                    <a:pt x="17776" y="21070"/>
                  </a:cubicBezTo>
                  <a:cubicBezTo>
                    <a:pt x="17863" y="21070"/>
                    <a:pt x="17943" y="21050"/>
                    <a:pt x="17986" y="20964"/>
                  </a:cubicBezTo>
                  <a:cubicBezTo>
                    <a:pt x="18021" y="20947"/>
                    <a:pt x="18048" y="20920"/>
                    <a:pt x="18066" y="20875"/>
                  </a:cubicBezTo>
                  <a:cubicBezTo>
                    <a:pt x="18235" y="20786"/>
                    <a:pt x="18458" y="20795"/>
                    <a:pt x="18583" y="20625"/>
                  </a:cubicBezTo>
                  <a:cubicBezTo>
                    <a:pt x="18681" y="20518"/>
                    <a:pt x="18878" y="20492"/>
                    <a:pt x="18878" y="20313"/>
                  </a:cubicBezTo>
                  <a:cubicBezTo>
                    <a:pt x="19270" y="19930"/>
                    <a:pt x="19707" y="19582"/>
                    <a:pt x="20046" y="19171"/>
                  </a:cubicBezTo>
                  <a:cubicBezTo>
                    <a:pt x="20144" y="19136"/>
                    <a:pt x="20189" y="19020"/>
                    <a:pt x="20296" y="19002"/>
                  </a:cubicBezTo>
                  <a:cubicBezTo>
                    <a:pt x="20466" y="18948"/>
                    <a:pt x="20483" y="18734"/>
                    <a:pt x="20591" y="18609"/>
                  </a:cubicBezTo>
                  <a:cubicBezTo>
                    <a:pt x="20706" y="18529"/>
                    <a:pt x="20840" y="18449"/>
                    <a:pt x="20903" y="18315"/>
                  </a:cubicBezTo>
                  <a:cubicBezTo>
                    <a:pt x="20912" y="18306"/>
                    <a:pt x="20930" y="18288"/>
                    <a:pt x="20947" y="18279"/>
                  </a:cubicBezTo>
                  <a:cubicBezTo>
                    <a:pt x="21072" y="18172"/>
                    <a:pt x="21161" y="18003"/>
                    <a:pt x="21322" y="17922"/>
                  </a:cubicBezTo>
                  <a:cubicBezTo>
                    <a:pt x="21429" y="17735"/>
                    <a:pt x="21661" y="17619"/>
                    <a:pt x="21715" y="17423"/>
                  </a:cubicBezTo>
                  <a:cubicBezTo>
                    <a:pt x="21929" y="17289"/>
                    <a:pt x="22089" y="17057"/>
                    <a:pt x="22259" y="16870"/>
                  </a:cubicBezTo>
                  <a:cubicBezTo>
                    <a:pt x="22348" y="16870"/>
                    <a:pt x="22366" y="16682"/>
                    <a:pt x="22277" y="16682"/>
                  </a:cubicBezTo>
                  <a:cubicBezTo>
                    <a:pt x="22437" y="16513"/>
                    <a:pt x="22357" y="16254"/>
                    <a:pt x="22410" y="16040"/>
                  </a:cubicBezTo>
                  <a:cubicBezTo>
                    <a:pt x="22384" y="15924"/>
                    <a:pt x="22410" y="15772"/>
                    <a:pt x="22312" y="15683"/>
                  </a:cubicBezTo>
                  <a:cubicBezTo>
                    <a:pt x="22330" y="15451"/>
                    <a:pt x="22562" y="15344"/>
                    <a:pt x="22651" y="15157"/>
                  </a:cubicBezTo>
                  <a:cubicBezTo>
                    <a:pt x="22964" y="14782"/>
                    <a:pt x="23320" y="14443"/>
                    <a:pt x="23588" y="14060"/>
                  </a:cubicBezTo>
                  <a:cubicBezTo>
                    <a:pt x="23624" y="14033"/>
                    <a:pt x="23650" y="14006"/>
                    <a:pt x="23677" y="13979"/>
                  </a:cubicBezTo>
                  <a:cubicBezTo>
                    <a:pt x="23677" y="13970"/>
                    <a:pt x="23686" y="13953"/>
                    <a:pt x="23695" y="13944"/>
                  </a:cubicBezTo>
                  <a:cubicBezTo>
                    <a:pt x="23757" y="13935"/>
                    <a:pt x="23757" y="13854"/>
                    <a:pt x="23784" y="13810"/>
                  </a:cubicBezTo>
                  <a:cubicBezTo>
                    <a:pt x="24025" y="13685"/>
                    <a:pt x="24177" y="13453"/>
                    <a:pt x="24320" y="13239"/>
                  </a:cubicBezTo>
                  <a:lnTo>
                    <a:pt x="24355" y="13239"/>
                  </a:lnTo>
                  <a:cubicBezTo>
                    <a:pt x="24328" y="13141"/>
                    <a:pt x="24444" y="12873"/>
                    <a:pt x="24320" y="12873"/>
                  </a:cubicBezTo>
                  <a:cubicBezTo>
                    <a:pt x="24328" y="12793"/>
                    <a:pt x="24248" y="12757"/>
                    <a:pt x="24212" y="12704"/>
                  </a:cubicBezTo>
                  <a:cubicBezTo>
                    <a:pt x="24132" y="12588"/>
                    <a:pt x="24150" y="12445"/>
                    <a:pt x="24105" y="12320"/>
                  </a:cubicBezTo>
                  <a:cubicBezTo>
                    <a:pt x="23989" y="12177"/>
                    <a:pt x="23820" y="12088"/>
                    <a:pt x="23677" y="11972"/>
                  </a:cubicBezTo>
                  <a:cubicBezTo>
                    <a:pt x="23588" y="11919"/>
                    <a:pt x="23668" y="11776"/>
                    <a:pt x="23561" y="11731"/>
                  </a:cubicBezTo>
                  <a:cubicBezTo>
                    <a:pt x="23490" y="11606"/>
                    <a:pt x="23320" y="11624"/>
                    <a:pt x="23267" y="11490"/>
                  </a:cubicBezTo>
                  <a:cubicBezTo>
                    <a:pt x="23204" y="11321"/>
                    <a:pt x="23044" y="11250"/>
                    <a:pt x="22910" y="11160"/>
                  </a:cubicBezTo>
                  <a:cubicBezTo>
                    <a:pt x="22696" y="10911"/>
                    <a:pt x="22464" y="10688"/>
                    <a:pt x="22161" y="10554"/>
                  </a:cubicBezTo>
                  <a:lnTo>
                    <a:pt x="22170" y="10518"/>
                  </a:lnTo>
                  <a:lnTo>
                    <a:pt x="22125" y="10518"/>
                  </a:lnTo>
                  <a:cubicBezTo>
                    <a:pt x="22098" y="10464"/>
                    <a:pt x="22036" y="10456"/>
                    <a:pt x="21991" y="10429"/>
                  </a:cubicBezTo>
                  <a:cubicBezTo>
                    <a:pt x="22018" y="10375"/>
                    <a:pt x="21911" y="10384"/>
                    <a:pt x="21884" y="10366"/>
                  </a:cubicBezTo>
                  <a:cubicBezTo>
                    <a:pt x="21652" y="10108"/>
                    <a:pt x="21269" y="10054"/>
                    <a:pt x="21054" y="9769"/>
                  </a:cubicBezTo>
                  <a:cubicBezTo>
                    <a:pt x="21072" y="9671"/>
                    <a:pt x="21063" y="9537"/>
                    <a:pt x="21179" y="9492"/>
                  </a:cubicBezTo>
                  <a:cubicBezTo>
                    <a:pt x="21242" y="9430"/>
                    <a:pt x="21358" y="9412"/>
                    <a:pt x="21358" y="9305"/>
                  </a:cubicBezTo>
                  <a:cubicBezTo>
                    <a:pt x="21384" y="9162"/>
                    <a:pt x="21465" y="9046"/>
                    <a:pt x="21554" y="8939"/>
                  </a:cubicBezTo>
                  <a:cubicBezTo>
                    <a:pt x="21563" y="8930"/>
                    <a:pt x="21581" y="8903"/>
                    <a:pt x="21590" y="8894"/>
                  </a:cubicBezTo>
                  <a:cubicBezTo>
                    <a:pt x="21723" y="8859"/>
                    <a:pt x="21723" y="8680"/>
                    <a:pt x="21822" y="8600"/>
                  </a:cubicBezTo>
                  <a:cubicBezTo>
                    <a:pt x="21920" y="8439"/>
                    <a:pt x="22062" y="8297"/>
                    <a:pt x="22125" y="8127"/>
                  </a:cubicBezTo>
                  <a:cubicBezTo>
                    <a:pt x="22205" y="8091"/>
                    <a:pt x="22241" y="8002"/>
                    <a:pt x="22241" y="7922"/>
                  </a:cubicBezTo>
                  <a:cubicBezTo>
                    <a:pt x="22366" y="7842"/>
                    <a:pt x="22428" y="7699"/>
                    <a:pt x="22517" y="7583"/>
                  </a:cubicBezTo>
                  <a:cubicBezTo>
                    <a:pt x="22571" y="7467"/>
                    <a:pt x="22705" y="7369"/>
                    <a:pt x="22696" y="7235"/>
                  </a:cubicBezTo>
                  <a:lnTo>
                    <a:pt x="22696" y="7235"/>
                  </a:lnTo>
                  <a:lnTo>
                    <a:pt x="22660" y="7244"/>
                  </a:lnTo>
                  <a:cubicBezTo>
                    <a:pt x="22696" y="6923"/>
                    <a:pt x="22446" y="6700"/>
                    <a:pt x="22277" y="6477"/>
                  </a:cubicBezTo>
                  <a:cubicBezTo>
                    <a:pt x="22098" y="6361"/>
                    <a:pt x="21938" y="6227"/>
                    <a:pt x="21759" y="6138"/>
                  </a:cubicBezTo>
                  <a:cubicBezTo>
                    <a:pt x="21518" y="6022"/>
                    <a:pt x="21304" y="5808"/>
                    <a:pt x="21037" y="5763"/>
                  </a:cubicBezTo>
                  <a:cubicBezTo>
                    <a:pt x="20885" y="5719"/>
                    <a:pt x="20760" y="5576"/>
                    <a:pt x="20617" y="5531"/>
                  </a:cubicBezTo>
                  <a:cubicBezTo>
                    <a:pt x="20528" y="5406"/>
                    <a:pt x="20341" y="5344"/>
                    <a:pt x="20207" y="5255"/>
                  </a:cubicBezTo>
                  <a:cubicBezTo>
                    <a:pt x="19930" y="5192"/>
                    <a:pt x="19707" y="5032"/>
                    <a:pt x="19484" y="4871"/>
                  </a:cubicBezTo>
                  <a:cubicBezTo>
                    <a:pt x="19350" y="4764"/>
                    <a:pt x="19163" y="4693"/>
                    <a:pt x="19003" y="4639"/>
                  </a:cubicBezTo>
                  <a:cubicBezTo>
                    <a:pt x="18887" y="4461"/>
                    <a:pt x="18655" y="4389"/>
                    <a:pt x="18467" y="4345"/>
                  </a:cubicBezTo>
                  <a:cubicBezTo>
                    <a:pt x="18316" y="4282"/>
                    <a:pt x="18164" y="4166"/>
                    <a:pt x="18012" y="4086"/>
                  </a:cubicBezTo>
                  <a:cubicBezTo>
                    <a:pt x="17709" y="3997"/>
                    <a:pt x="17486" y="3693"/>
                    <a:pt x="17174" y="3658"/>
                  </a:cubicBezTo>
                  <a:cubicBezTo>
                    <a:pt x="17022" y="3542"/>
                    <a:pt x="16817" y="3444"/>
                    <a:pt x="16665" y="3310"/>
                  </a:cubicBezTo>
                  <a:cubicBezTo>
                    <a:pt x="16353" y="3158"/>
                    <a:pt x="16076" y="2908"/>
                    <a:pt x="15729" y="2864"/>
                  </a:cubicBezTo>
                  <a:cubicBezTo>
                    <a:pt x="15559" y="2739"/>
                    <a:pt x="15336" y="2739"/>
                    <a:pt x="15184" y="2605"/>
                  </a:cubicBezTo>
                  <a:cubicBezTo>
                    <a:pt x="14649" y="2311"/>
                    <a:pt x="14158" y="1882"/>
                    <a:pt x="13543" y="1767"/>
                  </a:cubicBezTo>
                  <a:cubicBezTo>
                    <a:pt x="13311" y="1722"/>
                    <a:pt x="13133" y="1517"/>
                    <a:pt x="12901" y="1472"/>
                  </a:cubicBezTo>
                  <a:cubicBezTo>
                    <a:pt x="12544" y="1213"/>
                    <a:pt x="12124" y="1089"/>
                    <a:pt x="11741" y="892"/>
                  </a:cubicBezTo>
                  <a:cubicBezTo>
                    <a:pt x="11669" y="848"/>
                    <a:pt x="11571" y="803"/>
                    <a:pt x="11482" y="776"/>
                  </a:cubicBezTo>
                  <a:cubicBezTo>
                    <a:pt x="11161" y="607"/>
                    <a:pt x="10768" y="473"/>
                    <a:pt x="10403" y="402"/>
                  </a:cubicBezTo>
                  <a:cubicBezTo>
                    <a:pt x="10322" y="250"/>
                    <a:pt x="10144" y="179"/>
                    <a:pt x="9992" y="179"/>
                  </a:cubicBezTo>
                  <a:cubicBezTo>
                    <a:pt x="9867" y="125"/>
                    <a:pt x="9769" y="9"/>
                    <a:pt x="96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7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010200" y="1767346"/>
            <a:ext cx="4420800" cy="21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4010200" y="1182575"/>
            <a:ext cx="4420800" cy="58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>
            <a:spLocks noGrp="1"/>
          </p:cNvSpPr>
          <p:nvPr>
            <p:ph type="pic" idx="2"/>
          </p:nvPr>
        </p:nvSpPr>
        <p:spPr>
          <a:xfrm rot="-220410">
            <a:off x="713287" y="518685"/>
            <a:ext cx="2846849" cy="3911349"/>
          </a:xfrm>
          <a:prstGeom prst="rect">
            <a:avLst/>
          </a:prstGeom>
          <a:noFill/>
          <a:ln w="1143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28575" dir="2400000" algn="bl" rotWithShape="0">
              <a:srgbClr val="000000">
                <a:alpha val="30000"/>
              </a:srgbClr>
            </a:outerShdw>
          </a:effectLst>
        </p:spPr>
      </p:sp>
      <p:grpSp>
        <p:nvGrpSpPr>
          <p:cNvPr id="49" name="Google Shape;49;p7"/>
          <p:cNvGrpSpPr/>
          <p:nvPr/>
        </p:nvGrpSpPr>
        <p:grpSpPr>
          <a:xfrm>
            <a:off x="2984643" y="4452431"/>
            <a:ext cx="1823011" cy="571431"/>
            <a:chOff x="2984643" y="4452431"/>
            <a:chExt cx="1823011" cy="571431"/>
          </a:xfrm>
        </p:grpSpPr>
        <p:sp>
          <p:nvSpPr>
            <p:cNvPr id="50" name="Google Shape;50;p7"/>
            <p:cNvSpPr/>
            <p:nvPr/>
          </p:nvSpPr>
          <p:spPr>
            <a:xfrm rot="-9716882" flipH="1">
              <a:off x="2989592" y="4584063"/>
              <a:ext cx="876765" cy="171230"/>
            </a:xfrm>
            <a:custGeom>
              <a:avLst/>
              <a:gdLst/>
              <a:ahLst/>
              <a:cxnLst/>
              <a:rect l="l" t="t" r="r" b="b"/>
              <a:pathLst>
                <a:path w="19981" h="3952" extrusionOk="0">
                  <a:moveTo>
                    <a:pt x="5286" y="1"/>
                  </a:moveTo>
                  <a:cubicBezTo>
                    <a:pt x="4865" y="1"/>
                    <a:pt x="4444" y="14"/>
                    <a:pt x="4024" y="53"/>
                  </a:cubicBezTo>
                  <a:cubicBezTo>
                    <a:pt x="3756" y="71"/>
                    <a:pt x="3497" y="107"/>
                    <a:pt x="3239" y="133"/>
                  </a:cubicBezTo>
                  <a:cubicBezTo>
                    <a:pt x="2320" y="249"/>
                    <a:pt x="1410" y="437"/>
                    <a:pt x="509" y="695"/>
                  </a:cubicBezTo>
                  <a:cubicBezTo>
                    <a:pt x="313" y="758"/>
                    <a:pt x="107" y="811"/>
                    <a:pt x="0" y="1061"/>
                  </a:cubicBezTo>
                  <a:cubicBezTo>
                    <a:pt x="97" y="1109"/>
                    <a:pt x="183" y="1129"/>
                    <a:pt x="270" y="1129"/>
                  </a:cubicBezTo>
                  <a:cubicBezTo>
                    <a:pt x="328" y="1129"/>
                    <a:pt x="386" y="1120"/>
                    <a:pt x="446" y="1106"/>
                  </a:cubicBezTo>
                  <a:cubicBezTo>
                    <a:pt x="1080" y="981"/>
                    <a:pt x="1713" y="847"/>
                    <a:pt x="2355" y="731"/>
                  </a:cubicBezTo>
                  <a:cubicBezTo>
                    <a:pt x="2659" y="678"/>
                    <a:pt x="2971" y="642"/>
                    <a:pt x="3283" y="615"/>
                  </a:cubicBezTo>
                  <a:cubicBezTo>
                    <a:pt x="3970" y="562"/>
                    <a:pt x="4657" y="499"/>
                    <a:pt x="5344" y="472"/>
                  </a:cubicBezTo>
                  <a:cubicBezTo>
                    <a:pt x="5397" y="469"/>
                    <a:pt x="5451" y="468"/>
                    <a:pt x="5505" y="468"/>
                  </a:cubicBezTo>
                  <a:cubicBezTo>
                    <a:pt x="5783" y="468"/>
                    <a:pt x="6066" y="502"/>
                    <a:pt x="6343" y="517"/>
                  </a:cubicBezTo>
                  <a:cubicBezTo>
                    <a:pt x="6798" y="544"/>
                    <a:pt x="7244" y="562"/>
                    <a:pt x="7690" y="615"/>
                  </a:cubicBezTo>
                  <a:cubicBezTo>
                    <a:pt x="8529" y="704"/>
                    <a:pt x="9376" y="785"/>
                    <a:pt x="10206" y="954"/>
                  </a:cubicBezTo>
                  <a:cubicBezTo>
                    <a:pt x="11223" y="1150"/>
                    <a:pt x="12258" y="1320"/>
                    <a:pt x="13266" y="1623"/>
                  </a:cubicBezTo>
                  <a:cubicBezTo>
                    <a:pt x="14122" y="1891"/>
                    <a:pt x="14997" y="2114"/>
                    <a:pt x="15853" y="2399"/>
                  </a:cubicBezTo>
                  <a:cubicBezTo>
                    <a:pt x="16406" y="2578"/>
                    <a:pt x="16932" y="2827"/>
                    <a:pt x="17477" y="3050"/>
                  </a:cubicBezTo>
                  <a:cubicBezTo>
                    <a:pt x="17503" y="3059"/>
                    <a:pt x="17512" y="3095"/>
                    <a:pt x="17575" y="3158"/>
                  </a:cubicBezTo>
                  <a:cubicBezTo>
                    <a:pt x="17378" y="3166"/>
                    <a:pt x="17227" y="3184"/>
                    <a:pt x="17075" y="3184"/>
                  </a:cubicBezTo>
                  <a:cubicBezTo>
                    <a:pt x="16602" y="3193"/>
                    <a:pt x="16174" y="3363"/>
                    <a:pt x="15764" y="3586"/>
                  </a:cubicBezTo>
                  <a:cubicBezTo>
                    <a:pt x="15675" y="3630"/>
                    <a:pt x="15603" y="3728"/>
                    <a:pt x="15469" y="3836"/>
                  </a:cubicBezTo>
                  <a:cubicBezTo>
                    <a:pt x="15603" y="3880"/>
                    <a:pt x="15675" y="3916"/>
                    <a:pt x="15746" y="3916"/>
                  </a:cubicBezTo>
                  <a:cubicBezTo>
                    <a:pt x="16228" y="3934"/>
                    <a:pt x="16709" y="3952"/>
                    <a:pt x="17191" y="3952"/>
                  </a:cubicBezTo>
                  <a:cubicBezTo>
                    <a:pt x="17646" y="3943"/>
                    <a:pt x="18110" y="3898"/>
                    <a:pt x="18565" y="3889"/>
                  </a:cubicBezTo>
                  <a:cubicBezTo>
                    <a:pt x="18694" y="3885"/>
                    <a:pt x="18825" y="3883"/>
                    <a:pt x="18956" y="3883"/>
                  </a:cubicBezTo>
                  <a:cubicBezTo>
                    <a:pt x="19142" y="3883"/>
                    <a:pt x="19328" y="3888"/>
                    <a:pt x="19511" y="3898"/>
                  </a:cubicBezTo>
                  <a:cubicBezTo>
                    <a:pt x="19517" y="3898"/>
                    <a:pt x="19523" y="3898"/>
                    <a:pt x="19529" y="3898"/>
                  </a:cubicBezTo>
                  <a:cubicBezTo>
                    <a:pt x="19829" y="3898"/>
                    <a:pt x="19980" y="3678"/>
                    <a:pt x="19832" y="3372"/>
                  </a:cubicBezTo>
                  <a:cubicBezTo>
                    <a:pt x="19760" y="3211"/>
                    <a:pt x="19680" y="3042"/>
                    <a:pt x="19573" y="2908"/>
                  </a:cubicBezTo>
                  <a:cubicBezTo>
                    <a:pt x="19154" y="2372"/>
                    <a:pt x="18672" y="1891"/>
                    <a:pt x="18101" y="1507"/>
                  </a:cubicBezTo>
                  <a:cubicBezTo>
                    <a:pt x="18003" y="1436"/>
                    <a:pt x="17914" y="1347"/>
                    <a:pt x="17807" y="1275"/>
                  </a:cubicBezTo>
                  <a:cubicBezTo>
                    <a:pt x="17712" y="1208"/>
                    <a:pt x="17611" y="1173"/>
                    <a:pt x="17528" y="1173"/>
                  </a:cubicBezTo>
                  <a:cubicBezTo>
                    <a:pt x="17478" y="1173"/>
                    <a:pt x="17435" y="1186"/>
                    <a:pt x="17405" y="1213"/>
                  </a:cubicBezTo>
                  <a:cubicBezTo>
                    <a:pt x="17307" y="1293"/>
                    <a:pt x="17316" y="1480"/>
                    <a:pt x="17450" y="1641"/>
                  </a:cubicBezTo>
                  <a:cubicBezTo>
                    <a:pt x="17664" y="1882"/>
                    <a:pt x="17887" y="2114"/>
                    <a:pt x="18110" y="2355"/>
                  </a:cubicBezTo>
                  <a:cubicBezTo>
                    <a:pt x="18164" y="2417"/>
                    <a:pt x="18217" y="2471"/>
                    <a:pt x="18297" y="2551"/>
                  </a:cubicBezTo>
                  <a:cubicBezTo>
                    <a:pt x="18268" y="2560"/>
                    <a:pt x="18241" y="2564"/>
                    <a:pt x="18216" y="2564"/>
                  </a:cubicBezTo>
                  <a:cubicBezTo>
                    <a:pt x="18121" y="2564"/>
                    <a:pt x="18058" y="2508"/>
                    <a:pt x="17994" y="2480"/>
                  </a:cubicBezTo>
                  <a:cubicBezTo>
                    <a:pt x="17262" y="2123"/>
                    <a:pt x="16504" y="1810"/>
                    <a:pt x="15719" y="1596"/>
                  </a:cubicBezTo>
                  <a:cubicBezTo>
                    <a:pt x="15425" y="1525"/>
                    <a:pt x="15121" y="1463"/>
                    <a:pt x="14827" y="1391"/>
                  </a:cubicBezTo>
                  <a:cubicBezTo>
                    <a:pt x="14069" y="1195"/>
                    <a:pt x="13310" y="990"/>
                    <a:pt x="12552" y="811"/>
                  </a:cubicBezTo>
                  <a:cubicBezTo>
                    <a:pt x="12026" y="695"/>
                    <a:pt x="11500" y="633"/>
                    <a:pt x="10973" y="526"/>
                  </a:cubicBezTo>
                  <a:cubicBezTo>
                    <a:pt x="9974" y="321"/>
                    <a:pt x="8948" y="249"/>
                    <a:pt x="7931" y="115"/>
                  </a:cubicBezTo>
                  <a:cubicBezTo>
                    <a:pt x="7512" y="53"/>
                    <a:pt x="7084" y="53"/>
                    <a:pt x="6655" y="35"/>
                  </a:cubicBezTo>
                  <a:cubicBezTo>
                    <a:pt x="6197" y="17"/>
                    <a:pt x="5741" y="1"/>
                    <a:pt x="5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7"/>
            <p:cNvGrpSpPr/>
            <p:nvPr/>
          </p:nvGrpSpPr>
          <p:grpSpPr>
            <a:xfrm>
              <a:off x="3920970" y="4530473"/>
              <a:ext cx="886685" cy="493388"/>
              <a:chOff x="6702775" y="123803"/>
              <a:chExt cx="951481" cy="529443"/>
            </a:xfrm>
          </p:grpSpPr>
          <p:sp>
            <p:nvSpPr>
              <p:cNvPr id="52" name="Google Shape;52;p7"/>
              <p:cNvSpPr/>
              <p:nvPr/>
            </p:nvSpPr>
            <p:spPr>
              <a:xfrm rot="7697233">
                <a:off x="7199172" y="203863"/>
                <a:ext cx="382982" cy="369324"/>
              </a:xfrm>
              <a:custGeom>
                <a:avLst/>
                <a:gdLst/>
                <a:ahLst/>
                <a:cxnLst/>
                <a:rect l="l" t="t" r="r" b="b"/>
                <a:pathLst>
                  <a:path w="23891" h="23039" extrusionOk="0">
                    <a:moveTo>
                      <a:pt x="6466" y="0"/>
                    </a:moveTo>
                    <a:cubicBezTo>
                      <a:pt x="6348" y="0"/>
                      <a:pt x="6244" y="58"/>
                      <a:pt x="6227" y="199"/>
                    </a:cubicBezTo>
                    <a:cubicBezTo>
                      <a:pt x="6218" y="216"/>
                      <a:pt x="6209" y="252"/>
                      <a:pt x="6201" y="261"/>
                    </a:cubicBezTo>
                    <a:cubicBezTo>
                      <a:pt x="6022" y="431"/>
                      <a:pt x="5888" y="654"/>
                      <a:pt x="5799" y="868"/>
                    </a:cubicBezTo>
                    <a:cubicBezTo>
                      <a:pt x="5719" y="912"/>
                      <a:pt x="5683" y="993"/>
                      <a:pt x="5656" y="1073"/>
                    </a:cubicBezTo>
                    <a:cubicBezTo>
                      <a:pt x="5638" y="1091"/>
                      <a:pt x="5612" y="1144"/>
                      <a:pt x="5603" y="1162"/>
                    </a:cubicBezTo>
                    <a:cubicBezTo>
                      <a:pt x="5594" y="1189"/>
                      <a:pt x="5567" y="1233"/>
                      <a:pt x="5558" y="1260"/>
                    </a:cubicBezTo>
                    <a:cubicBezTo>
                      <a:pt x="5460" y="1332"/>
                      <a:pt x="5451" y="1483"/>
                      <a:pt x="5415" y="1599"/>
                    </a:cubicBezTo>
                    <a:cubicBezTo>
                      <a:pt x="5264" y="1581"/>
                      <a:pt x="5094" y="1626"/>
                      <a:pt x="4978" y="1510"/>
                    </a:cubicBezTo>
                    <a:cubicBezTo>
                      <a:pt x="4792" y="1445"/>
                      <a:pt x="4672" y="1189"/>
                      <a:pt x="4471" y="1189"/>
                    </a:cubicBezTo>
                    <a:cubicBezTo>
                      <a:pt x="4451" y="1189"/>
                      <a:pt x="4430" y="1192"/>
                      <a:pt x="4407" y="1198"/>
                    </a:cubicBezTo>
                    <a:cubicBezTo>
                      <a:pt x="4167" y="1296"/>
                      <a:pt x="3854" y="1180"/>
                      <a:pt x="3676" y="1394"/>
                    </a:cubicBezTo>
                    <a:cubicBezTo>
                      <a:pt x="3604" y="1465"/>
                      <a:pt x="3489" y="1465"/>
                      <a:pt x="3435" y="1546"/>
                    </a:cubicBezTo>
                    <a:cubicBezTo>
                      <a:pt x="3194" y="1546"/>
                      <a:pt x="3051" y="1813"/>
                      <a:pt x="2918" y="1983"/>
                    </a:cubicBezTo>
                    <a:cubicBezTo>
                      <a:pt x="2596" y="2598"/>
                      <a:pt x="2159" y="3160"/>
                      <a:pt x="1892" y="3812"/>
                    </a:cubicBezTo>
                    <a:cubicBezTo>
                      <a:pt x="1722" y="4035"/>
                      <a:pt x="1579" y="4284"/>
                      <a:pt x="1428" y="4525"/>
                    </a:cubicBezTo>
                    <a:cubicBezTo>
                      <a:pt x="1249" y="4677"/>
                      <a:pt x="1312" y="5007"/>
                      <a:pt x="1133" y="5159"/>
                    </a:cubicBezTo>
                    <a:cubicBezTo>
                      <a:pt x="955" y="5471"/>
                      <a:pt x="705" y="5783"/>
                      <a:pt x="696" y="6167"/>
                    </a:cubicBezTo>
                    <a:lnTo>
                      <a:pt x="661" y="6176"/>
                    </a:lnTo>
                    <a:cubicBezTo>
                      <a:pt x="545" y="6702"/>
                      <a:pt x="295" y="7175"/>
                      <a:pt x="81" y="7665"/>
                    </a:cubicBezTo>
                    <a:cubicBezTo>
                      <a:pt x="99" y="7844"/>
                      <a:pt x="0" y="8103"/>
                      <a:pt x="179" y="8228"/>
                    </a:cubicBezTo>
                    <a:cubicBezTo>
                      <a:pt x="509" y="8665"/>
                      <a:pt x="1107" y="8825"/>
                      <a:pt x="1330" y="9343"/>
                    </a:cubicBezTo>
                    <a:cubicBezTo>
                      <a:pt x="1410" y="9530"/>
                      <a:pt x="1678" y="9539"/>
                      <a:pt x="1758" y="9726"/>
                    </a:cubicBezTo>
                    <a:cubicBezTo>
                      <a:pt x="1874" y="9949"/>
                      <a:pt x="2293" y="9940"/>
                      <a:pt x="2284" y="10208"/>
                    </a:cubicBezTo>
                    <a:cubicBezTo>
                      <a:pt x="2097" y="10574"/>
                      <a:pt x="1918" y="10948"/>
                      <a:pt x="1669" y="11270"/>
                    </a:cubicBezTo>
                    <a:cubicBezTo>
                      <a:pt x="1526" y="11519"/>
                      <a:pt x="1481" y="11823"/>
                      <a:pt x="1240" y="12001"/>
                    </a:cubicBezTo>
                    <a:cubicBezTo>
                      <a:pt x="1151" y="12197"/>
                      <a:pt x="991" y="12358"/>
                      <a:pt x="964" y="12581"/>
                    </a:cubicBezTo>
                    <a:cubicBezTo>
                      <a:pt x="937" y="12893"/>
                      <a:pt x="803" y="13179"/>
                      <a:pt x="669" y="13446"/>
                    </a:cubicBezTo>
                    <a:cubicBezTo>
                      <a:pt x="664" y="13445"/>
                      <a:pt x="658" y="13445"/>
                      <a:pt x="653" y="13445"/>
                    </a:cubicBezTo>
                    <a:cubicBezTo>
                      <a:pt x="560" y="13445"/>
                      <a:pt x="541" y="13584"/>
                      <a:pt x="482" y="13643"/>
                    </a:cubicBezTo>
                    <a:cubicBezTo>
                      <a:pt x="455" y="13821"/>
                      <a:pt x="348" y="14035"/>
                      <a:pt x="455" y="14205"/>
                    </a:cubicBezTo>
                    <a:cubicBezTo>
                      <a:pt x="661" y="14588"/>
                      <a:pt x="1035" y="14820"/>
                      <a:pt x="1339" y="15106"/>
                    </a:cubicBezTo>
                    <a:cubicBezTo>
                      <a:pt x="1570" y="15355"/>
                      <a:pt x="1909" y="15462"/>
                      <a:pt x="2159" y="15685"/>
                    </a:cubicBezTo>
                    <a:cubicBezTo>
                      <a:pt x="2864" y="16132"/>
                      <a:pt x="3658" y="16426"/>
                      <a:pt x="4309" y="16943"/>
                    </a:cubicBezTo>
                    <a:lnTo>
                      <a:pt x="4318" y="16988"/>
                    </a:lnTo>
                    <a:cubicBezTo>
                      <a:pt x="4532" y="17041"/>
                      <a:pt x="4693" y="17175"/>
                      <a:pt x="4853" y="17318"/>
                    </a:cubicBezTo>
                    <a:cubicBezTo>
                      <a:pt x="5112" y="17354"/>
                      <a:pt x="5291" y="17568"/>
                      <a:pt x="5514" y="17666"/>
                    </a:cubicBezTo>
                    <a:cubicBezTo>
                      <a:pt x="6040" y="17898"/>
                      <a:pt x="6548" y="18201"/>
                      <a:pt x="6994" y="18549"/>
                    </a:cubicBezTo>
                    <a:cubicBezTo>
                      <a:pt x="7093" y="18772"/>
                      <a:pt x="6736" y="18692"/>
                      <a:pt x="6718" y="18879"/>
                    </a:cubicBezTo>
                    <a:cubicBezTo>
                      <a:pt x="6788" y="19062"/>
                      <a:pt x="6774" y="19107"/>
                      <a:pt x="6727" y="19107"/>
                    </a:cubicBezTo>
                    <a:cubicBezTo>
                      <a:pt x="6682" y="19107"/>
                      <a:pt x="6605" y="19065"/>
                      <a:pt x="6539" y="19065"/>
                    </a:cubicBezTo>
                    <a:cubicBezTo>
                      <a:pt x="6533" y="19065"/>
                      <a:pt x="6527" y="19066"/>
                      <a:pt x="6522" y="19067"/>
                    </a:cubicBezTo>
                    <a:cubicBezTo>
                      <a:pt x="6513" y="19165"/>
                      <a:pt x="6548" y="19254"/>
                      <a:pt x="6575" y="19352"/>
                    </a:cubicBezTo>
                    <a:cubicBezTo>
                      <a:pt x="6504" y="19388"/>
                      <a:pt x="6361" y="19468"/>
                      <a:pt x="6290" y="19504"/>
                    </a:cubicBezTo>
                    <a:cubicBezTo>
                      <a:pt x="6388" y="19816"/>
                      <a:pt x="5942" y="19976"/>
                      <a:pt x="6067" y="20280"/>
                    </a:cubicBezTo>
                    <a:cubicBezTo>
                      <a:pt x="6031" y="20440"/>
                      <a:pt x="5817" y="20530"/>
                      <a:pt x="5763" y="20690"/>
                    </a:cubicBezTo>
                    <a:cubicBezTo>
                      <a:pt x="5808" y="20753"/>
                      <a:pt x="5915" y="20788"/>
                      <a:pt x="5888" y="20877"/>
                    </a:cubicBezTo>
                    <a:cubicBezTo>
                      <a:pt x="5799" y="20913"/>
                      <a:pt x="5710" y="20967"/>
                      <a:pt x="5763" y="21074"/>
                    </a:cubicBezTo>
                    <a:cubicBezTo>
                      <a:pt x="5906" y="21109"/>
                      <a:pt x="5870" y="21306"/>
                      <a:pt x="5977" y="21395"/>
                    </a:cubicBezTo>
                    <a:cubicBezTo>
                      <a:pt x="6325" y="21903"/>
                      <a:pt x="6923" y="22126"/>
                      <a:pt x="7449" y="22412"/>
                    </a:cubicBezTo>
                    <a:cubicBezTo>
                      <a:pt x="7472" y="22408"/>
                      <a:pt x="7495" y="22407"/>
                      <a:pt x="7517" y="22407"/>
                    </a:cubicBezTo>
                    <a:cubicBezTo>
                      <a:pt x="7763" y="22407"/>
                      <a:pt x="7992" y="22595"/>
                      <a:pt x="8238" y="22595"/>
                    </a:cubicBezTo>
                    <a:cubicBezTo>
                      <a:pt x="8260" y="22595"/>
                      <a:pt x="8283" y="22594"/>
                      <a:pt x="8306" y="22590"/>
                    </a:cubicBezTo>
                    <a:cubicBezTo>
                      <a:pt x="8805" y="22680"/>
                      <a:pt x="9296" y="22858"/>
                      <a:pt x="9814" y="22903"/>
                    </a:cubicBezTo>
                    <a:cubicBezTo>
                      <a:pt x="10095" y="22938"/>
                      <a:pt x="10376" y="23039"/>
                      <a:pt x="10655" y="23039"/>
                    </a:cubicBezTo>
                    <a:cubicBezTo>
                      <a:pt x="10792" y="23039"/>
                      <a:pt x="10928" y="23015"/>
                      <a:pt x="11062" y="22947"/>
                    </a:cubicBezTo>
                    <a:cubicBezTo>
                      <a:pt x="11155" y="22974"/>
                      <a:pt x="11223" y="23005"/>
                      <a:pt x="11314" y="23005"/>
                    </a:cubicBezTo>
                    <a:cubicBezTo>
                      <a:pt x="11345" y="23005"/>
                      <a:pt x="11380" y="23001"/>
                      <a:pt x="11419" y="22992"/>
                    </a:cubicBezTo>
                    <a:cubicBezTo>
                      <a:pt x="11767" y="22947"/>
                      <a:pt x="12151" y="22911"/>
                      <a:pt x="12427" y="22662"/>
                    </a:cubicBezTo>
                    <a:cubicBezTo>
                      <a:pt x="12677" y="22662"/>
                      <a:pt x="12865" y="22403"/>
                      <a:pt x="13105" y="22332"/>
                    </a:cubicBezTo>
                    <a:cubicBezTo>
                      <a:pt x="13248" y="22073"/>
                      <a:pt x="13525" y="21948"/>
                      <a:pt x="13712" y="21734"/>
                    </a:cubicBezTo>
                    <a:cubicBezTo>
                      <a:pt x="14105" y="21457"/>
                      <a:pt x="14390" y="21065"/>
                      <a:pt x="14711" y="20717"/>
                    </a:cubicBezTo>
                    <a:cubicBezTo>
                      <a:pt x="14754" y="20724"/>
                      <a:pt x="14803" y="20749"/>
                      <a:pt x="14853" y="20749"/>
                    </a:cubicBezTo>
                    <a:cubicBezTo>
                      <a:pt x="14865" y="20749"/>
                      <a:pt x="14877" y="20747"/>
                      <a:pt x="14890" y="20744"/>
                    </a:cubicBezTo>
                    <a:cubicBezTo>
                      <a:pt x="15023" y="20601"/>
                      <a:pt x="15148" y="20458"/>
                      <a:pt x="15327" y="20369"/>
                    </a:cubicBezTo>
                    <a:cubicBezTo>
                      <a:pt x="15532" y="20485"/>
                      <a:pt x="15773" y="20521"/>
                      <a:pt x="15960" y="20654"/>
                    </a:cubicBezTo>
                    <a:cubicBezTo>
                      <a:pt x="16103" y="20779"/>
                      <a:pt x="16317" y="20770"/>
                      <a:pt x="16486" y="20851"/>
                    </a:cubicBezTo>
                    <a:cubicBezTo>
                      <a:pt x="16568" y="20932"/>
                      <a:pt x="16680" y="20982"/>
                      <a:pt x="16796" y="20982"/>
                    </a:cubicBezTo>
                    <a:cubicBezTo>
                      <a:pt x="16832" y="20982"/>
                      <a:pt x="16869" y="20977"/>
                      <a:pt x="16906" y="20967"/>
                    </a:cubicBezTo>
                    <a:cubicBezTo>
                      <a:pt x="16987" y="20975"/>
                      <a:pt x="17067" y="20979"/>
                      <a:pt x="17148" y="20979"/>
                    </a:cubicBezTo>
                    <a:cubicBezTo>
                      <a:pt x="17487" y="20979"/>
                      <a:pt x="17825" y="20915"/>
                      <a:pt x="18164" y="20886"/>
                    </a:cubicBezTo>
                    <a:cubicBezTo>
                      <a:pt x="18190" y="20842"/>
                      <a:pt x="18262" y="20806"/>
                      <a:pt x="18262" y="20744"/>
                    </a:cubicBezTo>
                    <a:cubicBezTo>
                      <a:pt x="18324" y="20735"/>
                      <a:pt x="18387" y="20717"/>
                      <a:pt x="18458" y="20708"/>
                    </a:cubicBezTo>
                    <a:cubicBezTo>
                      <a:pt x="18506" y="20734"/>
                      <a:pt x="18545" y="20745"/>
                      <a:pt x="18578" y="20745"/>
                    </a:cubicBezTo>
                    <a:cubicBezTo>
                      <a:pt x="18734" y="20745"/>
                      <a:pt x="18748" y="20497"/>
                      <a:pt x="18895" y="20467"/>
                    </a:cubicBezTo>
                    <a:cubicBezTo>
                      <a:pt x="18928" y="20476"/>
                      <a:pt x="18959" y="20480"/>
                      <a:pt x="18988" y="20480"/>
                    </a:cubicBezTo>
                    <a:cubicBezTo>
                      <a:pt x="19224" y="20480"/>
                      <a:pt x="19332" y="20218"/>
                      <a:pt x="19546" y="20155"/>
                    </a:cubicBezTo>
                    <a:cubicBezTo>
                      <a:pt x="19814" y="19869"/>
                      <a:pt x="20207" y="19700"/>
                      <a:pt x="20394" y="19361"/>
                    </a:cubicBezTo>
                    <a:cubicBezTo>
                      <a:pt x="20572" y="19245"/>
                      <a:pt x="20760" y="19120"/>
                      <a:pt x="20885" y="18942"/>
                    </a:cubicBezTo>
                    <a:cubicBezTo>
                      <a:pt x="21081" y="18852"/>
                      <a:pt x="21206" y="18683"/>
                      <a:pt x="21322" y="18504"/>
                    </a:cubicBezTo>
                    <a:cubicBezTo>
                      <a:pt x="21518" y="18344"/>
                      <a:pt x="21723" y="18174"/>
                      <a:pt x="21875" y="17960"/>
                    </a:cubicBezTo>
                    <a:cubicBezTo>
                      <a:pt x="21928" y="17853"/>
                      <a:pt x="22080" y="17835"/>
                      <a:pt x="22116" y="17719"/>
                    </a:cubicBezTo>
                    <a:cubicBezTo>
                      <a:pt x="22365" y="17595"/>
                      <a:pt x="22499" y="17327"/>
                      <a:pt x="22696" y="17140"/>
                    </a:cubicBezTo>
                    <a:cubicBezTo>
                      <a:pt x="22999" y="16845"/>
                      <a:pt x="23302" y="16515"/>
                      <a:pt x="23543" y="16167"/>
                    </a:cubicBezTo>
                    <a:cubicBezTo>
                      <a:pt x="23561" y="16042"/>
                      <a:pt x="23579" y="15908"/>
                      <a:pt x="23695" y="15828"/>
                    </a:cubicBezTo>
                    <a:cubicBezTo>
                      <a:pt x="23748" y="15730"/>
                      <a:pt x="23891" y="15516"/>
                      <a:pt x="23713" y="15454"/>
                    </a:cubicBezTo>
                    <a:lnTo>
                      <a:pt x="23713" y="15409"/>
                    </a:lnTo>
                    <a:lnTo>
                      <a:pt x="23668" y="15418"/>
                    </a:lnTo>
                    <a:cubicBezTo>
                      <a:pt x="23623" y="15320"/>
                      <a:pt x="23507" y="15284"/>
                      <a:pt x="23516" y="15168"/>
                    </a:cubicBezTo>
                    <a:cubicBezTo>
                      <a:pt x="23489" y="14909"/>
                      <a:pt x="23035" y="14838"/>
                      <a:pt x="23150" y="14561"/>
                    </a:cubicBezTo>
                    <a:cubicBezTo>
                      <a:pt x="23195" y="14419"/>
                      <a:pt x="23052" y="14267"/>
                      <a:pt x="23115" y="14124"/>
                    </a:cubicBezTo>
                    <a:cubicBezTo>
                      <a:pt x="22606" y="13687"/>
                      <a:pt x="22125" y="13205"/>
                      <a:pt x="21554" y="12849"/>
                    </a:cubicBezTo>
                    <a:cubicBezTo>
                      <a:pt x="21571" y="12617"/>
                      <a:pt x="21340" y="12501"/>
                      <a:pt x="21152" y="12429"/>
                    </a:cubicBezTo>
                    <a:cubicBezTo>
                      <a:pt x="21036" y="12197"/>
                      <a:pt x="20706" y="12171"/>
                      <a:pt x="20554" y="11965"/>
                    </a:cubicBezTo>
                    <a:cubicBezTo>
                      <a:pt x="20421" y="11725"/>
                      <a:pt x="20073" y="11769"/>
                      <a:pt x="19921" y="11546"/>
                    </a:cubicBezTo>
                    <a:cubicBezTo>
                      <a:pt x="19796" y="11359"/>
                      <a:pt x="19653" y="11154"/>
                      <a:pt x="19421" y="11082"/>
                    </a:cubicBezTo>
                    <a:cubicBezTo>
                      <a:pt x="19413" y="11073"/>
                      <a:pt x="19377" y="11038"/>
                      <a:pt x="19368" y="11029"/>
                    </a:cubicBezTo>
                    <a:cubicBezTo>
                      <a:pt x="19404" y="10824"/>
                      <a:pt x="19582" y="10699"/>
                      <a:pt x="19698" y="10538"/>
                    </a:cubicBezTo>
                    <a:cubicBezTo>
                      <a:pt x="20082" y="10021"/>
                      <a:pt x="20519" y="9539"/>
                      <a:pt x="20840" y="8977"/>
                    </a:cubicBezTo>
                    <a:cubicBezTo>
                      <a:pt x="20885" y="8888"/>
                      <a:pt x="21018" y="8620"/>
                      <a:pt x="20858" y="8611"/>
                    </a:cubicBezTo>
                    <a:cubicBezTo>
                      <a:pt x="20876" y="8522"/>
                      <a:pt x="20885" y="8415"/>
                      <a:pt x="20777" y="8379"/>
                    </a:cubicBezTo>
                    <a:cubicBezTo>
                      <a:pt x="20653" y="8103"/>
                      <a:pt x="20331" y="8058"/>
                      <a:pt x="20144" y="7844"/>
                    </a:cubicBezTo>
                    <a:cubicBezTo>
                      <a:pt x="20073" y="7781"/>
                      <a:pt x="19992" y="7719"/>
                      <a:pt x="19903" y="7701"/>
                    </a:cubicBezTo>
                    <a:cubicBezTo>
                      <a:pt x="19627" y="7442"/>
                      <a:pt x="19252" y="7246"/>
                      <a:pt x="18913" y="7068"/>
                    </a:cubicBezTo>
                    <a:cubicBezTo>
                      <a:pt x="18699" y="6898"/>
                      <a:pt x="18494" y="6693"/>
                      <a:pt x="18235" y="6622"/>
                    </a:cubicBezTo>
                    <a:cubicBezTo>
                      <a:pt x="18092" y="6461"/>
                      <a:pt x="17896" y="6318"/>
                      <a:pt x="17691" y="6256"/>
                    </a:cubicBezTo>
                    <a:cubicBezTo>
                      <a:pt x="17379" y="6078"/>
                      <a:pt x="17057" y="5890"/>
                      <a:pt x="16727" y="5739"/>
                    </a:cubicBezTo>
                    <a:cubicBezTo>
                      <a:pt x="16344" y="5400"/>
                      <a:pt x="15853" y="5123"/>
                      <a:pt x="15362" y="4936"/>
                    </a:cubicBezTo>
                    <a:cubicBezTo>
                      <a:pt x="15139" y="4864"/>
                      <a:pt x="14997" y="4659"/>
                      <a:pt x="14774" y="4606"/>
                    </a:cubicBezTo>
                    <a:cubicBezTo>
                      <a:pt x="14506" y="4579"/>
                      <a:pt x="14417" y="4276"/>
                      <a:pt x="14194" y="4186"/>
                    </a:cubicBezTo>
                    <a:cubicBezTo>
                      <a:pt x="13962" y="4133"/>
                      <a:pt x="13819" y="3928"/>
                      <a:pt x="13587" y="3865"/>
                    </a:cubicBezTo>
                    <a:cubicBezTo>
                      <a:pt x="13623" y="3794"/>
                      <a:pt x="13507" y="3767"/>
                      <a:pt x="13462" y="3749"/>
                    </a:cubicBezTo>
                    <a:cubicBezTo>
                      <a:pt x="13123" y="3651"/>
                      <a:pt x="12775" y="3544"/>
                      <a:pt x="12499" y="3321"/>
                    </a:cubicBezTo>
                    <a:cubicBezTo>
                      <a:pt x="12320" y="3169"/>
                      <a:pt x="12044" y="3196"/>
                      <a:pt x="11865" y="3044"/>
                    </a:cubicBezTo>
                    <a:cubicBezTo>
                      <a:pt x="11482" y="2768"/>
                      <a:pt x="11098" y="2500"/>
                      <a:pt x="10652" y="2331"/>
                    </a:cubicBezTo>
                    <a:cubicBezTo>
                      <a:pt x="10536" y="2295"/>
                      <a:pt x="10465" y="2170"/>
                      <a:pt x="10340" y="2152"/>
                    </a:cubicBezTo>
                    <a:cubicBezTo>
                      <a:pt x="9724" y="1840"/>
                      <a:pt x="9180" y="1412"/>
                      <a:pt x="8547" y="1126"/>
                    </a:cubicBezTo>
                    <a:cubicBezTo>
                      <a:pt x="8377" y="930"/>
                      <a:pt x="8047" y="930"/>
                      <a:pt x="7860" y="743"/>
                    </a:cubicBezTo>
                    <a:cubicBezTo>
                      <a:pt x="7797" y="680"/>
                      <a:pt x="7708" y="671"/>
                      <a:pt x="7628" y="645"/>
                    </a:cubicBezTo>
                    <a:cubicBezTo>
                      <a:pt x="7423" y="591"/>
                      <a:pt x="7289" y="413"/>
                      <a:pt x="7102" y="341"/>
                    </a:cubicBezTo>
                    <a:lnTo>
                      <a:pt x="7057" y="350"/>
                    </a:lnTo>
                    <a:cubicBezTo>
                      <a:pt x="7012" y="270"/>
                      <a:pt x="6905" y="225"/>
                      <a:pt x="6816" y="199"/>
                    </a:cubicBezTo>
                    <a:cubicBezTo>
                      <a:pt x="6759" y="79"/>
                      <a:pt x="6603" y="0"/>
                      <a:pt x="646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7"/>
              <p:cNvSpPr/>
              <p:nvPr/>
            </p:nvSpPr>
            <p:spPr>
              <a:xfrm>
                <a:off x="6702775" y="203863"/>
                <a:ext cx="424304" cy="369316"/>
              </a:xfrm>
              <a:custGeom>
                <a:avLst/>
                <a:gdLst/>
                <a:ahLst/>
                <a:cxnLst/>
                <a:rect l="l" t="t" r="r" b="b"/>
                <a:pathLst>
                  <a:path w="24445" h="21277" extrusionOk="0">
                    <a:moveTo>
                      <a:pt x="9627" y="0"/>
                    </a:moveTo>
                    <a:cubicBezTo>
                      <a:pt x="9564" y="0"/>
                      <a:pt x="9439" y="0"/>
                      <a:pt x="9368" y="9"/>
                    </a:cubicBezTo>
                    <a:lnTo>
                      <a:pt x="9377" y="45"/>
                    </a:lnTo>
                    <a:cubicBezTo>
                      <a:pt x="9314" y="80"/>
                      <a:pt x="9243" y="87"/>
                      <a:pt x="9170" y="87"/>
                    </a:cubicBezTo>
                    <a:cubicBezTo>
                      <a:pt x="9127" y="87"/>
                      <a:pt x="9083" y="85"/>
                      <a:pt x="9040" y="85"/>
                    </a:cubicBezTo>
                    <a:cubicBezTo>
                      <a:pt x="9012" y="85"/>
                      <a:pt x="8984" y="86"/>
                      <a:pt x="8957" y="89"/>
                    </a:cubicBezTo>
                    <a:lnTo>
                      <a:pt x="8975" y="116"/>
                    </a:lnTo>
                    <a:cubicBezTo>
                      <a:pt x="8850" y="179"/>
                      <a:pt x="8770" y="303"/>
                      <a:pt x="8690" y="419"/>
                    </a:cubicBezTo>
                    <a:cubicBezTo>
                      <a:pt x="8675" y="445"/>
                      <a:pt x="8645" y="453"/>
                      <a:pt x="8609" y="453"/>
                    </a:cubicBezTo>
                    <a:cubicBezTo>
                      <a:pt x="8542" y="453"/>
                      <a:pt x="8452" y="425"/>
                      <a:pt x="8391" y="425"/>
                    </a:cubicBezTo>
                    <a:cubicBezTo>
                      <a:pt x="8347" y="425"/>
                      <a:pt x="8318" y="440"/>
                      <a:pt x="8324" y="491"/>
                    </a:cubicBezTo>
                    <a:cubicBezTo>
                      <a:pt x="8286" y="518"/>
                      <a:pt x="8248" y="528"/>
                      <a:pt x="8209" y="528"/>
                    </a:cubicBezTo>
                    <a:cubicBezTo>
                      <a:pt x="8096" y="528"/>
                      <a:pt x="7979" y="445"/>
                      <a:pt x="7872" y="445"/>
                    </a:cubicBezTo>
                    <a:cubicBezTo>
                      <a:pt x="7830" y="445"/>
                      <a:pt x="7791" y="457"/>
                      <a:pt x="7753" y="491"/>
                    </a:cubicBezTo>
                    <a:cubicBezTo>
                      <a:pt x="7673" y="509"/>
                      <a:pt x="7593" y="526"/>
                      <a:pt x="7521" y="544"/>
                    </a:cubicBezTo>
                    <a:cubicBezTo>
                      <a:pt x="7475" y="529"/>
                      <a:pt x="7430" y="521"/>
                      <a:pt x="7387" y="521"/>
                    </a:cubicBezTo>
                    <a:cubicBezTo>
                      <a:pt x="7208" y="521"/>
                      <a:pt x="7049" y="640"/>
                      <a:pt x="6941" y="776"/>
                    </a:cubicBezTo>
                    <a:cubicBezTo>
                      <a:pt x="6665" y="1249"/>
                      <a:pt x="6326" y="1695"/>
                      <a:pt x="6130" y="2195"/>
                    </a:cubicBezTo>
                    <a:cubicBezTo>
                      <a:pt x="5969" y="2445"/>
                      <a:pt x="5799" y="2703"/>
                      <a:pt x="5675" y="2971"/>
                    </a:cubicBezTo>
                    <a:cubicBezTo>
                      <a:pt x="5541" y="3096"/>
                      <a:pt x="5478" y="3292"/>
                      <a:pt x="5425" y="3470"/>
                    </a:cubicBezTo>
                    <a:lnTo>
                      <a:pt x="5407" y="3453"/>
                    </a:lnTo>
                    <a:cubicBezTo>
                      <a:pt x="5282" y="3890"/>
                      <a:pt x="4907" y="4238"/>
                      <a:pt x="4854" y="4702"/>
                    </a:cubicBezTo>
                    <a:cubicBezTo>
                      <a:pt x="4800" y="4764"/>
                      <a:pt x="4684" y="4791"/>
                      <a:pt x="4666" y="4880"/>
                    </a:cubicBezTo>
                    <a:cubicBezTo>
                      <a:pt x="4452" y="5049"/>
                      <a:pt x="4363" y="5362"/>
                      <a:pt x="4211" y="5594"/>
                    </a:cubicBezTo>
                    <a:cubicBezTo>
                      <a:pt x="4149" y="5603"/>
                      <a:pt x="4122" y="5638"/>
                      <a:pt x="4131" y="5692"/>
                    </a:cubicBezTo>
                    <a:cubicBezTo>
                      <a:pt x="4122" y="5710"/>
                      <a:pt x="4104" y="5745"/>
                      <a:pt x="4096" y="5772"/>
                    </a:cubicBezTo>
                    <a:cubicBezTo>
                      <a:pt x="3935" y="5843"/>
                      <a:pt x="3926" y="6058"/>
                      <a:pt x="3819" y="6182"/>
                    </a:cubicBezTo>
                    <a:cubicBezTo>
                      <a:pt x="3757" y="6289"/>
                      <a:pt x="3614" y="6361"/>
                      <a:pt x="3605" y="6504"/>
                    </a:cubicBezTo>
                    <a:cubicBezTo>
                      <a:pt x="3587" y="6539"/>
                      <a:pt x="3569" y="6575"/>
                      <a:pt x="3560" y="6620"/>
                    </a:cubicBezTo>
                    <a:cubicBezTo>
                      <a:pt x="3489" y="6771"/>
                      <a:pt x="3346" y="6878"/>
                      <a:pt x="3310" y="7039"/>
                    </a:cubicBezTo>
                    <a:cubicBezTo>
                      <a:pt x="3239" y="7039"/>
                      <a:pt x="3230" y="7155"/>
                      <a:pt x="3186" y="7199"/>
                    </a:cubicBezTo>
                    <a:cubicBezTo>
                      <a:pt x="3070" y="7271"/>
                      <a:pt x="3025" y="7467"/>
                      <a:pt x="2963" y="7601"/>
                    </a:cubicBezTo>
                    <a:cubicBezTo>
                      <a:pt x="3025" y="7788"/>
                      <a:pt x="2811" y="7949"/>
                      <a:pt x="2847" y="8136"/>
                    </a:cubicBezTo>
                    <a:lnTo>
                      <a:pt x="2838" y="8163"/>
                    </a:lnTo>
                    <a:cubicBezTo>
                      <a:pt x="2775" y="8172"/>
                      <a:pt x="2740" y="8225"/>
                      <a:pt x="2757" y="8288"/>
                    </a:cubicBezTo>
                    <a:lnTo>
                      <a:pt x="2722" y="8297"/>
                    </a:lnTo>
                    <a:cubicBezTo>
                      <a:pt x="2615" y="8529"/>
                      <a:pt x="2365" y="8734"/>
                      <a:pt x="2383" y="9019"/>
                    </a:cubicBezTo>
                    <a:cubicBezTo>
                      <a:pt x="2222" y="9117"/>
                      <a:pt x="2249" y="9358"/>
                      <a:pt x="2160" y="9519"/>
                    </a:cubicBezTo>
                    <a:cubicBezTo>
                      <a:pt x="2088" y="9742"/>
                      <a:pt x="1937" y="9929"/>
                      <a:pt x="1874" y="10161"/>
                    </a:cubicBezTo>
                    <a:cubicBezTo>
                      <a:pt x="1855" y="10158"/>
                      <a:pt x="1837" y="10156"/>
                      <a:pt x="1819" y="10156"/>
                    </a:cubicBezTo>
                    <a:cubicBezTo>
                      <a:pt x="1495" y="10156"/>
                      <a:pt x="1386" y="10671"/>
                      <a:pt x="1589" y="10866"/>
                    </a:cubicBezTo>
                    <a:cubicBezTo>
                      <a:pt x="1717" y="10934"/>
                      <a:pt x="1788" y="11117"/>
                      <a:pt x="1950" y="11117"/>
                    </a:cubicBezTo>
                    <a:cubicBezTo>
                      <a:pt x="1957" y="11117"/>
                      <a:pt x="1965" y="11116"/>
                      <a:pt x="1972" y="11116"/>
                    </a:cubicBezTo>
                    <a:cubicBezTo>
                      <a:pt x="1995" y="11101"/>
                      <a:pt x="2016" y="11095"/>
                      <a:pt x="2036" y="11095"/>
                    </a:cubicBezTo>
                    <a:cubicBezTo>
                      <a:pt x="2111" y="11095"/>
                      <a:pt x="2172" y="11179"/>
                      <a:pt x="2260" y="11179"/>
                    </a:cubicBezTo>
                    <a:cubicBezTo>
                      <a:pt x="2276" y="11179"/>
                      <a:pt x="2293" y="11176"/>
                      <a:pt x="2311" y="11169"/>
                    </a:cubicBezTo>
                    <a:cubicBezTo>
                      <a:pt x="2365" y="11223"/>
                      <a:pt x="2445" y="11258"/>
                      <a:pt x="2463" y="11339"/>
                    </a:cubicBezTo>
                    <a:cubicBezTo>
                      <a:pt x="2463" y="11464"/>
                      <a:pt x="2632" y="11473"/>
                      <a:pt x="2713" y="11544"/>
                    </a:cubicBezTo>
                    <a:cubicBezTo>
                      <a:pt x="2713" y="11606"/>
                      <a:pt x="2686" y="11678"/>
                      <a:pt x="2668" y="11740"/>
                    </a:cubicBezTo>
                    <a:cubicBezTo>
                      <a:pt x="2597" y="11776"/>
                      <a:pt x="2570" y="11856"/>
                      <a:pt x="2534" y="11928"/>
                    </a:cubicBezTo>
                    <a:cubicBezTo>
                      <a:pt x="2472" y="12044"/>
                      <a:pt x="2329" y="12124"/>
                      <a:pt x="2311" y="12267"/>
                    </a:cubicBezTo>
                    <a:cubicBezTo>
                      <a:pt x="2231" y="12293"/>
                      <a:pt x="2195" y="12374"/>
                      <a:pt x="2151" y="12436"/>
                    </a:cubicBezTo>
                    <a:cubicBezTo>
                      <a:pt x="2079" y="12534"/>
                      <a:pt x="1963" y="12588"/>
                      <a:pt x="1937" y="12713"/>
                    </a:cubicBezTo>
                    <a:cubicBezTo>
                      <a:pt x="1794" y="12918"/>
                      <a:pt x="1633" y="13141"/>
                      <a:pt x="1499" y="13364"/>
                    </a:cubicBezTo>
                    <a:cubicBezTo>
                      <a:pt x="1384" y="13417"/>
                      <a:pt x="1259" y="13596"/>
                      <a:pt x="1259" y="13738"/>
                    </a:cubicBezTo>
                    <a:cubicBezTo>
                      <a:pt x="1152" y="13837"/>
                      <a:pt x="1053" y="13953"/>
                      <a:pt x="1018" y="14095"/>
                    </a:cubicBezTo>
                    <a:cubicBezTo>
                      <a:pt x="893" y="14220"/>
                      <a:pt x="813" y="14416"/>
                      <a:pt x="732" y="14586"/>
                    </a:cubicBezTo>
                    <a:cubicBezTo>
                      <a:pt x="474" y="14648"/>
                      <a:pt x="349" y="14934"/>
                      <a:pt x="224" y="15139"/>
                    </a:cubicBezTo>
                    <a:cubicBezTo>
                      <a:pt x="72" y="15335"/>
                      <a:pt x="1" y="15594"/>
                      <a:pt x="36" y="15844"/>
                    </a:cubicBezTo>
                    <a:cubicBezTo>
                      <a:pt x="44" y="15845"/>
                      <a:pt x="52" y="15846"/>
                      <a:pt x="59" y="15846"/>
                    </a:cubicBezTo>
                    <a:cubicBezTo>
                      <a:pt x="153" y="15846"/>
                      <a:pt x="225" y="15760"/>
                      <a:pt x="322" y="15760"/>
                    </a:cubicBezTo>
                    <a:cubicBezTo>
                      <a:pt x="334" y="15760"/>
                      <a:pt x="345" y="15761"/>
                      <a:pt x="358" y="15764"/>
                    </a:cubicBezTo>
                    <a:cubicBezTo>
                      <a:pt x="438" y="15799"/>
                      <a:pt x="500" y="15880"/>
                      <a:pt x="598" y="15888"/>
                    </a:cubicBezTo>
                    <a:cubicBezTo>
                      <a:pt x="634" y="15924"/>
                      <a:pt x="661" y="15996"/>
                      <a:pt x="723" y="15996"/>
                    </a:cubicBezTo>
                    <a:cubicBezTo>
                      <a:pt x="732" y="16049"/>
                      <a:pt x="777" y="16076"/>
                      <a:pt x="813" y="16111"/>
                    </a:cubicBezTo>
                    <a:cubicBezTo>
                      <a:pt x="993" y="16144"/>
                      <a:pt x="1165" y="16230"/>
                      <a:pt x="1351" y="16230"/>
                    </a:cubicBezTo>
                    <a:cubicBezTo>
                      <a:pt x="1368" y="16230"/>
                      <a:pt x="1385" y="16229"/>
                      <a:pt x="1401" y="16227"/>
                    </a:cubicBezTo>
                    <a:cubicBezTo>
                      <a:pt x="1794" y="16424"/>
                      <a:pt x="2249" y="16442"/>
                      <a:pt x="2641" y="16647"/>
                    </a:cubicBezTo>
                    <a:cubicBezTo>
                      <a:pt x="2720" y="16726"/>
                      <a:pt x="2819" y="16738"/>
                      <a:pt x="2923" y="16738"/>
                    </a:cubicBezTo>
                    <a:cubicBezTo>
                      <a:pt x="2971" y="16738"/>
                      <a:pt x="3020" y="16735"/>
                      <a:pt x="3068" y="16735"/>
                    </a:cubicBezTo>
                    <a:cubicBezTo>
                      <a:pt x="3162" y="16735"/>
                      <a:pt x="3253" y="16746"/>
                      <a:pt x="3328" y="16807"/>
                    </a:cubicBezTo>
                    <a:cubicBezTo>
                      <a:pt x="3358" y="16798"/>
                      <a:pt x="3386" y="16794"/>
                      <a:pt x="3413" y="16794"/>
                    </a:cubicBezTo>
                    <a:cubicBezTo>
                      <a:pt x="3563" y="16794"/>
                      <a:pt x="3674" y="16922"/>
                      <a:pt x="3810" y="16968"/>
                    </a:cubicBezTo>
                    <a:cubicBezTo>
                      <a:pt x="3840" y="16953"/>
                      <a:pt x="3871" y="16949"/>
                      <a:pt x="3902" y="16949"/>
                    </a:cubicBezTo>
                    <a:cubicBezTo>
                      <a:pt x="3937" y="16949"/>
                      <a:pt x="3973" y="16954"/>
                      <a:pt x="4008" y="16954"/>
                    </a:cubicBezTo>
                    <a:cubicBezTo>
                      <a:pt x="4035" y="16954"/>
                      <a:pt x="4061" y="16951"/>
                      <a:pt x="4087" y="16941"/>
                    </a:cubicBezTo>
                    <a:cubicBezTo>
                      <a:pt x="4096" y="16941"/>
                      <a:pt x="4113" y="16950"/>
                      <a:pt x="4122" y="16959"/>
                    </a:cubicBezTo>
                    <a:cubicBezTo>
                      <a:pt x="4176" y="17057"/>
                      <a:pt x="4256" y="17111"/>
                      <a:pt x="4229" y="17253"/>
                    </a:cubicBezTo>
                    <a:cubicBezTo>
                      <a:pt x="4292" y="17289"/>
                      <a:pt x="4372" y="17298"/>
                      <a:pt x="4452" y="17316"/>
                    </a:cubicBezTo>
                    <a:cubicBezTo>
                      <a:pt x="4539" y="17386"/>
                      <a:pt x="4597" y="17492"/>
                      <a:pt x="4720" y="17492"/>
                    </a:cubicBezTo>
                    <a:cubicBezTo>
                      <a:pt x="4736" y="17492"/>
                      <a:pt x="4754" y="17490"/>
                      <a:pt x="4774" y="17485"/>
                    </a:cubicBezTo>
                    <a:cubicBezTo>
                      <a:pt x="4979" y="17601"/>
                      <a:pt x="5228" y="17601"/>
                      <a:pt x="5434" y="17708"/>
                    </a:cubicBezTo>
                    <a:cubicBezTo>
                      <a:pt x="5481" y="17739"/>
                      <a:pt x="5517" y="17751"/>
                      <a:pt x="5546" y="17751"/>
                    </a:cubicBezTo>
                    <a:cubicBezTo>
                      <a:pt x="5650" y="17751"/>
                      <a:pt x="5652" y="17587"/>
                      <a:pt x="5764" y="17566"/>
                    </a:cubicBezTo>
                    <a:cubicBezTo>
                      <a:pt x="5862" y="17592"/>
                      <a:pt x="5969" y="17601"/>
                      <a:pt x="6022" y="17690"/>
                    </a:cubicBezTo>
                    <a:cubicBezTo>
                      <a:pt x="6147" y="17878"/>
                      <a:pt x="6415" y="17780"/>
                      <a:pt x="6584" y="17896"/>
                    </a:cubicBezTo>
                    <a:cubicBezTo>
                      <a:pt x="6665" y="17922"/>
                      <a:pt x="6700" y="18012"/>
                      <a:pt x="6772" y="18029"/>
                    </a:cubicBezTo>
                    <a:cubicBezTo>
                      <a:pt x="6834" y="18137"/>
                      <a:pt x="6986" y="18145"/>
                      <a:pt x="7084" y="18208"/>
                    </a:cubicBezTo>
                    <a:cubicBezTo>
                      <a:pt x="7164" y="18386"/>
                      <a:pt x="7396" y="18404"/>
                      <a:pt x="7512" y="18547"/>
                    </a:cubicBezTo>
                    <a:cubicBezTo>
                      <a:pt x="7646" y="18654"/>
                      <a:pt x="7860" y="18556"/>
                      <a:pt x="7949" y="18725"/>
                    </a:cubicBezTo>
                    <a:cubicBezTo>
                      <a:pt x="7967" y="18754"/>
                      <a:pt x="7986" y="18765"/>
                      <a:pt x="8006" y="18765"/>
                    </a:cubicBezTo>
                    <a:cubicBezTo>
                      <a:pt x="8061" y="18765"/>
                      <a:pt x="8124" y="18679"/>
                      <a:pt x="8186" y="18679"/>
                    </a:cubicBezTo>
                    <a:cubicBezTo>
                      <a:pt x="8191" y="18679"/>
                      <a:pt x="8195" y="18680"/>
                      <a:pt x="8199" y="18681"/>
                    </a:cubicBezTo>
                    <a:cubicBezTo>
                      <a:pt x="8422" y="18752"/>
                      <a:pt x="8699" y="18788"/>
                      <a:pt x="8806" y="19046"/>
                    </a:cubicBezTo>
                    <a:cubicBezTo>
                      <a:pt x="8818" y="19109"/>
                      <a:pt x="8846" y="19128"/>
                      <a:pt x="8882" y="19128"/>
                    </a:cubicBezTo>
                    <a:cubicBezTo>
                      <a:pt x="8937" y="19128"/>
                      <a:pt x="9009" y="19084"/>
                      <a:pt x="9070" y="19084"/>
                    </a:cubicBezTo>
                    <a:cubicBezTo>
                      <a:pt x="9112" y="19084"/>
                      <a:pt x="9148" y="19104"/>
                      <a:pt x="9172" y="19171"/>
                    </a:cubicBezTo>
                    <a:cubicBezTo>
                      <a:pt x="9350" y="19323"/>
                      <a:pt x="9564" y="19421"/>
                      <a:pt x="9743" y="19573"/>
                    </a:cubicBezTo>
                    <a:cubicBezTo>
                      <a:pt x="9992" y="19591"/>
                      <a:pt x="10215" y="19698"/>
                      <a:pt x="10474" y="19698"/>
                    </a:cubicBezTo>
                    <a:lnTo>
                      <a:pt x="10465" y="19662"/>
                    </a:lnTo>
                    <a:cubicBezTo>
                      <a:pt x="10475" y="19659"/>
                      <a:pt x="10485" y="19658"/>
                      <a:pt x="10493" y="19658"/>
                    </a:cubicBezTo>
                    <a:cubicBezTo>
                      <a:pt x="10576" y="19658"/>
                      <a:pt x="10595" y="19765"/>
                      <a:pt x="10644" y="19814"/>
                    </a:cubicBezTo>
                    <a:cubicBezTo>
                      <a:pt x="10654" y="19816"/>
                      <a:pt x="10664" y="19817"/>
                      <a:pt x="10674" y="19817"/>
                    </a:cubicBezTo>
                    <a:cubicBezTo>
                      <a:pt x="10737" y="19817"/>
                      <a:pt x="10796" y="19777"/>
                      <a:pt x="10859" y="19777"/>
                    </a:cubicBezTo>
                    <a:cubicBezTo>
                      <a:pt x="10865" y="19777"/>
                      <a:pt x="10870" y="19777"/>
                      <a:pt x="10876" y="19778"/>
                    </a:cubicBezTo>
                    <a:cubicBezTo>
                      <a:pt x="10965" y="19840"/>
                      <a:pt x="11072" y="19867"/>
                      <a:pt x="11152" y="19948"/>
                    </a:cubicBezTo>
                    <a:cubicBezTo>
                      <a:pt x="11190" y="19974"/>
                      <a:pt x="11244" y="20005"/>
                      <a:pt x="11292" y="20005"/>
                    </a:cubicBezTo>
                    <a:cubicBezTo>
                      <a:pt x="11324" y="20005"/>
                      <a:pt x="11354" y="19992"/>
                      <a:pt x="11375" y="19956"/>
                    </a:cubicBezTo>
                    <a:cubicBezTo>
                      <a:pt x="11473" y="19992"/>
                      <a:pt x="11580" y="20046"/>
                      <a:pt x="11687" y="20072"/>
                    </a:cubicBezTo>
                    <a:cubicBezTo>
                      <a:pt x="11678" y="20251"/>
                      <a:pt x="11955" y="20206"/>
                      <a:pt x="12053" y="20313"/>
                    </a:cubicBezTo>
                    <a:cubicBezTo>
                      <a:pt x="12133" y="20483"/>
                      <a:pt x="12374" y="20465"/>
                      <a:pt x="12526" y="20483"/>
                    </a:cubicBezTo>
                    <a:cubicBezTo>
                      <a:pt x="12577" y="20526"/>
                      <a:pt x="12621" y="20593"/>
                      <a:pt x="12689" y="20593"/>
                    </a:cubicBezTo>
                    <a:cubicBezTo>
                      <a:pt x="12704" y="20593"/>
                      <a:pt x="12721" y="20589"/>
                      <a:pt x="12740" y="20581"/>
                    </a:cubicBezTo>
                    <a:cubicBezTo>
                      <a:pt x="12783" y="20565"/>
                      <a:pt x="12827" y="20562"/>
                      <a:pt x="12872" y="20562"/>
                    </a:cubicBezTo>
                    <a:cubicBezTo>
                      <a:pt x="12914" y="20562"/>
                      <a:pt x="12957" y="20565"/>
                      <a:pt x="13001" y="20565"/>
                    </a:cubicBezTo>
                    <a:cubicBezTo>
                      <a:pt x="13018" y="20565"/>
                      <a:pt x="13035" y="20564"/>
                      <a:pt x="13052" y="20563"/>
                    </a:cubicBezTo>
                    <a:cubicBezTo>
                      <a:pt x="13097" y="20661"/>
                      <a:pt x="13186" y="20750"/>
                      <a:pt x="13302" y="20768"/>
                    </a:cubicBezTo>
                    <a:cubicBezTo>
                      <a:pt x="13552" y="20947"/>
                      <a:pt x="13873" y="20929"/>
                      <a:pt x="14167" y="20956"/>
                    </a:cubicBezTo>
                    <a:cubicBezTo>
                      <a:pt x="14198" y="20941"/>
                      <a:pt x="14226" y="20934"/>
                      <a:pt x="14252" y="20934"/>
                    </a:cubicBezTo>
                    <a:cubicBezTo>
                      <a:pt x="14389" y="20934"/>
                      <a:pt x="14457" y="21117"/>
                      <a:pt x="14597" y="21117"/>
                    </a:cubicBezTo>
                    <a:cubicBezTo>
                      <a:pt x="14602" y="21117"/>
                      <a:pt x="14608" y="21117"/>
                      <a:pt x="14613" y="21116"/>
                    </a:cubicBezTo>
                    <a:cubicBezTo>
                      <a:pt x="14685" y="21110"/>
                      <a:pt x="14765" y="21068"/>
                      <a:pt x="14840" y="21068"/>
                    </a:cubicBezTo>
                    <a:cubicBezTo>
                      <a:pt x="14876" y="21068"/>
                      <a:pt x="14911" y="21078"/>
                      <a:pt x="14944" y="21107"/>
                    </a:cubicBezTo>
                    <a:cubicBezTo>
                      <a:pt x="15033" y="21169"/>
                      <a:pt x="15139" y="21232"/>
                      <a:pt x="15249" y="21232"/>
                    </a:cubicBezTo>
                    <a:cubicBezTo>
                      <a:pt x="15281" y="21232"/>
                      <a:pt x="15313" y="21226"/>
                      <a:pt x="15345" y="21214"/>
                    </a:cubicBezTo>
                    <a:cubicBezTo>
                      <a:pt x="15434" y="21223"/>
                      <a:pt x="15523" y="21277"/>
                      <a:pt x="15622" y="21277"/>
                    </a:cubicBezTo>
                    <a:cubicBezTo>
                      <a:pt x="15695" y="21247"/>
                      <a:pt x="15772" y="21238"/>
                      <a:pt x="15849" y="21238"/>
                    </a:cubicBezTo>
                    <a:cubicBezTo>
                      <a:pt x="15960" y="21238"/>
                      <a:pt x="16073" y="21257"/>
                      <a:pt x="16184" y="21268"/>
                    </a:cubicBezTo>
                    <a:cubicBezTo>
                      <a:pt x="16222" y="21232"/>
                      <a:pt x="16277" y="21221"/>
                      <a:pt x="16340" y="21221"/>
                    </a:cubicBezTo>
                    <a:cubicBezTo>
                      <a:pt x="16434" y="21221"/>
                      <a:pt x="16545" y="21245"/>
                      <a:pt x="16639" y="21245"/>
                    </a:cubicBezTo>
                    <a:cubicBezTo>
                      <a:pt x="16745" y="21245"/>
                      <a:pt x="16829" y="21214"/>
                      <a:pt x="16844" y="21080"/>
                    </a:cubicBezTo>
                    <a:cubicBezTo>
                      <a:pt x="16875" y="21074"/>
                      <a:pt x="16908" y="21072"/>
                      <a:pt x="16940" y="21072"/>
                    </a:cubicBezTo>
                    <a:cubicBezTo>
                      <a:pt x="17069" y="21072"/>
                      <a:pt x="17203" y="21110"/>
                      <a:pt x="17330" y="21110"/>
                    </a:cubicBezTo>
                    <a:cubicBezTo>
                      <a:pt x="17406" y="21110"/>
                      <a:pt x="17480" y="21097"/>
                      <a:pt x="17548" y="21054"/>
                    </a:cubicBezTo>
                    <a:cubicBezTo>
                      <a:pt x="17616" y="21054"/>
                      <a:pt x="17699" y="21070"/>
                      <a:pt x="17776" y="21070"/>
                    </a:cubicBezTo>
                    <a:cubicBezTo>
                      <a:pt x="17863" y="21070"/>
                      <a:pt x="17943" y="21050"/>
                      <a:pt x="17986" y="20964"/>
                    </a:cubicBezTo>
                    <a:cubicBezTo>
                      <a:pt x="18021" y="20947"/>
                      <a:pt x="18048" y="20920"/>
                      <a:pt x="18066" y="20875"/>
                    </a:cubicBezTo>
                    <a:cubicBezTo>
                      <a:pt x="18235" y="20786"/>
                      <a:pt x="18458" y="20795"/>
                      <a:pt x="18583" y="20625"/>
                    </a:cubicBezTo>
                    <a:cubicBezTo>
                      <a:pt x="18681" y="20518"/>
                      <a:pt x="18878" y="20492"/>
                      <a:pt x="18878" y="20313"/>
                    </a:cubicBezTo>
                    <a:cubicBezTo>
                      <a:pt x="19270" y="19930"/>
                      <a:pt x="19707" y="19582"/>
                      <a:pt x="20046" y="19171"/>
                    </a:cubicBezTo>
                    <a:cubicBezTo>
                      <a:pt x="20144" y="19136"/>
                      <a:pt x="20189" y="19020"/>
                      <a:pt x="20296" y="19002"/>
                    </a:cubicBezTo>
                    <a:cubicBezTo>
                      <a:pt x="20466" y="18948"/>
                      <a:pt x="20483" y="18734"/>
                      <a:pt x="20591" y="18609"/>
                    </a:cubicBezTo>
                    <a:cubicBezTo>
                      <a:pt x="20706" y="18529"/>
                      <a:pt x="20840" y="18449"/>
                      <a:pt x="20903" y="18315"/>
                    </a:cubicBezTo>
                    <a:cubicBezTo>
                      <a:pt x="20912" y="18306"/>
                      <a:pt x="20930" y="18288"/>
                      <a:pt x="20947" y="18279"/>
                    </a:cubicBezTo>
                    <a:cubicBezTo>
                      <a:pt x="21072" y="18172"/>
                      <a:pt x="21161" y="18003"/>
                      <a:pt x="21322" y="17922"/>
                    </a:cubicBezTo>
                    <a:cubicBezTo>
                      <a:pt x="21429" y="17735"/>
                      <a:pt x="21661" y="17619"/>
                      <a:pt x="21715" y="17423"/>
                    </a:cubicBezTo>
                    <a:cubicBezTo>
                      <a:pt x="21929" y="17289"/>
                      <a:pt x="22089" y="17057"/>
                      <a:pt x="22259" y="16870"/>
                    </a:cubicBezTo>
                    <a:cubicBezTo>
                      <a:pt x="22348" y="16870"/>
                      <a:pt x="22366" y="16682"/>
                      <a:pt x="22277" y="16682"/>
                    </a:cubicBezTo>
                    <a:cubicBezTo>
                      <a:pt x="22437" y="16513"/>
                      <a:pt x="22357" y="16254"/>
                      <a:pt x="22410" y="16040"/>
                    </a:cubicBezTo>
                    <a:cubicBezTo>
                      <a:pt x="22384" y="15924"/>
                      <a:pt x="22410" y="15772"/>
                      <a:pt x="22312" y="15683"/>
                    </a:cubicBezTo>
                    <a:cubicBezTo>
                      <a:pt x="22330" y="15451"/>
                      <a:pt x="22562" y="15344"/>
                      <a:pt x="22651" y="15157"/>
                    </a:cubicBezTo>
                    <a:cubicBezTo>
                      <a:pt x="22964" y="14782"/>
                      <a:pt x="23320" y="14443"/>
                      <a:pt x="23588" y="14060"/>
                    </a:cubicBezTo>
                    <a:cubicBezTo>
                      <a:pt x="23624" y="14033"/>
                      <a:pt x="23650" y="14006"/>
                      <a:pt x="23677" y="13979"/>
                    </a:cubicBezTo>
                    <a:cubicBezTo>
                      <a:pt x="23677" y="13970"/>
                      <a:pt x="23686" y="13953"/>
                      <a:pt x="23695" y="13944"/>
                    </a:cubicBezTo>
                    <a:cubicBezTo>
                      <a:pt x="23757" y="13935"/>
                      <a:pt x="23757" y="13854"/>
                      <a:pt x="23784" y="13810"/>
                    </a:cubicBezTo>
                    <a:cubicBezTo>
                      <a:pt x="24025" y="13685"/>
                      <a:pt x="24177" y="13453"/>
                      <a:pt x="24320" y="13239"/>
                    </a:cubicBezTo>
                    <a:lnTo>
                      <a:pt x="24355" y="13239"/>
                    </a:lnTo>
                    <a:cubicBezTo>
                      <a:pt x="24328" y="13141"/>
                      <a:pt x="24444" y="12873"/>
                      <a:pt x="24320" y="12873"/>
                    </a:cubicBezTo>
                    <a:cubicBezTo>
                      <a:pt x="24328" y="12793"/>
                      <a:pt x="24248" y="12757"/>
                      <a:pt x="24212" y="12704"/>
                    </a:cubicBezTo>
                    <a:cubicBezTo>
                      <a:pt x="24132" y="12588"/>
                      <a:pt x="24150" y="12445"/>
                      <a:pt x="24105" y="12320"/>
                    </a:cubicBezTo>
                    <a:cubicBezTo>
                      <a:pt x="23989" y="12177"/>
                      <a:pt x="23820" y="12088"/>
                      <a:pt x="23677" y="11972"/>
                    </a:cubicBezTo>
                    <a:cubicBezTo>
                      <a:pt x="23588" y="11919"/>
                      <a:pt x="23668" y="11776"/>
                      <a:pt x="23561" y="11731"/>
                    </a:cubicBezTo>
                    <a:cubicBezTo>
                      <a:pt x="23490" y="11606"/>
                      <a:pt x="23320" y="11624"/>
                      <a:pt x="23267" y="11490"/>
                    </a:cubicBezTo>
                    <a:cubicBezTo>
                      <a:pt x="23204" y="11321"/>
                      <a:pt x="23044" y="11250"/>
                      <a:pt x="22910" y="11160"/>
                    </a:cubicBezTo>
                    <a:cubicBezTo>
                      <a:pt x="22696" y="10911"/>
                      <a:pt x="22464" y="10688"/>
                      <a:pt x="22161" y="10554"/>
                    </a:cubicBezTo>
                    <a:lnTo>
                      <a:pt x="22170" y="10518"/>
                    </a:lnTo>
                    <a:lnTo>
                      <a:pt x="22125" y="10518"/>
                    </a:lnTo>
                    <a:cubicBezTo>
                      <a:pt x="22098" y="10464"/>
                      <a:pt x="22036" y="10456"/>
                      <a:pt x="21991" y="10429"/>
                    </a:cubicBezTo>
                    <a:cubicBezTo>
                      <a:pt x="22018" y="10375"/>
                      <a:pt x="21911" y="10384"/>
                      <a:pt x="21884" y="10366"/>
                    </a:cubicBezTo>
                    <a:cubicBezTo>
                      <a:pt x="21652" y="10108"/>
                      <a:pt x="21269" y="10054"/>
                      <a:pt x="21054" y="9769"/>
                    </a:cubicBezTo>
                    <a:cubicBezTo>
                      <a:pt x="21072" y="9671"/>
                      <a:pt x="21063" y="9537"/>
                      <a:pt x="21179" y="9492"/>
                    </a:cubicBezTo>
                    <a:cubicBezTo>
                      <a:pt x="21242" y="9430"/>
                      <a:pt x="21358" y="9412"/>
                      <a:pt x="21358" y="9305"/>
                    </a:cubicBezTo>
                    <a:cubicBezTo>
                      <a:pt x="21384" y="9162"/>
                      <a:pt x="21465" y="9046"/>
                      <a:pt x="21554" y="8939"/>
                    </a:cubicBezTo>
                    <a:cubicBezTo>
                      <a:pt x="21563" y="8930"/>
                      <a:pt x="21581" y="8903"/>
                      <a:pt x="21590" y="8894"/>
                    </a:cubicBezTo>
                    <a:cubicBezTo>
                      <a:pt x="21723" y="8859"/>
                      <a:pt x="21723" y="8680"/>
                      <a:pt x="21822" y="8600"/>
                    </a:cubicBezTo>
                    <a:cubicBezTo>
                      <a:pt x="21920" y="8439"/>
                      <a:pt x="22062" y="8297"/>
                      <a:pt x="22125" y="8127"/>
                    </a:cubicBezTo>
                    <a:cubicBezTo>
                      <a:pt x="22205" y="8091"/>
                      <a:pt x="22241" y="8002"/>
                      <a:pt x="22241" y="7922"/>
                    </a:cubicBezTo>
                    <a:cubicBezTo>
                      <a:pt x="22366" y="7842"/>
                      <a:pt x="22428" y="7699"/>
                      <a:pt x="22517" y="7583"/>
                    </a:cubicBezTo>
                    <a:cubicBezTo>
                      <a:pt x="22571" y="7467"/>
                      <a:pt x="22705" y="7369"/>
                      <a:pt x="22696" y="7235"/>
                    </a:cubicBezTo>
                    <a:lnTo>
                      <a:pt x="22696" y="7235"/>
                    </a:lnTo>
                    <a:lnTo>
                      <a:pt x="22660" y="7244"/>
                    </a:lnTo>
                    <a:cubicBezTo>
                      <a:pt x="22696" y="6923"/>
                      <a:pt x="22446" y="6700"/>
                      <a:pt x="22277" y="6477"/>
                    </a:cubicBezTo>
                    <a:cubicBezTo>
                      <a:pt x="22098" y="6361"/>
                      <a:pt x="21938" y="6227"/>
                      <a:pt x="21759" y="6138"/>
                    </a:cubicBezTo>
                    <a:cubicBezTo>
                      <a:pt x="21518" y="6022"/>
                      <a:pt x="21304" y="5808"/>
                      <a:pt x="21037" y="5763"/>
                    </a:cubicBezTo>
                    <a:cubicBezTo>
                      <a:pt x="20885" y="5719"/>
                      <a:pt x="20760" y="5576"/>
                      <a:pt x="20617" y="5531"/>
                    </a:cubicBezTo>
                    <a:cubicBezTo>
                      <a:pt x="20528" y="5406"/>
                      <a:pt x="20341" y="5344"/>
                      <a:pt x="20207" y="5255"/>
                    </a:cubicBezTo>
                    <a:cubicBezTo>
                      <a:pt x="19930" y="5192"/>
                      <a:pt x="19707" y="5032"/>
                      <a:pt x="19484" y="4871"/>
                    </a:cubicBezTo>
                    <a:cubicBezTo>
                      <a:pt x="19350" y="4764"/>
                      <a:pt x="19163" y="4693"/>
                      <a:pt x="19003" y="4639"/>
                    </a:cubicBezTo>
                    <a:cubicBezTo>
                      <a:pt x="18887" y="4461"/>
                      <a:pt x="18655" y="4389"/>
                      <a:pt x="18467" y="4345"/>
                    </a:cubicBezTo>
                    <a:cubicBezTo>
                      <a:pt x="18316" y="4282"/>
                      <a:pt x="18164" y="4166"/>
                      <a:pt x="18012" y="4086"/>
                    </a:cubicBezTo>
                    <a:cubicBezTo>
                      <a:pt x="17709" y="3997"/>
                      <a:pt x="17486" y="3693"/>
                      <a:pt x="17174" y="3658"/>
                    </a:cubicBezTo>
                    <a:cubicBezTo>
                      <a:pt x="17022" y="3542"/>
                      <a:pt x="16817" y="3444"/>
                      <a:pt x="16665" y="3310"/>
                    </a:cubicBezTo>
                    <a:cubicBezTo>
                      <a:pt x="16353" y="3158"/>
                      <a:pt x="16076" y="2908"/>
                      <a:pt x="15729" y="2864"/>
                    </a:cubicBezTo>
                    <a:cubicBezTo>
                      <a:pt x="15559" y="2739"/>
                      <a:pt x="15336" y="2739"/>
                      <a:pt x="15184" y="2605"/>
                    </a:cubicBezTo>
                    <a:cubicBezTo>
                      <a:pt x="14649" y="2311"/>
                      <a:pt x="14158" y="1882"/>
                      <a:pt x="13543" y="1767"/>
                    </a:cubicBezTo>
                    <a:cubicBezTo>
                      <a:pt x="13311" y="1722"/>
                      <a:pt x="13133" y="1517"/>
                      <a:pt x="12901" y="1472"/>
                    </a:cubicBezTo>
                    <a:cubicBezTo>
                      <a:pt x="12544" y="1213"/>
                      <a:pt x="12124" y="1089"/>
                      <a:pt x="11741" y="892"/>
                    </a:cubicBezTo>
                    <a:cubicBezTo>
                      <a:pt x="11669" y="848"/>
                      <a:pt x="11571" y="803"/>
                      <a:pt x="11482" y="776"/>
                    </a:cubicBezTo>
                    <a:cubicBezTo>
                      <a:pt x="11161" y="607"/>
                      <a:pt x="10768" y="473"/>
                      <a:pt x="10403" y="402"/>
                    </a:cubicBezTo>
                    <a:cubicBezTo>
                      <a:pt x="10322" y="250"/>
                      <a:pt x="10144" y="179"/>
                      <a:pt x="9992" y="179"/>
                    </a:cubicBezTo>
                    <a:cubicBezTo>
                      <a:pt x="9867" y="125"/>
                      <a:pt x="9769" y="9"/>
                      <a:pt x="962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8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317950" y="1450550"/>
            <a:ext cx="4508100" cy="224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7" name="Google Shape;57;p8"/>
          <p:cNvGrpSpPr/>
          <p:nvPr/>
        </p:nvGrpSpPr>
        <p:grpSpPr>
          <a:xfrm>
            <a:off x="284949" y="1758199"/>
            <a:ext cx="286906" cy="1627211"/>
            <a:chOff x="8150749" y="539399"/>
            <a:chExt cx="286906" cy="1627211"/>
          </a:xfrm>
        </p:grpSpPr>
        <p:sp>
          <p:nvSpPr>
            <p:cNvPr id="58" name="Google Shape;58;p8"/>
            <p:cNvSpPr/>
            <p:nvPr/>
          </p:nvSpPr>
          <p:spPr>
            <a:xfrm>
              <a:off x="8150749" y="1413265"/>
              <a:ext cx="286894" cy="316005"/>
            </a:xfrm>
            <a:custGeom>
              <a:avLst/>
              <a:gdLst/>
              <a:ahLst/>
              <a:cxnLst/>
              <a:rect l="l" t="t" r="r" b="b"/>
              <a:pathLst>
                <a:path w="19868" h="21884" extrusionOk="0">
                  <a:moveTo>
                    <a:pt x="8172" y="0"/>
                  </a:moveTo>
                  <a:cubicBezTo>
                    <a:pt x="7459" y="188"/>
                    <a:pt x="6700" y="116"/>
                    <a:pt x="6022" y="411"/>
                  </a:cubicBezTo>
                  <a:cubicBezTo>
                    <a:pt x="5755" y="589"/>
                    <a:pt x="5434" y="634"/>
                    <a:pt x="5130" y="714"/>
                  </a:cubicBezTo>
                  <a:cubicBezTo>
                    <a:pt x="5059" y="767"/>
                    <a:pt x="4916" y="794"/>
                    <a:pt x="4907" y="892"/>
                  </a:cubicBezTo>
                  <a:cubicBezTo>
                    <a:pt x="4874" y="883"/>
                    <a:pt x="4840" y="879"/>
                    <a:pt x="4807" y="879"/>
                  </a:cubicBezTo>
                  <a:cubicBezTo>
                    <a:pt x="4613" y="879"/>
                    <a:pt x="4430" y="1017"/>
                    <a:pt x="4247" y="1071"/>
                  </a:cubicBezTo>
                  <a:cubicBezTo>
                    <a:pt x="4087" y="1205"/>
                    <a:pt x="3881" y="1249"/>
                    <a:pt x="3730" y="1392"/>
                  </a:cubicBezTo>
                  <a:cubicBezTo>
                    <a:pt x="3569" y="1436"/>
                    <a:pt x="3391" y="1445"/>
                    <a:pt x="3239" y="1517"/>
                  </a:cubicBezTo>
                  <a:cubicBezTo>
                    <a:pt x="3195" y="1597"/>
                    <a:pt x="3087" y="1633"/>
                    <a:pt x="3052" y="1731"/>
                  </a:cubicBezTo>
                  <a:cubicBezTo>
                    <a:pt x="3007" y="1856"/>
                    <a:pt x="2829" y="1856"/>
                    <a:pt x="2740" y="1954"/>
                  </a:cubicBezTo>
                  <a:cubicBezTo>
                    <a:pt x="2490" y="2195"/>
                    <a:pt x="2186" y="2373"/>
                    <a:pt x="1910" y="2569"/>
                  </a:cubicBezTo>
                  <a:cubicBezTo>
                    <a:pt x="1669" y="2962"/>
                    <a:pt x="1321" y="3283"/>
                    <a:pt x="1134" y="3711"/>
                  </a:cubicBezTo>
                  <a:cubicBezTo>
                    <a:pt x="1062" y="3925"/>
                    <a:pt x="875" y="4086"/>
                    <a:pt x="813" y="4309"/>
                  </a:cubicBezTo>
                  <a:cubicBezTo>
                    <a:pt x="714" y="4407"/>
                    <a:pt x="643" y="4532"/>
                    <a:pt x="634" y="4666"/>
                  </a:cubicBezTo>
                  <a:cubicBezTo>
                    <a:pt x="545" y="4782"/>
                    <a:pt x="483" y="4907"/>
                    <a:pt x="438" y="5041"/>
                  </a:cubicBezTo>
                  <a:cubicBezTo>
                    <a:pt x="393" y="5504"/>
                    <a:pt x="215" y="5968"/>
                    <a:pt x="242" y="6441"/>
                  </a:cubicBezTo>
                  <a:cubicBezTo>
                    <a:pt x="144" y="6593"/>
                    <a:pt x="10" y="6736"/>
                    <a:pt x="117" y="6941"/>
                  </a:cubicBezTo>
                  <a:cubicBezTo>
                    <a:pt x="45" y="7467"/>
                    <a:pt x="63" y="7993"/>
                    <a:pt x="1" y="8529"/>
                  </a:cubicBezTo>
                  <a:cubicBezTo>
                    <a:pt x="72" y="8743"/>
                    <a:pt x="10" y="8966"/>
                    <a:pt x="1" y="9189"/>
                  </a:cubicBezTo>
                  <a:cubicBezTo>
                    <a:pt x="63" y="9376"/>
                    <a:pt x="19" y="9581"/>
                    <a:pt x="1" y="9769"/>
                  </a:cubicBezTo>
                  <a:cubicBezTo>
                    <a:pt x="36" y="10126"/>
                    <a:pt x="36" y="10482"/>
                    <a:pt x="108" y="10830"/>
                  </a:cubicBezTo>
                  <a:cubicBezTo>
                    <a:pt x="117" y="11098"/>
                    <a:pt x="304" y="11312"/>
                    <a:pt x="304" y="11580"/>
                  </a:cubicBezTo>
                  <a:cubicBezTo>
                    <a:pt x="268" y="11794"/>
                    <a:pt x="420" y="11972"/>
                    <a:pt x="402" y="12186"/>
                  </a:cubicBezTo>
                  <a:cubicBezTo>
                    <a:pt x="518" y="12276"/>
                    <a:pt x="545" y="12418"/>
                    <a:pt x="545" y="12561"/>
                  </a:cubicBezTo>
                  <a:cubicBezTo>
                    <a:pt x="554" y="12766"/>
                    <a:pt x="679" y="12936"/>
                    <a:pt x="732" y="13123"/>
                  </a:cubicBezTo>
                  <a:cubicBezTo>
                    <a:pt x="679" y="13266"/>
                    <a:pt x="697" y="13489"/>
                    <a:pt x="830" y="13569"/>
                  </a:cubicBezTo>
                  <a:cubicBezTo>
                    <a:pt x="1009" y="13953"/>
                    <a:pt x="1134" y="14354"/>
                    <a:pt x="1285" y="14756"/>
                  </a:cubicBezTo>
                  <a:cubicBezTo>
                    <a:pt x="1464" y="14889"/>
                    <a:pt x="1446" y="15139"/>
                    <a:pt x="1544" y="15326"/>
                  </a:cubicBezTo>
                  <a:cubicBezTo>
                    <a:pt x="1615" y="15532"/>
                    <a:pt x="1767" y="15701"/>
                    <a:pt x="1874" y="15880"/>
                  </a:cubicBezTo>
                  <a:cubicBezTo>
                    <a:pt x="2106" y="16129"/>
                    <a:pt x="2133" y="16504"/>
                    <a:pt x="2383" y="16745"/>
                  </a:cubicBezTo>
                  <a:cubicBezTo>
                    <a:pt x="2499" y="16834"/>
                    <a:pt x="2552" y="16959"/>
                    <a:pt x="2570" y="17093"/>
                  </a:cubicBezTo>
                  <a:cubicBezTo>
                    <a:pt x="2784" y="17459"/>
                    <a:pt x="3096" y="17744"/>
                    <a:pt x="3364" y="18074"/>
                  </a:cubicBezTo>
                  <a:cubicBezTo>
                    <a:pt x="3614" y="18199"/>
                    <a:pt x="3703" y="18502"/>
                    <a:pt x="3962" y="18618"/>
                  </a:cubicBezTo>
                  <a:cubicBezTo>
                    <a:pt x="4096" y="18645"/>
                    <a:pt x="4051" y="18824"/>
                    <a:pt x="4176" y="18850"/>
                  </a:cubicBezTo>
                  <a:cubicBezTo>
                    <a:pt x="4390" y="18939"/>
                    <a:pt x="4488" y="19189"/>
                    <a:pt x="4720" y="19278"/>
                  </a:cubicBezTo>
                  <a:cubicBezTo>
                    <a:pt x="4836" y="19314"/>
                    <a:pt x="4907" y="19439"/>
                    <a:pt x="5032" y="19457"/>
                  </a:cubicBezTo>
                  <a:cubicBezTo>
                    <a:pt x="5211" y="19582"/>
                    <a:pt x="5416" y="19716"/>
                    <a:pt x="5639" y="19760"/>
                  </a:cubicBezTo>
                  <a:cubicBezTo>
                    <a:pt x="5844" y="19948"/>
                    <a:pt x="6138" y="20028"/>
                    <a:pt x="6370" y="20180"/>
                  </a:cubicBezTo>
                  <a:cubicBezTo>
                    <a:pt x="6718" y="20313"/>
                    <a:pt x="7013" y="20545"/>
                    <a:pt x="7370" y="20652"/>
                  </a:cubicBezTo>
                  <a:cubicBezTo>
                    <a:pt x="7682" y="20813"/>
                    <a:pt x="8039" y="20911"/>
                    <a:pt x="8333" y="21107"/>
                  </a:cubicBezTo>
                  <a:cubicBezTo>
                    <a:pt x="8761" y="21277"/>
                    <a:pt x="9181" y="21464"/>
                    <a:pt x="9600" y="21643"/>
                  </a:cubicBezTo>
                  <a:cubicBezTo>
                    <a:pt x="9841" y="21651"/>
                    <a:pt x="10082" y="21687"/>
                    <a:pt x="10305" y="21785"/>
                  </a:cubicBezTo>
                  <a:cubicBezTo>
                    <a:pt x="10545" y="21830"/>
                    <a:pt x="10813" y="21767"/>
                    <a:pt x="11045" y="21883"/>
                  </a:cubicBezTo>
                  <a:cubicBezTo>
                    <a:pt x="11106" y="21836"/>
                    <a:pt x="11170" y="21821"/>
                    <a:pt x="11237" y="21821"/>
                  </a:cubicBezTo>
                  <a:cubicBezTo>
                    <a:pt x="11359" y="21821"/>
                    <a:pt x="11489" y="21873"/>
                    <a:pt x="11618" y="21873"/>
                  </a:cubicBezTo>
                  <a:cubicBezTo>
                    <a:pt x="11644" y="21873"/>
                    <a:pt x="11670" y="21871"/>
                    <a:pt x="11696" y="21866"/>
                  </a:cubicBezTo>
                  <a:cubicBezTo>
                    <a:pt x="11764" y="21832"/>
                    <a:pt x="11837" y="21814"/>
                    <a:pt x="11911" y="21814"/>
                  </a:cubicBezTo>
                  <a:cubicBezTo>
                    <a:pt x="11993" y="21814"/>
                    <a:pt x="12076" y="21836"/>
                    <a:pt x="12151" y="21883"/>
                  </a:cubicBezTo>
                  <a:cubicBezTo>
                    <a:pt x="12247" y="21836"/>
                    <a:pt x="12349" y="21815"/>
                    <a:pt x="12451" y="21815"/>
                  </a:cubicBezTo>
                  <a:cubicBezTo>
                    <a:pt x="12558" y="21815"/>
                    <a:pt x="12666" y="21838"/>
                    <a:pt x="12767" y="21874"/>
                  </a:cubicBezTo>
                  <a:cubicBezTo>
                    <a:pt x="12892" y="21776"/>
                    <a:pt x="13061" y="21883"/>
                    <a:pt x="13124" y="21714"/>
                  </a:cubicBezTo>
                  <a:cubicBezTo>
                    <a:pt x="13148" y="21717"/>
                    <a:pt x="13172" y="21719"/>
                    <a:pt x="13196" y="21719"/>
                  </a:cubicBezTo>
                  <a:cubicBezTo>
                    <a:pt x="13376" y="21719"/>
                    <a:pt x="13549" y="21633"/>
                    <a:pt x="13659" y="21491"/>
                  </a:cubicBezTo>
                  <a:cubicBezTo>
                    <a:pt x="13730" y="21393"/>
                    <a:pt x="13846" y="21393"/>
                    <a:pt x="13962" y="21393"/>
                  </a:cubicBezTo>
                  <a:cubicBezTo>
                    <a:pt x="14221" y="21286"/>
                    <a:pt x="14587" y="21295"/>
                    <a:pt x="14765" y="21045"/>
                  </a:cubicBezTo>
                  <a:lnTo>
                    <a:pt x="14756" y="21000"/>
                  </a:lnTo>
                  <a:cubicBezTo>
                    <a:pt x="14836" y="20956"/>
                    <a:pt x="14988" y="20956"/>
                    <a:pt x="15024" y="20858"/>
                  </a:cubicBezTo>
                  <a:cubicBezTo>
                    <a:pt x="15104" y="20840"/>
                    <a:pt x="15095" y="20706"/>
                    <a:pt x="15167" y="20652"/>
                  </a:cubicBezTo>
                  <a:cubicBezTo>
                    <a:pt x="15398" y="20474"/>
                    <a:pt x="15729" y="20420"/>
                    <a:pt x="15907" y="20162"/>
                  </a:cubicBezTo>
                  <a:cubicBezTo>
                    <a:pt x="16076" y="19912"/>
                    <a:pt x="16415" y="19849"/>
                    <a:pt x="16576" y="19582"/>
                  </a:cubicBezTo>
                  <a:cubicBezTo>
                    <a:pt x="16674" y="19359"/>
                    <a:pt x="17067" y="19332"/>
                    <a:pt x="16933" y="19011"/>
                  </a:cubicBezTo>
                  <a:cubicBezTo>
                    <a:pt x="17067" y="18877"/>
                    <a:pt x="17361" y="18895"/>
                    <a:pt x="17370" y="18663"/>
                  </a:cubicBezTo>
                  <a:cubicBezTo>
                    <a:pt x="17432" y="18618"/>
                    <a:pt x="17513" y="18574"/>
                    <a:pt x="17575" y="18511"/>
                  </a:cubicBezTo>
                  <a:cubicBezTo>
                    <a:pt x="17602" y="18351"/>
                    <a:pt x="17691" y="18226"/>
                    <a:pt x="17852" y="18163"/>
                  </a:cubicBezTo>
                  <a:cubicBezTo>
                    <a:pt x="18173" y="18038"/>
                    <a:pt x="18039" y="17619"/>
                    <a:pt x="18173" y="17378"/>
                  </a:cubicBezTo>
                  <a:cubicBezTo>
                    <a:pt x="18209" y="17253"/>
                    <a:pt x="18405" y="17289"/>
                    <a:pt x="18423" y="17146"/>
                  </a:cubicBezTo>
                  <a:cubicBezTo>
                    <a:pt x="18423" y="17013"/>
                    <a:pt x="18557" y="16932"/>
                    <a:pt x="18565" y="16798"/>
                  </a:cubicBezTo>
                  <a:cubicBezTo>
                    <a:pt x="18583" y="16611"/>
                    <a:pt x="18797" y="16522"/>
                    <a:pt x="18797" y="16326"/>
                  </a:cubicBezTo>
                  <a:cubicBezTo>
                    <a:pt x="18922" y="16183"/>
                    <a:pt x="19127" y="16067"/>
                    <a:pt x="19056" y="15826"/>
                  </a:cubicBezTo>
                  <a:cubicBezTo>
                    <a:pt x="19136" y="15416"/>
                    <a:pt x="19252" y="15005"/>
                    <a:pt x="19270" y="14586"/>
                  </a:cubicBezTo>
                  <a:cubicBezTo>
                    <a:pt x="19181" y="14381"/>
                    <a:pt x="19413" y="14283"/>
                    <a:pt x="19404" y="14104"/>
                  </a:cubicBezTo>
                  <a:cubicBezTo>
                    <a:pt x="19440" y="13667"/>
                    <a:pt x="19681" y="13266"/>
                    <a:pt x="19627" y="12820"/>
                  </a:cubicBezTo>
                  <a:cubicBezTo>
                    <a:pt x="19725" y="12766"/>
                    <a:pt x="19672" y="12579"/>
                    <a:pt x="19698" y="12463"/>
                  </a:cubicBezTo>
                  <a:cubicBezTo>
                    <a:pt x="19823" y="12204"/>
                    <a:pt x="19431" y="12079"/>
                    <a:pt x="19600" y="11821"/>
                  </a:cubicBezTo>
                  <a:cubicBezTo>
                    <a:pt x="19600" y="11482"/>
                    <a:pt x="19707" y="11151"/>
                    <a:pt x="19707" y="10821"/>
                  </a:cubicBezTo>
                  <a:lnTo>
                    <a:pt x="19752" y="10830"/>
                  </a:lnTo>
                  <a:cubicBezTo>
                    <a:pt x="19752" y="10491"/>
                    <a:pt x="19770" y="10152"/>
                    <a:pt x="19743" y="9822"/>
                  </a:cubicBezTo>
                  <a:cubicBezTo>
                    <a:pt x="19761" y="9653"/>
                    <a:pt x="19761" y="9483"/>
                    <a:pt x="19725" y="9314"/>
                  </a:cubicBezTo>
                  <a:cubicBezTo>
                    <a:pt x="19627" y="9225"/>
                    <a:pt x="19868" y="8859"/>
                    <a:pt x="19716" y="8841"/>
                  </a:cubicBezTo>
                  <a:cubicBezTo>
                    <a:pt x="19725" y="8645"/>
                    <a:pt x="19707" y="8457"/>
                    <a:pt x="19716" y="8261"/>
                  </a:cubicBezTo>
                  <a:lnTo>
                    <a:pt x="19672" y="8261"/>
                  </a:lnTo>
                  <a:cubicBezTo>
                    <a:pt x="19672" y="8181"/>
                    <a:pt x="19672" y="8100"/>
                    <a:pt x="19645" y="8029"/>
                  </a:cubicBezTo>
                  <a:cubicBezTo>
                    <a:pt x="19582" y="7860"/>
                    <a:pt x="19672" y="7681"/>
                    <a:pt x="19672" y="7512"/>
                  </a:cubicBezTo>
                  <a:lnTo>
                    <a:pt x="19627" y="7512"/>
                  </a:lnTo>
                  <a:cubicBezTo>
                    <a:pt x="19582" y="7298"/>
                    <a:pt x="19440" y="7110"/>
                    <a:pt x="19368" y="6896"/>
                  </a:cubicBezTo>
                  <a:cubicBezTo>
                    <a:pt x="19404" y="6807"/>
                    <a:pt x="19413" y="6709"/>
                    <a:pt x="19395" y="6620"/>
                  </a:cubicBezTo>
                  <a:cubicBezTo>
                    <a:pt x="19413" y="6405"/>
                    <a:pt x="19458" y="6111"/>
                    <a:pt x="19217" y="6013"/>
                  </a:cubicBezTo>
                  <a:cubicBezTo>
                    <a:pt x="19127" y="5879"/>
                    <a:pt x="19181" y="5656"/>
                    <a:pt x="19020" y="5549"/>
                  </a:cubicBezTo>
                  <a:cubicBezTo>
                    <a:pt x="19003" y="5344"/>
                    <a:pt x="19127" y="5049"/>
                    <a:pt x="18913" y="4898"/>
                  </a:cubicBezTo>
                  <a:cubicBezTo>
                    <a:pt x="18888" y="4838"/>
                    <a:pt x="18870" y="4754"/>
                    <a:pt x="18792" y="4754"/>
                  </a:cubicBezTo>
                  <a:cubicBezTo>
                    <a:pt x="18788" y="4754"/>
                    <a:pt x="18784" y="4755"/>
                    <a:pt x="18780" y="4755"/>
                  </a:cubicBezTo>
                  <a:cubicBezTo>
                    <a:pt x="18780" y="4657"/>
                    <a:pt x="18708" y="4577"/>
                    <a:pt x="18655" y="4496"/>
                  </a:cubicBezTo>
                  <a:cubicBezTo>
                    <a:pt x="18646" y="4407"/>
                    <a:pt x="18619" y="4273"/>
                    <a:pt x="18521" y="4238"/>
                  </a:cubicBezTo>
                  <a:cubicBezTo>
                    <a:pt x="18405" y="4122"/>
                    <a:pt x="18360" y="3952"/>
                    <a:pt x="18253" y="3836"/>
                  </a:cubicBezTo>
                  <a:cubicBezTo>
                    <a:pt x="18271" y="3765"/>
                    <a:pt x="18253" y="3720"/>
                    <a:pt x="18209" y="3702"/>
                  </a:cubicBezTo>
                  <a:cubicBezTo>
                    <a:pt x="18262" y="3533"/>
                    <a:pt x="18244" y="3301"/>
                    <a:pt x="18075" y="3221"/>
                  </a:cubicBezTo>
                  <a:cubicBezTo>
                    <a:pt x="18048" y="3158"/>
                    <a:pt x="18021" y="3060"/>
                    <a:pt x="17941" y="3051"/>
                  </a:cubicBezTo>
                  <a:cubicBezTo>
                    <a:pt x="17896" y="2944"/>
                    <a:pt x="17763" y="2900"/>
                    <a:pt x="17682" y="2819"/>
                  </a:cubicBezTo>
                  <a:cubicBezTo>
                    <a:pt x="17673" y="2614"/>
                    <a:pt x="17459" y="2569"/>
                    <a:pt x="17334" y="2462"/>
                  </a:cubicBezTo>
                  <a:cubicBezTo>
                    <a:pt x="17156" y="2213"/>
                    <a:pt x="16924" y="2016"/>
                    <a:pt x="16737" y="1775"/>
                  </a:cubicBezTo>
                  <a:cubicBezTo>
                    <a:pt x="16540" y="1731"/>
                    <a:pt x="16415" y="1544"/>
                    <a:pt x="16219" y="1490"/>
                  </a:cubicBezTo>
                  <a:cubicBezTo>
                    <a:pt x="16005" y="1383"/>
                    <a:pt x="15871" y="1151"/>
                    <a:pt x="15639" y="1053"/>
                  </a:cubicBezTo>
                  <a:cubicBezTo>
                    <a:pt x="15470" y="990"/>
                    <a:pt x="15309" y="892"/>
                    <a:pt x="15140" y="803"/>
                  </a:cubicBezTo>
                  <a:cubicBezTo>
                    <a:pt x="14792" y="758"/>
                    <a:pt x="14462" y="651"/>
                    <a:pt x="14114" y="589"/>
                  </a:cubicBezTo>
                  <a:cubicBezTo>
                    <a:pt x="13480" y="509"/>
                    <a:pt x="12856" y="402"/>
                    <a:pt x="12223" y="357"/>
                  </a:cubicBezTo>
                  <a:lnTo>
                    <a:pt x="12160" y="357"/>
                  </a:lnTo>
                  <a:cubicBezTo>
                    <a:pt x="12097" y="306"/>
                    <a:pt x="12020" y="296"/>
                    <a:pt x="11941" y="296"/>
                  </a:cubicBezTo>
                  <a:cubicBezTo>
                    <a:pt x="11894" y="296"/>
                    <a:pt x="11847" y="300"/>
                    <a:pt x="11800" y="300"/>
                  </a:cubicBezTo>
                  <a:cubicBezTo>
                    <a:pt x="11748" y="300"/>
                    <a:pt x="11697" y="295"/>
                    <a:pt x="11652" y="277"/>
                  </a:cubicBezTo>
                  <a:cubicBezTo>
                    <a:pt x="11259" y="170"/>
                    <a:pt x="10858" y="232"/>
                    <a:pt x="10465" y="134"/>
                  </a:cubicBezTo>
                  <a:cubicBezTo>
                    <a:pt x="10444" y="134"/>
                    <a:pt x="10422" y="135"/>
                    <a:pt x="10401" y="135"/>
                  </a:cubicBezTo>
                  <a:cubicBezTo>
                    <a:pt x="10036" y="135"/>
                    <a:pt x="9682" y="75"/>
                    <a:pt x="9320" y="75"/>
                  </a:cubicBezTo>
                  <a:cubicBezTo>
                    <a:pt x="9262" y="75"/>
                    <a:pt x="9203" y="77"/>
                    <a:pt x="9145" y="81"/>
                  </a:cubicBezTo>
                  <a:lnTo>
                    <a:pt x="9145" y="36"/>
                  </a:lnTo>
                  <a:cubicBezTo>
                    <a:pt x="9013" y="36"/>
                    <a:pt x="8882" y="39"/>
                    <a:pt x="8752" y="39"/>
                  </a:cubicBezTo>
                  <a:cubicBezTo>
                    <a:pt x="8558" y="39"/>
                    <a:pt x="8365" y="32"/>
                    <a:pt x="8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8150749" y="539399"/>
              <a:ext cx="286880" cy="267434"/>
            </a:xfrm>
            <a:custGeom>
              <a:avLst/>
              <a:gdLst/>
              <a:ahLst/>
              <a:cxnLst/>
              <a:rect l="l" t="t" r="r" b="b"/>
              <a:pathLst>
                <a:path w="22955" h="21399" extrusionOk="0">
                  <a:moveTo>
                    <a:pt x="12450" y="0"/>
                  </a:moveTo>
                  <a:cubicBezTo>
                    <a:pt x="12370" y="0"/>
                    <a:pt x="12270" y="24"/>
                    <a:pt x="12202" y="24"/>
                  </a:cubicBezTo>
                  <a:cubicBezTo>
                    <a:pt x="12186" y="24"/>
                    <a:pt x="12172" y="23"/>
                    <a:pt x="12160" y="20"/>
                  </a:cubicBezTo>
                  <a:cubicBezTo>
                    <a:pt x="12111" y="13"/>
                    <a:pt x="12064" y="6"/>
                    <a:pt x="12020" y="6"/>
                  </a:cubicBezTo>
                  <a:cubicBezTo>
                    <a:pt x="11951" y="6"/>
                    <a:pt x="11892" y="22"/>
                    <a:pt x="11848" y="82"/>
                  </a:cubicBezTo>
                  <a:cubicBezTo>
                    <a:pt x="11759" y="162"/>
                    <a:pt x="11625" y="171"/>
                    <a:pt x="11536" y="260"/>
                  </a:cubicBezTo>
                  <a:cubicBezTo>
                    <a:pt x="11513" y="275"/>
                    <a:pt x="11491" y="281"/>
                    <a:pt x="11470" y="281"/>
                  </a:cubicBezTo>
                  <a:cubicBezTo>
                    <a:pt x="11401" y="281"/>
                    <a:pt x="11339" y="216"/>
                    <a:pt x="11277" y="189"/>
                  </a:cubicBezTo>
                  <a:lnTo>
                    <a:pt x="11286" y="144"/>
                  </a:lnTo>
                  <a:cubicBezTo>
                    <a:pt x="11161" y="144"/>
                    <a:pt x="10911" y="153"/>
                    <a:pt x="10787" y="153"/>
                  </a:cubicBezTo>
                  <a:cubicBezTo>
                    <a:pt x="10735" y="130"/>
                    <a:pt x="10690" y="120"/>
                    <a:pt x="10648" y="120"/>
                  </a:cubicBezTo>
                  <a:cubicBezTo>
                    <a:pt x="10436" y="120"/>
                    <a:pt x="10329" y="381"/>
                    <a:pt x="10135" y="448"/>
                  </a:cubicBezTo>
                  <a:cubicBezTo>
                    <a:pt x="10020" y="370"/>
                    <a:pt x="9898" y="340"/>
                    <a:pt x="9774" y="340"/>
                  </a:cubicBezTo>
                  <a:cubicBezTo>
                    <a:pt x="9569" y="340"/>
                    <a:pt x="9360" y="422"/>
                    <a:pt x="9172" y="510"/>
                  </a:cubicBezTo>
                  <a:cubicBezTo>
                    <a:pt x="9145" y="626"/>
                    <a:pt x="9065" y="698"/>
                    <a:pt x="8967" y="769"/>
                  </a:cubicBezTo>
                  <a:cubicBezTo>
                    <a:pt x="8744" y="840"/>
                    <a:pt x="8503" y="903"/>
                    <a:pt x="8271" y="974"/>
                  </a:cubicBezTo>
                  <a:cubicBezTo>
                    <a:pt x="8191" y="1001"/>
                    <a:pt x="8021" y="965"/>
                    <a:pt x="7967" y="1063"/>
                  </a:cubicBezTo>
                  <a:cubicBezTo>
                    <a:pt x="7962" y="1063"/>
                    <a:pt x="7957" y="1062"/>
                    <a:pt x="7952" y="1062"/>
                  </a:cubicBezTo>
                  <a:cubicBezTo>
                    <a:pt x="7825" y="1062"/>
                    <a:pt x="7829" y="1278"/>
                    <a:pt x="7700" y="1286"/>
                  </a:cubicBezTo>
                  <a:cubicBezTo>
                    <a:pt x="7504" y="1295"/>
                    <a:pt x="7254" y="1286"/>
                    <a:pt x="7147" y="1483"/>
                  </a:cubicBezTo>
                  <a:cubicBezTo>
                    <a:pt x="7122" y="1598"/>
                    <a:pt x="7029" y="1735"/>
                    <a:pt x="6896" y="1735"/>
                  </a:cubicBezTo>
                  <a:cubicBezTo>
                    <a:pt x="6885" y="1735"/>
                    <a:pt x="6873" y="1734"/>
                    <a:pt x="6861" y="1732"/>
                  </a:cubicBezTo>
                  <a:cubicBezTo>
                    <a:pt x="6825" y="1716"/>
                    <a:pt x="6792" y="1709"/>
                    <a:pt x="6762" y="1709"/>
                  </a:cubicBezTo>
                  <a:cubicBezTo>
                    <a:pt x="6644" y="1709"/>
                    <a:pt x="6568" y="1818"/>
                    <a:pt x="6504" y="1911"/>
                  </a:cubicBezTo>
                  <a:cubicBezTo>
                    <a:pt x="6371" y="1973"/>
                    <a:pt x="6326" y="2143"/>
                    <a:pt x="6246" y="2268"/>
                  </a:cubicBezTo>
                  <a:cubicBezTo>
                    <a:pt x="6130" y="2357"/>
                    <a:pt x="5996" y="2384"/>
                    <a:pt x="5862" y="2410"/>
                  </a:cubicBezTo>
                  <a:cubicBezTo>
                    <a:pt x="5684" y="2553"/>
                    <a:pt x="5514" y="2687"/>
                    <a:pt x="5363" y="2848"/>
                  </a:cubicBezTo>
                  <a:cubicBezTo>
                    <a:pt x="5254" y="2964"/>
                    <a:pt x="5246" y="3223"/>
                    <a:pt x="5064" y="3223"/>
                  </a:cubicBezTo>
                  <a:cubicBezTo>
                    <a:pt x="5037" y="3223"/>
                    <a:pt x="5006" y="3217"/>
                    <a:pt x="4970" y="3204"/>
                  </a:cubicBezTo>
                  <a:cubicBezTo>
                    <a:pt x="4818" y="3320"/>
                    <a:pt x="4729" y="3499"/>
                    <a:pt x="4658" y="3677"/>
                  </a:cubicBezTo>
                  <a:cubicBezTo>
                    <a:pt x="4506" y="3775"/>
                    <a:pt x="4346" y="3865"/>
                    <a:pt x="4221" y="3998"/>
                  </a:cubicBezTo>
                  <a:cubicBezTo>
                    <a:pt x="4167" y="4141"/>
                    <a:pt x="4015" y="4186"/>
                    <a:pt x="3908" y="4266"/>
                  </a:cubicBezTo>
                  <a:cubicBezTo>
                    <a:pt x="3828" y="4346"/>
                    <a:pt x="3837" y="4471"/>
                    <a:pt x="3730" y="4534"/>
                  </a:cubicBezTo>
                  <a:cubicBezTo>
                    <a:pt x="3659" y="4676"/>
                    <a:pt x="3445" y="4560"/>
                    <a:pt x="3364" y="4694"/>
                  </a:cubicBezTo>
                  <a:cubicBezTo>
                    <a:pt x="3311" y="4855"/>
                    <a:pt x="3177" y="4962"/>
                    <a:pt x="3132" y="5122"/>
                  </a:cubicBezTo>
                  <a:cubicBezTo>
                    <a:pt x="2775" y="5426"/>
                    <a:pt x="2767" y="5934"/>
                    <a:pt x="2472" y="6282"/>
                  </a:cubicBezTo>
                  <a:cubicBezTo>
                    <a:pt x="2294" y="6514"/>
                    <a:pt x="2133" y="6791"/>
                    <a:pt x="2089" y="7085"/>
                  </a:cubicBezTo>
                  <a:lnTo>
                    <a:pt x="2053" y="7094"/>
                  </a:lnTo>
                  <a:cubicBezTo>
                    <a:pt x="1848" y="7620"/>
                    <a:pt x="1616" y="8129"/>
                    <a:pt x="1446" y="8673"/>
                  </a:cubicBezTo>
                  <a:cubicBezTo>
                    <a:pt x="1232" y="9057"/>
                    <a:pt x="1152" y="9494"/>
                    <a:pt x="1018" y="9913"/>
                  </a:cubicBezTo>
                  <a:cubicBezTo>
                    <a:pt x="893" y="10163"/>
                    <a:pt x="893" y="10457"/>
                    <a:pt x="813" y="10725"/>
                  </a:cubicBezTo>
                  <a:cubicBezTo>
                    <a:pt x="572" y="11269"/>
                    <a:pt x="456" y="11858"/>
                    <a:pt x="313" y="12438"/>
                  </a:cubicBezTo>
                  <a:cubicBezTo>
                    <a:pt x="197" y="12678"/>
                    <a:pt x="224" y="12973"/>
                    <a:pt x="135" y="13232"/>
                  </a:cubicBezTo>
                  <a:lnTo>
                    <a:pt x="99" y="13232"/>
                  </a:lnTo>
                  <a:cubicBezTo>
                    <a:pt x="1" y="13678"/>
                    <a:pt x="99" y="14115"/>
                    <a:pt x="99" y="14561"/>
                  </a:cubicBezTo>
                  <a:lnTo>
                    <a:pt x="135" y="14552"/>
                  </a:lnTo>
                  <a:cubicBezTo>
                    <a:pt x="162" y="14766"/>
                    <a:pt x="188" y="14989"/>
                    <a:pt x="197" y="15212"/>
                  </a:cubicBezTo>
                  <a:cubicBezTo>
                    <a:pt x="144" y="15408"/>
                    <a:pt x="251" y="15596"/>
                    <a:pt x="251" y="15783"/>
                  </a:cubicBezTo>
                  <a:cubicBezTo>
                    <a:pt x="286" y="15997"/>
                    <a:pt x="269" y="16229"/>
                    <a:pt x="411" y="16407"/>
                  </a:cubicBezTo>
                  <a:cubicBezTo>
                    <a:pt x="474" y="16479"/>
                    <a:pt x="438" y="16675"/>
                    <a:pt x="545" y="16675"/>
                  </a:cubicBezTo>
                  <a:cubicBezTo>
                    <a:pt x="501" y="16880"/>
                    <a:pt x="670" y="17050"/>
                    <a:pt x="750" y="17219"/>
                  </a:cubicBezTo>
                  <a:cubicBezTo>
                    <a:pt x="786" y="17415"/>
                    <a:pt x="982" y="17531"/>
                    <a:pt x="1000" y="17728"/>
                  </a:cubicBezTo>
                  <a:cubicBezTo>
                    <a:pt x="1214" y="18085"/>
                    <a:pt x="1375" y="18477"/>
                    <a:pt x="1634" y="18816"/>
                  </a:cubicBezTo>
                  <a:cubicBezTo>
                    <a:pt x="1919" y="18959"/>
                    <a:pt x="2133" y="19244"/>
                    <a:pt x="2231" y="19539"/>
                  </a:cubicBezTo>
                  <a:cubicBezTo>
                    <a:pt x="2543" y="19780"/>
                    <a:pt x="2954" y="19815"/>
                    <a:pt x="3248" y="20074"/>
                  </a:cubicBezTo>
                  <a:cubicBezTo>
                    <a:pt x="3436" y="20125"/>
                    <a:pt x="3591" y="20298"/>
                    <a:pt x="3791" y="20298"/>
                  </a:cubicBezTo>
                  <a:cubicBezTo>
                    <a:pt x="3800" y="20298"/>
                    <a:pt x="3810" y="20298"/>
                    <a:pt x="3819" y="20297"/>
                  </a:cubicBezTo>
                  <a:lnTo>
                    <a:pt x="3819" y="20297"/>
                  </a:lnTo>
                  <a:cubicBezTo>
                    <a:pt x="3792" y="20386"/>
                    <a:pt x="3917" y="20395"/>
                    <a:pt x="3971" y="20413"/>
                  </a:cubicBezTo>
                  <a:cubicBezTo>
                    <a:pt x="4122" y="20453"/>
                    <a:pt x="4259" y="20570"/>
                    <a:pt x="4419" y="20570"/>
                  </a:cubicBezTo>
                  <a:cubicBezTo>
                    <a:pt x="4439" y="20570"/>
                    <a:pt x="4459" y="20569"/>
                    <a:pt x="4479" y="20565"/>
                  </a:cubicBezTo>
                  <a:lnTo>
                    <a:pt x="4479" y="20565"/>
                  </a:lnTo>
                  <a:lnTo>
                    <a:pt x="4470" y="20609"/>
                  </a:lnTo>
                  <a:cubicBezTo>
                    <a:pt x="4923" y="20678"/>
                    <a:pt x="5327" y="20959"/>
                    <a:pt x="5792" y="20959"/>
                  </a:cubicBezTo>
                  <a:cubicBezTo>
                    <a:pt x="5812" y="20959"/>
                    <a:pt x="5833" y="20958"/>
                    <a:pt x="5853" y="20957"/>
                  </a:cubicBezTo>
                  <a:lnTo>
                    <a:pt x="5880" y="20957"/>
                  </a:lnTo>
                  <a:cubicBezTo>
                    <a:pt x="6451" y="21234"/>
                    <a:pt x="7102" y="21243"/>
                    <a:pt x="7718" y="21359"/>
                  </a:cubicBezTo>
                  <a:cubicBezTo>
                    <a:pt x="7741" y="21369"/>
                    <a:pt x="7765" y="21372"/>
                    <a:pt x="7788" y="21372"/>
                  </a:cubicBezTo>
                  <a:cubicBezTo>
                    <a:pt x="7862" y="21372"/>
                    <a:pt x="7938" y="21336"/>
                    <a:pt x="8012" y="21336"/>
                  </a:cubicBezTo>
                  <a:cubicBezTo>
                    <a:pt x="8042" y="21336"/>
                    <a:pt x="8072" y="21342"/>
                    <a:pt x="8101" y="21359"/>
                  </a:cubicBezTo>
                  <a:cubicBezTo>
                    <a:pt x="8343" y="21387"/>
                    <a:pt x="8585" y="21398"/>
                    <a:pt x="8827" y="21398"/>
                  </a:cubicBezTo>
                  <a:cubicBezTo>
                    <a:pt x="9426" y="21398"/>
                    <a:pt x="10026" y="21329"/>
                    <a:pt x="10617" y="21278"/>
                  </a:cubicBezTo>
                  <a:lnTo>
                    <a:pt x="10617" y="21234"/>
                  </a:lnTo>
                  <a:lnTo>
                    <a:pt x="10653" y="21225"/>
                  </a:lnTo>
                  <a:cubicBezTo>
                    <a:pt x="10705" y="21232"/>
                    <a:pt x="10758" y="21236"/>
                    <a:pt x="10811" y="21236"/>
                  </a:cubicBezTo>
                  <a:cubicBezTo>
                    <a:pt x="10896" y="21236"/>
                    <a:pt x="10981" y="21225"/>
                    <a:pt x="11063" y="21198"/>
                  </a:cubicBezTo>
                  <a:cubicBezTo>
                    <a:pt x="11277" y="21109"/>
                    <a:pt x="11527" y="21153"/>
                    <a:pt x="11741" y="21046"/>
                  </a:cubicBezTo>
                  <a:cubicBezTo>
                    <a:pt x="11787" y="21063"/>
                    <a:pt x="11833" y="21070"/>
                    <a:pt x="11879" y="21070"/>
                  </a:cubicBezTo>
                  <a:cubicBezTo>
                    <a:pt x="12040" y="21070"/>
                    <a:pt x="12200" y="20989"/>
                    <a:pt x="12361" y="20989"/>
                  </a:cubicBezTo>
                  <a:cubicBezTo>
                    <a:pt x="12395" y="20989"/>
                    <a:pt x="12430" y="20993"/>
                    <a:pt x="12464" y="21002"/>
                  </a:cubicBezTo>
                  <a:cubicBezTo>
                    <a:pt x="12821" y="20841"/>
                    <a:pt x="13204" y="20770"/>
                    <a:pt x="13552" y="20591"/>
                  </a:cubicBezTo>
                  <a:cubicBezTo>
                    <a:pt x="13891" y="20565"/>
                    <a:pt x="14168" y="20351"/>
                    <a:pt x="14507" y="20351"/>
                  </a:cubicBezTo>
                  <a:cubicBezTo>
                    <a:pt x="14466" y="20287"/>
                    <a:pt x="14478" y="20267"/>
                    <a:pt x="14515" y="20267"/>
                  </a:cubicBezTo>
                  <a:cubicBezTo>
                    <a:pt x="14573" y="20267"/>
                    <a:pt x="14691" y="20315"/>
                    <a:pt x="14761" y="20315"/>
                  </a:cubicBezTo>
                  <a:cubicBezTo>
                    <a:pt x="14784" y="20315"/>
                    <a:pt x="14801" y="20310"/>
                    <a:pt x="14810" y="20297"/>
                  </a:cubicBezTo>
                  <a:cubicBezTo>
                    <a:pt x="14975" y="20231"/>
                    <a:pt x="15110" y="20080"/>
                    <a:pt x="15307" y="20080"/>
                  </a:cubicBezTo>
                  <a:cubicBezTo>
                    <a:pt x="15322" y="20080"/>
                    <a:pt x="15338" y="20081"/>
                    <a:pt x="15354" y="20083"/>
                  </a:cubicBezTo>
                  <a:cubicBezTo>
                    <a:pt x="15354" y="20065"/>
                    <a:pt x="15354" y="20020"/>
                    <a:pt x="15354" y="20003"/>
                  </a:cubicBezTo>
                  <a:cubicBezTo>
                    <a:pt x="15470" y="19976"/>
                    <a:pt x="15568" y="19887"/>
                    <a:pt x="15657" y="19806"/>
                  </a:cubicBezTo>
                  <a:cubicBezTo>
                    <a:pt x="15671" y="19808"/>
                    <a:pt x="15684" y="19809"/>
                    <a:pt x="15697" y="19809"/>
                  </a:cubicBezTo>
                  <a:cubicBezTo>
                    <a:pt x="15899" y="19809"/>
                    <a:pt x="16082" y="19628"/>
                    <a:pt x="16294" y="19628"/>
                  </a:cubicBezTo>
                  <a:cubicBezTo>
                    <a:pt x="16299" y="19628"/>
                    <a:pt x="16304" y="19628"/>
                    <a:pt x="16309" y="19628"/>
                  </a:cubicBezTo>
                  <a:cubicBezTo>
                    <a:pt x="16380" y="19548"/>
                    <a:pt x="16585" y="19530"/>
                    <a:pt x="16576" y="19423"/>
                  </a:cubicBezTo>
                  <a:lnTo>
                    <a:pt x="16576" y="19423"/>
                  </a:lnTo>
                  <a:cubicBezTo>
                    <a:pt x="16603" y="19430"/>
                    <a:pt x="16629" y="19433"/>
                    <a:pt x="16654" y="19433"/>
                  </a:cubicBezTo>
                  <a:cubicBezTo>
                    <a:pt x="16833" y="19433"/>
                    <a:pt x="16970" y="19269"/>
                    <a:pt x="17163" y="19269"/>
                  </a:cubicBezTo>
                  <a:cubicBezTo>
                    <a:pt x="17175" y="19269"/>
                    <a:pt x="17188" y="19270"/>
                    <a:pt x="17201" y="19271"/>
                  </a:cubicBezTo>
                  <a:cubicBezTo>
                    <a:pt x="17415" y="19173"/>
                    <a:pt x="17629" y="19039"/>
                    <a:pt x="17816" y="18879"/>
                  </a:cubicBezTo>
                  <a:lnTo>
                    <a:pt x="17816" y="18834"/>
                  </a:lnTo>
                  <a:cubicBezTo>
                    <a:pt x="18048" y="18807"/>
                    <a:pt x="18182" y="18513"/>
                    <a:pt x="18441" y="18477"/>
                  </a:cubicBezTo>
                  <a:cubicBezTo>
                    <a:pt x="18575" y="18334"/>
                    <a:pt x="18726" y="18201"/>
                    <a:pt x="18887" y="18093"/>
                  </a:cubicBezTo>
                  <a:cubicBezTo>
                    <a:pt x="18887" y="18067"/>
                    <a:pt x="18887" y="18022"/>
                    <a:pt x="18878" y="18004"/>
                  </a:cubicBezTo>
                  <a:cubicBezTo>
                    <a:pt x="19038" y="17915"/>
                    <a:pt x="19235" y="17754"/>
                    <a:pt x="19235" y="17558"/>
                  </a:cubicBezTo>
                  <a:cubicBezTo>
                    <a:pt x="19467" y="17433"/>
                    <a:pt x="19538" y="17148"/>
                    <a:pt x="19761" y="17023"/>
                  </a:cubicBezTo>
                  <a:cubicBezTo>
                    <a:pt x="19984" y="16800"/>
                    <a:pt x="20136" y="16514"/>
                    <a:pt x="20341" y="16274"/>
                  </a:cubicBezTo>
                  <a:cubicBezTo>
                    <a:pt x="20841" y="15560"/>
                    <a:pt x="21394" y="14873"/>
                    <a:pt x="21893" y="14159"/>
                  </a:cubicBezTo>
                  <a:cubicBezTo>
                    <a:pt x="22045" y="14070"/>
                    <a:pt x="22063" y="13865"/>
                    <a:pt x="22018" y="13704"/>
                  </a:cubicBezTo>
                  <a:cubicBezTo>
                    <a:pt x="22018" y="13490"/>
                    <a:pt x="22143" y="13303"/>
                    <a:pt x="22277" y="13125"/>
                  </a:cubicBezTo>
                  <a:cubicBezTo>
                    <a:pt x="22384" y="12839"/>
                    <a:pt x="22544" y="12580"/>
                    <a:pt x="22705" y="12322"/>
                  </a:cubicBezTo>
                  <a:cubicBezTo>
                    <a:pt x="22785" y="12018"/>
                    <a:pt x="22875" y="11706"/>
                    <a:pt x="22803" y="11385"/>
                  </a:cubicBezTo>
                  <a:cubicBezTo>
                    <a:pt x="22785" y="11260"/>
                    <a:pt x="22955" y="11162"/>
                    <a:pt x="22910" y="11028"/>
                  </a:cubicBezTo>
                  <a:cubicBezTo>
                    <a:pt x="22848" y="10850"/>
                    <a:pt x="22883" y="10662"/>
                    <a:pt x="22821" y="10493"/>
                  </a:cubicBezTo>
                  <a:cubicBezTo>
                    <a:pt x="22794" y="10413"/>
                    <a:pt x="22839" y="10314"/>
                    <a:pt x="22759" y="10252"/>
                  </a:cubicBezTo>
                  <a:cubicBezTo>
                    <a:pt x="22723" y="10074"/>
                    <a:pt x="22714" y="9886"/>
                    <a:pt x="22634" y="9717"/>
                  </a:cubicBezTo>
                  <a:cubicBezTo>
                    <a:pt x="22509" y="9645"/>
                    <a:pt x="22402" y="9547"/>
                    <a:pt x="22420" y="9396"/>
                  </a:cubicBezTo>
                  <a:cubicBezTo>
                    <a:pt x="22214" y="9262"/>
                    <a:pt x="22134" y="9030"/>
                    <a:pt x="22018" y="8825"/>
                  </a:cubicBezTo>
                  <a:cubicBezTo>
                    <a:pt x="22018" y="8691"/>
                    <a:pt x="21947" y="8548"/>
                    <a:pt x="21974" y="8414"/>
                  </a:cubicBezTo>
                  <a:lnTo>
                    <a:pt x="21974" y="8414"/>
                  </a:lnTo>
                  <a:lnTo>
                    <a:pt x="21938" y="8423"/>
                  </a:lnTo>
                  <a:cubicBezTo>
                    <a:pt x="21947" y="8327"/>
                    <a:pt x="21964" y="8120"/>
                    <a:pt x="21847" y="8120"/>
                  </a:cubicBezTo>
                  <a:cubicBezTo>
                    <a:pt x="21845" y="8120"/>
                    <a:pt x="21842" y="8120"/>
                    <a:pt x="21840" y="8120"/>
                  </a:cubicBezTo>
                  <a:cubicBezTo>
                    <a:pt x="21866" y="7968"/>
                    <a:pt x="21849" y="7808"/>
                    <a:pt x="21849" y="7656"/>
                  </a:cubicBezTo>
                  <a:cubicBezTo>
                    <a:pt x="21858" y="7379"/>
                    <a:pt x="21849" y="7094"/>
                    <a:pt x="21849" y="6808"/>
                  </a:cubicBezTo>
                  <a:cubicBezTo>
                    <a:pt x="21911" y="6701"/>
                    <a:pt x="21911" y="6576"/>
                    <a:pt x="21947" y="6461"/>
                  </a:cubicBezTo>
                  <a:cubicBezTo>
                    <a:pt x="22089" y="6336"/>
                    <a:pt x="22072" y="6050"/>
                    <a:pt x="22036" y="5845"/>
                  </a:cubicBezTo>
                  <a:lnTo>
                    <a:pt x="22036" y="5845"/>
                  </a:lnTo>
                  <a:lnTo>
                    <a:pt x="21991" y="5854"/>
                  </a:lnTo>
                  <a:cubicBezTo>
                    <a:pt x="21920" y="5774"/>
                    <a:pt x="21858" y="5675"/>
                    <a:pt x="21947" y="5577"/>
                  </a:cubicBezTo>
                  <a:cubicBezTo>
                    <a:pt x="22018" y="5497"/>
                    <a:pt x="21893" y="5435"/>
                    <a:pt x="21875" y="5354"/>
                  </a:cubicBezTo>
                  <a:cubicBezTo>
                    <a:pt x="21884" y="5319"/>
                    <a:pt x="21893" y="5256"/>
                    <a:pt x="21902" y="5220"/>
                  </a:cubicBezTo>
                  <a:cubicBezTo>
                    <a:pt x="21893" y="5096"/>
                    <a:pt x="21777" y="5015"/>
                    <a:pt x="21742" y="4908"/>
                  </a:cubicBezTo>
                  <a:cubicBezTo>
                    <a:pt x="21750" y="4694"/>
                    <a:pt x="21599" y="4525"/>
                    <a:pt x="21456" y="4391"/>
                  </a:cubicBezTo>
                  <a:cubicBezTo>
                    <a:pt x="21429" y="4248"/>
                    <a:pt x="21331" y="4114"/>
                    <a:pt x="21180" y="4088"/>
                  </a:cubicBezTo>
                  <a:cubicBezTo>
                    <a:pt x="21108" y="4088"/>
                    <a:pt x="21117" y="4007"/>
                    <a:pt x="21064" y="3989"/>
                  </a:cubicBezTo>
                  <a:cubicBezTo>
                    <a:pt x="21072" y="3873"/>
                    <a:pt x="20983" y="3793"/>
                    <a:pt x="20974" y="3677"/>
                  </a:cubicBezTo>
                  <a:cubicBezTo>
                    <a:pt x="20967" y="3639"/>
                    <a:pt x="20952" y="3554"/>
                    <a:pt x="20903" y="3554"/>
                  </a:cubicBezTo>
                  <a:cubicBezTo>
                    <a:pt x="20895" y="3554"/>
                    <a:pt x="20886" y="3556"/>
                    <a:pt x="20876" y="3561"/>
                  </a:cubicBezTo>
                  <a:cubicBezTo>
                    <a:pt x="20805" y="3454"/>
                    <a:pt x="20814" y="3285"/>
                    <a:pt x="20689" y="3213"/>
                  </a:cubicBezTo>
                  <a:cubicBezTo>
                    <a:pt x="20600" y="3178"/>
                    <a:pt x="20484" y="3160"/>
                    <a:pt x="20430" y="3071"/>
                  </a:cubicBezTo>
                  <a:cubicBezTo>
                    <a:pt x="20332" y="2839"/>
                    <a:pt x="20020" y="2883"/>
                    <a:pt x="19877" y="2696"/>
                  </a:cubicBezTo>
                  <a:cubicBezTo>
                    <a:pt x="19734" y="2526"/>
                    <a:pt x="19458" y="2571"/>
                    <a:pt x="19360" y="2366"/>
                  </a:cubicBezTo>
                  <a:cubicBezTo>
                    <a:pt x="19199" y="2285"/>
                    <a:pt x="19021" y="2241"/>
                    <a:pt x="18860" y="2161"/>
                  </a:cubicBezTo>
                  <a:cubicBezTo>
                    <a:pt x="18771" y="2089"/>
                    <a:pt x="18708" y="1973"/>
                    <a:pt x="18584" y="1955"/>
                  </a:cubicBezTo>
                  <a:cubicBezTo>
                    <a:pt x="18334" y="1893"/>
                    <a:pt x="18102" y="1777"/>
                    <a:pt x="17906" y="1616"/>
                  </a:cubicBezTo>
                  <a:cubicBezTo>
                    <a:pt x="17558" y="1536"/>
                    <a:pt x="17299" y="1277"/>
                    <a:pt x="17022" y="1081"/>
                  </a:cubicBezTo>
                  <a:cubicBezTo>
                    <a:pt x="16764" y="1001"/>
                    <a:pt x="16496" y="929"/>
                    <a:pt x="16264" y="778"/>
                  </a:cubicBezTo>
                  <a:cubicBezTo>
                    <a:pt x="15943" y="653"/>
                    <a:pt x="15604" y="591"/>
                    <a:pt x="15292" y="421"/>
                  </a:cubicBezTo>
                  <a:cubicBezTo>
                    <a:pt x="14997" y="403"/>
                    <a:pt x="14685" y="394"/>
                    <a:pt x="14417" y="234"/>
                  </a:cubicBezTo>
                  <a:cubicBezTo>
                    <a:pt x="14351" y="184"/>
                    <a:pt x="14276" y="172"/>
                    <a:pt x="14197" y="172"/>
                  </a:cubicBezTo>
                  <a:cubicBezTo>
                    <a:pt x="14127" y="172"/>
                    <a:pt x="14054" y="182"/>
                    <a:pt x="13984" y="182"/>
                  </a:cubicBezTo>
                  <a:cubicBezTo>
                    <a:pt x="13920" y="182"/>
                    <a:pt x="13858" y="174"/>
                    <a:pt x="13802" y="144"/>
                  </a:cubicBezTo>
                  <a:cubicBezTo>
                    <a:pt x="13694" y="93"/>
                    <a:pt x="13575" y="63"/>
                    <a:pt x="13456" y="63"/>
                  </a:cubicBezTo>
                  <a:cubicBezTo>
                    <a:pt x="13368" y="63"/>
                    <a:pt x="13279" y="80"/>
                    <a:pt x="13195" y="118"/>
                  </a:cubicBezTo>
                  <a:cubicBezTo>
                    <a:pt x="13160" y="132"/>
                    <a:pt x="13127" y="137"/>
                    <a:pt x="13094" y="137"/>
                  </a:cubicBezTo>
                  <a:cubicBezTo>
                    <a:pt x="12953" y="137"/>
                    <a:pt x="12828" y="32"/>
                    <a:pt x="12684" y="32"/>
                  </a:cubicBezTo>
                  <a:cubicBezTo>
                    <a:pt x="12647" y="32"/>
                    <a:pt x="12610" y="39"/>
                    <a:pt x="12571" y="55"/>
                  </a:cubicBezTo>
                  <a:cubicBezTo>
                    <a:pt x="12554" y="12"/>
                    <a:pt x="12507" y="0"/>
                    <a:pt x="12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8150749" y="1879867"/>
              <a:ext cx="286890" cy="286743"/>
            </a:xfrm>
            <a:custGeom>
              <a:avLst/>
              <a:gdLst/>
              <a:ahLst/>
              <a:cxnLst/>
              <a:rect l="l" t="t" r="r" b="b"/>
              <a:pathLst>
                <a:path w="21510" h="21499" extrusionOk="0">
                  <a:moveTo>
                    <a:pt x="11164" y="0"/>
                  </a:moveTo>
                  <a:cubicBezTo>
                    <a:pt x="11086" y="0"/>
                    <a:pt x="10992" y="29"/>
                    <a:pt x="10947" y="74"/>
                  </a:cubicBezTo>
                  <a:cubicBezTo>
                    <a:pt x="10884" y="217"/>
                    <a:pt x="10706" y="217"/>
                    <a:pt x="10563" y="226"/>
                  </a:cubicBezTo>
                  <a:cubicBezTo>
                    <a:pt x="10545" y="208"/>
                    <a:pt x="10510" y="190"/>
                    <a:pt x="10483" y="181"/>
                  </a:cubicBezTo>
                  <a:cubicBezTo>
                    <a:pt x="10491" y="143"/>
                    <a:pt x="10466" y="135"/>
                    <a:pt x="10433" y="135"/>
                  </a:cubicBezTo>
                  <a:cubicBezTo>
                    <a:pt x="10407" y="135"/>
                    <a:pt x="10375" y="140"/>
                    <a:pt x="10350" y="140"/>
                  </a:cubicBezTo>
                  <a:cubicBezTo>
                    <a:pt x="10339" y="140"/>
                    <a:pt x="10330" y="139"/>
                    <a:pt x="10322" y="136"/>
                  </a:cubicBezTo>
                  <a:cubicBezTo>
                    <a:pt x="10318" y="101"/>
                    <a:pt x="10274" y="90"/>
                    <a:pt x="10219" y="90"/>
                  </a:cubicBezTo>
                  <a:cubicBezTo>
                    <a:pt x="10149" y="90"/>
                    <a:pt x="10063" y="108"/>
                    <a:pt x="10028" y="118"/>
                  </a:cubicBezTo>
                  <a:cubicBezTo>
                    <a:pt x="9936" y="142"/>
                    <a:pt x="9890" y="291"/>
                    <a:pt x="9798" y="291"/>
                  </a:cubicBezTo>
                  <a:cubicBezTo>
                    <a:pt x="9784" y="291"/>
                    <a:pt x="9768" y="288"/>
                    <a:pt x="9751" y="279"/>
                  </a:cubicBezTo>
                  <a:cubicBezTo>
                    <a:pt x="9719" y="266"/>
                    <a:pt x="9689" y="261"/>
                    <a:pt x="9659" y="261"/>
                  </a:cubicBezTo>
                  <a:cubicBezTo>
                    <a:pt x="9468" y="261"/>
                    <a:pt x="9317" y="491"/>
                    <a:pt x="9130" y="491"/>
                  </a:cubicBezTo>
                  <a:cubicBezTo>
                    <a:pt x="9103" y="491"/>
                    <a:pt x="9075" y="486"/>
                    <a:pt x="9047" y="475"/>
                  </a:cubicBezTo>
                  <a:cubicBezTo>
                    <a:pt x="8972" y="516"/>
                    <a:pt x="8908" y="577"/>
                    <a:pt x="8831" y="577"/>
                  </a:cubicBezTo>
                  <a:cubicBezTo>
                    <a:pt x="8806" y="577"/>
                    <a:pt x="8780" y="571"/>
                    <a:pt x="8752" y="556"/>
                  </a:cubicBezTo>
                  <a:cubicBezTo>
                    <a:pt x="8663" y="580"/>
                    <a:pt x="8572" y="586"/>
                    <a:pt x="8479" y="586"/>
                  </a:cubicBezTo>
                  <a:cubicBezTo>
                    <a:pt x="8394" y="586"/>
                    <a:pt x="8308" y="581"/>
                    <a:pt x="8221" y="581"/>
                  </a:cubicBezTo>
                  <a:cubicBezTo>
                    <a:pt x="8196" y="581"/>
                    <a:pt x="8171" y="581"/>
                    <a:pt x="8146" y="582"/>
                  </a:cubicBezTo>
                  <a:lnTo>
                    <a:pt x="8155" y="627"/>
                  </a:lnTo>
                  <a:cubicBezTo>
                    <a:pt x="8021" y="627"/>
                    <a:pt x="7896" y="672"/>
                    <a:pt x="7780" y="734"/>
                  </a:cubicBezTo>
                  <a:cubicBezTo>
                    <a:pt x="7477" y="743"/>
                    <a:pt x="7218" y="930"/>
                    <a:pt x="6915" y="957"/>
                  </a:cubicBezTo>
                  <a:cubicBezTo>
                    <a:pt x="6799" y="993"/>
                    <a:pt x="6736" y="1118"/>
                    <a:pt x="6620" y="1144"/>
                  </a:cubicBezTo>
                  <a:cubicBezTo>
                    <a:pt x="6600" y="1141"/>
                    <a:pt x="6580" y="1140"/>
                    <a:pt x="6560" y="1140"/>
                  </a:cubicBezTo>
                  <a:cubicBezTo>
                    <a:pt x="6414" y="1140"/>
                    <a:pt x="6282" y="1224"/>
                    <a:pt x="6219" y="1350"/>
                  </a:cubicBezTo>
                  <a:cubicBezTo>
                    <a:pt x="6130" y="1414"/>
                    <a:pt x="6021" y="1449"/>
                    <a:pt x="5909" y="1449"/>
                  </a:cubicBezTo>
                  <a:cubicBezTo>
                    <a:pt x="5896" y="1449"/>
                    <a:pt x="5883" y="1449"/>
                    <a:pt x="5871" y="1448"/>
                  </a:cubicBezTo>
                  <a:cubicBezTo>
                    <a:pt x="5728" y="1528"/>
                    <a:pt x="5541" y="1519"/>
                    <a:pt x="5443" y="1662"/>
                  </a:cubicBezTo>
                  <a:cubicBezTo>
                    <a:pt x="5086" y="2028"/>
                    <a:pt x="4613" y="2286"/>
                    <a:pt x="4372" y="2759"/>
                  </a:cubicBezTo>
                  <a:cubicBezTo>
                    <a:pt x="3935" y="3232"/>
                    <a:pt x="3685" y="3856"/>
                    <a:pt x="3257" y="4338"/>
                  </a:cubicBezTo>
                  <a:cubicBezTo>
                    <a:pt x="3079" y="4543"/>
                    <a:pt x="2998" y="4802"/>
                    <a:pt x="2838" y="5016"/>
                  </a:cubicBezTo>
                  <a:cubicBezTo>
                    <a:pt x="2659" y="5212"/>
                    <a:pt x="2543" y="5453"/>
                    <a:pt x="2436" y="5694"/>
                  </a:cubicBezTo>
                  <a:cubicBezTo>
                    <a:pt x="2276" y="5810"/>
                    <a:pt x="2204" y="6033"/>
                    <a:pt x="2088" y="6194"/>
                  </a:cubicBezTo>
                  <a:cubicBezTo>
                    <a:pt x="2070" y="6354"/>
                    <a:pt x="1963" y="6470"/>
                    <a:pt x="1901" y="6613"/>
                  </a:cubicBezTo>
                  <a:cubicBezTo>
                    <a:pt x="1758" y="6782"/>
                    <a:pt x="1874" y="7032"/>
                    <a:pt x="1723" y="7202"/>
                  </a:cubicBezTo>
                  <a:cubicBezTo>
                    <a:pt x="1696" y="7416"/>
                    <a:pt x="1508" y="7567"/>
                    <a:pt x="1437" y="7764"/>
                  </a:cubicBezTo>
                  <a:cubicBezTo>
                    <a:pt x="1357" y="8308"/>
                    <a:pt x="1125" y="8808"/>
                    <a:pt x="946" y="9325"/>
                  </a:cubicBezTo>
                  <a:cubicBezTo>
                    <a:pt x="982" y="9601"/>
                    <a:pt x="732" y="9816"/>
                    <a:pt x="741" y="10083"/>
                  </a:cubicBezTo>
                  <a:lnTo>
                    <a:pt x="706" y="10092"/>
                  </a:lnTo>
                  <a:cubicBezTo>
                    <a:pt x="572" y="10699"/>
                    <a:pt x="420" y="11305"/>
                    <a:pt x="268" y="11912"/>
                  </a:cubicBezTo>
                  <a:cubicBezTo>
                    <a:pt x="170" y="12162"/>
                    <a:pt x="304" y="12438"/>
                    <a:pt x="197" y="12688"/>
                  </a:cubicBezTo>
                  <a:cubicBezTo>
                    <a:pt x="117" y="12947"/>
                    <a:pt x="152" y="13214"/>
                    <a:pt x="108" y="13482"/>
                  </a:cubicBezTo>
                  <a:cubicBezTo>
                    <a:pt x="1" y="13687"/>
                    <a:pt x="224" y="13892"/>
                    <a:pt x="161" y="14098"/>
                  </a:cubicBezTo>
                  <a:cubicBezTo>
                    <a:pt x="108" y="14231"/>
                    <a:pt x="170" y="14374"/>
                    <a:pt x="143" y="14517"/>
                  </a:cubicBezTo>
                  <a:cubicBezTo>
                    <a:pt x="233" y="14829"/>
                    <a:pt x="268" y="15159"/>
                    <a:pt x="456" y="15445"/>
                  </a:cubicBezTo>
                  <a:cubicBezTo>
                    <a:pt x="554" y="15596"/>
                    <a:pt x="554" y="15802"/>
                    <a:pt x="688" y="15935"/>
                  </a:cubicBezTo>
                  <a:cubicBezTo>
                    <a:pt x="786" y="16114"/>
                    <a:pt x="982" y="16248"/>
                    <a:pt x="955" y="16480"/>
                  </a:cubicBezTo>
                  <a:cubicBezTo>
                    <a:pt x="1107" y="16845"/>
                    <a:pt x="1348" y="17184"/>
                    <a:pt x="1705" y="17372"/>
                  </a:cubicBezTo>
                  <a:cubicBezTo>
                    <a:pt x="1812" y="17461"/>
                    <a:pt x="1919" y="17550"/>
                    <a:pt x="1963" y="17684"/>
                  </a:cubicBezTo>
                  <a:cubicBezTo>
                    <a:pt x="2124" y="17773"/>
                    <a:pt x="2276" y="17880"/>
                    <a:pt x="2436" y="17969"/>
                  </a:cubicBezTo>
                  <a:cubicBezTo>
                    <a:pt x="2552" y="18139"/>
                    <a:pt x="2748" y="18157"/>
                    <a:pt x="2891" y="18282"/>
                  </a:cubicBezTo>
                  <a:cubicBezTo>
                    <a:pt x="3114" y="18344"/>
                    <a:pt x="3284" y="18531"/>
                    <a:pt x="3507" y="18603"/>
                  </a:cubicBezTo>
                  <a:cubicBezTo>
                    <a:pt x="3694" y="18799"/>
                    <a:pt x="3935" y="18942"/>
                    <a:pt x="4149" y="19120"/>
                  </a:cubicBezTo>
                  <a:cubicBezTo>
                    <a:pt x="4149" y="19218"/>
                    <a:pt x="4203" y="19352"/>
                    <a:pt x="4327" y="19352"/>
                  </a:cubicBezTo>
                  <a:cubicBezTo>
                    <a:pt x="4729" y="19397"/>
                    <a:pt x="5068" y="19620"/>
                    <a:pt x="5362" y="19878"/>
                  </a:cubicBezTo>
                  <a:cubicBezTo>
                    <a:pt x="5496" y="19994"/>
                    <a:pt x="5683" y="19950"/>
                    <a:pt x="5844" y="20003"/>
                  </a:cubicBezTo>
                  <a:cubicBezTo>
                    <a:pt x="5942" y="20075"/>
                    <a:pt x="6031" y="20164"/>
                    <a:pt x="6138" y="20226"/>
                  </a:cubicBezTo>
                  <a:cubicBezTo>
                    <a:pt x="6326" y="20280"/>
                    <a:pt x="6531" y="20289"/>
                    <a:pt x="6700" y="20396"/>
                  </a:cubicBezTo>
                  <a:cubicBezTo>
                    <a:pt x="6879" y="20548"/>
                    <a:pt x="7147" y="20530"/>
                    <a:pt x="7316" y="20708"/>
                  </a:cubicBezTo>
                  <a:cubicBezTo>
                    <a:pt x="7352" y="20797"/>
                    <a:pt x="7441" y="20833"/>
                    <a:pt x="7521" y="20869"/>
                  </a:cubicBezTo>
                  <a:cubicBezTo>
                    <a:pt x="7547" y="20884"/>
                    <a:pt x="7572" y="20890"/>
                    <a:pt x="7596" y="20890"/>
                  </a:cubicBezTo>
                  <a:cubicBezTo>
                    <a:pt x="7687" y="20890"/>
                    <a:pt x="7765" y="20803"/>
                    <a:pt x="7851" y="20803"/>
                  </a:cubicBezTo>
                  <a:cubicBezTo>
                    <a:pt x="7874" y="20803"/>
                    <a:pt x="7898" y="20809"/>
                    <a:pt x="7923" y="20824"/>
                  </a:cubicBezTo>
                  <a:cubicBezTo>
                    <a:pt x="8095" y="20853"/>
                    <a:pt x="8273" y="20951"/>
                    <a:pt x="8452" y="20951"/>
                  </a:cubicBezTo>
                  <a:cubicBezTo>
                    <a:pt x="8496" y="20951"/>
                    <a:pt x="8539" y="20945"/>
                    <a:pt x="8583" y="20931"/>
                  </a:cubicBezTo>
                  <a:cubicBezTo>
                    <a:pt x="8708" y="21101"/>
                    <a:pt x="8957" y="21136"/>
                    <a:pt x="9047" y="21350"/>
                  </a:cubicBezTo>
                  <a:cubicBezTo>
                    <a:pt x="9189" y="21359"/>
                    <a:pt x="9341" y="21359"/>
                    <a:pt x="9457" y="21466"/>
                  </a:cubicBezTo>
                  <a:cubicBezTo>
                    <a:pt x="9488" y="21489"/>
                    <a:pt x="9515" y="21498"/>
                    <a:pt x="9540" y="21498"/>
                  </a:cubicBezTo>
                  <a:cubicBezTo>
                    <a:pt x="9619" y="21498"/>
                    <a:pt x="9672" y="21404"/>
                    <a:pt x="9760" y="21404"/>
                  </a:cubicBezTo>
                  <a:cubicBezTo>
                    <a:pt x="9948" y="21374"/>
                    <a:pt x="10130" y="21287"/>
                    <a:pt x="10321" y="21287"/>
                  </a:cubicBezTo>
                  <a:cubicBezTo>
                    <a:pt x="10357" y="21287"/>
                    <a:pt x="10393" y="21290"/>
                    <a:pt x="10429" y="21297"/>
                  </a:cubicBezTo>
                  <a:cubicBezTo>
                    <a:pt x="10441" y="21298"/>
                    <a:pt x="10452" y="21298"/>
                    <a:pt x="10463" y="21298"/>
                  </a:cubicBezTo>
                  <a:cubicBezTo>
                    <a:pt x="10519" y="21298"/>
                    <a:pt x="10577" y="21290"/>
                    <a:pt x="10632" y="21290"/>
                  </a:cubicBezTo>
                  <a:cubicBezTo>
                    <a:pt x="10699" y="21290"/>
                    <a:pt x="10764" y="21301"/>
                    <a:pt x="10822" y="21350"/>
                  </a:cubicBezTo>
                  <a:cubicBezTo>
                    <a:pt x="11018" y="21359"/>
                    <a:pt x="11215" y="21364"/>
                    <a:pt x="11411" y="21364"/>
                  </a:cubicBezTo>
                  <a:cubicBezTo>
                    <a:pt x="11607" y="21364"/>
                    <a:pt x="11803" y="21359"/>
                    <a:pt x="12000" y="21350"/>
                  </a:cubicBezTo>
                  <a:cubicBezTo>
                    <a:pt x="12106" y="21286"/>
                    <a:pt x="12221" y="21270"/>
                    <a:pt x="12340" y="21270"/>
                  </a:cubicBezTo>
                  <a:cubicBezTo>
                    <a:pt x="12459" y="21270"/>
                    <a:pt x="12581" y="21286"/>
                    <a:pt x="12700" y="21286"/>
                  </a:cubicBezTo>
                  <a:cubicBezTo>
                    <a:pt x="12740" y="21286"/>
                    <a:pt x="12781" y="21284"/>
                    <a:pt x="12820" y="21279"/>
                  </a:cubicBezTo>
                  <a:lnTo>
                    <a:pt x="12820" y="21243"/>
                  </a:lnTo>
                  <a:cubicBezTo>
                    <a:pt x="13168" y="21145"/>
                    <a:pt x="13534" y="21154"/>
                    <a:pt x="13873" y="21047"/>
                  </a:cubicBezTo>
                  <a:cubicBezTo>
                    <a:pt x="14007" y="21029"/>
                    <a:pt x="14167" y="21003"/>
                    <a:pt x="14274" y="20922"/>
                  </a:cubicBezTo>
                  <a:cubicBezTo>
                    <a:pt x="14293" y="20924"/>
                    <a:pt x="14312" y="20925"/>
                    <a:pt x="14330" y="20925"/>
                  </a:cubicBezTo>
                  <a:cubicBezTo>
                    <a:pt x="14411" y="20925"/>
                    <a:pt x="14491" y="20905"/>
                    <a:pt x="14542" y="20833"/>
                  </a:cubicBezTo>
                  <a:cubicBezTo>
                    <a:pt x="14970" y="20637"/>
                    <a:pt x="15416" y="20467"/>
                    <a:pt x="15845" y="20271"/>
                  </a:cubicBezTo>
                  <a:cubicBezTo>
                    <a:pt x="16451" y="19941"/>
                    <a:pt x="17031" y="19557"/>
                    <a:pt x="17620" y="19200"/>
                  </a:cubicBezTo>
                  <a:cubicBezTo>
                    <a:pt x="18066" y="18879"/>
                    <a:pt x="18565" y="18621"/>
                    <a:pt x="18985" y="18264"/>
                  </a:cubicBezTo>
                  <a:cubicBezTo>
                    <a:pt x="19288" y="18112"/>
                    <a:pt x="19547" y="17862"/>
                    <a:pt x="19814" y="17648"/>
                  </a:cubicBezTo>
                  <a:cubicBezTo>
                    <a:pt x="19868" y="17505"/>
                    <a:pt x="19966" y="17398"/>
                    <a:pt x="20091" y="17318"/>
                  </a:cubicBezTo>
                  <a:cubicBezTo>
                    <a:pt x="20136" y="17211"/>
                    <a:pt x="20225" y="17158"/>
                    <a:pt x="20305" y="17086"/>
                  </a:cubicBezTo>
                  <a:cubicBezTo>
                    <a:pt x="20323" y="16801"/>
                    <a:pt x="20582" y="16631"/>
                    <a:pt x="20760" y="16453"/>
                  </a:cubicBezTo>
                  <a:cubicBezTo>
                    <a:pt x="20805" y="16346"/>
                    <a:pt x="20840" y="16230"/>
                    <a:pt x="20867" y="16123"/>
                  </a:cubicBezTo>
                  <a:cubicBezTo>
                    <a:pt x="20900" y="16090"/>
                    <a:pt x="20955" y="15968"/>
                    <a:pt x="20896" y="15968"/>
                  </a:cubicBezTo>
                  <a:cubicBezTo>
                    <a:pt x="20890" y="15968"/>
                    <a:pt x="20884" y="15969"/>
                    <a:pt x="20876" y="15971"/>
                  </a:cubicBezTo>
                  <a:cubicBezTo>
                    <a:pt x="20885" y="15819"/>
                    <a:pt x="21010" y="15730"/>
                    <a:pt x="21108" y="15632"/>
                  </a:cubicBezTo>
                  <a:cubicBezTo>
                    <a:pt x="21126" y="15356"/>
                    <a:pt x="21313" y="15115"/>
                    <a:pt x="21277" y="14838"/>
                  </a:cubicBezTo>
                  <a:lnTo>
                    <a:pt x="21242" y="14838"/>
                  </a:lnTo>
                  <a:cubicBezTo>
                    <a:pt x="21242" y="14785"/>
                    <a:pt x="21242" y="14731"/>
                    <a:pt x="21242" y="14686"/>
                  </a:cubicBezTo>
                  <a:cubicBezTo>
                    <a:pt x="21313" y="14624"/>
                    <a:pt x="21242" y="14499"/>
                    <a:pt x="21331" y="14446"/>
                  </a:cubicBezTo>
                  <a:cubicBezTo>
                    <a:pt x="21429" y="14365"/>
                    <a:pt x="21456" y="14231"/>
                    <a:pt x="21483" y="14116"/>
                  </a:cubicBezTo>
                  <a:cubicBezTo>
                    <a:pt x="21500" y="14017"/>
                    <a:pt x="21376" y="13991"/>
                    <a:pt x="21358" y="13910"/>
                  </a:cubicBezTo>
                  <a:cubicBezTo>
                    <a:pt x="21322" y="13536"/>
                    <a:pt x="21509" y="13179"/>
                    <a:pt x="21411" y="12813"/>
                  </a:cubicBezTo>
                  <a:cubicBezTo>
                    <a:pt x="21376" y="12679"/>
                    <a:pt x="21438" y="12483"/>
                    <a:pt x="21313" y="12421"/>
                  </a:cubicBezTo>
                  <a:lnTo>
                    <a:pt x="21322" y="12385"/>
                  </a:lnTo>
                  <a:lnTo>
                    <a:pt x="21286" y="12385"/>
                  </a:lnTo>
                  <a:cubicBezTo>
                    <a:pt x="21045" y="12269"/>
                    <a:pt x="21099" y="11974"/>
                    <a:pt x="20938" y="11796"/>
                  </a:cubicBezTo>
                  <a:cubicBezTo>
                    <a:pt x="20974" y="11573"/>
                    <a:pt x="21099" y="11377"/>
                    <a:pt x="21010" y="11145"/>
                  </a:cubicBezTo>
                  <a:cubicBezTo>
                    <a:pt x="20965" y="10984"/>
                    <a:pt x="21144" y="10841"/>
                    <a:pt x="21090" y="10681"/>
                  </a:cubicBezTo>
                  <a:cubicBezTo>
                    <a:pt x="21037" y="10476"/>
                    <a:pt x="21170" y="10297"/>
                    <a:pt x="21233" y="10119"/>
                  </a:cubicBezTo>
                  <a:lnTo>
                    <a:pt x="21188" y="10119"/>
                  </a:lnTo>
                  <a:cubicBezTo>
                    <a:pt x="21206" y="9896"/>
                    <a:pt x="21233" y="9646"/>
                    <a:pt x="21099" y="9459"/>
                  </a:cubicBezTo>
                  <a:cubicBezTo>
                    <a:pt x="21045" y="9378"/>
                    <a:pt x="21081" y="9280"/>
                    <a:pt x="21144" y="9227"/>
                  </a:cubicBezTo>
                  <a:cubicBezTo>
                    <a:pt x="21152" y="9152"/>
                    <a:pt x="21231" y="8920"/>
                    <a:pt x="21146" y="8920"/>
                  </a:cubicBezTo>
                  <a:cubicBezTo>
                    <a:pt x="21140" y="8920"/>
                    <a:pt x="21133" y="8921"/>
                    <a:pt x="21126" y="8923"/>
                  </a:cubicBezTo>
                  <a:cubicBezTo>
                    <a:pt x="21001" y="8709"/>
                    <a:pt x="21028" y="8397"/>
                    <a:pt x="20831" y="8237"/>
                  </a:cubicBezTo>
                  <a:cubicBezTo>
                    <a:pt x="20849" y="8094"/>
                    <a:pt x="20849" y="7942"/>
                    <a:pt x="20724" y="7862"/>
                  </a:cubicBezTo>
                  <a:cubicBezTo>
                    <a:pt x="20787" y="7692"/>
                    <a:pt x="20617" y="7648"/>
                    <a:pt x="20591" y="7514"/>
                  </a:cubicBezTo>
                  <a:cubicBezTo>
                    <a:pt x="20644" y="7416"/>
                    <a:pt x="20751" y="7157"/>
                    <a:pt x="20599" y="7104"/>
                  </a:cubicBezTo>
                  <a:cubicBezTo>
                    <a:pt x="20564" y="7032"/>
                    <a:pt x="20492" y="6997"/>
                    <a:pt x="20439" y="6934"/>
                  </a:cubicBezTo>
                  <a:cubicBezTo>
                    <a:pt x="20421" y="6684"/>
                    <a:pt x="20403" y="6426"/>
                    <a:pt x="20278" y="6212"/>
                  </a:cubicBezTo>
                  <a:cubicBezTo>
                    <a:pt x="20136" y="6104"/>
                    <a:pt x="20189" y="5890"/>
                    <a:pt x="20091" y="5748"/>
                  </a:cubicBezTo>
                  <a:cubicBezTo>
                    <a:pt x="19993" y="5605"/>
                    <a:pt x="19921" y="5444"/>
                    <a:pt x="19850" y="5284"/>
                  </a:cubicBezTo>
                  <a:cubicBezTo>
                    <a:pt x="19895" y="4971"/>
                    <a:pt x="19475" y="4945"/>
                    <a:pt x="19431" y="4686"/>
                  </a:cubicBezTo>
                  <a:cubicBezTo>
                    <a:pt x="19538" y="4401"/>
                    <a:pt x="19145" y="4418"/>
                    <a:pt x="19092" y="4213"/>
                  </a:cubicBezTo>
                  <a:cubicBezTo>
                    <a:pt x="19038" y="3990"/>
                    <a:pt x="18708" y="3963"/>
                    <a:pt x="18690" y="3731"/>
                  </a:cubicBezTo>
                  <a:cubicBezTo>
                    <a:pt x="18351" y="3455"/>
                    <a:pt x="18039" y="3134"/>
                    <a:pt x="17664" y="2911"/>
                  </a:cubicBezTo>
                  <a:cubicBezTo>
                    <a:pt x="17575" y="2857"/>
                    <a:pt x="17655" y="2723"/>
                    <a:pt x="17557" y="2697"/>
                  </a:cubicBezTo>
                  <a:cubicBezTo>
                    <a:pt x="17388" y="2607"/>
                    <a:pt x="17343" y="2393"/>
                    <a:pt x="17165" y="2313"/>
                  </a:cubicBezTo>
                  <a:cubicBezTo>
                    <a:pt x="17013" y="2224"/>
                    <a:pt x="16879" y="2090"/>
                    <a:pt x="16728" y="1992"/>
                  </a:cubicBezTo>
                  <a:cubicBezTo>
                    <a:pt x="16157" y="1573"/>
                    <a:pt x="15514" y="1278"/>
                    <a:pt x="14917" y="904"/>
                  </a:cubicBezTo>
                  <a:cubicBezTo>
                    <a:pt x="14899" y="832"/>
                    <a:pt x="14783" y="850"/>
                    <a:pt x="14729" y="832"/>
                  </a:cubicBezTo>
                  <a:cubicBezTo>
                    <a:pt x="14616" y="718"/>
                    <a:pt x="14489" y="637"/>
                    <a:pt x="14333" y="637"/>
                  </a:cubicBezTo>
                  <a:cubicBezTo>
                    <a:pt x="14306" y="637"/>
                    <a:pt x="14277" y="639"/>
                    <a:pt x="14248" y="645"/>
                  </a:cubicBezTo>
                  <a:cubicBezTo>
                    <a:pt x="14105" y="556"/>
                    <a:pt x="13927" y="520"/>
                    <a:pt x="13802" y="404"/>
                  </a:cubicBezTo>
                  <a:cubicBezTo>
                    <a:pt x="13659" y="252"/>
                    <a:pt x="13400" y="333"/>
                    <a:pt x="13275" y="172"/>
                  </a:cubicBezTo>
                  <a:cubicBezTo>
                    <a:pt x="13233" y="141"/>
                    <a:pt x="13189" y="129"/>
                    <a:pt x="13145" y="129"/>
                  </a:cubicBezTo>
                  <a:cubicBezTo>
                    <a:pt x="13017" y="129"/>
                    <a:pt x="12882" y="224"/>
                    <a:pt x="12755" y="224"/>
                  </a:cubicBezTo>
                  <a:cubicBezTo>
                    <a:pt x="12710" y="224"/>
                    <a:pt x="12666" y="212"/>
                    <a:pt x="12624" y="181"/>
                  </a:cubicBezTo>
                  <a:cubicBezTo>
                    <a:pt x="12426" y="82"/>
                    <a:pt x="12189" y="13"/>
                    <a:pt x="11967" y="13"/>
                  </a:cubicBezTo>
                  <a:cubicBezTo>
                    <a:pt x="11869" y="13"/>
                    <a:pt x="11774" y="26"/>
                    <a:pt x="11687" y="56"/>
                  </a:cubicBezTo>
                  <a:cubicBezTo>
                    <a:pt x="11682" y="55"/>
                    <a:pt x="11677" y="55"/>
                    <a:pt x="11672" y="55"/>
                  </a:cubicBezTo>
                  <a:cubicBezTo>
                    <a:pt x="11620" y="55"/>
                    <a:pt x="11596" y="96"/>
                    <a:pt x="11571" y="136"/>
                  </a:cubicBezTo>
                  <a:cubicBezTo>
                    <a:pt x="11557" y="139"/>
                    <a:pt x="11543" y="140"/>
                    <a:pt x="11529" y="140"/>
                  </a:cubicBezTo>
                  <a:cubicBezTo>
                    <a:pt x="11440" y="140"/>
                    <a:pt x="11363" y="95"/>
                    <a:pt x="11286" y="56"/>
                  </a:cubicBezTo>
                  <a:cubicBezTo>
                    <a:pt x="11274" y="17"/>
                    <a:pt x="11224" y="0"/>
                    <a:pt x="111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8150749" y="957462"/>
              <a:ext cx="286906" cy="305203"/>
            </a:xfrm>
            <a:custGeom>
              <a:avLst/>
              <a:gdLst/>
              <a:ahLst/>
              <a:cxnLst/>
              <a:rect l="l" t="t" r="r" b="b"/>
              <a:pathLst>
                <a:path w="20965" h="22302" extrusionOk="0">
                  <a:moveTo>
                    <a:pt x="10013" y="1"/>
                  </a:moveTo>
                  <a:cubicBezTo>
                    <a:pt x="9832" y="1"/>
                    <a:pt x="9646" y="47"/>
                    <a:pt x="9460" y="47"/>
                  </a:cubicBezTo>
                  <a:cubicBezTo>
                    <a:pt x="9432" y="47"/>
                    <a:pt x="9404" y="46"/>
                    <a:pt x="9376" y="44"/>
                  </a:cubicBezTo>
                  <a:lnTo>
                    <a:pt x="9376" y="44"/>
                  </a:lnTo>
                  <a:lnTo>
                    <a:pt x="9385" y="89"/>
                  </a:lnTo>
                  <a:cubicBezTo>
                    <a:pt x="9242" y="80"/>
                    <a:pt x="9100" y="77"/>
                    <a:pt x="8957" y="77"/>
                  </a:cubicBezTo>
                  <a:cubicBezTo>
                    <a:pt x="8814" y="77"/>
                    <a:pt x="8671" y="80"/>
                    <a:pt x="8529" y="80"/>
                  </a:cubicBezTo>
                  <a:cubicBezTo>
                    <a:pt x="8398" y="65"/>
                    <a:pt x="8260" y="40"/>
                    <a:pt x="8125" y="40"/>
                  </a:cubicBezTo>
                  <a:cubicBezTo>
                    <a:pt x="8011" y="40"/>
                    <a:pt x="7899" y="58"/>
                    <a:pt x="7797" y="115"/>
                  </a:cubicBezTo>
                  <a:cubicBezTo>
                    <a:pt x="7565" y="240"/>
                    <a:pt x="7289" y="213"/>
                    <a:pt x="7039" y="249"/>
                  </a:cubicBezTo>
                  <a:lnTo>
                    <a:pt x="7048" y="294"/>
                  </a:lnTo>
                  <a:cubicBezTo>
                    <a:pt x="7005" y="309"/>
                    <a:pt x="6959" y="312"/>
                    <a:pt x="6912" y="312"/>
                  </a:cubicBezTo>
                  <a:cubicBezTo>
                    <a:pt x="6880" y="312"/>
                    <a:pt x="6848" y="310"/>
                    <a:pt x="6816" y="310"/>
                  </a:cubicBezTo>
                  <a:cubicBezTo>
                    <a:pt x="6730" y="310"/>
                    <a:pt x="6649" y="321"/>
                    <a:pt x="6593" y="401"/>
                  </a:cubicBezTo>
                  <a:cubicBezTo>
                    <a:pt x="6486" y="561"/>
                    <a:pt x="6298" y="490"/>
                    <a:pt x="6156" y="570"/>
                  </a:cubicBezTo>
                  <a:cubicBezTo>
                    <a:pt x="6049" y="561"/>
                    <a:pt x="5941" y="552"/>
                    <a:pt x="5861" y="472"/>
                  </a:cubicBezTo>
                  <a:cubicBezTo>
                    <a:pt x="5832" y="446"/>
                    <a:pt x="5800" y="435"/>
                    <a:pt x="5769" y="435"/>
                  </a:cubicBezTo>
                  <a:cubicBezTo>
                    <a:pt x="5714" y="435"/>
                    <a:pt x="5664" y="472"/>
                    <a:pt x="5647" y="535"/>
                  </a:cubicBezTo>
                  <a:cubicBezTo>
                    <a:pt x="5478" y="588"/>
                    <a:pt x="5344" y="695"/>
                    <a:pt x="5201" y="776"/>
                  </a:cubicBezTo>
                  <a:cubicBezTo>
                    <a:pt x="5191" y="776"/>
                    <a:pt x="5180" y="776"/>
                    <a:pt x="5169" y="776"/>
                  </a:cubicBezTo>
                  <a:cubicBezTo>
                    <a:pt x="5093" y="776"/>
                    <a:pt x="5007" y="767"/>
                    <a:pt x="4924" y="767"/>
                  </a:cubicBezTo>
                  <a:cubicBezTo>
                    <a:pt x="4786" y="767"/>
                    <a:pt x="4654" y="793"/>
                    <a:pt x="4585" y="936"/>
                  </a:cubicBezTo>
                  <a:cubicBezTo>
                    <a:pt x="4354" y="1079"/>
                    <a:pt x="4104" y="1195"/>
                    <a:pt x="3872" y="1338"/>
                  </a:cubicBezTo>
                  <a:cubicBezTo>
                    <a:pt x="3760" y="1345"/>
                    <a:pt x="3829" y="1517"/>
                    <a:pt x="3730" y="1517"/>
                  </a:cubicBezTo>
                  <a:cubicBezTo>
                    <a:pt x="3703" y="1517"/>
                    <a:pt x="3663" y="1504"/>
                    <a:pt x="3604" y="1471"/>
                  </a:cubicBezTo>
                  <a:cubicBezTo>
                    <a:pt x="3488" y="1516"/>
                    <a:pt x="3337" y="1552"/>
                    <a:pt x="3345" y="1694"/>
                  </a:cubicBezTo>
                  <a:cubicBezTo>
                    <a:pt x="3238" y="1793"/>
                    <a:pt x="3131" y="1900"/>
                    <a:pt x="2998" y="1953"/>
                  </a:cubicBezTo>
                  <a:lnTo>
                    <a:pt x="2998" y="1998"/>
                  </a:lnTo>
                  <a:cubicBezTo>
                    <a:pt x="2935" y="2024"/>
                    <a:pt x="2855" y="2060"/>
                    <a:pt x="2801" y="2105"/>
                  </a:cubicBezTo>
                  <a:cubicBezTo>
                    <a:pt x="2819" y="2328"/>
                    <a:pt x="2641" y="2533"/>
                    <a:pt x="2436" y="2586"/>
                  </a:cubicBezTo>
                  <a:cubicBezTo>
                    <a:pt x="2587" y="2836"/>
                    <a:pt x="2088" y="2917"/>
                    <a:pt x="2266" y="3131"/>
                  </a:cubicBezTo>
                  <a:cubicBezTo>
                    <a:pt x="2159" y="3175"/>
                    <a:pt x="2141" y="3309"/>
                    <a:pt x="2034" y="3345"/>
                  </a:cubicBezTo>
                  <a:cubicBezTo>
                    <a:pt x="1918" y="3380"/>
                    <a:pt x="1882" y="3523"/>
                    <a:pt x="1829" y="3621"/>
                  </a:cubicBezTo>
                  <a:cubicBezTo>
                    <a:pt x="1722" y="3675"/>
                    <a:pt x="1579" y="3728"/>
                    <a:pt x="1543" y="3844"/>
                  </a:cubicBezTo>
                  <a:cubicBezTo>
                    <a:pt x="1427" y="3898"/>
                    <a:pt x="1445" y="4067"/>
                    <a:pt x="1365" y="4148"/>
                  </a:cubicBezTo>
                  <a:cubicBezTo>
                    <a:pt x="1294" y="4210"/>
                    <a:pt x="1258" y="4299"/>
                    <a:pt x="1240" y="4389"/>
                  </a:cubicBezTo>
                  <a:cubicBezTo>
                    <a:pt x="1097" y="4620"/>
                    <a:pt x="937" y="4879"/>
                    <a:pt x="937" y="5165"/>
                  </a:cubicBezTo>
                  <a:lnTo>
                    <a:pt x="901" y="5156"/>
                  </a:lnTo>
                  <a:cubicBezTo>
                    <a:pt x="865" y="5370"/>
                    <a:pt x="696" y="5530"/>
                    <a:pt x="687" y="5745"/>
                  </a:cubicBezTo>
                  <a:cubicBezTo>
                    <a:pt x="696" y="6003"/>
                    <a:pt x="535" y="6208"/>
                    <a:pt x="526" y="6458"/>
                  </a:cubicBezTo>
                  <a:lnTo>
                    <a:pt x="491" y="6458"/>
                  </a:lnTo>
                  <a:cubicBezTo>
                    <a:pt x="589" y="6851"/>
                    <a:pt x="223" y="7145"/>
                    <a:pt x="330" y="7529"/>
                  </a:cubicBezTo>
                  <a:cubicBezTo>
                    <a:pt x="321" y="7582"/>
                    <a:pt x="321" y="7645"/>
                    <a:pt x="294" y="7698"/>
                  </a:cubicBezTo>
                  <a:cubicBezTo>
                    <a:pt x="205" y="7823"/>
                    <a:pt x="348" y="7975"/>
                    <a:pt x="268" y="8109"/>
                  </a:cubicBezTo>
                  <a:cubicBezTo>
                    <a:pt x="187" y="8242"/>
                    <a:pt x="134" y="8421"/>
                    <a:pt x="223" y="8564"/>
                  </a:cubicBezTo>
                  <a:cubicBezTo>
                    <a:pt x="196" y="8867"/>
                    <a:pt x="152" y="9161"/>
                    <a:pt x="170" y="9465"/>
                  </a:cubicBezTo>
                  <a:cubicBezTo>
                    <a:pt x="161" y="9589"/>
                    <a:pt x="54" y="9705"/>
                    <a:pt x="98" y="9839"/>
                  </a:cubicBezTo>
                  <a:cubicBezTo>
                    <a:pt x="45" y="10312"/>
                    <a:pt x="116" y="10812"/>
                    <a:pt x="45" y="11284"/>
                  </a:cubicBezTo>
                  <a:cubicBezTo>
                    <a:pt x="107" y="11472"/>
                    <a:pt x="107" y="11659"/>
                    <a:pt x="89" y="11846"/>
                  </a:cubicBezTo>
                  <a:cubicBezTo>
                    <a:pt x="89" y="11909"/>
                    <a:pt x="27" y="11989"/>
                    <a:pt x="89" y="12034"/>
                  </a:cubicBezTo>
                  <a:cubicBezTo>
                    <a:pt x="196" y="12105"/>
                    <a:pt x="0" y="12301"/>
                    <a:pt x="116" y="12319"/>
                  </a:cubicBezTo>
                  <a:lnTo>
                    <a:pt x="125" y="12355"/>
                  </a:lnTo>
                  <a:cubicBezTo>
                    <a:pt x="98" y="12391"/>
                    <a:pt x="54" y="12453"/>
                    <a:pt x="89" y="12507"/>
                  </a:cubicBezTo>
                  <a:cubicBezTo>
                    <a:pt x="241" y="12640"/>
                    <a:pt x="116" y="12863"/>
                    <a:pt x="161" y="13033"/>
                  </a:cubicBezTo>
                  <a:lnTo>
                    <a:pt x="196" y="13033"/>
                  </a:lnTo>
                  <a:cubicBezTo>
                    <a:pt x="214" y="13042"/>
                    <a:pt x="232" y="13060"/>
                    <a:pt x="241" y="13069"/>
                  </a:cubicBezTo>
                  <a:cubicBezTo>
                    <a:pt x="268" y="13131"/>
                    <a:pt x="277" y="13194"/>
                    <a:pt x="294" y="13256"/>
                  </a:cubicBezTo>
                  <a:cubicBezTo>
                    <a:pt x="286" y="13434"/>
                    <a:pt x="303" y="13631"/>
                    <a:pt x="402" y="13791"/>
                  </a:cubicBezTo>
                  <a:cubicBezTo>
                    <a:pt x="393" y="14193"/>
                    <a:pt x="678" y="14514"/>
                    <a:pt x="776" y="14889"/>
                  </a:cubicBezTo>
                  <a:lnTo>
                    <a:pt x="821" y="14897"/>
                  </a:lnTo>
                  <a:cubicBezTo>
                    <a:pt x="830" y="14969"/>
                    <a:pt x="883" y="15031"/>
                    <a:pt x="910" y="15112"/>
                  </a:cubicBezTo>
                  <a:cubicBezTo>
                    <a:pt x="955" y="15433"/>
                    <a:pt x="1151" y="15727"/>
                    <a:pt x="1294" y="16004"/>
                  </a:cubicBezTo>
                  <a:cubicBezTo>
                    <a:pt x="1320" y="16289"/>
                    <a:pt x="1517" y="16521"/>
                    <a:pt x="1695" y="16726"/>
                  </a:cubicBezTo>
                  <a:cubicBezTo>
                    <a:pt x="1740" y="16887"/>
                    <a:pt x="1873" y="16994"/>
                    <a:pt x="1963" y="17137"/>
                  </a:cubicBezTo>
                  <a:cubicBezTo>
                    <a:pt x="2088" y="17217"/>
                    <a:pt x="2132" y="17386"/>
                    <a:pt x="2266" y="17476"/>
                  </a:cubicBezTo>
                  <a:cubicBezTo>
                    <a:pt x="2480" y="17672"/>
                    <a:pt x="2578" y="17975"/>
                    <a:pt x="2801" y="18180"/>
                  </a:cubicBezTo>
                  <a:cubicBezTo>
                    <a:pt x="3515" y="18876"/>
                    <a:pt x="4229" y="19617"/>
                    <a:pt x="5076" y="20152"/>
                  </a:cubicBezTo>
                  <a:cubicBezTo>
                    <a:pt x="5246" y="20357"/>
                    <a:pt x="5487" y="20491"/>
                    <a:pt x="5701" y="20643"/>
                  </a:cubicBezTo>
                  <a:cubicBezTo>
                    <a:pt x="5790" y="20750"/>
                    <a:pt x="5897" y="20830"/>
                    <a:pt x="6022" y="20883"/>
                  </a:cubicBezTo>
                  <a:cubicBezTo>
                    <a:pt x="6530" y="21285"/>
                    <a:pt x="7110" y="21597"/>
                    <a:pt x="7690" y="21900"/>
                  </a:cubicBezTo>
                  <a:cubicBezTo>
                    <a:pt x="7717" y="21900"/>
                    <a:pt x="7770" y="21909"/>
                    <a:pt x="7806" y="21909"/>
                  </a:cubicBezTo>
                  <a:lnTo>
                    <a:pt x="7806" y="21945"/>
                  </a:lnTo>
                  <a:cubicBezTo>
                    <a:pt x="7820" y="21942"/>
                    <a:pt x="7834" y="21941"/>
                    <a:pt x="7847" y="21941"/>
                  </a:cubicBezTo>
                  <a:cubicBezTo>
                    <a:pt x="7978" y="21941"/>
                    <a:pt x="8062" y="22064"/>
                    <a:pt x="8187" y="22064"/>
                  </a:cubicBezTo>
                  <a:cubicBezTo>
                    <a:pt x="8216" y="22064"/>
                    <a:pt x="8246" y="22058"/>
                    <a:pt x="8279" y="22043"/>
                  </a:cubicBezTo>
                  <a:cubicBezTo>
                    <a:pt x="8300" y="22040"/>
                    <a:pt x="8321" y="22039"/>
                    <a:pt x="8343" y="22039"/>
                  </a:cubicBezTo>
                  <a:cubicBezTo>
                    <a:pt x="8441" y="22039"/>
                    <a:pt x="8544" y="22065"/>
                    <a:pt x="8642" y="22065"/>
                  </a:cubicBezTo>
                  <a:cubicBezTo>
                    <a:pt x="8705" y="22065"/>
                    <a:pt x="8767" y="22054"/>
                    <a:pt x="8823" y="22016"/>
                  </a:cubicBezTo>
                  <a:lnTo>
                    <a:pt x="8877" y="22016"/>
                  </a:lnTo>
                  <a:cubicBezTo>
                    <a:pt x="8912" y="22097"/>
                    <a:pt x="9019" y="22088"/>
                    <a:pt x="9082" y="22123"/>
                  </a:cubicBezTo>
                  <a:cubicBezTo>
                    <a:pt x="9204" y="22148"/>
                    <a:pt x="9305" y="22233"/>
                    <a:pt x="9424" y="22233"/>
                  </a:cubicBezTo>
                  <a:cubicBezTo>
                    <a:pt x="9434" y="22233"/>
                    <a:pt x="9445" y="22232"/>
                    <a:pt x="9456" y="22231"/>
                  </a:cubicBezTo>
                  <a:cubicBezTo>
                    <a:pt x="9465" y="22284"/>
                    <a:pt x="9546" y="22284"/>
                    <a:pt x="9581" y="22302"/>
                  </a:cubicBezTo>
                  <a:cubicBezTo>
                    <a:pt x="9656" y="22276"/>
                    <a:pt x="9732" y="22268"/>
                    <a:pt x="9810" y="22268"/>
                  </a:cubicBezTo>
                  <a:cubicBezTo>
                    <a:pt x="9937" y="22268"/>
                    <a:pt x="10066" y="22289"/>
                    <a:pt x="10195" y="22289"/>
                  </a:cubicBezTo>
                  <a:cubicBezTo>
                    <a:pt x="10261" y="22289"/>
                    <a:pt x="10328" y="22284"/>
                    <a:pt x="10393" y="22266"/>
                  </a:cubicBezTo>
                  <a:lnTo>
                    <a:pt x="10393" y="22231"/>
                  </a:lnTo>
                  <a:cubicBezTo>
                    <a:pt x="10415" y="22231"/>
                    <a:pt x="10437" y="22232"/>
                    <a:pt x="10459" y="22232"/>
                  </a:cubicBezTo>
                  <a:cubicBezTo>
                    <a:pt x="10651" y="22232"/>
                    <a:pt x="10843" y="22198"/>
                    <a:pt x="11035" y="22150"/>
                  </a:cubicBezTo>
                  <a:cubicBezTo>
                    <a:pt x="11099" y="22199"/>
                    <a:pt x="11166" y="22218"/>
                    <a:pt x="11235" y="22218"/>
                  </a:cubicBezTo>
                  <a:cubicBezTo>
                    <a:pt x="11328" y="22218"/>
                    <a:pt x="11424" y="22183"/>
                    <a:pt x="11517" y="22141"/>
                  </a:cubicBezTo>
                  <a:cubicBezTo>
                    <a:pt x="11660" y="22141"/>
                    <a:pt x="11847" y="22141"/>
                    <a:pt x="11928" y="21999"/>
                  </a:cubicBezTo>
                  <a:cubicBezTo>
                    <a:pt x="11941" y="22005"/>
                    <a:pt x="11953" y="22008"/>
                    <a:pt x="11966" y="22008"/>
                  </a:cubicBezTo>
                  <a:cubicBezTo>
                    <a:pt x="12018" y="22008"/>
                    <a:pt x="12062" y="21959"/>
                    <a:pt x="12113" y="21959"/>
                  </a:cubicBezTo>
                  <a:cubicBezTo>
                    <a:pt x="12131" y="21959"/>
                    <a:pt x="12149" y="21965"/>
                    <a:pt x="12168" y="21981"/>
                  </a:cubicBezTo>
                  <a:cubicBezTo>
                    <a:pt x="12391" y="21892"/>
                    <a:pt x="12632" y="21892"/>
                    <a:pt x="12864" y="21856"/>
                  </a:cubicBezTo>
                  <a:cubicBezTo>
                    <a:pt x="12886" y="21862"/>
                    <a:pt x="12909" y="21864"/>
                    <a:pt x="12933" y="21864"/>
                  </a:cubicBezTo>
                  <a:cubicBezTo>
                    <a:pt x="13014" y="21864"/>
                    <a:pt x="13100" y="21836"/>
                    <a:pt x="13176" y="21829"/>
                  </a:cubicBezTo>
                  <a:cubicBezTo>
                    <a:pt x="13194" y="21870"/>
                    <a:pt x="13345" y="21916"/>
                    <a:pt x="13434" y="21916"/>
                  </a:cubicBezTo>
                  <a:cubicBezTo>
                    <a:pt x="13480" y="21916"/>
                    <a:pt x="13510" y="21904"/>
                    <a:pt x="13498" y="21874"/>
                  </a:cubicBezTo>
                  <a:cubicBezTo>
                    <a:pt x="13649" y="21829"/>
                    <a:pt x="13792" y="21811"/>
                    <a:pt x="13944" y="21793"/>
                  </a:cubicBezTo>
                  <a:cubicBezTo>
                    <a:pt x="13970" y="21820"/>
                    <a:pt x="14015" y="21838"/>
                    <a:pt x="14069" y="21838"/>
                  </a:cubicBezTo>
                  <a:cubicBezTo>
                    <a:pt x="14090" y="21896"/>
                    <a:pt x="14199" y="21936"/>
                    <a:pt x="14286" y="21936"/>
                  </a:cubicBezTo>
                  <a:cubicBezTo>
                    <a:pt x="14346" y="21936"/>
                    <a:pt x="14395" y="21917"/>
                    <a:pt x="14399" y="21874"/>
                  </a:cubicBezTo>
                  <a:cubicBezTo>
                    <a:pt x="14497" y="21856"/>
                    <a:pt x="14586" y="21793"/>
                    <a:pt x="14693" y="21758"/>
                  </a:cubicBezTo>
                  <a:cubicBezTo>
                    <a:pt x="14721" y="21733"/>
                    <a:pt x="14763" y="21731"/>
                    <a:pt x="14807" y="21731"/>
                  </a:cubicBezTo>
                  <a:cubicBezTo>
                    <a:pt x="14820" y="21731"/>
                    <a:pt x="14832" y="21731"/>
                    <a:pt x="14845" y="21731"/>
                  </a:cubicBezTo>
                  <a:cubicBezTo>
                    <a:pt x="14900" y="21731"/>
                    <a:pt x="14952" y="21726"/>
                    <a:pt x="14970" y="21677"/>
                  </a:cubicBezTo>
                  <a:cubicBezTo>
                    <a:pt x="14987" y="21668"/>
                    <a:pt x="15023" y="21651"/>
                    <a:pt x="15041" y="21642"/>
                  </a:cubicBezTo>
                  <a:cubicBezTo>
                    <a:pt x="15139" y="21642"/>
                    <a:pt x="15255" y="21624"/>
                    <a:pt x="15300" y="21526"/>
                  </a:cubicBezTo>
                  <a:cubicBezTo>
                    <a:pt x="15505" y="21454"/>
                    <a:pt x="15790" y="21490"/>
                    <a:pt x="15933" y="21312"/>
                  </a:cubicBezTo>
                  <a:cubicBezTo>
                    <a:pt x="15951" y="21312"/>
                    <a:pt x="15987" y="21312"/>
                    <a:pt x="15995" y="21303"/>
                  </a:cubicBezTo>
                  <a:cubicBezTo>
                    <a:pt x="16014" y="21307"/>
                    <a:pt x="16034" y="21310"/>
                    <a:pt x="16054" y="21310"/>
                  </a:cubicBezTo>
                  <a:cubicBezTo>
                    <a:pt x="16148" y="21310"/>
                    <a:pt x="16247" y="21262"/>
                    <a:pt x="16299" y="21196"/>
                  </a:cubicBezTo>
                  <a:cubicBezTo>
                    <a:pt x="16424" y="21151"/>
                    <a:pt x="16370" y="20964"/>
                    <a:pt x="16459" y="20883"/>
                  </a:cubicBezTo>
                  <a:cubicBezTo>
                    <a:pt x="16549" y="20892"/>
                    <a:pt x="16620" y="20928"/>
                    <a:pt x="16700" y="20955"/>
                  </a:cubicBezTo>
                  <a:cubicBezTo>
                    <a:pt x="16843" y="20892"/>
                    <a:pt x="16995" y="20830"/>
                    <a:pt x="17102" y="20723"/>
                  </a:cubicBezTo>
                  <a:cubicBezTo>
                    <a:pt x="17191" y="20696"/>
                    <a:pt x="17334" y="20643"/>
                    <a:pt x="17334" y="20544"/>
                  </a:cubicBezTo>
                  <a:cubicBezTo>
                    <a:pt x="17414" y="20464"/>
                    <a:pt x="17521" y="20411"/>
                    <a:pt x="17592" y="20330"/>
                  </a:cubicBezTo>
                  <a:cubicBezTo>
                    <a:pt x="17699" y="20330"/>
                    <a:pt x="17682" y="20205"/>
                    <a:pt x="17744" y="20161"/>
                  </a:cubicBezTo>
                  <a:cubicBezTo>
                    <a:pt x="17762" y="20125"/>
                    <a:pt x="17833" y="20098"/>
                    <a:pt x="17815" y="20054"/>
                  </a:cubicBezTo>
                  <a:cubicBezTo>
                    <a:pt x="17985" y="19956"/>
                    <a:pt x="18226" y="19893"/>
                    <a:pt x="18270" y="19688"/>
                  </a:cubicBezTo>
                  <a:cubicBezTo>
                    <a:pt x="18288" y="19545"/>
                    <a:pt x="18476" y="19536"/>
                    <a:pt x="18583" y="19474"/>
                  </a:cubicBezTo>
                  <a:cubicBezTo>
                    <a:pt x="18636" y="19340"/>
                    <a:pt x="18734" y="19242"/>
                    <a:pt x="18877" y="19206"/>
                  </a:cubicBezTo>
                  <a:cubicBezTo>
                    <a:pt x="18895" y="19117"/>
                    <a:pt x="18948" y="18948"/>
                    <a:pt x="18975" y="18867"/>
                  </a:cubicBezTo>
                  <a:cubicBezTo>
                    <a:pt x="19162" y="18796"/>
                    <a:pt x="19162" y="18600"/>
                    <a:pt x="19216" y="18430"/>
                  </a:cubicBezTo>
                  <a:cubicBezTo>
                    <a:pt x="19350" y="18332"/>
                    <a:pt x="19421" y="18189"/>
                    <a:pt x="19466" y="18038"/>
                  </a:cubicBezTo>
                  <a:cubicBezTo>
                    <a:pt x="19582" y="17904"/>
                    <a:pt x="19680" y="17752"/>
                    <a:pt x="19787" y="17609"/>
                  </a:cubicBezTo>
                  <a:cubicBezTo>
                    <a:pt x="19858" y="17574"/>
                    <a:pt x="19921" y="17511"/>
                    <a:pt x="19930" y="17431"/>
                  </a:cubicBezTo>
                  <a:cubicBezTo>
                    <a:pt x="19921" y="17181"/>
                    <a:pt x="20099" y="16976"/>
                    <a:pt x="20117" y="16735"/>
                  </a:cubicBezTo>
                  <a:cubicBezTo>
                    <a:pt x="20420" y="15914"/>
                    <a:pt x="20465" y="15031"/>
                    <a:pt x="20777" y="14219"/>
                  </a:cubicBezTo>
                  <a:cubicBezTo>
                    <a:pt x="20857" y="14041"/>
                    <a:pt x="20840" y="13836"/>
                    <a:pt x="20741" y="13666"/>
                  </a:cubicBezTo>
                  <a:cubicBezTo>
                    <a:pt x="20715" y="13283"/>
                    <a:pt x="20965" y="12926"/>
                    <a:pt x="20875" y="12551"/>
                  </a:cubicBezTo>
                  <a:cubicBezTo>
                    <a:pt x="20804" y="12462"/>
                    <a:pt x="20831" y="12373"/>
                    <a:pt x="20866" y="12284"/>
                  </a:cubicBezTo>
                  <a:lnTo>
                    <a:pt x="20902" y="12284"/>
                  </a:lnTo>
                  <a:cubicBezTo>
                    <a:pt x="20893" y="12150"/>
                    <a:pt x="20947" y="11954"/>
                    <a:pt x="20822" y="11882"/>
                  </a:cubicBezTo>
                  <a:cubicBezTo>
                    <a:pt x="20777" y="11784"/>
                    <a:pt x="20670" y="11704"/>
                    <a:pt x="20581" y="11641"/>
                  </a:cubicBezTo>
                  <a:cubicBezTo>
                    <a:pt x="20626" y="11606"/>
                    <a:pt x="20626" y="11543"/>
                    <a:pt x="20626" y="11490"/>
                  </a:cubicBezTo>
                  <a:cubicBezTo>
                    <a:pt x="20724" y="11445"/>
                    <a:pt x="20626" y="11222"/>
                    <a:pt x="20661" y="11133"/>
                  </a:cubicBezTo>
                  <a:lnTo>
                    <a:pt x="20697" y="11133"/>
                  </a:lnTo>
                  <a:cubicBezTo>
                    <a:pt x="20706" y="10954"/>
                    <a:pt x="20759" y="10785"/>
                    <a:pt x="20795" y="10606"/>
                  </a:cubicBezTo>
                  <a:cubicBezTo>
                    <a:pt x="20884" y="10571"/>
                    <a:pt x="20768" y="10392"/>
                    <a:pt x="20733" y="10312"/>
                  </a:cubicBezTo>
                  <a:cubicBezTo>
                    <a:pt x="20697" y="10116"/>
                    <a:pt x="20947" y="9893"/>
                    <a:pt x="20786" y="9750"/>
                  </a:cubicBezTo>
                  <a:cubicBezTo>
                    <a:pt x="20786" y="9723"/>
                    <a:pt x="20786" y="9688"/>
                    <a:pt x="20786" y="9670"/>
                  </a:cubicBezTo>
                  <a:lnTo>
                    <a:pt x="20741" y="9670"/>
                  </a:lnTo>
                  <a:cubicBezTo>
                    <a:pt x="20741" y="9652"/>
                    <a:pt x="20733" y="9616"/>
                    <a:pt x="20733" y="9598"/>
                  </a:cubicBezTo>
                  <a:cubicBezTo>
                    <a:pt x="20750" y="9393"/>
                    <a:pt x="20741" y="9188"/>
                    <a:pt x="20733" y="8983"/>
                  </a:cubicBezTo>
                  <a:cubicBezTo>
                    <a:pt x="20822" y="8876"/>
                    <a:pt x="20857" y="8742"/>
                    <a:pt x="20813" y="8608"/>
                  </a:cubicBezTo>
                  <a:cubicBezTo>
                    <a:pt x="20724" y="8510"/>
                    <a:pt x="20581" y="8430"/>
                    <a:pt x="20581" y="8278"/>
                  </a:cubicBezTo>
                  <a:cubicBezTo>
                    <a:pt x="20590" y="8225"/>
                    <a:pt x="20563" y="8171"/>
                    <a:pt x="20501" y="8171"/>
                  </a:cubicBezTo>
                  <a:cubicBezTo>
                    <a:pt x="20376" y="7975"/>
                    <a:pt x="20224" y="7796"/>
                    <a:pt x="20099" y="7600"/>
                  </a:cubicBezTo>
                  <a:cubicBezTo>
                    <a:pt x="19983" y="7431"/>
                    <a:pt x="20028" y="7190"/>
                    <a:pt x="19930" y="7020"/>
                  </a:cubicBezTo>
                  <a:cubicBezTo>
                    <a:pt x="19903" y="6904"/>
                    <a:pt x="19814" y="6815"/>
                    <a:pt x="19733" y="6735"/>
                  </a:cubicBezTo>
                  <a:cubicBezTo>
                    <a:pt x="19742" y="6663"/>
                    <a:pt x="19733" y="6628"/>
                    <a:pt x="19689" y="6619"/>
                  </a:cubicBezTo>
                  <a:cubicBezTo>
                    <a:pt x="19698" y="6538"/>
                    <a:pt x="19644" y="6485"/>
                    <a:pt x="19609" y="6423"/>
                  </a:cubicBezTo>
                  <a:cubicBezTo>
                    <a:pt x="19626" y="6217"/>
                    <a:pt x="19457" y="6039"/>
                    <a:pt x="19439" y="5825"/>
                  </a:cubicBezTo>
                  <a:lnTo>
                    <a:pt x="19403" y="5825"/>
                  </a:lnTo>
                  <a:cubicBezTo>
                    <a:pt x="19377" y="5655"/>
                    <a:pt x="19154" y="5629"/>
                    <a:pt x="19109" y="5459"/>
                  </a:cubicBezTo>
                  <a:cubicBezTo>
                    <a:pt x="18975" y="5165"/>
                    <a:pt x="18752" y="4870"/>
                    <a:pt x="18476" y="4674"/>
                  </a:cubicBezTo>
                  <a:cubicBezTo>
                    <a:pt x="18288" y="4540"/>
                    <a:pt x="18163" y="4344"/>
                    <a:pt x="17967" y="4228"/>
                  </a:cubicBezTo>
                  <a:cubicBezTo>
                    <a:pt x="17690" y="3862"/>
                    <a:pt x="17369" y="3523"/>
                    <a:pt x="16977" y="3291"/>
                  </a:cubicBezTo>
                  <a:cubicBezTo>
                    <a:pt x="16629" y="2970"/>
                    <a:pt x="16192" y="2711"/>
                    <a:pt x="15799" y="2426"/>
                  </a:cubicBezTo>
                  <a:cubicBezTo>
                    <a:pt x="15639" y="2283"/>
                    <a:pt x="15487" y="2114"/>
                    <a:pt x="15282" y="2024"/>
                  </a:cubicBezTo>
                  <a:cubicBezTo>
                    <a:pt x="15224" y="1941"/>
                    <a:pt x="15096" y="1835"/>
                    <a:pt x="14971" y="1835"/>
                  </a:cubicBezTo>
                  <a:cubicBezTo>
                    <a:pt x="14961" y="1835"/>
                    <a:pt x="14952" y="1836"/>
                    <a:pt x="14943" y="1837"/>
                  </a:cubicBezTo>
                  <a:lnTo>
                    <a:pt x="14952" y="1801"/>
                  </a:lnTo>
                  <a:cubicBezTo>
                    <a:pt x="14791" y="1721"/>
                    <a:pt x="14702" y="1525"/>
                    <a:pt x="14515" y="1507"/>
                  </a:cubicBezTo>
                  <a:cubicBezTo>
                    <a:pt x="14506" y="1498"/>
                    <a:pt x="14488" y="1480"/>
                    <a:pt x="14470" y="1471"/>
                  </a:cubicBezTo>
                  <a:cubicBezTo>
                    <a:pt x="14452" y="1391"/>
                    <a:pt x="14327" y="1400"/>
                    <a:pt x="14283" y="1338"/>
                  </a:cubicBezTo>
                  <a:cubicBezTo>
                    <a:pt x="14211" y="1248"/>
                    <a:pt x="14086" y="1257"/>
                    <a:pt x="13988" y="1230"/>
                  </a:cubicBezTo>
                  <a:cubicBezTo>
                    <a:pt x="13944" y="1168"/>
                    <a:pt x="13854" y="1168"/>
                    <a:pt x="13792" y="1150"/>
                  </a:cubicBezTo>
                  <a:cubicBezTo>
                    <a:pt x="13658" y="1043"/>
                    <a:pt x="13444" y="999"/>
                    <a:pt x="13292" y="891"/>
                  </a:cubicBezTo>
                  <a:cubicBezTo>
                    <a:pt x="13284" y="767"/>
                    <a:pt x="13052" y="704"/>
                    <a:pt x="12945" y="668"/>
                  </a:cubicBezTo>
                  <a:cubicBezTo>
                    <a:pt x="12918" y="633"/>
                    <a:pt x="12882" y="597"/>
                    <a:pt x="12846" y="570"/>
                  </a:cubicBezTo>
                  <a:cubicBezTo>
                    <a:pt x="12837" y="571"/>
                    <a:pt x="12828" y="572"/>
                    <a:pt x="12820" y="572"/>
                  </a:cubicBezTo>
                  <a:cubicBezTo>
                    <a:pt x="12692" y="572"/>
                    <a:pt x="12585" y="473"/>
                    <a:pt x="12461" y="473"/>
                  </a:cubicBezTo>
                  <a:cubicBezTo>
                    <a:pt x="12441" y="473"/>
                    <a:pt x="12421" y="475"/>
                    <a:pt x="12400" y="481"/>
                  </a:cubicBezTo>
                  <a:cubicBezTo>
                    <a:pt x="12324" y="458"/>
                    <a:pt x="12247" y="395"/>
                    <a:pt x="12164" y="395"/>
                  </a:cubicBezTo>
                  <a:cubicBezTo>
                    <a:pt x="12151" y="395"/>
                    <a:pt x="12137" y="397"/>
                    <a:pt x="12124" y="401"/>
                  </a:cubicBezTo>
                  <a:cubicBezTo>
                    <a:pt x="11874" y="347"/>
                    <a:pt x="11633" y="285"/>
                    <a:pt x="11392" y="213"/>
                  </a:cubicBezTo>
                  <a:cubicBezTo>
                    <a:pt x="11437" y="124"/>
                    <a:pt x="11294" y="169"/>
                    <a:pt x="11250" y="142"/>
                  </a:cubicBezTo>
                  <a:cubicBezTo>
                    <a:pt x="10928" y="115"/>
                    <a:pt x="10616" y="98"/>
                    <a:pt x="10295" y="53"/>
                  </a:cubicBezTo>
                  <a:cubicBezTo>
                    <a:pt x="10203" y="14"/>
                    <a:pt x="10108" y="1"/>
                    <a:pt x="100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66" name="Google Shape;66;p9"/>
          <p:cNvGrpSpPr/>
          <p:nvPr/>
        </p:nvGrpSpPr>
        <p:grpSpPr>
          <a:xfrm>
            <a:off x="8549810" y="3542040"/>
            <a:ext cx="286906" cy="1209182"/>
            <a:chOff x="8150749" y="1413265"/>
            <a:chExt cx="286906" cy="1209182"/>
          </a:xfrm>
        </p:grpSpPr>
        <p:sp>
          <p:nvSpPr>
            <p:cNvPr id="67" name="Google Shape;67;p9"/>
            <p:cNvSpPr/>
            <p:nvPr/>
          </p:nvSpPr>
          <p:spPr>
            <a:xfrm>
              <a:off x="8150749" y="1413265"/>
              <a:ext cx="286894" cy="316005"/>
            </a:xfrm>
            <a:custGeom>
              <a:avLst/>
              <a:gdLst/>
              <a:ahLst/>
              <a:cxnLst/>
              <a:rect l="l" t="t" r="r" b="b"/>
              <a:pathLst>
                <a:path w="19868" h="21884" extrusionOk="0">
                  <a:moveTo>
                    <a:pt x="8172" y="0"/>
                  </a:moveTo>
                  <a:cubicBezTo>
                    <a:pt x="7459" y="188"/>
                    <a:pt x="6700" y="116"/>
                    <a:pt x="6022" y="411"/>
                  </a:cubicBezTo>
                  <a:cubicBezTo>
                    <a:pt x="5755" y="589"/>
                    <a:pt x="5434" y="634"/>
                    <a:pt x="5130" y="714"/>
                  </a:cubicBezTo>
                  <a:cubicBezTo>
                    <a:pt x="5059" y="767"/>
                    <a:pt x="4916" y="794"/>
                    <a:pt x="4907" y="892"/>
                  </a:cubicBezTo>
                  <a:cubicBezTo>
                    <a:pt x="4874" y="883"/>
                    <a:pt x="4840" y="879"/>
                    <a:pt x="4807" y="879"/>
                  </a:cubicBezTo>
                  <a:cubicBezTo>
                    <a:pt x="4613" y="879"/>
                    <a:pt x="4430" y="1017"/>
                    <a:pt x="4247" y="1071"/>
                  </a:cubicBezTo>
                  <a:cubicBezTo>
                    <a:pt x="4087" y="1205"/>
                    <a:pt x="3881" y="1249"/>
                    <a:pt x="3730" y="1392"/>
                  </a:cubicBezTo>
                  <a:cubicBezTo>
                    <a:pt x="3569" y="1436"/>
                    <a:pt x="3391" y="1445"/>
                    <a:pt x="3239" y="1517"/>
                  </a:cubicBezTo>
                  <a:cubicBezTo>
                    <a:pt x="3195" y="1597"/>
                    <a:pt x="3087" y="1633"/>
                    <a:pt x="3052" y="1731"/>
                  </a:cubicBezTo>
                  <a:cubicBezTo>
                    <a:pt x="3007" y="1856"/>
                    <a:pt x="2829" y="1856"/>
                    <a:pt x="2740" y="1954"/>
                  </a:cubicBezTo>
                  <a:cubicBezTo>
                    <a:pt x="2490" y="2195"/>
                    <a:pt x="2186" y="2373"/>
                    <a:pt x="1910" y="2569"/>
                  </a:cubicBezTo>
                  <a:cubicBezTo>
                    <a:pt x="1669" y="2962"/>
                    <a:pt x="1321" y="3283"/>
                    <a:pt x="1134" y="3711"/>
                  </a:cubicBezTo>
                  <a:cubicBezTo>
                    <a:pt x="1062" y="3925"/>
                    <a:pt x="875" y="4086"/>
                    <a:pt x="813" y="4309"/>
                  </a:cubicBezTo>
                  <a:cubicBezTo>
                    <a:pt x="714" y="4407"/>
                    <a:pt x="643" y="4532"/>
                    <a:pt x="634" y="4666"/>
                  </a:cubicBezTo>
                  <a:cubicBezTo>
                    <a:pt x="545" y="4782"/>
                    <a:pt x="483" y="4907"/>
                    <a:pt x="438" y="5041"/>
                  </a:cubicBezTo>
                  <a:cubicBezTo>
                    <a:pt x="393" y="5504"/>
                    <a:pt x="215" y="5968"/>
                    <a:pt x="242" y="6441"/>
                  </a:cubicBezTo>
                  <a:cubicBezTo>
                    <a:pt x="144" y="6593"/>
                    <a:pt x="10" y="6736"/>
                    <a:pt x="117" y="6941"/>
                  </a:cubicBezTo>
                  <a:cubicBezTo>
                    <a:pt x="45" y="7467"/>
                    <a:pt x="63" y="7993"/>
                    <a:pt x="1" y="8529"/>
                  </a:cubicBezTo>
                  <a:cubicBezTo>
                    <a:pt x="72" y="8743"/>
                    <a:pt x="10" y="8966"/>
                    <a:pt x="1" y="9189"/>
                  </a:cubicBezTo>
                  <a:cubicBezTo>
                    <a:pt x="63" y="9376"/>
                    <a:pt x="19" y="9581"/>
                    <a:pt x="1" y="9769"/>
                  </a:cubicBezTo>
                  <a:cubicBezTo>
                    <a:pt x="36" y="10126"/>
                    <a:pt x="36" y="10482"/>
                    <a:pt x="108" y="10830"/>
                  </a:cubicBezTo>
                  <a:cubicBezTo>
                    <a:pt x="117" y="11098"/>
                    <a:pt x="304" y="11312"/>
                    <a:pt x="304" y="11580"/>
                  </a:cubicBezTo>
                  <a:cubicBezTo>
                    <a:pt x="268" y="11794"/>
                    <a:pt x="420" y="11972"/>
                    <a:pt x="402" y="12186"/>
                  </a:cubicBezTo>
                  <a:cubicBezTo>
                    <a:pt x="518" y="12276"/>
                    <a:pt x="545" y="12418"/>
                    <a:pt x="545" y="12561"/>
                  </a:cubicBezTo>
                  <a:cubicBezTo>
                    <a:pt x="554" y="12766"/>
                    <a:pt x="679" y="12936"/>
                    <a:pt x="732" y="13123"/>
                  </a:cubicBezTo>
                  <a:cubicBezTo>
                    <a:pt x="679" y="13266"/>
                    <a:pt x="697" y="13489"/>
                    <a:pt x="830" y="13569"/>
                  </a:cubicBezTo>
                  <a:cubicBezTo>
                    <a:pt x="1009" y="13953"/>
                    <a:pt x="1134" y="14354"/>
                    <a:pt x="1285" y="14756"/>
                  </a:cubicBezTo>
                  <a:cubicBezTo>
                    <a:pt x="1464" y="14889"/>
                    <a:pt x="1446" y="15139"/>
                    <a:pt x="1544" y="15326"/>
                  </a:cubicBezTo>
                  <a:cubicBezTo>
                    <a:pt x="1615" y="15532"/>
                    <a:pt x="1767" y="15701"/>
                    <a:pt x="1874" y="15880"/>
                  </a:cubicBezTo>
                  <a:cubicBezTo>
                    <a:pt x="2106" y="16129"/>
                    <a:pt x="2133" y="16504"/>
                    <a:pt x="2383" y="16745"/>
                  </a:cubicBezTo>
                  <a:cubicBezTo>
                    <a:pt x="2499" y="16834"/>
                    <a:pt x="2552" y="16959"/>
                    <a:pt x="2570" y="17093"/>
                  </a:cubicBezTo>
                  <a:cubicBezTo>
                    <a:pt x="2784" y="17459"/>
                    <a:pt x="3096" y="17744"/>
                    <a:pt x="3364" y="18074"/>
                  </a:cubicBezTo>
                  <a:cubicBezTo>
                    <a:pt x="3614" y="18199"/>
                    <a:pt x="3703" y="18502"/>
                    <a:pt x="3962" y="18618"/>
                  </a:cubicBezTo>
                  <a:cubicBezTo>
                    <a:pt x="4096" y="18645"/>
                    <a:pt x="4051" y="18824"/>
                    <a:pt x="4176" y="18850"/>
                  </a:cubicBezTo>
                  <a:cubicBezTo>
                    <a:pt x="4390" y="18939"/>
                    <a:pt x="4488" y="19189"/>
                    <a:pt x="4720" y="19278"/>
                  </a:cubicBezTo>
                  <a:cubicBezTo>
                    <a:pt x="4836" y="19314"/>
                    <a:pt x="4907" y="19439"/>
                    <a:pt x="5032" y="19457"/>
                  </a:cubicBezTo>
                  <a:cubicBezTo>
                    <a:pt x="5211" y="19582"/>
                    <a:pt x="5416" y="19716"/>
                    <a:pt x="5639" y="19760"/>
                  </a:cubicBezTo>
                  <a:cubicBezTo>
                    <a:pt x="5844" y="19948"/>
                    <a:pt x="6138" y="20028"/>
                    <a:pt x="6370" y="20180"/>
                  </a:cubicBezTo>
                  <a:cubicBezTo>
                    <a:pt x="6718" y="20313"/>
                    <a:pt x="7013" y="20545"/>
                    <a:pt x="7370" y="20652"/>
                  </a:cubicBezTo>
                  <a:cubicBezTo>
                    <a:pt x="7682" y="20813"/>
                    <a:pt x="8039" y="20911"/>
                    <a:pt x="8333" y="21107"/>
                  </a:cubicBezTo>
                  <a:cubicBezTo>
                    <a:pt x="8761" y="21277"/>
                    <a:pt x="9181" y="21464"/>
                    <a:pt x="9600" y="21643"/>
                  </a:cubicBezTo>
                  <a:cubicBezTo>
                    <a:pt x="9841" y="21651"/>
                    <a:pt x="10082" y="21687"/>
                    <a:pt x="10305" y="21785"/>
                  </a:cubicBezTo>
                  <a:cubicBezTo>
                    <a:pt x="10545" y="21830"/>
                    <a:pt x="10813" y="21767"/>
                    <a:pt x="11045" y="21883"/>
                  </a:cubicBezTo>
                  <a:cubicBezTo>
                    <a:pt x="11106" y="21836"/>
                    <a:pt x="11170" y="21821"/>
                    <a:pt x="11237" y="21821"/>
                  </a:cubicBezTo>
                  <a:cubicBezTo>
                    <a:pt x="11359" y="21821"/>
                    <a:pt x="11489" y="21873"/>
                    <a:pt x="11618" y="21873"/>
                  </a:cubicBezTo>
                  <a:cubicBezTo>
                    <a:pt x="11644" y="21873"/>
                    <a:pt x="11670" y="21871"/>
                    <a:pt x="11696" y="21866"/>
                  </a:cubicBezTo>
                  <a:cubicBezTo>
                    <a:pt x="11764" y="21832"/>
                    <a:pt x="11837" y="21814"/>
                    <a:pt x="11911" y="21814"/>
                  </a:cubicBezTo>
                  <a:cubicBezTo>
                    <a:pt x="11993" y="21814"/>
                    <a:pt x="12076" y="21836"/>
                    <a:pt x="12151" y="21883"/>
                  </a:cubicBezTo>
                  <a:cubicBezTo>
                    <a:pt x="12247" y="21836"/>
                    <a:pt x="12349" y="21815"/>
                    <a:pt x="12451" y="21815"/>
                  </a:cubicBezTo>
                  <a:cubicBezTo>
                    <a:pt x="12558" y="21815"/>
                    <a:pt x="12666" y="21838"/>
                    <a:pt x="12767" y="21874"/>
                  </a:cubicBezTo>
                  <a:cubicBezTo>
                    <a:pt x="12892" y="21776"/>
                    <a:pt x="13061" y="21883"/>
                    <a:pt x="13124" y="21714"/>
                  </a:cubicBezTo>
                  <a:cubicBezTo>
                    <a:pt x="13148" y="21717"/>
                    <a:pt x="13172" y="21719"/>
                    <a:pt x="13196" y="21719"/>
                  </a:cubicBezTo>
                  <a:cubicBezTo>
                    <a:pt x="13376" y="21719"/>
                    <a:pt x="13549" y="21633"/>
                    <a:pt x="13659" y="21491"/>
                  </a:cubicBezTo>
                  <a:cubicBezTo>
                    <a:pt x="13730" y="21393"/>
                    <a:pt x="13846" y="21393"/>
                    <a:pt x="13962" y="21393"/>
                  </a:cubicBezTo>
                  <a:cubicBezTo>
                    <a:pt x="14221" y="21286"/>
                    <a:pt x="14587" y="21295"/>
                    <a:pt x="14765" y="21045"/>
                  </a:cubicBezTo>
                  <a:lnTo>
                    <a:pt x="14756" y="21000"/>
                  </a:lnTo>
                  <a:cubicBezTo>
                    <a:pt x="14836" y="20956"/>
                    <a:pt x="14988" y="20956"/>
                    <a:pt x="15024" y="20858"/>
                  </a:cubicBezTo>
                  <a:cubicBezTo>
                    <a:pt x="15104" y="20840"/>
                    <a:pt x="15095" y="20706"/>
                    <a:pt x="15167" y="20652"/>
                  </a:cubicBezTo>
                  <a:cubicBezTo>
                    <a:pt x="15398" y="20474"/>
                    <a:pt x="15729" y="20420"/>
                    <a:pt x="15907" y="20162"/>
                  </a:cubicBezTo>
                  <a:cubicBezTo>
                    <a:pt x="16076" y="19912"/>
                    <a:pt x="16415" y="19849"/>
                    <a:pt x="16576" y="19582"/>
                  </a:cubicBezTo>
                  <a:cubicBezTo>
                    <a:pt x="16674" y="19359"/>
                    <a:pt x="17067" y="19332"/>
                    <a:pt x="16933" y="19011"/>
                  </a:cubicBezTo>
                  <a:cubicBezTo>
                    <a:pt x="17067" y="18877"/>
                    <a:pt x="17361" y="18895"/>
                    <a:pt x="17370" y="18663"/>
                  </a:cubicBezTo>
                  <a:cubicBezTo>
                    <a:pt x="17432" y="18618"/>
                    <a:pt x="17513" y="18574"/>
                    <a:pt x="17575" y="18511"/>
                  </a:cubicBezTo>
                  <a:cubicBezTo>
                    <a:pt x="17602" y="18351"/>
                    <a:pt x="17691" y="18226"/>
                    <a:pt x="17852" y="18163"/>
                  </a:cubicBezTo>
                  <a:cubicBezTo>
                    <a:pt x="18173" y="18038"/>
                    <a:pt x="18039" y="17619"/>
                    <a:pt x="18173" y="17378"/>
                  </a:cubicBezTo>
                  <a:cubicBezTo>
                    <a:pt x="18209" y="17253"/>
                    <a:pt x="18405" y="17289"/>
                    <a:pt x="18423" y="17146"/>
                  </a:cubicBezTo>
                  <a:cubicBezTo>
                    <a:pt x="18423" y="17013"/>
                    <a:pt x="18557" y="16932"/>
                    <a:pt x="18565" y="16798"/>
                  </a:cubicBezTo>
                  <a:cubicBezTo>
                    <a:pt x="18583" y="16611"/>
                    <a:pt x="18797" y="16522"/>
                    <a:pt x="18797" y="16326"/>
                  </a:cubicBezTo>
                  <a:cubicBezTo>
                    <a:pt x="18922" y="16183"/>
                    <a:pt x="19127" y="16067"/>
                    <a:pt x="19056" y="15826"/>
                  </a:cubicBezTo>
                  <a:cubicBezTo>
                    <a:pt x="19136" y="15416"/>
                    <a:pt x="19252" y="15005"/>
                    <a:pt x="19270" y="14586"/>
                  </a:cubicBezTo>
                  <a:cubicBezTo>
                    <a:pt x="19181" y="14381"/>
                    <a:pt x="19413" y="14283"/>
                    <a:pt x="19404" y="14104"/>
                  </a:cubicBezTo>
                  <a:cubicBezTo>
                    <a:pt x="19440" y="13667"/>
                    <a:pt x="19681" y="13266"/>
                    <a:pt x="19627" y="12820"/>
                  </a:cubicBezTo>
                  <a:cubicBezTo>
                    <a:pt x="19725" y="12766"/>
                    <a:pt x="19672" y="12579"/>
                    <a:pt x="19698" y="12463"/>
                  </a:cubicBezTo>
                  <a:cubicBezTo>
                    <a:pt x="19823" y="12204"/>
                    <a:pt x="19431" y="12079"/>
                    <a:pt x="19600" y="11821"/>
                  </a:cubicBezTo>
                  <a:cubicBezTo>
                    <a:pt x="19600" y="11482"/>
                    <a:pt x="19707" y="11151"/>
                    <a:pt x="19707" y="10821"/>
                  </a:cubicBezTo>
                  <a:lnTo>
                    <a:pt x="19752" y="10830"/>
                  </a:lnTo>
                  <a:cubicBezTo>
                    <a:pt x="19752" y="10491"/>
                    <a:pt x="19770" y="10152"/>
                    <a:pt x="19743" y="9822"/>
                  </a:cubicBezTo>
                  <a:cubicBezTo>
                    <a:pt x="19761" y="9653"/>
                    <a:pt x="19761" y="9483"/>
                    <a:pt x="19725" y="9314"/>
                  </a:cubicBezTo>
                  <a:cubicBezTo>
                    <a:pt x="19627" y="9225"/>
                    <a:pt x="19868" y="8859"/>
                    <a:pt x="19716" y="8841"/>
                  </a:cubicBezTo>
                  <a:cubicBezTo>
                    <a:pt x="19725" y="8645"/>
                    <a:pt x="19707" y="8457"/>
                    <a:pt x="19716" y="8261"/>
                  </a:cubicBezTo>
                  <a:lnTo>
                    <a:pt x="19672" y="8261"/>
                  </a:lnTo>
                  <a:cubicBezTo>
                    <a:pt x="19672" y="8181"/>
                    <a:pt x="19672" y="8100"/>
                    <a:pt x="19645" y="8029"/>
                  </a:cubicBezTo>
                  <a:cubicBezTo>
                    <a:pt x="19582" y="7860"/>
                    <a:pt x="19672" y="7681"/>
                    <a:pt x="19672" y="7512"/>
                  </a:cubicBezTo>
                  <a:lnTo>
                    <a:pt x="19627" y="7512"/>
                  </a:lnTo>
                  <a:cubicBezTo>
                    <a:pt x="19582" y="7298"/>
                    <a:pt x="19440" y="7110"/>
                    <a:pt x="19368" y="6896"/>
                  </a:cubicBezTo>
                  <a:cubicBezTo>
                    <a:pt x="19404" y="6807"/>
                    <a:pt x="19413" y="6709"/>
                    <a:pt x="19395" y="6620"/>
                  </a:cubicBezTo>
                  <a:cubicBezTo>
                    <a:pt x="19413" y="6405"/>
                    <a:pt x="19458" y="6111"/>
                    <a:pt x="19217" y="6013"/>
                  </a:cubicBezTo>
                  <a:cubicBezTo>
                    <a:pt x="19127" y="5879"/>
                    <a:pt x="19181" y="5656"/>
                    <a:pt x="19020" y="5549"/>
                  </a:cubicBezTo>
                  <a:cubicBezTo>
                    <a:pt x="19003" y="5344"/>
                    <a:pt x="19127" y="5049"/>
                    <a:pt x="18913" y="4898"/>
                  </a:cubicBezTo>
                  <a:cubicBezTo>
                    <a:pt x="18888" y="4838"/>
                    <a:pt x="18870" y="4754"/>
                    <a:pt x="18792" y="4754"/>
                  </a:cubicBezTo>
                  <a:cubicBezTo>
                    <a:pt x="18788" y="4754"/>
                    <a:pt x="18784" y="4755"/>
                    <a:pt x="18780" y="4755"/>
                  </a:cubicBezTo>
                  <a:cubicBezTo>
                    <a:pt x="18780" y="4657"/>
                    <a:pt x="18708" y="4577"/>
                    <a:pt x="18655" y="4496"/>
                  </a:cubicBezTo>
                  <a:cubicBezTo>
                    <a:pt x="18646" y="4407"/>
                    <a:pt x="18619" y="4273"/>
                    <a:pt x="18521" y="4238"/>
                  </a:cubicBezTo>
                  <a:cubicBezTo>
                    <a:pt x="18405" y="4122"/>
                    <a:pt x="18360" y="3952"/>
                    <a:pt x="18253" y="3836"/>
                  </a:cubicBezTo>
                  <a:cubicBezTo>
                    <a:pt x="18271" y="3765"/>
                    <a:pt x="18253" y="3720"/>
                    <a:pt x="18209" y="3702"/>
                  </a:cubicBezTo>
                  <a:cubicBezTo>
                    <a:pt x="18262" y="3533"/>
                    <a:pt x="18244" y="3301"/>
                    <a:pt x="18075" y="3221"/>
                  </a:cubicBezTo>
                  <a:cubicBezTo>
                    <a:pt x="18048" y="3158"/>
                    <a:pt x="18021" y="3060"/>
                    <a:pt x="17941" y="3051"/>
                  </a:cubicBezTo>
                  <a:cubicBezTo>
                    <a:pt x="17896" y="2944"/>
                    <a:pt x="17763" y="2900"/>
                    <a:pt x="17682" y="2819"/>
                  </a:cubicBezTo>
                  <a:cubicBezTo>
                    <a:pt x="17673" y="2614"/>
                    <a:pt x="17459" y="2569"/>
                    <a:pt x="17334" y="2462"/>
                  </a:cubicBezTo>
                  <a:cubicBezTo>
                    <a:pt x="17156" y="2213"/>
                    <a:pt x="16924" y="2016"/>
                    <a:pt x="16737" y="1775"/>
                  </a:cubicBezTo>
                  <a:cubicBezTo>
                    <a:pt x="16540" y="1731"/>
                    <a:pt x="16415" y="1544"/>
                    <a:pt x="16219" y="1490"/>
                  </a:cubicBezTo>
                  <a:cubicBezTo>
                    <a:pt x="16005" y="1383"/>
                    <a:pt x="15871" y="1151"/>
                    <a:pt x="15639" y="1053"/>
                  </a:cubicBezTo>
                  <a:cubicBezTo>
                    <a:pt x="15470" y="990"/>
                    <a:pt x="15309" y="892"/>
                    <a:pt x="15140" y="803"/>
                  </a:cubicBezTo>
                  <a:cubicBezTo>
                    <a:pt x="14792" y="758"/>
                    <a:pt x="14462" y="651"/>
                    <a:pt x="14114" y="589"/>
                  </a:cubicBezTo>
                  <a:cubicBezTo>
                    <a:pt x="13480" y="509"/>
                    <a:pt x="12856" y="402"/>
                    <a:pt x="12223" y="357"/>
                  </a:cubicBezTo>
                  <a:lnTo>
                    <a:pt x="12160" y="357"/>
                  </a:lnTo>
                  <a:cubicBezTo>
                    <a:pt x="12097" y="306"/>
                    <a:pt x="12020" y="296"/>
                    <a:pt x="11941" y="296"/>
                  </a:cubicBezTo>
                  <a:cubicBezTo>
                    <a:pt x="11894" y="296"/>
                    <a:pt x="11847" y="300"/>
                    <a:pt x="11800" y="300"/>
                  </a:cubicBezTo>
                  <a:cubicBezTo>
                    <a:pt x="11748" y="300"/>
                    <a:pt x="11697" y="295"/>
                    <a:pt x="11652" y="277"/>
                  </a:cubicBezTo>
                  <a:cubicBezTo>
                    <a:pt x="11259" y="170"/>
                    <a:pt x="10858" y="232"/>
                    <a:pt x="10465" y="134"/>
                  </a:cubicBezTo>
                  <a:cubicBezTo>
                    <a:pt x="10444" y="134"/>
                    <a:pt x="10422" y="135"/>
                    <a:pt x="10401" y="135"/>
                  </a:cubicBezTo>
                  <a:cubicBezTo>
                    <a:pt x="10036" y="135"/>
                    <a:pt x="9682" y="75"/>
                    <a:pt x="9320" y="75"/>
                  </a:cubicBezTo>
                  <a:cubicBezTo>
                    <a:pt x="9262" y="75"/>
                    <a:pt x="9203" y="77"/>
                    <a:pt x="9145" y="81"/>
                  </a:cubicBezTo>
                  <a:lnTo>
                    <a:pt x="9145" y="36"/>
                  </a:lnTo>
                  <a:cubicBezTo>
                    <a:pt x="9013" y="36"/>
                    <a:pt x="8882" y="39"/>
                    <a:pt x="8752" y="39"/>
                  </a:cubicBezTo>
                  <a:cubicBezTo>
                    <a:pt x="8558" y="39"/>
                    <a:pt x="8365" y="32"/>
                    <a:pt x="81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9"/>
            <p:cNvSpPr/>
            <p:nvPr/>
          </p:nvSpPr>
          <p:spPr>
            <a:xfrm>
              <a:off x="8150749" y="1879867"/>
              <a:ext cx="286890" cy="286743"/>
            </a:xfrm>
            <a:custGeom>
              <a:avLst/>
              <a:gdLst/>
              <a:ahLst/>
              <a:cxnLst/>
              <a:rect l="l" t="t" r="r" b="b"/>
              <a:pathLst>
                <a:path w="21510" h="21499" extrusionOk="0">
                  <a:moveTo>
                    <a:pt x="11164" y="0"/>
                  </a:moveTo>
                  <a:cubicBezTo>
                    <a:pt x="11086" y="0"/>
                    <a:pt x="10992" y="29"/>
                    <a:pt x="10947" y="74"/>
                  </a:cubicBezTo>
                  <a:cubicBezTo>
                    <a:pt x="10884" y="217"/>
                    <a:pt x="10706" y="217"/>
                    <a:pt x="10563" y="226"/>
                  </a:cubicBezTo>
                  <a:cubicBezTo>
                    <a:pt x="10545" y="208"/>
                    <a:pt x="10510" y="190"/>
                    <a:pt x="10483" y="181"/>
                  </a:cubicBezTo>
                  <a:cubicBezTo>
                    <a:pt x="10491" y="143"/>
                    <a:pt x="10466" y="135"/>
                    <a:pt x="10433" y="135"/>
                  </a:cubicBezTo>
                  <a:cubicBezTo>
                    <a:pt x="10407" y="135"/>
                    <a:pt x="10375" y="140"/>
                    <a:pt x="10350" y="140"/>
                  </a:cubicBezTo>
                  <a:cubicBezTo>
                    <a:pt x="10339" y="140"/>
                    <a:pt x="10330" y="139"/>
                    <a:pt x="10322" y="136"/>
                  </a:cubicBezTo>
                  <a:cubicBezTo>
                    <a:pt x="10318" y="101"/>
                    <a:pt x="10274" y="90"/>
                    <a:pt x="10219" y="90"/>
                  </a:cubicBezTo>
                  <a:cubicBezTo>
                    <a:pt x="10149" y="90"/>
                    <a:pt x="10063" y="108"/>
                    <a:pt x="10028" y="118"/>
                  </a:cubicBezTo>
                  <a:cubicBezTo>
                    <a:pt x="9936" y="142"/>
                    <a:pt x="9890" y="291"/>
                    <a:pt x="9798" y="291"/>
                  </a:cubicBezTo>
                  <a:cubicBezTo>
                    <a:pt x="9784" y="291"/>
                    <a:pt x="9768" y="288"/>
                    <a:pt x="9751" y="279"/>
                  </a:cubicBezTo>
                  <a:cubicBezTo>
                    <a:pt x="9719" y="266"/>
                    <a:pt x="9689" y="261"/>
                    <a:pt x="9659" y="261"/>
                  </a:cubicBezTo>
                  <a:cubicBezTo>
                    <a:pt x="9468" y="261"/>
                    <a:pt x="9317" y="491"/>
                    <a:pt x="9130" y="491"/>
                  </a:cubicBezTo>
                  <a:cubicBezTo>
                    <a:pt x="9103" y="491"/>
                    <a:pt x="9075" y="486"/>
                    <a:pt x="9047" y="475"/>
                  </a:cubicBezTo>
                  <a:cubicBezTo>
                    <a:pt x="8972" y="516"/>
                    <a:pt x="8908" y="577"/>
                    <a:pt x="8831" y="577"/>
                  </a:cubicBezTo>
                  <a:cubicBezTo>
                    <a:pt x="8806" y="577"/>
                    <a:pt x="8780" y="571"/>
                    <a:pt x="8752" y="556"/>
                  </a:cubicBezTo>
                  <a:cubicBezTo>
                    <a:pt x="8663" y="580"/>
                    <a:pt x="8572" y="586"/>
                    <a:pt x="8479" y="586"/>
                  </a:cubicBezTo>
                  <a:cubicBezTo>
                    <a:pt x="8394" y="586"/>
                    <a:pt x="8308" y="581"/>
                    <a:pt x="8221" y="581"/>
                  </a:cubicBezTo>
                  <a:cubicBezTo>
                    <a:pt x="8196" y="581"/>
                    <a:pt x="8171" y="581"/>
                    <a:pt x="8146" y="582"/>
                  </a:cubicBezTo>
                  <a:lnTo>
                    <a:pt x="8155" y="627"/>
                  </a:lnTo>
                  <a:cubicBezTo>
                    <a:pt x="8021" y="627"/>
                    <a:pt x="7896" y="672"/>
                    <a:pt x="7780" y="734"/>
                  </a:cubicBezTo>
                  <a:cubicBezTo>
                    <a:pt x="7477" y="743"/>
                    <a:pt x="7218" y="930"/>
                    <a:pt x="6915" y="957"/>
                  </a:cubicBezTo>
                  <a:cubicBezTo>
                    <a:pt x="6799" y="993"/>
                    <a:pt x="6736" y="1118"/>
                    <a:pt x="6620" y="1144"/>
                  </a:cubicBezTo>
                  <a:cubicBezTo>
                    <a:pt x="6600" y="1141"/>
                    <a:pt x="6580" y="1140"/>
                    <a:pt x="6560" y="1140"/>
                  </a:cubicBezTo>
                  <a:cubicBezTo>
                    <a:pt x="6414" y="1140"/>
                    <a:pt x="6282" y="1224"/>
                    <a:pt x="6219" y="1350"/>
                  </a:cubicBezTo>
                  <a:cubicBezTo>
                    <a:pt x="6130" y="1414"/>
                    <a:pt x="6021" y="1449"/>
                    <a:pt x="5909" y="1449"/>
                  </a:cubicBezTo>
                  <a:cubicBezTo>
                    <a:pt x="5896" y="1449"/>
                    <a:pt x="5883" y="1449"/>
                    <a:pt x="5871" y="1448"/>
                  </a:cubicBezTo>
                  <a:cubicBezTo>
                    <a:pt x="5728" y="1528"/>
                    <a:pt x="5541" y="1519"/>
                    <a:pt x="5443" y="1662"/>
                  </a:cubicBezTo>
                  <a:cubicBezTo>
                    <a:pt x="5086" y="2028"/>
                    <a:pt x="4613" y="2286"/>
                    <a:pt x="4372" y="2759"/>
                  </a:cubicBezTo>
                  <a:cubicBezTo>
                    <a:pt x="3935" y="3232"/>
                    <a:pt x="3685" y="3856"/>
                    <a:pt x="3257" y="4338"/>
                  </a:cubicBezTo>
                  <a:cubicBezTo>
                    <a:pt x="3079" y="4543"/>
                    <a:pt x="2998" y="4802"/>
                    <a:pt x="2838" y="5016"/>
                  </a:cubicBezTo>
                  <a:cubicBezTo>
                    <a:pt x="2659" y="5212"/>
                    <a:pt x="2543" y="5453"/>
                    <a:pt x="2436" y="5694"/>
                  </a:cubicBezTo>
                  <a:cubicBezTo>
                    <a:pt x="2276" y="5810"/>
                    <a:pt x="2204" y="6033"/>
                    <a:pt x="2088" y="6194"/>
                  </a:cubicBezTo>
                  <a:cubicBezTo>
                    <a:pt x="2070" y="6354"/>
                    <a:pt x="1963" y="6470"/>
                    <a:pt x="1901" y="6613"/>
                  </a:cubicBezTo>
                  <a:cubicBezTo>
                    <a:pt x="1758" y="6782"/>
                    <a:pt x="1874" y="7032"/>
                    <a:pt x="1723" y="7202"/>
                  </a:cubicBezTo>
                  <a:cubicBezTo>
                    <a:pt x="1696" y="7416"/>
                    <a:pt x="1508" y="7567"/>
                    <a:pt x="1437" y="7764"/>
                  </a:cubicBezTo>
                  <a:cubicBezTo>
                    <a:pt x="1357" y="8308"/>
                    <a:pt x="1125" y="8808"/>
                    <a:pt x="946" y="9325"/>
                  </a:cubicBezTo>
                  <a:cubicBezTo>
                    <a:pt x="982" y="9601"/>
                    <a:pt x="732" y="9816"/>
                    <a:pt x="741" y="10083"/>
                  </a:cubicBezTo>
                  <a:lnTo>
                    <a:pt x="706" y="10092"/>
                  </a:lnTo>
                  <a:cubicBezTo>
                    <a:pt x="572" y="10699"/>
                    <a:pt x="420" y="11305"/>
                    <a:pt x="268" y="11912"/>
                  </a:cubicBezTo>
                  <a:cubicBezTo>
                    <a:pt x="170" y="12162"/>
                    <a:pt x="304" y="12438"/>
                    <a:pt x="197" y="12688"/>
                  </a:cubicBezTo>
                  <a:cubicBezTo>
                    <a:pt x="117" y="12947"/>
                    <a:pt x="152" y="13214"/>
                    <a:pt x="108" y="13482"/>
                  </a:cubicBezTo>
                  <a:cubicBezTo>
                    <a:pt x="1" y="13687"/>
                    <a:pt x="224" y="13892"/>
                    <a:pt x="161" y="14098"/>
                  </a:cubicBezTo>
                  <a:cubicBezTo>
                    <a:pt x="108" y="14231"/>
                    <a:pt x="170" y="14374"/>
                    <a:pt x="143" y="14517"/>
                  </a:cubicBezTo>
                  <a:cubicBezTo>
                    <a:pt x="233" y="14829"/>
                    <a:pt x="268" y="15159"/>
                    <a:pt x="456" y="15445"/>
                  </a:cubicBezTo>
                  <a:cubicBezTo>
                    <a:pt x="554" y="15596"/>
                    <a:pt x="554" y="15802"/>
                    <a:pt x="688" y="15935"/>
                  </a:cubicBezTo>
                  <a:cubicBezTo>
                    <a:pt x="786" y="16114"/>
                    <a:pt x="982" y="16248"/>
                    <a:pt x="955" y="16480"/>
                  </a:cubicBezTo>
                  <a:cubicBezTo>
                    <a:pt x="1107" y="16845"/>
                    <a:pt x="1348" y="17184"/>
                    <a:pt x="1705" y="17372"/>
                  </a:cubicBezTo>
                  <a:cubicBezTo>
                    <a:pt x="1812" y="17461"/>
                    <a:pt x="1919" y="17550"/>
                    <a:pt x="1963" y="17684"/>
                  </a:cubicBezTo>
                  <a:cubicBezTo>
                    <a:pt x="2124" y="17773"/>
                    <a:pt x="2276" y="17880"/>
                    <a:pt x="2436" y="17969"/>
                  </a:cubicBezTo>
                  <a:cubicBezTo>
                    <a:pt x="2552" y="18139"/>
                    <a:pt x="2748" y="18157"/>
                    <a:pt x="2891" y="18282"/>
                  </a:cubicBezTo>
                  <a:cubicBezTo>
                    <a:pt x="3114" y="18344"/>
                    <a:pt x="3284" y="18531"/>
                    <a:pt x="3507" y="18603"/>
                  </a:cubicBezTo>
                  <a:cubicBezTo>
                    <a:pt x="3694" y="18799"/>
                    <a:pt x="3935" y="18942"/>
                    <a:pt x="4149" y="19120"/>
                  </a:cubicBezTo>
                  <a:cubicBezTo>
                    <a:pt x="4149" y="19218"/>
                    <a:pt x="4203" y="19352"/>
                    <a:pt x="4327" y="19352"/>
                  </a:cubicBezTo>
                  <a:cubicBezTo>
                    <a:pt x="4729" y="19397"/>
                    <a:pt x="5068" y="19620"/>
                    <a:pt x="5362" y="19878"/>
                  </a:cubicBezTo>
                  <a:cubicBezTo>
                    <a:pt x="5496" y="19994"/>
                    <a:pt x="5683" y="19950"/>
                    <a:pt x="5844" y="20003"/>
                  </a:cubicBezTo>
                  <a:cubicBezTo>
                    <a:pt x="5942" y="20075"/>
                    <a:pt x="6031" y="20164"/>
                    <a:pt x="6138" y="20226"/>
                  </a:cubicBezTo>
                  <a:cubicBezTo>
                    <a:pt x="6326" y="20280"/>
                    <a:pt x="6531" y="20289"/>
                    <a:pt x="6700" y="20396"/>
                  </a:cubicBezTo>
                  <a:cubicBezTo>
                    <a:pt x="6879" y="20548"/>
                    <a:pt x="7147" y="20530"/>
                    <a:pt x="7316" y="20708"/>
                  </a:cubicBezTo>
                  <a:cubicBezTo>
                    <a:pt x="7352" y="20797"/>
                    <a:pt x="7441" y="20833"/>
                    <a:pt x="7521" y="20869"/>
                  </a:cubicBezTo>
                  <a:cubicBezTo>
                    <a:pt x="7547" y="20884"/>
                    <a:pt x="7572" y="20890"/>
                    <a:pt x="7596" y="20890"/>
                  </a:cubicBezTo>
                  <a:cubicBezTo>
                    <a:pt x="7687" y="20890"/>
                    <a:pt x="7765" y="20803"/>
                    <a:pt x="7851" y="20803"/>
                  </a:cubicBezTo>
                  <a:cubicBezTo>
                    <a:pt x="7874" y="20803"/>
                    <a:pt x="7898" y="20809"/>
                    <a:pt x="7923" y="20824"/>
                  </a:cubicBezTo>
                  <a:cubicBezTo>
                    <a:pt x="8095" y="20853"/>
                    <a:pt x="8273" y="20951"/>
                    <a:pt x="8452" y="20951"/>
                  </a:cubicBezTo>
                  <a:cubicBezTo>
                    <a:pt x="8496" y="20951"/>
                    <a:pt x="8539" y="20945"/>
                    <a:pt x="8583" y="20931"/>
                  </a:cubicBezTo>
                  <a:cubicBezTo>
                    <a:pt x="8708" y="21101"/>
                    <a:pt x="8957" y="21136"/>
                    <a:pt x="9047" y="21350"/>
                  </a:cubicBezTo>
                  <a:cubicBezTo>
                    <a:pt x="9189" y="21359"/>
                    <a:pt x="9341" y="21359"/>
                    <a:pt x="9457" y="21466"/>
                  </a:cubicBezTo>
                  <a:cubicBezTo>
                    <a:pt x="9488" y="21489"/>
                    <a:pt x="9515" y="21498"/>
                    <a:pt x="9540" y="21498"/>
                  </a:cubicBezTo>
                  <a:cubicBezTo>
                    <a:pt x="9619" y="21498"/>
                    <a:pt x="9672" y="21404"/>
                    <a:pt x="9760" y="21404"/>
                  </a:cubicBezTo>
                  <a:cubicBezTo>
                    <a:pt x="9948" y="21374"/>
                    <a:pt x="10130" y="21287"/>
                    <a:pt x="10321" y="21287"/>
                  </a:cubicBezTo>
                  <a:cubicBezTo>
                    <a:pt x="10357" y="21287"/>
                    <a:pt x="10393" y="21290"/>
                    <a:pt x="10429" y="21297"/>
                  </a:cubicBezTo>
                  <a:cubicBezTo>
                    <a:pt x="10441" y="21298"/>
                    <a:pt x="10452" y="21298"/>
                    <a:pt x="10463" y="21298"/>
                  </a:cubicBezTo>
                  <a:cubicBezTo>
                    <a:pt x="10519" y="21298"/>
                    <a:pt x="10577" y="21290"/>
                    <a:pt x="10632" y="21290"/>
                  </a:cubicBezTo>
                  <a:cubicBezTo>
                    <a:pt x="10699" y="21290"/>
                    <a:pt x="10764" y="21301"/>
                    <a:pt x="10822" y="21350"/>
                  </a:cubicBezTo>
                  <a:cubicBezTo>
                    <a:pt x="11018" y="21359"/>
                    <a:pt x="11215" y="21364"/>
                    <a:pt x="11411" y="21364"/>
                  </a:cubicBezTo>
                  <a:cubicBezTo>
                    <a:pt x="11607" y="21364"/>
                    <a:pt x="11803" y="21359"/>
                    <a:pt x="12000" y="21350"/>
                  </a:cubicBezTo>
                  <a:cubicBezTo>
                    <a:pt x="12106" y="21286"/>
                    <a:pt x="12221" y="21270"/>
                    <a:pt x="12340" y="21270"/>
                  </a:cubicBezTo>
                  <a:cubicBezTo>
                    <a:pt x="12459" y="21270"/>
                    <a:pt x="12581" y="21286"/>
                    <a:pt x="12700" y="21286"/>
                  </a:cubicBezTo>
                  <a:cubicBezTo>
                    <a:pt x="12740" y="21286"/>
                    <a:pt x="12781" y="21284"/>
                    <a:pt x="12820" y="21279"/>
                  </a:cubicBezTo>
                  <a:lnTo>
                    <a:pt x="12820" y="21243"/>
                  </a:lnTo>
                  <a:cubicBezTo>
                    <a:pt x="13168" y="21145"/>
                    <a:pt x="13534" y="21154"/>
                    <a:pt x="13873" y="21047"/>
                  </a:cubicBezTo>
                  <a:cubicBezTo>
                    <a:pt x="14007" y="21029"/>
                    <a:pt x="14167" y="21003"/>
                    <a:pt x="14274" y="20922"/>
                  </a:cubicBezTo>
                  <a:cubicBezTo>
                    <a:pt x="14293" y="20924"/>
                    <a:pt x="14312" y="20925"/>
                    <a:pt x="14330" y="20925"/>
                  </a:cubicBezTo>
                  <a:cubicBezTo>
                    <a:pt x="14411" y="20925"/>
                    <a:pt x="14491" y="20905"/>
                    <a:pt x="14542" y="20833"/>
                  </a:cubicBezTo>
                  <a:cubicBezTo>
                    <a:pt x="14970" y="20637"/>
                    <a:pt x="15416" y="20467"/>
                    <a:pt x="15845" y="20271"/>
                  </a:cubicBezTo>
                  <a:cubicBezTo>
                    <a:pt x="16451" y="19941"/>
                    <a:pt x="17031" y="19557"/>
                    <a:pt x="17620" y="19200"/>
                  </a:cubicBezTo>
                  <a:cubicBezTo>
                    <a:pt x="18066" y="18879"/>
                    <a:pt x="18565" y="18621"/>
                    <a:pt x="18985" y="18264"/>
                  </a:cubicBezTo>
                  <a:cubicBezTo>
                    <a:pt x="19288" y="18112"/>
                    <a:pt x="19547" y="17862"/>
                    <a:pt x="19814" y="17648"/>
                  </a:cubicBezTo>
                  <a:cubicBezTo>
                    <a:pt x="19868" y="17505"/>
                    <a:pt x="19966" y="17398"/>
                    <a:pt x="20091" y="17318"/>
                  </a:cubicBezTo>
                  <a:cubicBezTo>
                    <a:pt x="20136" y="17211"/>
                    <a:pt x="20225" y="17158"/>
                    <a:pt x="20305" y="17086"/>
                  </a:cubicBezTo>
                  <a:cubicBezTo>
                    <a:pt x="20323" y="16801"/>
                    <a:pt x="20582" y="16631"/>
                    <a:pt x="20760" y="16453"/>
                  </a:cubicBezTo>
                  <a:cubicBezTo>
                    <a:pt x="20805" y="16346"/>
                    <a:pt x="20840" y="16230"/>
                    <a:pt x="20867" y="16123"/>
                  </a:cubicBezTo>
                  <a:cubicBezTo>
                    <a:pt x="20900" y="16090"/>
                    <a:pt x="20955" y="15968"/>
                    <a:pt x="20896" y="15968"/>
                  </a:cubicBezTo>
                  <a:cubicBezTo>
                    <a:pt x="20890" y="15968"/>
                    <a:pt x="20884" y="15969"/>
                    <a:pt x="20876" y="15971"/>
                  </a:cubicBezTo>
                  <a:cubicBezTo>
                    <a:pt x="20885" y="15819"/>
                    <a:pt x="21010" y="15730"/>
                    <a:pt x="21108" y="15632"/>
                  </a:cubicBezTo>
                  <a:cubicBezTo>
                    <a:pt x="21126" y="15356"/>
                    <a:pt x="21313" y="15115"/>
                    <a:pt x="21277" y="14838"/>
                  </a:cubicBezTo>
                  <a:lnTo>
                    <a:pt x="21242" y="14838"/>
                  </a:lnTo>
                  <a:cubicBezTo>
                    <a:pt x="21242" y="14785"/>
                    <a:pt x="21242" y="14731"/>
                    <a:pt x="21242" y="14686"/>
                  </a:cubicBezTo>
                  <a:cubicBezTo>
                    <a:pt x="21313" y="14624"/>
                    <a:pt x="21242" y="14499"/>
                    <a:pt x="21331" y="14446"/>
                  </a:cubicBezTo>
                  <a:cubicBezTo>
                    <a:pt x="21429" y="14365"/>
                    <a:pt x="21456" y="14231"/>
                    <a:pt x="21483" y="14116"/>
                  </a:cubicBezTo>
                  <a:cubicBezTo>
                    <a:pt x="21500" y="14017"/>
                    <a:pt x="21376" y="13991"/>
                    <a:pt x="21358" y="13910"/>
                  </a:cubicBezTo>
                  <a:cubicBezTo>
                    <a:pt x="21322" y="13536"/>
                    <a:pt x="21509" y="13179"/>
                    <a:pt x="21411" y="12813"/>
                  </a:cubicBezTo>
                  <a:cubicBezTo>
                    <a:pt x="21376" y="12679"/>
                    <a:pt x="21438" y="12483"/>
                    <a:pt x="21313" y="12421"/>
                  </a:cubicBezTo>
                  <a:lnTo>
                    <a:pt x="21322" y="12385"/>
                  </a:lnTo>
                  <a:lnTo>
                    <a:pt x="21286" y="12385"/>
                  </a:lnTo>
                  <a:cubicBezTo>
                    <a:pt x="21045" y="12269"/>
                    <a:pt x="21099" y="11974"/>
                    <a:pt x="20938" y="11796"/>
                  </a:cubicBezTo>
                  <a:cubicBezTo>
                    <a:pt x="20974" y="11573"/>
                    <a:pt x="21099" y="11377"/>
                    <a:pt x="21010" y="11145"/>
                  </a:cubicBezTo>
                  <a:cubicBezTo>
                    <a:pt x="20965" y="10984"/>
                    <a:pt x="21144" y="10841"/>
                    <a:pt x="21090" y="10681"/>
                  </a:cubicBezTo>
                  <a:cubicBezTo>
                    <a:pt x="21037" y="10476"/>
                    <a:pt x="21170" y="10297"/>
                    <a:pt x="21233" y="10119"/>
                  </a:cubicBezTo>
                  <a:lnTo>
                    <a:pt x="21188" y="10119"/>
                  </a:lnTo>
                  <a:cubicBezTo>
                    <a:pt x="21206" y="9896"/>
                    <a:pt x="21233" y="9646"/>
                    <a:pt x="21099" y="9459"/>
                  </a:cubicBezTo>
                  <a:cubicBezTo>
                    <a:pt x="21045" y="9378"/>
                    <a:pt x="21081" y="9280"/>
                    <a:pt x="21144" y="9227"/>
                  </a:cubicBezTo>
                  <a:cubicBezTo>
                    <a:pt x="21152" y="9152"/>
                    <a:pt x="21231" y="8920"/>
                    <a:pt x="21146" y="8920"/>
                  </a:cubicBezTo>
                  <a:cubicBezTo>
                    <a:pt x="21140" y="8920"/>
                    <a:pt x="21133" y="8921"/>
                    <a:pt x="21126" y="8923"/>
                  </a:cubicBezTo>
                  <a:cubicBezTo>
                    <a:pt x="21001" y="8709"/>
                    <a:pt x="21028" y="8397"/>
                    <a:pt x="20831" y="8237"/>
                  </a:cubicBezTo>
                  <a:cubicBezTo>
                    <a:pt x="20849" y="8094"/>
                    <a:pt x="20849" y="7942"/>
                    <a:pt x="20724" y="7862"/>
                  </a:cubicBezTo>
                  <a:cubicBezTo>
                    <a:pt x="20787" y="7692"/>
                    <a:pt x="20617" y="7648"/>
                    <a:pt x="20591" y="7514"/>
                  </a:cubicBezTo>
                  <a:cubicBezTo>
                    <a:pt x="20644" y="7416"/>
                    <a:pt x="20751" y="7157"/>
                    <a:pt x="20599" y="7104"/>
                  </a:cubicBezTo>
                  <a:cubicBezTo>
                    <a:pt x="20564" y="7032"/>
                    <a:pt x="20492" y="6997"/>
                    <a:pt x="20439" y="6934"/>
                  </a:cubicBezTo>
                  <a:cubicBezTo>
                    <a:pt x="20421" y="6684"/>
                    <a:pt x="20403" y="6426"/>
                    <a:pt x="20278" y="6212"/>
                  </a:cubicBezTo>
                  <a:cubicBezTo>
                    <a:pt x="20136" y="6104"/>
                    <a:pt x="20189" y="5890"/>
                    <a:pt x="20091" y="5748"/>
                  </a:cubicBezTo>
                  <a:cubicBezTo>
                    <a:pt x="19993" y="5605"/>
                    <a:pt x="19921" y="5444"/>
                    <a:pt x="19850" y="5284"/>
                  </a:cubicBezTo>
                  <a:cubicBezTo>
                    <a:pt x="19895" y="4971"/>
                    <a:pt x="19475" y="4945"/>
                    <a:pt x="19431" y="4686"/>
                  </a:cubicBezTo>
                  <a:cubicBezTo>
                    <a:pt x="19538" y="4401"/>
                    <a:pt x="19145" y="4418"/>
                    <a:pt x="19092" y="4213"/>
                  </a:cubicBezTo>
                  <a:cubicBezTo>
                    <a:pt x="19038" y="3990"/>
                    <a:pt x="18708" y="3963"/>
                    <a:pt x="18690" y="3731"/>
                  </a:cubicBezTo>
                  <a:cubicBezTo>
                    <a:pt x="18351" y="3455"/>
                    <a:pt x="18039" y="3134"/>
                    <a:pt x="17664" y="2911"/>
                  </a:cubicBezTo>
                  <a:cubicBezTo>
                    <a:pt x="17575" y="2857"/>
                    <a:pt x="17655" y="2723"/>
                    <a:pt x="17557" y="2697"/>
                  </a:cubicBezTo>
                  <a:cubicBezTo>
                    <a:pt x="17388" y="2607"/>
                    <a:pt x="17343" y="2393"/>
                    <a:pt x="17165" y="2313"/>
                  </a:cubicBezTo>
                  <a:cubicBezTo>
                    <a:pt x="17013" y="2224"/>
                    <a:pt x="16879" y="2090"/>
                    <a:pt x="16728" y="1992"/>
                  </a:cubicBezTo>
                  <a:cubicBezTo>
                    <a:pt x="16157" y="1573"/>
                    <a:pt x="15514" y="1278"/>
                    <a:pt x="14917" y="904"/>
                  </a:cubicBezTo>
                  <a:cubicBezTo>
                    <a:pt x="14899" y="832"/>
                    <a:pt x="14783" y="850"/>
                    <a:pt x="14729" y="832"/>
                  </a:cubicBezTo>
                  <a:cubicBezTo>
                    <a:pt x="14616" y="718"/>
                    <a:pt x="14489" y="637"/>
                    <a:pt x="14333" y="637"/>
                  </a:cubicBezTo>
                  <a:cubicBezTo>
                    <a:pt x="14306" y="637"/>
                    <a:pt x="14277" y="639"/>
                    <a:pt x="14248" y="645"/>
                  </a:cubicBezTo>
                  <a:cubicBezTo>
                    <a:pt x="14105" y="556"/>
                    <a:pt x="13927" y="520"/>
                    <a:pt x="13802" y="404"/>
                  </a:cubicBezTo>
                  <a:cubicBezTo>
                    <a:pt x="13659" y="252"/>
                    <a:pt x="13400" y="333"/>
                    <a:pt x="13275" y="172"/>
                  </a:cubicBezTo>
                  <a:cubicBezTo>
                    <a:pt x="13233" y="141"/>
                    <a:pt x="13189" y="129"/>
                    <a:pt x="13145" y="129"/>
                  </a:cubicBezTo>
                  <a:cubicBezTo>
                    <a:pt x="13017" y="129"/>
                    <a:pt x="12882" y="224"/>
                    <a:pt x="12755" y="224"/>
                  </a:cubicBezTo>
                  <a:cubicBezTo>
                    <a:pt x="12710" y="224"/>
                    <a:pt x="12666" y="212"/>
                    <a:pt x="12624" y="181"/>
                  </a:cubicBezTo>
                  <a:cubicBezTo>
                    <a:pt x="12426" y="82"/>
                    <a:pt x="12189" y="13"/>
                    <a:pt x="11967" y="13"/>
                  </a:cubicBezTo>
                  <a:cubicBezTo>
                    <a:pt x="11869" y="13"/>
                    <a:pt x="11774" y="26"/>
                    <a:pt x="11687" y="56"/>
                  </a:cubicBezTo>
                  <a:cubicBezTo>
                    <a:pt x="11682" y="55"/>
                    <a:pt x="11677" y="55"/>
                    <a:pt x="11672" y="55"/>
                  </a:cubicBezTo>
                  <a:cubicBezTo>
                    <a:pt x="11620" y="55"/>
                    <a:pt x="11596" y="96"/>
                    <a:pt x="11571" y="136"/>
                  </a:cubicBezTo>
                  <a:cubicBezTo>
                    <a:pt x="11557" y="139"/>
                    <a:pt x="11543" y="140"/>
                    <a:pt x="11529" y="140"/>
                  </a:cubicBezTo>
                  <a:cubicBezTo>
                    <a:pt x="11440" y="140"/>
                    <a:pt x="11363" y="95"/>
                    <a:pt x="11286" y="56"/>
                  </a:cubicBezTo>
                  <a:cubicBezTo>
                    <a:pt x="11274" y="17"/>
                    <a:pt x="11224" y="0"/>
                    <a:pt x="111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8150749" y="2317244"/>
              <a:ext cx="286906" cy="305203"/>
            </a:xfrm>
            <a:custGeom>
              <a:avLst/>
              <a:gdLst/>
              <a:ahLst/>
              <a:cxnLst/>
              <a:rect l="l" t="t" r="r" b="b"/>
              <a:pathLst>
                <a:path w="20965" h="22302" extrusionOk="0">
                  <a:moveTo>
                    <a:pt x="10013" y="1"/>
                  </a:moveTo>
                  <a:cubicBezTo>
                    <a:pt x="9832" y="1"/>
                    <a:pt x="9646" y="47"/>
                    <a:pt x="9460" y="47"/>
                  </a:cubicBezTo>
                  <a:cubicBezTo>
                    <a:pt x="9432" y="47"/>
                    <a:pt x="9404" y="46"/>
                    <a:pt x="9376" y="44"/>
                  </a:cubicBezTo>
                  <a:lnTo>
                    <a:pt x="9376" y="44"/>
                  </a:lnTo>
                  <a:lnTo>
                    <a:pt x="9385" y="89"/>
                  </a:lnTo>
                  <a:cubicBezTo>
                    <a:pt x="9242" y="80"/>
                    <a:pt x="9100" y="77"/>
                    <a:pt x="8957" y="77"/>
                  </a:cubicBezTo>
                  <a:cubicBezTo>
                    <a:pt x="8814" y="77"/>
                    <a:pt x="8671" y="80"/>
                    <a:pt x="8529" y="80"/>
                  </a:cubicBezTo>
                  <a:cubicBezTo>
                    <a:pt x="8398" y="65"/>
                    <a:pt x="8260" y="40"/>
                    <a:pt x="8125" y="40"/>
                  </a:cubicBezTo>
                  <a:cubicBezTo>
                    <a:pt x="8011" y="40"/>
                    <a:pt x="7899" y="58"/>
                    <a:pt x="7797" y="115"/>
                  </a:cubicBezTo>
                  <a:cubicBezTo>
                    <a:pt x="7565" y="240"/>
                    <a:pt x="7289" y="213"/>
                    <a:pt x="7039" y="249"/>
                  </a:cubicBezTo>
                  <a:lnTo>
                    <a:pt x="7048" y="294"/>
                  </a:lnTo>
                  <a:cubicBezTo>
                    <a:pt x="7005" y="309"/>
                    <a:pt x="6959" y="312"/>
                    <a:pt x="6912" y="312"/>
                  </a:cubicBezTo>
                  <a:cubicBezTo>
                    <a:pt x="6880" y="312"/>
                    <a:pt x="6848" y="310"/>
                    <a:pt x="6816" y="310"/>
                  </a:cubicBezTo>
                  <a:cubicBezTo>
                    <a:pt x="6730" y="310"/>
                    <a:pt x="6649" y="321"/>
                    <a:pt x="6593" y="401"/>
                  </a:cubicBezTo>
                  <a:cubicBezTo>
                    <a:pt x="6486" y="561"/>
                    <a:pt x="6298" y="490"/>
                    <a:pt x="6156" y="570"/>
                  </a:cubicBezTo>
                  <a:cubicBezTo>
                    <a:pt x="6049" y="561"/>
                    <a:pt x="5941" y="552"/>
                    <a:pt x="5861" y="472"/>
                  </a:cubicBezTo>
                  <a:cubicBezTo>
                    <a:pt x="5832" y="446"/>
                    <a:pt x="5800" y="435"/>
                    <a:pt x="5769" y="435"/>
                  </a:cubicBezTo>
                  <a:cubicBezTo>
                    <a:pt x="5714" y="435"/>
                    <a:pt x="5664" y="472"/>
                    <a:pt x="5647" y="535"/>
                  </a:cubicBezTo>
                  <a:cubicBezTo>
                    <a:pt x="5478" y="588"/>
                    <a:pt x="5344" y="695"/>
                    <a:pt x="5201" y="776"/>
                  </a:cubicBezTo>
                  <a:cubicBezTo>
                    <a:pt x="5191" y="776"/>
                    <a:pt x="5180" y="776"/>
                    <a:pt x="5169" y="776"/>
                  </a:cubicBezTo>
                  <a:cubicBezTo>
                    <a:pt x="5093" y="776"/>
                    <a:pt x="5007" y="767"/>
                    <a:pt x="4924" y="767"/>
                  </a:cubicBezTo>
                  <a:cubicBezTo>
                    <a:pt x="4786" y="767"/>
                    <a:pt x="4654" y="793"/>
                    <a:pt x="4585" y="936"/>
                  </a:cubicBezTo>
                  <a:cubicBezTo>
                    <a:pt x="4354" y="1079"/>
                    <a:pt x="4104" y="1195"/>
                    <a:pt x="3872" y="1338"/>
                  </a:cubicBezTo>
                  <a:cubicBezTo>
                    <a:pt x="3760" y="1345"/>
                    <a:pt x="3829" y="1517"/>
                    <a:pt x="3730" y="1517"/>
                  </a:cubicBezTo>
                  <a:cubicBezTo>
                    <a:pt x="3703" y="1517"/>
                    <a:pt x="3663" y="1504"/>
                    <a:pt x="3604" y="1471"/>
                  </a:cubicBezTo>
                  <a:cubicBezTo>
                    <a:pt x="3488" y="1516"/>
                    <a:pt x="3337" y="1552"/>
                    <a:pt x="3345" y="1694"/>
                  </a:cubicBezTo>
                  <a:cubicBezTo>
                    <a:pt x="3238" y="1793"/>
                    <a:pt x="3131" y="1900"/>
                    <a:pt x="2998" y="1953"/>
                  </a:cubicBezTo>
                  <a:lnTo>
                    <a:pt x="2998" y="1998"/>
                  </a:lnTo>
                  <a:cubicBezTo>
                    <a:pt x="2935" y="2024"/>
                    <a:pt x="2855" y="2060"/>
                    <a:pt x="2801" y="2105"/>
                  </a:cubicBezTo>
                  <a:cubicBezTo>
                    <a:pt x="2819" y="2328"/>
                    <a:pt x="2641" y="2533"/>
                    <a:pt x="2436" y="2586"/>
                  </a:cubicBezTo>
                  <a:cubicBezTo>
                    <a:pt x="2587" y="2836"/>
                    <a:pt x="2088" y="2917"/>
                    <a:pt x="2266" y="3131"/>
                  </a:cubicBezTo>
                  <a:cubicBezTo>
                    <a:pt x="2159" y="3175"/>
                    <a:pt x="2141" y="3309"/>
                    <a:pt x="2034" y="3345"/>
                  </a:cubicBezTo>
                  <a:cubicBezTo>
                    <a:pt x="1918" y="3380"/>
                    <a:pt x="1882" y="3523"/>
                    <a:pt x="1829" y="3621"/>
                  </a:cubicBezTo>
                  <a:cubicBezTo>
                    <a:pt x="1722" y="3675"/>
                    <a:pt x="1579" y="3728"/>
                    <a:pt x="1543" y="3844"/>
                  </a:cubicBezTo>
                  <a:cubicBezTo>
                    <a:pt x="1427" y="3898"/>
                    <a:pt x="1445" y="4067"/>
                    <a:pt x="1365" y="4148"/>
                  </a:cubicBezTo>
                  <a:cubicBezTo>
                    <a:pt x="1294" y="4210"/>
                    <a:pt x="1258" y="4299"/>
                    <a:pt x="1240" y="4389"/>
                  </a:cubicBezTo>
                  <a:cubicBezTo>
                    <a:pt x="1097" y="4620"/>
                    <a:pt x="937" y="4879"/>
                    <a:pt x="937" y="5165"/>
                  </a:cubicBezTo>
                  <a:lnTo>
                    <a:pt x="901" y="5156"/>
                  </a:lnTo>
                  <a:cubicBezTo>
                    <a:pt x="865" y="5370"/>
                    <a:pt x="696" y="5530"/>
                    <a:pt x="687" y="5745"/>
                  </a:cubicBezTo>
                  <a:cubicBezTo>
                    <a:pt x="696" y="6003"/>
                    <a:pt x="535" y="6208"/>
                    <a:pt x="526" y="6458"/>
                  </a:cubicBezTo>
                  <a:lnTo>
                    <a:pt x="491" y="6458"/>
                  </a:lnTo>
                  <a:cubicBezTo>
                    <a:pt x="589" y="6851"/>
                    <a:pt x="223" y="7145"/>
                    <a:pt x="330" y="7529"/>
                  </a:cubicBezTo>
                  <a:cubicBezTo>
                    <a:pt x="321" y="7582"/>
                    <a:pt x="321" y="7645"/>
                    <a:pt x="294" y="7698"/>
                  </a:cubicBezTo>
                  <a:cubicBezTo>
                    <a:pt x="205" y="7823"/>
                    <a:pt x="348" y="7975"/>
                    <a:pt x="268" y="8109"/>
                  </a:cubicBezTo>
                  <a:cubicBezTo>
                    <a:pt x="187" y="8242"/>
                    <a:pt x="134" y="8421"/>
                    <a:pt x="223" y="8564"/>
                  </a:cubicBezTo>
                  <a:cubicBezTo>
                    <a:pt x="196" y="8867"/>
                    <a:pt x="152" y="9161"/>
                    <a:pt x="170" y="9465"/>
                  </a:cubicBezTo>
                  <a:cubicBezTo>
                    <a:pt x="161" y="9589"/>
                    <a:pt x="54" y="9705"/>
                    <a:pt x="98" y="9839"/>
                  </a:cubicBezTo>
                  <a:cubicBezTo>
                    <a:pt x="45" y="10312"/>
                    <a:pt x="116" y="10812"/>
                    <a:pt x="45" y="11284"/>
                  </a:cubicBezTo>
                  <a:cubicBezTo>
                    <a:pt x="107" y="11472"/>
                    <a:pt x="107" y="11659"/>
                    <a:pt x="89" y="11846"/>
                  </a:cubicBezTo>
                  <a:cubicBezTo>
                    <a:pt x="89" y="11909"/>
                    <a:pt x="27" y="11989"/>
                    <a:pt x="89" y="12034"/>
                  </a:cubicBezTo>
                  <a:cubicBezTo>
                    <a:pt x="196" y="12105"/>
                    <a:pt x="0" y="12301"/>
                    <a:pt x="116" y="12319"/>
                  </a:cubicBezTo>
                  <a:lnTo>
                    <a:pt x="125" y="12355"/>
                  </a:lnTo>
                  <a:cubicBezTo>
                    <a:pt x="98" y="12391"/>
                    <a:pt x="54" y="12453"/>
                    <a:pt x="89" y="12507"/>
                  </a:cubicBezTo>
                  <a:cubicBezTo>
                    <a:pt x="241" y="12640"/>
                    <a:pt x="116" y="12863"/>
                    <a:pt x="161" y="13033"/>
                  </a:cubicBezTo>
                  <a:lnTo>
                    <a:pt x="196" y="13033"/>
                  </a:lnTo>
                  <a:cubicBezTo>
                    <a:pt x="214" y="13042"/>
                    <a:pt x="232" y="13060"/>
                    <a:pt x="241" y="13069"/>
                  </a:cubicBezTo>
                  <a:cubicBezTo>
                    <a:pt x="268" y="13131"/>
                    <a:pt x="277" y="13194"/>
                    <a:pt x="294" y="13256"/>
                  </a:cubicBezTo>
                  <a:cubicBezTo>
                    <a:pt x="286" y="13434"/>
                    <a:pt x="303" y="13631"/>
                    <a:pt x="402" y="13791"/>
                  </a:cubicBezTo>
                  <a:cubicBezTo>
                    <a:pt x="393" y="14193"/>
                    <a:pt x="678" y="14514"/>
                    <a:pt x="776" y="14889"/>
                  </a:cubicBezTo>
                  <a:lnTo>
                    <a:pt x="821" y="14897"/>
                  </a:lnTo>
                  <a:cubicBezTo>
                    <a:pt x="830" y="14969"/>
                    <a:pt x="883" y="15031"/>
                    <a:pt x="910" y="15112"/>
                  </a:cubicBezTo>
                  <a:cubicBezTo>
                    <a:pt x="955" y="15433"/>
                    <a:pt x="1151" y="15727"/>
                    <a:pt x="1294" y="16004"/>
                  </a:cubicBezTo>
                  <a:cubicBezTo>
                    <a:pt x="1320" y="16289"/>
                    <a:pt x="1517" y="16521"/>
                    <a:pt x="1695" y="16726"/>
                  </a:cubicBezTo>
                  <a:cubicBezTo>
                    <a:pt x="1740" y="16887"/>
                    <a:pt x="1873" y="16994"/>
                    <a:pt x="1963" y="17137"/>
                  </a:cubicBezTo>
                  <a:cubicBezTo>
                    <a:pt x="2088" y="17217"/>
                    <a:pt x="2132" y="17386"/>
                    <a:pt x="2266" y="17476"/>
                  </a:cubicBezTo>
                  <a:cubicBezTo>
                    <a:pt x="2480" y="17672"/>
                    <a:pt x="2578" y="17975"/>
                    <a:pt x="2801" y="18180"/>
                  </a:cubicBezTo>
                  <a:cubicBezTo>
                    <a:pt x="3515" y="18876"/>
                    <a:pt x="4229" y="19617"/>
                    <a:pt x="5076" y="20152"/>
                  </a:cubicBezTo>
                  <a:cubicBezTo>
                    <a:pt x="5246" y="20357"/>
                    <a:pt x="5487" y="20491"/>
                    <a:pt x="5701" y="20643"/>
                  </a:cubicBezTo>
                  <a:cubicBezTo>
                    <a:pt x="5790" y="20750"/>
                    <a:pt x="5897" y="20830"/>
                    <a:pt x="6022" y="20883"/>
                  </a:cubicBezTo>
                  <a:cubicBezTo>
                    <a:pt x="6530" y="21285"/>
                    <a:pt x="7110" y="21597"/>
                    <a:pt x="7690" y="21900"/>
                  </a:cubicBezTo>
                  <a:cubicBezTo>
                    <a:pt x="7717" y="21900"/>
                    <a:pt x="7770" y="21909"/>
                    <a:pt x="7806" y="21909"/>
                  </a:cubicBezTo>
                  <a:lnTo>
                    <a:pt x="7806" y="21945"/>
                  </a:lnTo>
                  <a:cubicBezTo>
                    <a:pt x="7820" y="21942"/>
                    <a:pt x="7834" y="21941"/>
                    <a:pt x="7847" y="21941"/>
                  </a:cubicBezTo>
                  <a:cubicBezTo>
                    <a:pt x="7978" y="21941"/>
                    <a:pt x="8062" y="22064"/>
                    <a:pt x="8187" y="22064"/>
                  </a:cubicBezTo>
                  <a:cubicBezTo>
                    <a:pt x="8216" y="22064"/>
                    <a:pt x="8246" y="22058"/>
                    <a:pt x="8279" y="22043"/>
                  </a:cubicBezTo>
                  <a:cubicBezTo>
                    <a:pt x="8300" y="22040"/>
                    <a:pt x="8321" y="22039"/>
                    <a:pt x="8343" y="22039"/>
                  </a:cubicBezTo>
                  <a:cubicBezTo>
                    <a:pt x="8441" y="22039"/>
                    <a:pt x="8544" y="22065"/>
                    <a:pt x="8642" y="22065"/>
                  </a:cubicBezTo>
                  <a:cubicBezTo>
                    <a:pt x="8705" y="22065"/>
                    <a:pt x="8767" y="22054"/>
                    <a:pt x="8823" y="22016"/>
                  </a:cubicBezTo>
                  <a:lnTo>
                    <a:pt x="8877" y="22016"/>
                  </a:lnTo>
                  <a:cubicBezTo>
                    <a:pt x="8912" y="22097"/>
                    <a:pt x="9019" y="22088"/>
                    <a:pt x="9082" y="22123"/>
                  </a:cubicBezTo>
                  <a:cubicBezTo>
                    <a:pt x="9204" y="22148"/>
                    <a:pt x="9305" y="22233"/>
                    <a:pt x="9424" y="22233"/>
                  </a:cubicBezTo>
                  <a:cubicBezTo>
                    <a:pt x="9434" y="22233"/>
                    <a:pt x="9445" y="22232"/>
                    <a:pt x="9456" y="22231"/>
                  </a:cubicBezTo>
                  <a:cubicBezTo>
                    <a:pt x="9465" y="22284"/>
                    <a:pt x="9546" y="22284"/>
                    <a:pt x="9581" y="22302"/>
                  </a:cubicBezTo>
                  <a:cubicBezTo>
                    <a:pt x="9656" y="22276"/>
                    <a:pt x="9732" y="22268"/>
                    <a:pt x="9810" y="22268"/>
                  </a:cubicBezTo>
                  <a:cubicBezTo>
                    <a:pt x="9937" y="22268"/>
                    <a:pt x="10066" y="22289"/>
                    <a:pt x="10195" y="22289"/>
                  </a:cubicBezTo>
                  <a:cubicBezTo>
                    <a:pt x="10261" y="22289"/>
                    <a:pt x="10328" y="22284"/>
                    <a:pt x="10393" y="22266"/>
                  </a:cubicBezTo>
                  <a:lnTo>
                    <a:pt x="10393" y="22231"/>
                  </a:lnTo>
                  <a:cubicBezTo>
                    <a:pt x="10415" y="22231"/>
                    <a:pt x="10437" y="22232"/>
                    <a:pt x="10459" y="22232"/>
                  </a:cubicBezTo>
                  <a:cubicBezTo>
                    <a:pt x="10651" y="22232"/>
                    <a:pt x="10843" y="22198"/>
                    <a:pt x="11035" y="22150"/>
                  </a:cubicBezTo>
                  <a:cubicBezTo>
                    <a:pt x="11099" y="22199"/>
                    <a:pt x="11166" y="22218"/>
                    <a:pt x="11235" y="22218"/>
                  </a:cubicBezTo>
                  <a:cubicBezTo>
                    <a:pt x="11328" y="22218"/>
                    <a:pt x="11424" y="22183"/>
                    <a:pt x="11517" y="22141"/>
                  </a:cubicBezTo>
                  <a:cubicBezTo>
                    <a:pt x="11660" y="22141"/>
                    <a:pt x="11847" y="22141"/>
                    <a:pt x="11928" y="21999"/>
                  </a:cubicBezTo>
                  <a:cubicBezTo>
                    <a:pt x="11941" y="22005"/>
                    <a:pt x="11953" y="22008"/>
                    <a:pt x="11966" y="22008"/>
                  </a:cubicBezTo>
                  <a:cubicBezTo>
                    <a:pt x="12018" y="22008"/>
                    <a:pt x="12062" y="21959"/>
                    <a:pt x="12113" y="21959"/>
                  </a:cubicBezTo>
                  <a:cubicBezTo>
                    <a:pt x="12131" y="21959"/>
                    <a:pt x="12149" y="21965"/>
                    <a:pt x="12168" y="21981"/>
                  </a:cubicBezTo>
                  <a:cubicBezTo>
                    <a:pt x="12391" y="21892"/>
                    <a:pt x="12632" y="21892"/>
                    <a:pt x="12864" y="21856"/>
                  </a:cubicBezTo>
                  <a:cubicBezTo>
                    <a:pt x="12886" y="21862"/>
                    <a:pt x="12909" y="21864"/>
                    <a:pt x="12933" y="21864"/>
                  </a:cubicBezTo>
                  <a:cubicBezTo>
                    <a:pt x="13014" y="21864"/>
                    <a:pt x="13100" y="21836"/>
                    <a:pt x="13176" y="21829"/>
                  </a:cubicBezTo>
                  <a:cubicBezTo>
                    <a:pt x="13194" y="21870"/>
                    <a:pt x="13345" y="21916"/>
                    <a:pt x="13434" y="21916"/>
                  </a:cubicBezTo>
                  <a:cubicBezTo>
                    <a:pt x="13480" y="21916"/>
                    <a:pt x="13510" y="21904"/>
                    <a:pt x="13498" y="21874"/>
                  </a:cubicBezTo>
                  <a:cubicBezTo>
                    <a:pt x="13649" y="21829"/>
                    <a:pt x="13792" y="21811"/>
                    <a:pt x="13944" y="21793"/>
                  </a:cubicBezTo>
                  <a:cubicBezTo>
                    <a:pt x="13970" y="21820"/>
                    <a:pt x="14015" y="21838"/>
                    <a:pt x="14069" y="21838"/>
                  </a:cubicBezTo>
                  <a:cubicBezTo>
                    <a:pt x="14090" y="21896"/>
                    <a:pt x="14199" y="21936"/>
                    <a:pt x="14286" y="21936"/>
                  </a:cubicBezTo>
                  <a:cubicBezTo>
                    <a:pt x="14346" y="21936"/>
                    <a:pt x="14395" y="21917"/>
                    <a:pt x="14399" y="21874"/>
                  </a:cubicBezTo>
                  <a:cubicBezTo>
                    <a:pt x="14497" y="21856"/>
                    <a:pt x="14586" y="21793"/>
                    <a:pt x="14693" y="21758"/>
                  </a:cubicBezTo>
                  <a:cubicBezTo>
                    <a:pt x="14721" y="21733"/>
                    <a:pt x="14763" y="21731"/>
                    <a:pt x="14807" y="21731"/>
                  </a:cubicBezTo>
                  <a:cubicBezTo>
                    <a:pt x="14820" y="21731"/>
                    <a:pt x="14832" y="21731"/>
                    <a:pt x="14845" y="21731"/>
                  </a:cubicBezTo>
                  <a:cubicBezTo>
                    <a:pt x="14900" y="21731"/>
                    <a:pt x="14952" y="21726"/>
                    <a:pt x="14970" y="21677"/>
                  </a:cubicBezTo>
                  <a:cubicBezTo>
                    <a:pt x="14987" y="21668"/>
                    <a:pt x="15023" y="21651"/>
                    <a:pt x="15041" y="21642"/>
                  </a:cubicBezTo>
                  <a:cubicBezTo>
                    <a:pt x="15139" y="21642"/>
                    <a:pt x="15255" y="21624"/>
                    <a:pt x="15300" y="21526"/>
                  </a:cubicBezTo>
                  <a:cubicBezTo>
                    <a:pt x="15505" y="21454"/>
                    <a:pt x="15790" y="21490"/>
                    <a:pt x="15933" y="21312"/>
                  </a:cubicBezTo>
                  <a:cubicBezTo>
                    <a:pt x="15951" y="21312"/>
                    <a:pt x="15987" y="21312"/>
                    <a:pt x="15995" y="21303"/>
                  </a:cubicBezTo>
                  <a:cubicBezTo>
                    <a:pt x="16014" y="21307"/>
                    <a:pt x="16034" y="21310"/>
                    <a:pt x="16054" y="21310"/>
                  </a:cubicBezTo>
                  <a:cubicBezTo>
                    <a:pt x="16148" y="21310"/>
                    <a:pt x="16247" y="21262"/>
                    <a:pt x="16299" y="21196"/>
                  </a:cubicBezTo>
                  <a:cubicBezTo>
                    <a:pt x="16424" y="21151"/>
                    <a:pt x="16370" y="20964"/>
                    <a:pt x="16459" y="20883"/>
                  </a:cubicBezTo>
                  <a:cubicBezTo>
                    <a:pt x="16549" y="20892"/>
                    <a:pt x="16620" y="20928"/>
                    <a:pt x="16700" y="20955"/>
                  </a:cubicBezTo>
                  <a:cubicBezTo>
                    <a:pt x="16843" y="20892"/>
                    <a:pt x="16995" y="20830"/>
                    <a:pt x="17102" y="20723"/>
                  </a:cubicBezTo>
                  <a:cubicBezTo>
                    <a:pt x="17191" y="20696"/>
                    <a:pt x="17334" y="20643"/>
                    <a:pt x="17334" y="20544"/>
                  </a:cubicBezTo>
                  <a:cubicBezTo>
                    <a:pt x="17414" y="20464"/>
                    <a:pt x="17521" y="20411"/>
                    <a:pt x="17592" y="20330"/>
                  </a:cubicBezTo>
                  <a:cubicBezTo>
                    <a:pt x="17699" y="20330"/>
                    <a:pt x="17682" y="20205"/>
                    <a:pt x="17744" y="20161"/>
                  </a:cubicBezTo>
                  <a:cubicBezTo>
                    <a:pt x="17762" y="20125"/>
                    <a:pt x="17833" y="20098"/>
                    <a:pt x="17815" y="20054"/>
                  </a:cubicBezTo>
                  <a:cubicBezTo>
                    <a:pt x="17985" y="19956"/>
                    <a:pt x="18226" y="19893"/>
                    <a:pt x="18270" y="19688"/>
                  </a:cubicBezTo>
                  <a:cubicBezTo>
                    <a:pt x="18288" y="19545"/>
                    <a:pt x="18476" y="19536"/>
                    <a:pt x="18583" y="19474"/>
                  </a:cubicBezTo>
                  <a:cubicBezTo>
                    <a:pt x="18636" y="19340"/>
                    <a:pt x="18734" y="19242"/>
                    <a:pt x="18877" y="19206"/>
                  </a:cubicBezTo>
                  <a:cubicBezTo>
                    <a:pt x="18895" y="19117"/>
                    <a:pt x="18948" y="18948"/>
                    <a:pt x="18975" y="18867"/>
                  </a:cubicBezTo>
                  <a:cubicBezTo>
                    <a:pt x="19162" y="18796"/>
                    <a:pt x="19162" y="18600"/>
                    <a:pt x="19216" y="18430"/>
                  </a:cubicBezTo>
                  <a:cubicBezTo>
                    <a:pt x="19350" y="18332"/>
                    <a:pt x="19421" y="18189"/>
                    <a:pt x="19466" y="18038"/>
                  </a:cubicBezTo>
                  <a:cubicBezTo>
                    <a:pt x="19582" y="17904"/>
                    <a:pt x="19680" y="17752"/>
                    <a:pt x="19787" y="17609"/>
                  </a:cubicBezTo>
                  <a:cubicBezTo>
                    <a:pt x="19858" y="17574"/>
                    <a:pt x="19921" y="17511"/>
                    <a:pt x="19930" y="17431"/>
                  </a:cubicBezTo>
                  <a:cubicBezTo>
                    <a:pt x="19921" y="17181"/>
                    <a:pt x="20099" y="16976"/>
                    <a:pt x="20117" y="16735"/>
                  </a:cubicBezTo>
                  <a:cubicBezTo>
                    <a:pt x="20420" y="15914"/>
                    <a:pt x="20465" y="15031"/>
                    <a:pt x="20777" y="14219"/>
                  </a:cubicBezTo>
                  <a:cubicBezTo>
                    <a:pt x="20857" y="14041"/>
                    <a:pt x="20840" y="13836"/>
                    <a:pt x="20741" y="13666"/>
                  </a:cubicBezTo>
                  <a:cubicBezTo>
                    <a:pt x="20715" y="13283"/>
                    <a:pt x="20965" y="12926"/>
                    <a:pt x="20875" y="12551"/>
                  </a:cubicBezTo>
                  <a:cubicBezTo>
                    <a:pt x="20804" y="12462"/>
                    <a:pt x="20831" y="12373"/>
                    <a:pt x="20866" y="12284"/>
                  </a:cubicBezTo>
                  <a:lnTo>
                    <a:pt x="20902" y="12284"/>
                  </a:lnTo>
                  <a:cubicBezTo>
                    <a:pt x="20893" y="12150"/>
                    <a:pt x="20947" y="11954"/>
                    <a:pt x="20822" y="11882"/>
                  </a:cubicBezTo>
                  <a:cubicBezTo>
                    <a:pt x="20777" y="11784"/>
                    <a:pt x="20670" y="11704"/>
                    <a:pt x="20581" y="11641"/>
                  </a:cubicBezTo>
                  <a:cubicBezTo>
                    <a:pt x="20626" y="11606"/>
                    <a:pt x="20626" y="11543"/>
                    <a:pt x="20626" y="11490"/>
                  </a:cubicBezTo>
                  <a:cubicBezTo>
                    <a:pt x="20724" y="11445"/>
                    <a:pt x="20626" y="11222"/>
                    <a:pt x="20661" y="11133"/>
                  </a:cubicBezTo>
                  <a:lnTo>
                    <a:pt x="20697" y="11133"/>
                  </a:lnTo>
                  <a:cubicBezTo>
                    <a:pt x="20706" y="10954"/>
                    <a:pt x="20759" y="10785"/>
                    <a:pt x="20795" y="10606"/>
                  </a:cubicBezTo>
                  <a:cubicBezTo>
                    <a:pt x="20884" y="10571"/>
                    <a:pt x="20768" y="10392"/>
                    <a:pt x="20733" y="10312"/>
                  </a:cubicBezTo>
                  <a:cubicBezTo>
                    <a:pt x="20697" y="10116"/>
                    <a:pt x="20947" y="9893"/>
                    <a:pt x="20786" y="9750"/>
                  </a:cubicBezTo>
                  <a:cubicBezTo>
                    <a:pt x="20786" y="9723"/>
                    <a:pt x="20786" y="9688"/>
                    <a:pt x="20786" y="9670"/>
                  </a:cubicBezTo>
                  <a:lnTo>
                    <a:pt x="20741" y="9670"/>
                  </a:lnTo>
                  <a:cubicBezTo>
                    <a:pt x="20741" y="9652"/>
                    <a:pt x="20733" y="9616"/>
                    <a:pt x="20733" y="9598"/>
                  </a:cubicBezTo>
                  <a:cubicBezTo>
                    <a:pt x="20750" y="9393"/>
                    <a:pt x="20741" y="9188"/>
                    <a:pt x="20733" y="8983"/>
                  </a:cubicBezTo>
                  <a:cubicBezTo>
                    <a:pt x="20822" y="8876"/>
                    <a:pt x="20857" y="8742"/>
                    <a:pt x="20813" y="8608"/>
                  </a:cubicBezTo>
                  <a:cubicBezTo>
                    <a:pt x="20724" y="8510"/>
                    <a:pt x="20581" y="8430"/>
                    <a:pt x="20581" y="8278"/>
                  </a:cubicBezTo>
                  <a:cubicBezTo>
                    <a:pt x="20590" y="8225"/>
                    <a:pt x="20563" y="8171"/>
                    <a:pt x="20501" y="8171"/>
                  </a:cubicBezTo>
                  <a:cubicBezTo>
                    <a:pt x="20376" y="7975"/>
                    <a:pt x="20224" y="7796"/>
                    <a:pt x="20099" y="7600"/>
                  </a:cubicBezTo>
                  <a:cubicBezTo>
                    <a:pt x="19983" y="7431"/>
                    <a:pt x="20028" y="7190"/>
                    <a:pt x="19930" y="7020"/>
                  </a:cubicBezTo>
                  <a:cubicBezTo>
                    <a:pt x="19903" y="6904"/>
                    <a:pt x="19814" y="6815"/>
                    <a:pt x="19733" y="6735"/>
                  </a:cubicBezTo>
                  <a:cubicBezTo>
                    <a:pt x="19742" y="6663"/>
                    <a:pt x="19733" y="6628"/>
                    <a:pt x="19689" y="6619"/>
                  </a:cubicBezTo>
                  <a:cubicBezTo>
                    <a:pt x="19698" y="6538"/>
                    <a:pt x="19644" y="6485"/>
                    <a:pt x="19609" y="6423"/>
                  </a:cubicBezTo>
                  <a:cubicBezTo>
                    <a:pt x="19626" y="6217"/>
                    <a:pt x="19457" y="6039"/>
                    <a:pt x="19439" y="5825"/>
                  </a:cubicBezTo>
                  <a:lnTo>
                    <a:pt x="19403" y="5825"/>
                  </a:lnTo>
                  <a:cubicBezTo>
                    <a:pt x="19377" y="5655"/>
                    <a:pt x="19154" y="5629"/>
                    <a:pt x="19109" y="5459"/>
                  </a:cubicBezTo>
                  <a:cubicBezTo>
                    <a:pt x="18975" y="5165"/>
                    <a:pt x="18752" y="4870"/>
                    <a:pt x="18476" y="4674"/>
                  </a:cubicBezTo>
                  <a:cubicBezTo>
                    <a:pt x="18288" y="4540"/>
                    <a:pt x="18163" y="4344"/>
                    <a:pt x="17967" y="4228"/>
                  </a:cubicBezTo>
                  <a:cubicBezTo>
                    <a:pt x="17690" y="3862"/>
                    <a:pt x="17369" y="3523"/>
                    <a:pt x="16977" y="3291"/>
                  </a:cubicBezTo>
                  <a:cubicBezTo>
                    <a:pt x="16629" y="2970"/>
                    <a:pt x="16192" y="2711"/>
                    <a:pt x="15799" y="2426"/>
                  </a:cubicBezTo>
                  <a:cubicBezTo>
                    <a:pt x="15639" y="2283"/>
                    <a:pt x="15487" y="2114"/>
                    <a:pt x="15282" y="2024"/>
                  </a:cubicBezTo>
                  <a:cubicBezTo>
                    <a:pt x="15224" y="1941"/>
                    <a:pt x="15096" y="1835"/>
                    <a:pt x="14971" y="1835"/>
                  </a:cubicBezTo>
                  <a:cubicBezTo>
                    <a:pt x="14961" y="1835"/>
                    <a:pt x="14952" y="1836"/>
                    <a:pt x="14943" y="1837"/>
                  </a:cubicBezTo>
                  <a:lnTo>
                    <a:pt x="14952" y="1801"/>
                  </a:lnTo>
                  <a:cubicBezTo>
                    <a:pt x="14791" y="1721"/>
                    <a:pt x="14702" y="1525"/>
                    <a:pt x="14515" y="1507"/>
                  </a:cubicBezTo>
                  <a:cubicBezTo>
                    <a:pt x="14506" y="1498"/>
                    <a:pt x="14488" y="1480"/>
                    <a:pt x="14470" y="1471"/>
                  </a:cubicBezTo>
                  <a:cubicBezTo>
                    <a:pt x="14452" y="1391"/>
                    <a:pt x="14327" y="1400"/>
                    <a:pt x="14283" y="1338"/>
                  </a:cubicBezTo>
                  <a:cubicBezTo>
                    <a:pt x="14211" y="1248"/>
                    <a:pt x="14086" y="1257"/>
                    <a:pt x="13988" y="1230"/>
                  </a:cubicBezTo>
                  <a:cubicBezTo>
                    <a:pt x="13944" y="1168"/>
                    <a:pt x="13854" y="1168"/>
                    <a:pt x="13792" y="1150"/>
                  </a:cubicBezTo>
                  <a:cubicBezTo>
                    <a:pt x="13658" y="1043"/>
                    <a:pt x="13444" y="999"/>
                    <a:pt x="13292" y="891"/>
                  </a:cubicBezTo>
                  <a:cubicBezTo>
                    <a:pt x="13284" y="767"/>
                    <a:pt x="13052" y="704"/>
                    <a:pt x="12945" y="668"/>
                  </a:cubicBezTo>
                  <a:cubicBezTo>
                    <a:pt x="12918" y="633"/>
                    <a:pt x="12882" y="597"/>
                    <a:pt x="12846" y="570"/>
                  </a:cubicBezTo>
                  <a:cubicBezTo>
                    <a:pt x="12837" y="571"/>
                    <a:pt x="12828" y="572"/>
                    <a:pt x="12820" y="572"/>
                  </a:cubicBezTo>
                  <a:cubicBezTo>
                    <a:pt x="12692" y="572"/>
                    <a:pt x="12585" y="473"/>
                    <a:pt x="12461" y="473"/>
                  </a:cubicBezTo>
                  <a:cubicBezTo>
                    <a:pt x="12441" y="473"/>
                    <a:pt x="12421" y="475"/>
                    <a:pt x="12400" y="481"/>
                  </a:cubicBezTo>
                  <a:cubicBezTo>
                    <a:pt x="12324" y="458"/>
                    <a:pt x="12247" y="395"/>
                    <a:pt x="12164" y="395"/>
                  </a:cubicBezTo>
                  <a:cubicBezTo>
                    <a:pt x="12151" y="395"/>
                    <a:pt x="12137" y="397"/>
                    <a:pt x="12124" y="401"/>
                  </a:cubicBezTo>
                  <a:cubicBezTo>
                    <a:pt x="11874" y="347"/>
                    <a:pt x="11633" y="285"/>
                    <a:pt x="11392" y="213"/>
                  </a:cubicBezTo>
                  <a:cubicBezTo>
                    <a:pt x="11437" y="124"/>
                    <a:pt x="11294" y="169"/>
                    <a:pt x="11250" y="142"/>
                  </a:cubicBezTo>
                  <a:cubicBezTo>
                    <a:pt x="10928" y="115"/>
                    <a:pt x="10616" y="98"/>
                    <a:pt x="10295" y="53"/>
                  </a:cubicBezTo>
                  <a:cubicBezTo>
                    <a:pt x="10203" y="14"/>
                    <a:pt x="10108" y="1"/>
                    <a:pt x="10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3494525" y="3343485"/>
            <a:ext cx="4936200" cy="63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"/>
          </p:nvPr>
        </p:nvSpPr>
        <p:spPr>
          <a:xfrm>
            <a:off x="3494525" y="3906101"/>
            <a:ext cx="49362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>
            <a:spLocks noGrp="1"/>
          </p:cNvSpPr>
          <p:nvPr>
            <p:ph type="pic" idx="2"/>
          </p:nvPr>
        </p:nvSpPr>
        <p:spPr>
          <a:xfrm rot="405921">
            <a:off x="780801" y="630482"/>
            <a:ext cx="2477854" cy="3765135"/>
          </a:xfrm>
          <a:prstGeom prst="rect">
            <a:avLst/>
          </a:prstGeom>
          <a:noFill/>
          <a:ln w="1143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28575" dir="2400000" algn="bl" rotWithShape="0">
              <a:schemeClr val="dk1">
                <a:alpha val="30000"/>
              </a:schemeClr>
            </a:outerShdw>
          </a:effectLst>
        </p:spPr>
      </p:sp>
      <p:sp>
        <p:nvSpPr>
          <p:cNvPr id="102" name="Google Shape;102;p14"/>
          <p:cNvSpPr>
            <a:spLocks noGrp="1"/>
          </p:cNvSpPr>
          <p:nvPr>
            <p:ph type="pic" idx="3"/>
          </p:nvPr>
        </p:nvSpPr>
        <p:spPr>
          <a:xfrm rot="-122102">
            <a:off x="4090413" y="569439"/>
            <a:ext cx="4080474" cy="2321067"/>
          </a:xfrm>
          <a:prstGeom prst="rect">
            <a:avLst/>
          </a:prstGeom>
          <a:noFill/>
          <a:ln w="1143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28575" dir="2400000" algn="bl" rotWithShape="0">
              <a:schemeClr val="dk1">
                <a:alpha val="30000"/>
              </a:schemeClr>
            </a:outerShdw>
          </a:effectLst>
        </p:spPr>
      </p:sp>
      <p:grpSp>
        <p:nvGrpSpPr>
          <p:cNvPr id="103" name="Google Shape;103;p14"/>
          <p:cNvGrpSpPr/>
          <p:nvPr/>
        </p:nvGrpSpPr>
        <p:grpSpPr>
          <a:xfrm>
            <a:off x="2143525" y="173115"/>
            <a:ext cx="1086486" cy="415462"/>
            <a:chOff x="2143525" y="173115"/>
            <a:chExt cx="1086486" cy="415462"/>
          </a:xfrm>
        </p:grpSpPr>
        <p:grpSp>
          <p:nvGrpSpPr>
            <p:cNvPr id="104" name="Google Shape;104;p14"/>
            <p:cNvGrpSpPr/>
            <p:nvPr/>
          </p:nvGrpSpPr>
          <p:grpSpPr>
            <a:xfrm>
              <a:off x="2489786" y="173115"/>
              <a:ext cx="740224" cy="415462"/>
              <a:chOff x="4236174" y="166415"/>
              <a:chExt cx="740224" cy="415462"/>
            </a:xfrm>
          </p:grpSpPr>
          <p:sp>
            <p:nvSpPr>
              <p:cNvPr id="105" name="Google Shape;105;p14"/>
              <p:cNvSpPr/>
              <p:nvPr/>
            </p:nvSpPr>
            <p:spPr>
              <a:xfrm>
                <a:off x="4236174" y="230775"/>
                <a:ext cx="286890" cy="286743"/>
              </a:xfrm>
              <a:custGeom>
                <a:avLst/>
                <a:gdLst/>
                <a:ahLst/>
                <a:cxnLst/>
                <a:rect l="l" t="t" r="r" b="b"/>
                <a:pathLst>
                  <a:path w="21510" h="21499" extrusionOk="0">
                    <a:moveTo>
                      <a:pt x="11164" y="0"/>
                    </a:moveTo>
                    <a:cubicBezTo>
                      <a:pt x="11086" y="0"/>
                      <a:pt x="10992" y="29"/>
                      <a:pt x="10947" y="74"/>
                    </a:cubicBezTo>
                    <a:cubicBezTo>
                      <a:pt x="10884" y="217"/>
                      <a:pt x="10706" y="217"/>
                      <a:pt x="10563" y="226"/>
                    </a:cubicBezTo>
                    <a:cubicBezTo>
                      <a:pt x="10545" y="208"/>
                      <a:pt x="10510" y="190"/>
                      <a:pt x="10483" y="181"/>
                    </a:cubicBezTo>
                    <a:cubicBezTo>
                      <a:pt x="10491" y="143"/>
                      <a:pt x="10466" y="135"/>
                      <a:pt x="10433" y="135"/>
                    </a:cubicBezTo>
                    <a:cubicBezTo>
                      <a:pt x="10407" y="135"/>
                      <a:pt x="10375" y="140"/>
                      <a:pt x="10350" y="140"/>
                    </a:cubicBezTo>
                    <a:cubicBezTo>
                      <a:pt x="10339" y="140"/>
                      <a:pt x="10330" y="139"/>
                      <a:pt x="10322" y="136"/>
                    </a:cubicBezTo>
                    <a:cubicBezTo>
                      <a:pt x="10318" y="101"/>
                      <a:pt x="10274" y="90"/>
                      <a:pt x="10219" y="90"/>
                    </a:cubicBezTo>
                    <a:cubicBezTo>
                      <a:pt x="10149" y="90"/>
                      <a:pt x="10063" y="108"/>
                      <a:pt x="10028" y="118"/>
                    </a:cubicBezTo>
                    <a:cubicBezTo>
                      <a:pt x="9936" y="142"/>
                      <a:pt x="9890" y="291"/>
                      <a:pt x="9798" y="291"/>
                    </a:cubicBezTo>
                    <a:cubicBezTo>
                      <a:pt x="9784" y="291"/>
                      <a:pt x="9768" y="288"/>
                      <a:pt x="9751" y="279"/>
                    </a:cubicBezTo>
                    <a:cubicBezTo>
                      <a:pt x="9719" y="266"/>
                      <a:pt x="9689" y="261"/>
                      <a:pt x="9659" y="261"/>
                    </a:cubicBezTo>
                    <a:cubicBezTo>
                      <a:pt x="9468" y="261"/>
                      <a:pt x="9317" y="491"/>
                      <a:pt x="9130" y="491"/>
                    </a:cubicBezTo>
                    <a:cubicBezTo>
                      <a:pt x="9103" y="491"/>
                      <a:pt x="9075" y="486"/>
                      <a:pt x="9047" y="475"/>
                    </a:cubicBezTo>
                    <a:cubicBezTo>
                      <a:pt x="8972" y="516"/>
                      <a:pt x="8908" y="577"/>
                      <a:pt x="8831" y="577"/>
                    </a:cubicBezTo>
                    <a:cubicBezTo>
                      <a:pt x="8806" y="577"/>
                      <a:pt x="8780" y="571"/>
                      <a:pt x="8752" y="556"/>
                    </a:cubicBezTo>
                    <a:cubicBezTo>
                      <a:pt x="8663" y="580"/>
                      <a:pt x="8572" y="586"/>
                      <a:pt x="8479" y="586"/>
                    </a:cubicBezTo>
                    <a:cubicBezTo>
                      <a:pt x="8394" y="586"/>
                      <a:pt x="8308" y="581"/>
                      <a:pt x="8221" y="581"/>
                    </a:cubicBezTo>
                    <a:cubicBezTo>
                      <a:pt x="8196" y="581"/>
                      <a:pt x="8171" y="581"/>
                      <a:pt x="8146" y="582"/>
                    </a:cubicBezTo>
                    <a:lnTo>
                      <a:pt x="8155" y="627"/>
                    </a:lnTo>
                    <a:cubicBezTo>
                      <a:pt x="8021" y="627"/>
                      <a:pt x="7896" y="672"/>
                      <a:pt x="7780" y="734"/>
                    </a:cubicBezTo>
                    <a:cubicBezTo>
                      <a:pt x="7477" y="743"/>
                      <a:pt x="7218" y="930"/>
                      <a:pt x="6915" y="957"/>
                    </a:cubicBezTo>
                    <a:cubicBezTo>
                      <a:pt x="6799" y="993"/>
                      <a:pt x="6736" y="1118"/>
                      <a:pt x="6620" y="1144"/>
                    </a:cubicBezTo>
                    <a:cubicBezTo>
                      <a:pt x="6600" y="1141"/>
                      <a:pt x="6580" y="1140"/>
                      <a:pt x="6560" y="1140"/>
                    </a:cubicBezTo>
                    <a:cubicBezTo>
                      <a:pt x="6414" y="1140"/>
                      <a:pt x="6282" y="1224"/>
                      <a:pt x="6219" y="1350"/>
                    </a:cubicBezTo>
                    <a:cubicBezTo>
                      <a:pt x="6130" y="1414"/>
                      <a:pt x="6021" y="1449"/>
                      <a:pt x="5909" y="1449"/>
                    </a:cubicBezTo>
                    <a:cubicBezTo>
                      <a:pt x="5896" y="1449"/>
                      <a:pt x="5883" y="1449"/>
                      <a:pt x="5871" y="1448"/>
                    </a:cubicBezTo>
                    <a:cubicBezTo>
                      <a:pt x="5728" y="1528"/>
                      <a:pt x="5541" y="1519"/>
                      <a:pt x="5443" y="1662"/>
                    </a:cubicBezTo>
                    <a:cubicBezTo>
                      <a:pt x="5086" y="2028"/>
                      <a:pt x="4613" y="2286"/>
                      <a:pt x="4372" y="2759"/>
                    </a:cubicBezTo>
                    <a:cubicBezTo>
                      <a:pt x="3935" y="3232"/>
                      <a:pt x="3685" y="3856"/>
                      <a:pt x="3257" y="4338"/>
                    </a:cubicBezTo>
                    <a:cubicBezTo>
                      <a:pt x="3079" y="4543"/>
                      <a:pt x="2998" y="4802"/>
                      <a:pt x="2838" y="5016"/>
                    </a:cubicBezTo>
                    <a:cubicBezTo>
                      <a:pt x="2659" y="5212"/>
                      <a:pt x="2543" y="5453"/>
                      <a:pt x="2436" y="5694"/>
                    </a:cubicBezTo>
                    <a:cubicBezTo>
                      <a:pt x="2276" y="5810"/>
                      <a:pt x="2204" y="6033"/>
                      <a:pt x="2088" y="6194"/>
                    </a:cubicBezTo>
                    <a:cubicBezTo>
                      <a:pt x="2070" y="6354"/>
                      <a:pt x="1963" y="6470"/>
                      <a:pt x="1901" y="6613"/>
                    </a:cubicBezTo>
                    <a:cubicBezTo>
                      <a:pt x="1758" y="6782"/>
                      <a:pt x="1874" y="7032"/>
                      <a:pt x="1723" y="7202"/>
                    </a:cubicBezTo>
                    <a:cubicBezTo>
                      <a:pt x="1696" y="7416"/>
                      <a:pt x="1508" y="7567"/>
                      <a:pt x="1437" y="7764"/>
                    </a:cubicBezTo>
                    <a:cubicBezTo>
                      <a:pt x="1357" y="8308"/>
                      <a:pt x="1125" y="8808"/>
                      <a:pt x="946" y="9325"/>
                    </a:cubicBezTo>
                    <a:cubicBezTo>
                      <a:pt x="982" y="9601"/>
                      <a:pt x="732" y="9816"/>
                      <a:pt x="741" y="10083"/>
                    </a:cubicBezTo>
                    <a:lnTo>
                      <a:pt x="706" y="10092"/>
                    </a:lnTo>
                    <a:cubicBezTo>
                      <a:pt x="572" y="10699"/>
                      <a:pt x="420" y="11305"/>
                      <a:pt x="268" y="11912"/>
                    </a:cubicBezTo>
                    <a:cubicBezTo>
                      <a:pt x="170" y="12162"/>
                      <a:pt x="304" y="12438"/>
                      <a:pt x="197" y="12688"/>
                    </a:cubicBezTo>
                    <a:cubicBezTo>
                      <a:pt x="117" y="12947"/>
                      <a:pt x="152" y="13214"/>
                      <a:pt x="108" y="13482"/>
                    </a:cubicBezTo>
                    <a:cubicBezTo>
                      <a:pt x="1" y="13687"/>
                      <a:pt x="224" y="13892"/>
                      <a:pt x="161" y="14098"/>
                    </a:cubicBezTo>
                    <a:cubicBezTo>
                      <a:pt x="108" y="14231"/>
                      <a:pt x="170" y="14374"/>
                      <a:pt x="143" y="14517"/>
                    </a:cubicBezTo>
                    <a:cubicBezTo>
                      <a:pt x="233" y="14829"/>
                      <a:pt x="268" y="15159"/>
                      <a:pt x="456" y="15445"/>
                    </a:cubicBezTo>
                    <a:cubicBezTo>
                      <a:pt x="554" y="15596"/>
                      <a:pt x="554" y="15802"/>
                      <a:pt x="688" y="15935"/>
                    </a:cubicBezTo>
                    <a:cubicBezTo>
                      <a:pt x="786" y="16114"/>
                      <a:pt x="982" y="16248"/>
                      <a:pt x="955" y="16480"/>
                    </a:cubicBezTo>
                    <a:cubicBezTo>
                      <a:pt x="1107" y="16845"/>
                      <a:pt x="1348" y="17184"/>
                      <a:pt x="1705" y="17372"/>
                    </a:cubicBezTo>
                    <a:cubicBezTo>
                      <a:pt x="1812" y="17461"/>
                      <a:pt x="1919" y="17550"/>
                      <a:pt x="1963" y="17684"/>
                    </a:cubicBezTo>
                    <a:cubicBezTo>
                      <a:pt x="2124" y="17773"/>
                      <a:pt x="2276" y="17880"/>
                      <a:pt x="2436" y="17969"/>
                    </a:cubicBezTo>
                    <a:cubicBezTo>
                      <a:pt x="2552" y="18139"/>
                      <a:pt x="2748" y="18157"/>
                      <a:pt x="2891" y="18282"/>
                    </a:cubicBezTo>
                    <a:cubicBezTo>
                      <a:pt x="3114" y="18344"/>
                      <a:pt x="3284" y="18531"/>
                      <a:pt x="3507" y="18603"/>
                    </a:cubicBezTo>
                    <a:cubicBezTo>
                      <a:pt x="3694" y="18799"/>
                      <a:pt x="3935" y="18942"/>
                      <a:pt x="4149" y="19120"/>
                    </a:cubicBezTo>
                    <a:cubicBezTo>
                      <a:pt x="4149" y="19218"/>
                      <a:pt x="4203" y="19352"/>
                      <a:pt x="4327" y="19352"/>
                    </a:cubicBezTo>
                    <a:cubicBezTo>
                      <a:pt x="4729" y="19397"/>
                      <a:pt x="5068" y="19620"/>
                      <a:pt x="5362" y="19878"/>
                    </a:cubicBezTo>
                    <a:cubicBezTo>
                      <a:pt x="5496" y="19994"/>
                      <a:pt x="5683" y="19950"/>
                      <a:pt x="5844" y="20003"/>
                    </a:cubicBezTo>
                    <a:cubicBezTo>
                      <a:pt x="5942" y="20075"/>
                      <a:pt x="6031" y="20164"/>
                      <a:pt x="6138" y="20226"/>
                    </a:cubicBezTo>
                    <a:cubicBezTo>
                      <a:pt x="6326" y="20280"/>
                      <a:pt x="6531" y="20289"/>
                      <a:pt x="6700" y="20396"/>
                    </a:cubicBezTo>
                    <a:cubicBezTo>
                      <a:pt x="6879" y="20548"/>
                      <a:pt x="7147" y="20530"/>
                      <a:pt x="7316" y="20708"/>
                    </a:cubicBezTo>
                    <a:cubicBezTo>
                      <a:pt x="7352" y="20797"/>
                      <a:pt x="7441" y="20833"/>
                      <a:pt x="7521" y="20869"/>
                    </a:cubicBezTo>
                    <a:cubicBezTo>
                      <a:pt x="7547" y="20884"/>
                      <a:pt x="7572" y="20890"/>
                      <a:pt x="7596" y="20890"/>
                    </a:cubicBezTo>
                    <a:cubicBezTo>
                      <a:pt x="7687" y="20890"/>
                      <a:pt x="7765" y="20803"/>
                      <a:pt x="7851" y="20803"/>
                    </a:cubicBezTo>
                    <a:cubicBezTo>
                      <a:pt x="7874" y="20803"/>
                      <a:pt x="7898" y="20809"/>
                      <a:pt x="7923" y="20824"/>
                    </a:cubicBezTo>
                    <a:cubicBezTo>
                      <a:pt x="8095" y="20853"/>
                      <a:pt x="8273" y="20951"/>
                      <a:pt x="8452" y="20951"/>
                    </a:cubicBezTo>
                    <a:cubicBezTo>
                      <a:pt x="8496" y="20951"/>
                      <a:pt x="8539" y="20945"/>
                      <a:pt x="8583" y="20931"/>
                    </a:cubicBezTo>
                    <a:cubicBezTo>
                      <a:pt x="8708" y="21101"/>
                      <a:pt x="8957" y="21136"/>
                      <a:pt x="9047" y="21350"/>
                    </a:cubicBezTo>
                    <a:cubicBezTo>
                      <a:pt x="9189" y="21359"/>
                      <a:pt x="9341" y="21359"/>
                      <a:pt x="9457" y="21466"/>
                    </a:cubicBezTo>
                    <a:cubicBezTo>
                      <a:pt x="9488" y="21489"/>
                      <a:pt x="9515" y="21498"/>
                      <a:pt x="9540" y="21498"/>
                    </a:cubicBezTo>
                    <a:cubicBezTo>
                      <a:pt x="9619" y="21498"/>
                      <a:pt x="9672" y="21404"/>
                      <a:pt x="9760" y="21404"/>
                    </a:cubicBezTo>
                    <a:cubicBezTo>
                      <a:pt x="9948" y="21374"/>
                      <a:pt x="10130" y="21287"/>
                      <a:pt x="10321" y="21287"/>
                    </a:cubicBezTo>
                    <a:cubicBezTo>
                      <a:pt x="10357" y="21287"/>
                      <a:pt x="10393" y="21290"/>
                      <a:pt x="10429" y="21297"/>
                    </a:cubicBezTo>
                    <a:cubicBezTo>
                      <a:pt x="10441" y="21298"/>
                      <a:pt x="10452" y="21298"/>
                      <a:pt x="10463" y="21298"/>
                    </a:cubicBezTo>
                    <a:cubicBezTo>
                      <a:pt x="10519" y="21298"/>
                      <a:pt x="10577" y="21290"/>
                      <a:pt x="10632" y="21290"/>
                    </a:cubicBezTo>
                    <a:cubicBezTo>
                      <a:pt x="10699" y="21290"/>
                      <a:pt x="10764" y="21301"/>
                      <a:pt x="10822" y="21350"/>
                    </a:cubicBezTo>
                    <a:cubicBezTo>
                      <a:pt x="11018" y="21359"/>
                      <a:pt x="11215" y="21364"/>
                      <a:pt x="11411" y="21364"/>
                    </a:cubicBezTo>
                    <a:cubicBezTo>
                      <a:pt x="11607" y="21364"/>
                      <a:pt x="11803" y="21359"/>
                      <a:pt x="12000" y="21350"/>
                    </a:cubicBezTo>
                    <a:cubicBezTo>
                      <a:pt x="12106" y="21286"/>
                      <a:pt x="12221" y="21270"/>
                      <a:pt x="12340" y="21270"/>
                    </a:cubicBezTo>
                    <a:cubicBezTo>
                      <a:pt x="12459" y="21270"/>
                      <a:pt x="12581" y="21286"/>
                      <a:pt x="12700" y="21286"/>
                    </a:cubicBezTo>
                    <a:cubicBezTo>
                      <a:pt x="12740" y="21286"/>
                      <a:pt x="12781" y="21284"/>
                      <a:pt x="12820" y="21279"/>
                    </a:cubicBezTo>
                    <a:lnTo>
                      <a:pt x="12820" y="21243"/>
                    </a:lnTo>
                    <a:cubicBezTo>
                      <a:pt x="13168" y="21145"/>
                      <a:pt x="13534" y="21154"/>
                      <a:pt x="13873" y="21047"/>
                    </a:cubicBezTo>
                    <a:cubicBezTo>
                      <a:pt x="14007" y="21029"/>
                      <a:pt x="14167" y="21003"/>
                      <a:pt x="14274" y="20922"/>
                    </a:cubicBezTo>
                    <a:cubicBezTo>
                      <a:pt x="14293" y="20924"/>
                      <a:pt x="14312" y="20925"/>
                      <a:pt x="14330" y="20925"/>
                    </a:cubicBezTo>
                    <a:cubicBezTo>
                      <a:pt x="14411" y="20925"/>
                      <a:pt x="14491" y="20905"/>
                      <a:pt x="14542" y="20833"/>
                    </a:cubicBezTo>
                    <a:cubicBezTo>
                      <a:pt x="14970" y="20637"/>
                      <a:pt x="15416" y="20467"/>
                      <a:pt x="15845" y="20271"/>
                    </a:cubicBezTo>
                    <a:cubicBezTo>
                      <a:pt x="16451" y="19941"/>
                      <a:pt x="17031" y="19557"/>
                      <a:pt x="17620" y="19200"/>
                    </a:cubicBezTo>
                    <a:cubicBezTo>
                      <a:pt x="18066" y="18879"/>
                      <a:pt x="18565" y="18621"/>
                      <a:pt x="18985" y="18264"/>
                    </a:cubicBezTo>
                    <a:cubicBezTo>
                      <a:pt x="19288" y="18112"/>
                      <a:pt x="19547" y="17862"/>
                      <a:pt x="19814" y="17648"/>
                    </a:cubicBezTo>
                    <a:cubicBezTo>
                      <a:pt x="19868" y="17505"/>
                      <a:pt x="19966" y="17398"/>
                      <a:pt x="20091" y="17318"/>
                    </a:cubicBezTo>
                    <a:cubicBezTo>
                      <a:pt x="20136" y="17211"/>
                      <a:pt x="20225" y="17158"/>
                      <a:pt x="20305" y="17086"/>
                    </a:cubicBezTo>
                    <a:cubicBezTo>
                      <a:pt x="20323" y="16801"/>
                      <a:pt x="20582" y="16631"/>
                      <a:pt x="20760" y="16453"/>
                    </a:cubicBezTo>
                    <a:cubicBezTo>
                      <a:pt x="20805" y="16346"/>
                      <a:pt x="20840" y="16230"/>
                      <a:pt x="20867" y="16123"/>
                    </a:cubicBezTo>
                    <a:cubicBezTo>
                      <a:pt x="20900" y="16090"/>
                      <a:pt x="20955" y="15968"/>
                      <a:pt x="20896" y="15968"/>
                    </a:cubicBezTo>
                    <a:cubicBezTo>
                      <a:pt x="20890" y="15968"/>
                      <a:pt x="20884" y="15969"/>
                      <a:pt x="20876" y="15971"/>
                    </a:cubicBezTo>
                    <a:cubicBezTo>
                      <a:pt x="20885" y="15819"/>
                      <a:pt x="21010" y="15730"/>
                      <a:pt x="21108" y="15632"/>
                    </a:cubicBezTo>
                    <a:cubicBezTo>
                      <a:pt x="21126" y="15356"/>
                      <a:pt x="21313" y="15115"/>
                      <a:pt x="21277" y="14838"/>
                    </a:cubicBezTo>
                    <a:lnTo>
                      <a:pt x="21242" y="14838"/>
                    </a:lnTo>
                    <a:cubicBezTo>
                      <a:pt x="21242" y="14785"/>
                      <a:pt x="21242" y="14731"/>
                      <a:pt x="21242" y="14686"/>
                    </a:cubicBezTo>
                    <a:cubicBezTo>
                      <a:pt x="21313" y="14624"/>
                      <a:pt x="21242" y="14499"/>
                      <a:pt x="21331" y="14446"/>
                    </a:cubicBezTo>
                    <a:cubicBezTo>
                      <a:pt x="21429" y="14365"/>
                      <a:pt x="21456" y="14231"/>
                      <a:pt x="21483" y="14116"/>
                    </a:cubicBezTo>
                    <a:cubicBezTo>
                      <a:pt x="21500" y="14017"/>
                      <a:pt x="21376" y="13991"/>
                      <a:pt x="21358" y="13910"/>
                    </a:cubicBezTo>
                    <a:cubicBezTo>
                      <a:pt x="21322" y="13536"/>
                      <a:pt x="21509" y="13179"/>
                      <a:pt x="21411" y="12813"/>
                    </a:cubicBezTo>
                    <a:cubicBezTo>
                      <a:pt x="21376" y="12679"/>
                      <a:pt x="21438" y="12483"/>
                      <a:pt x="21313" y="12421"/>
                    </a:cubicBezTo>
                    <a:lnTo>
                      <a:pt x="21322" y="12385"/>
                    </a:lnTo>
                    <a:lnTo>
                      <a:pt x="21286" y="12385"/>
                    </a:lnTo>
                    <a:cubicBezTo>
                      <a:pt x="21045" y="12269"/>
                      <a:pt x="21099" y="11974"/>
                      <a:pt x="20938" y="11796"/>
                    </a:cubicBezTo>
                    <a:cubicBezTo>
                      <a:pt x="20974" y="11573"/>
                      <a:pt x="21099" y="11377"/>
                      <a:pt x="21010" y="11145"/>
                    </a:cubicBezTo>
                    <a:cubicBezTo>
                      <a:pt x="20965" y="10984"/>
                      <a:pt x="21144" y="10841"/>
                      <a:pt x="21090" y="10681"/>
                    </a:cubicBezTo>
                    <a:cubicBezTo>
                      <a:pt x="21037" y="10476"/>
                      <a:pt x="21170" y="10297"/>
                      <a:pt x="21233" y="10119"/>
                    </a:cubicBezTo>
                    <a:lnTo>
                      <a:pt x="21188" y="10119"/>
                    </a:lnTo>
                    <a:cubicBezTo>
                      <a:pt x="21206" y="9896"/>
                      <a:pt x="21233" y="9646"/>
                      <a:pt x="21099" y="9459"/>
                    </a:cubicBezTo>
                    <a:cubicBezTo>
                      <a:pt x="21045" y="9378"/>
                      <a:pt x="21081" y="9280"/>
                      <a:pt x="21144" y="9227"/>
                    </a:cubicBezTo>
                    <a:cubicBezTo>
                      <a:pt x="21152" y="9152"/>
                      <a:pt x="21231" y="8920"/>
                      <a:pt x="21146" y="8920"/>
                    </a:cubicBezTo>
                    <a:cubicBezTo>
                      <a:pt x="21140" y="8920"/>
                      <a:pt x="21133" y="8921"/>
                      <a:pt x="21126" y="8923"/>
                    </a:cubicBezTo>
                    <a:cubicBezTo>
                      <a:pt x="21001" y="8709"/>
                      <a:pt x="21028" y="8397"/>
                      <a:pt x="20831" y="8237"/>
                    </a:cubicBezTo>
                    <a:cubicBezTo>
                      <a:pt x="20849" y="8094"/>
                      <a:pt x="20849" y="7942"/>
                      <a:pt x="20724" y="7862"/>
                    </a:cubicBezTo>
                    <a:cubicBezTo>
                      <a:pt x="20787" y="7692"/>
                      <a:pt x="20617" y="7648"/>
                      <a:pt x="20591" y="7514"/>
                    </a:cubicBezTo>
                    <a:cubicBezTo>
                      <a:pt x="20644" y="7416"/>
                      <a:pt x="20751" y="7157"/>
                      <a:pt x="20599" y="7104"/>
                    </a:cubicBezTo>
                    <a:cubicBezTo>
                      <a:pt x="20564" y="7032"/>
                      <a:pt x="20492" y="6997"/>
                      <a:pt x="20439" y="6934"/>
                    </a:cubicBezTo>
                    <a:cubicBezTo>
                      <a:pt x="20421" y="6684"/>
                      <a:pt x="20403" y="6426"/>
                      <a:pt x="20278" y="6212"/>
                    </a:cubicBezTo>
                    <a:cubicBezTo>
                      <a:pt x="20136" y="6104"/>
                      <a:pt x="20189" y="5890"/>
                      <a:pt x="20091" y="5748"/>
                    </a:cubicBezTo>
                    <a:cubicBezTo>
                      <a:pt x="19993" y="5605"/>
                      <a:pt x="19921" y="5444"/>
                      <a:pt x="19850" y="5284"/>
                    </a:cubicBezTo>
                    <a:cubicBezTo>
                      <a:pt x="19895" y="4971"/>
                      <a:pt x="19475" y="4945"/>
                      <a:pt x="19431" y="4686"/>
                    </a:cubicBezTo>
                    <a:cubicBezTo>
                      <a:pt x="19538" y="4401"/>
                      <a:pt x="19145" y="4418"/>
                      <a:pt x="19092" y="4213"/>
                    </a:cubicBezTo>
                    <a:cubicBezTo>
                      <a:pt x="19038" y="3990"/>
                      <a:pt x="18708" y="3963"/>
                      <a:pt x="18690" y="3731"/>
                    </a:cubicBezTo>
                    <a:cubicBezTo>
                      <a:pt x="18351" y="3455"/>
                      <a:pt x="18039" y="3134"/>
                      <a:pt x="17664" y="2911"/>
                    </a:cubicBezTo>
                    <a:cubicBezTo>
                      <a:pt x="17575" y="2857"/>
                      <a:pt x="17655" y="2723"/>
                      <a:pt x="17557" y="2697"/>
                    </a:cubicBezTo>
                    <a:cubicBezTo>
                      <a:pt x="17388" y="2607"/>
                      <a:pt x="17343" y="2393"/>
                      <a:pt x="17165" y="2313"/>
                    </a:cubicBezTo>
                    <a:cubicBezTo>
                      <a:pt x="17013" y="2224"/>
                      <a:pt x="16879" y="2090"/>
                      <a:pt x="16728" y="1992"/>
                    </a:cubicBezTo>
                    <a:cubicBezTo>
                      <a:pt x="16157" y="1573"/>
                      <a:pt x="15514" y="1278"/>
                      <a:pt x="14917" y="904"/>
                    </a:cubicBezTo>
                    <a:cubicBezTo>
                      <a:pt x="14899" y="832"/>
                      <a:pt x="14783" y="850"/>
                      <a:pt x="14729" y="832"/>
                    </a:cubicBezTo>
                    <a:cubicBezTo>
                      <a:pt x="14616" y="718"/>
                      <a:pt x="14489" y="637"/>
                      <a:pt x="14333" y="637"/>
                    </a:cubicBezTo>
                    <a:cubicBezTo>
                      <a:pt x="14306" y="637"/>
                      <a:pt x="14277" y="639"/>
                      <a:pt x="14248" y="645"/>
                    </a:cubicBezTo>
                    <a:cubicBezTo>
                      <a:pt x="14105" y="556"/>
                      <a:pt x="13927" y="520"/>
                      <a:pt x="13802" y="404"/>
                    </a:cubicBezTo>
                    <a:cubicBezTo>
                      <a:pt x="13659" y="252"/>
                      <a:pt x="13400" y="333"/>
                      <a:pt x="13275" y="172"/>
                    </a:cubicBezTo>
                    <a:cubicBezTo>
                      <a:pt x="13233" y="141"/>
                      <a:pt x="13189" y="129"/>
                      <a:pt x="13145" y="129"/>
                    </a:cubicBezTo>
                    <a:cubicBezTo>
                      <a:pt x="13017" y="129"/>
                      <a:pt x="12882" y="224"/>
                      <a:pt x="12755" y="224"/>
                    </a:cubicBezTo>
                    <a:cubicBezTo>
                      <a:pt x="12710" y="224"/>
                      <a:pt x="12666" y="212"/>
                      <a:pt x="12624" y="181"/>
                    </a:cubicBezTo>
                    <a:cubicBezTo>
                      <a:pt x="12426" y="82"/>
                      <a:pt x="12189" y="13"/>
                      <a:pt x="11967" y="13"/>
                    </a:cubicBezTo>
                    <a:cubicBezTo>
                      <a:pt x="11869" y="13"/>
                      <a:pt x="11774" y="26"/>
                      <a:pt x="11687" y="56"/>
                    </a:cubicBezTo>
                    <a:cubicBezTo>
                      <a:pt x="11682" y="55"/>
                      <a:pt x="11677" y="55"/>
                      <a:pt x="11672" y="55"/>
                    </a:cubicBezTo>
                    <a:cubicBezTo>
                      <a:pt x="11620" y="55"/>
                      <a:pt x="11596" y="96"/>
                      <a:pt x="11571" y="136"/>
                    </a:cubicBezTo>
                    <a:cubicBezTo>
                      <a:pt x="11557" y="139"/>
                      <a:pt x="11543" y="140"/>
                      <a:pt x="11529" y="140"/>
                    </a:cubicBezTo>
                    <a:cubicBezTo>
                      <a:pt x="11440" y="140"/>
                      <a:pt x="11363" y="95"/>
                      <a:pt x="11286" y="56"/>
                    </a:cubicBezTo>
                    <a:cubicBezTo>
                      <a:pt x="11274" y="17"/>
                      <a:pt x="11224" y="0"/>
                      <a:pt x="1116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 rot="-2154162">
                <a:off x="4627260" y="221545"/>
                <a:ext cx="286905" cy="305202"/>
              </a:xfrm>
              <a:custGeom>
                <a:avLst/>
                <a:gdLst/>
                <a:ahLst/>
                <a:cxnLst/>
                <a:rect l="l" t="t" r="r" b="b"/>
                <a:pathLst>
                  <a:path w="20965" h="22302" extrusionOk="0">
                    <a:moveTo>
                      <a:pt x="10013" y="1"/>
                    </a:moveTo>
                    <a:cubicBezTo>
                      <a:pt x="9832" y="1"/>
                      <a:pt x="9646" y="47"/>
                      <a:pt x="9460" y="47"/>
                    </a:cubicBezTo>
                    <a:cubicBezTo>
                      <a:pt x="9432" y="47"/>
                      <a:pt x="9404" y="46"/>
                      <a:pt x="9376" y="44"/>
                    </a:cubicBezTo>
                    <a:lnTo>
                      <a:pt x="9376" y="44"/>
                    </a:lnTo>
                    <a:lnTo>
                      <a:pt x="9385" y="89"/>
                    </a:lnTo>
                    <a:cubicBezTo>
                      <a:pt x="9242" y="80"/>
                      <a:pt x="9100" y="77"/>
                      <a:pt x="8957" y="77"/>
                    </a:cubicBezTo>
                    <a:cubicBezTo>
                      <a:pt x="8814" y="77"/>
                      <a:pt x="8671" y="80"/>
                      <a:pt x="8529" y="80"/>
                    </a:cubicBezTo>
                    <a:cubicBezTo>
                      <a:pt x="8398" y="65"/>
                      <a:pt x="8260" y="40"/>
                      <a:pt x="8125" y="40"/>
                    </a:cubicBezTo>
                    <a:cubicBezTo>
                      <a:pt x="8011" y="40"/>
                      <a:pt x="7899" y="58"/>
                      <a:pt x="7797" y="115"/>
                    </a:cubicBezTo>
                    <a:cubicBezTo>
                      <a:pt x="7565" y="240"/>
                      <a:pt x="7289" y="213"/>
                      <a:pt x="7039" y="249"/>
                    </a:cubicBezTo>
                    <a:lnTo>
                      <a:pt x="7048" y="294"/>
                    </a:lnTo>
                    <a:cubicBezTo>
                      <a:pt x="7005" y="309"/>
                      <a:pt x="6959" y="312"/>
                      <a:pt x="6912" y="312"/>
                    </a:cubicBezTo>
                    <a:cubicBezTo>
                      <a:pt x="6880" y="312"/>
                      <a:pt x="6848" y="310"/>
                      <a:pt x="6816" y="310"/>
                    </a:cubicBezTo>
                    <a:cubicBezTo>
                      <a:pt x="6730" y="310"/>
                      <a:pt x="6649" y="321"/>
                      <a:pt x="6593" y="401"/>
                    </a:cubicBezTo>
                    <a:cubicBezTo>
                      <a:pt x="6486" y="561"/>
                      <a:pt x="6298" y="490"/>
                      <a:pt x="6156" y="570"/>
                    </a:cubicBezTo>
                    <a:cubicBezTo>
                      <a:pt x="6049" y="561"/>
                      <a:pt x="5941" y="552"/>
                      <a:pt x="5861" y="472"/>
                    </a:cubicBezTo>
                    <a:cubicBezTo>
                      <a:pt x="5832" y="446"/>
                      <a:pt x="5800" y="435"/>
                      <a:pt x="5769" y="435"/>
                    </a:cubicBezTo>
                    <a:cubicBezTo>
                      <a:pt x="5714" y="435"/>
                      <a:pt x="5664" y="472"/>
                      <a:pt x="5647" y="535"/>
                    </a:cubicBezTo>
                    <a:cubicBezTo>
                      <a:pt x="5478" y="588"/>
                      <a:pt x="5344" y="695"/>
                      <a:pt x="5201" y="776"/>
                    </a:cubicBezTo>
                    <a:cubicBezTo>
                      <a:pt x="5191" y="776"/>
                      <a:pt x="5180" y="776"/>
                      <a:pt x="5169" y="776"/>
                    </a:cubicBezTo>
                    <a:cubicBezTo>
                      <a:pt x="5093" y="776"/>
                      <a:pt x="5007" y="767"/>
                      <a:pt x="4924" y="767"/>
                    </a:cubicBezTo>
                    <a:cubicBezTo>
                      <a:pt x="4786" y="767"/>
                      <a:pt x="4654" y="793"/>
                      <a:pt x="4585" y="936"/>
                    </a:cubicBezTo>
                    <a:cubicBezTo>
                      <a:pt x="4354" y="1079"/>
                      <a:pt x="4104" y="1195"/>
                      <a:pt x="3872" y="1338"/>
                    </a:cubicBezTo>
                    <a:cubicBezTo>
                      <a:pt x="3760" y="1345"/>
                      <a:pt x="3829" y="1517"/>
                      <a:pt x="3730" y="1517"/>
                    </a:cubicBezTo>
                    <a:cubicBezTo>
                      <a:pt x="3703" y="1517"/>
                      <a:pt x="3663" y="1504"/>
                      <a:pt x="3604" y="1471"/>
                    </a:cubicBezTo>
                    <a:cubicBezTo>
                      <a:pt x="3488" y="1516"/>
                      <a:pt x="3337" y="1552"/>
                      <a:pt x="3345" y="1694"/>
                    </a:cubicBezTo>
                    <a:cubicBezTo>
                      <a:pt x="3238" y="1793"/>
                      <a:pt x="3131" y="1900"/>
                      <a:pt x="2998" y="1953"/>
                    </a:cubicBezTo>
                    <a:lnTo>
                      <a:pt x="2998" y="1998"/>
                    </a:lnTo>
                    <a:cubicBezTo>
                      <a:pt x="2935" y="2024"/>
                      <a:pt x="2855" y="2060"/>
                      <a:pt x="2801" y="2105"/>
                    </a:cubicBezTo>
                    <a:cubicBezTo>
                      <a:pt x="2819" y="2328"/>
                      <a:pt x="2641" y="2533"/>
                      <a:pt x="2436" y="2586"/>
                    </a:cubicBezTo>
                    <a:cubicBezTo>
                      <a:pt x="2587" y="2836"/>
                      <a:pt x="2088" y="2917"/>
                      <a:pt x="2266" y="3131"/>
                    </a:cubicBezTo>
                    <a:cubicBezTo>
                      <a:pt x="2159" y="3175"/>
                      <a:pt x="2141" y="3309"/>
                      <a:pt x="2034" y="3345"/>
                    </a:cubicBezTo>
                    <a:cubicBezTo>
                      <a:pt x="1918" y="3380"/>
                      <a:pt x="1882" y="3523"/>
                      <a:pt x="1829" y="3621"/>
                    </a:cubicBezTo>
                    <a:cubicBezTo>
                      <a:pt x="1722" y="3675"/>
                      <a:pt x="1579" y="3728"/>
                      <a:pt x="1543" y="3844"/>
                    </a:cubicBezTo>
                    <a:cubicBezTo>
                      <a:pt x="1427" y="3898"/>
                      <a:pt x="1445" y="4067"/>
                      <a:pt x="1365" y="4148"/>
                    </a:cubicBezTo>
                    <a:cubicBezTo>
                      <a:pt x="1294" y="4210"/>
                      <a:pt x="1258" y="4299"/>
                      <a:pt x="1240" y="4389"/>
                    </a:cubicBezTo>
                    <a:cubicBezTo>
                      <a:pt x="1097" y="4620"/>
                      <a:pt x="937" y="4879"/>
                      <a:pt x="937" y="5165"/>
                    </a:cubicBezTo>
                    <a:lnTo>
                      <a:pt x="901" y="5156"/>
                    </a:lnTo>
                    <a:cubicBezTo>
                      <a:pt x="865" y="5370"/>
                      <a:pt x="696" y="5530"/>
                      <a:pt x="687" y="5745"/>
                    </a:cubicBezTo>
                    <a:cubicBezTo>
                      <a:pt x="696" y="6003"/>
                      <a:pt x="535" y="6208"/>
                      <a:pt x="526" y="6458"/>
                    </a:cubicBezTo>
                    <a:lnTo>
                      <a:pt x="491" y="6458"/>
                    </a:lnTo>
                    <a:cubicBezTo>
                      <a:pt x="589" y="6851"/>
                      <a:pt x="223" y="7145"/>
                      <a:pt x="330" y="7529"/>
                    </a:cubicBezTo>
                    <a:cubicBezTo>
                      <a:pt x="321" y="7582"/>
                      <a:pt x="321" y="7645"/>
                      <a:pt x="294" y="7698"/>
                    </a:cubicBezTo>
                    <a:cubicBezTo>
                      <a:pt x="205" y="7823"/>
                      <a:pt x="348" y="7975"/>
                      <a:pt x="268" y="8109"/>
                    </a:cubicBezTo>
                    <a:cubicBezTo>
                      <a:pt x="187" y="8242"/>
                      <a:pt x="134" y="8421"/>
                      <a:pt x="223" y="8564"/>
                    </a:cubicBezTo>
                    <a:cubicBezTo>
                      <a:pt x="196" y="8867"/>
                      <a:pt x="152" y="9161"/>
                      <a:pt x="170" y="9465"/>
                    </a:cubicBezTo>
                    <a:cubicBezTo>
                      <a:pt x="161" y="9589"/>
                      <a:pt x="54" y="9705"/>
                      <a:pt x="98" y="9839"/>
                    </a:cubicBezTo>
                    <a:cubicBezTo>
                      <a:pt x="45" y="10312"/>
                      <a:pt x="116" y="10812"/>
                      <a:pt x="45" y="11284"/>
                    </a:cubicBezTo>
                    <a:cubicBezTo>
                      <a:pt x="107" y="11472"/>
                      <a:pt x="107" y="11659"/>
                      <a:pt x="89" y="11846"/>
                    </a:cubicBezTo>
                    <a:cubicBezTo>
                      <a:pt x="89" y="11909"/>
                      <a:pt x="27" y="11989"/>
                      <a:pt x="89" y="12034"/>
                    </a:cubicBezTo>
                    <a:cubicBezTo>
                      <a:pt x="196" y="12105"/>
                      <a:pt x="0" y="12301"/>
                      <a:pt x="116" y="12319"/>
                    </a:cubicBezTo>
                    <a:lnTo>
                      <a:pt x="125" y="12355"/>
                    </a:lnTo>
                    <a:cubicBezTo>
                      <a:pt x="98" y="12391"/>
                      <a:pt x="54" y="12453"/>
                      <a:pt x="89" y="12507"/>
                    </a:cubicBezTo>
                    <a:cubicBezTo>
                      <a:pt x="241" y="12640"/>
                      <a:pt x="116" y="12863"/>
                      <a:pt x="161" y="13033"/>
                    </a:cubicBezTo>
                    <a:lnTo>
                      <a:pt x="196" y="13033"/>
                    </a:lnTo>
                    <a:cubicBezTo>
                      <a:pt x="214" y="13042"/>
                      <a:pt x="232" y="13060"/>
                      <a:pt x="241" y="13069"/>
                    </a:cubicBezTo>
                    <a:cubicBezTo>
                      <a:pt x="268" y="13131"/>
                      <a:pt x="277" y="13194"/>
                      <a:pt x="294" y="13256"/>
                    </a:cubicBezTo>
                    <a:cubicBezTo>
                      <a:pt x="286" y="13434"/>
                      <a:pt x="303" y="13631"/>
                      <a:pt x="402" y="13791"/>
                    </a:cubicBezTo>
                    <a:cubicBezTo>
                      <a:pt x="393" y="14193"/>
                      <a:pt x="678" y="14514"/>
                      <a:pt x="776" y="14889"/>
                    </a:cubicBezTo>
                    <a:lnTo>
                      <a:pt x="821" y="14897"/>
                    </a:lnTo>
                    <a:cubicBezTo>
                      <a:pt x="830" y="14969"/>
                      <a:pt x="883" y="15031"/>
                      <a:pt x="910" y="15112"/>
                    </a:cubicBezTo>
                    <a:cubicBezTo>
                      <a:pt x="955" y="15433"/>
                      <a:pt x="1151" y="15727"/>
                      <a:pt x="1294" y="16004"/>
                    </a:cubicBezTo>
                    <a:cubicBezTo>
                      <a:pt x="1320" y="16289"/>
                      <a:pt x="1517" y="16521"/>
                      <a:pt x="1695" y="16726"/>
                    </a:cubicBezTo>
                    <a:cubicBezTo>
                      <a:pt x="1740" y="16887"/>
                      <a:pt x="1873" y="16994"/>
                      <a:pt x="1963" y="17137"/>
                    </a:cubicBezTo>
                    <a:cubicBezTo>
                      <a:pt x="2088" y="17217"/>
                      <a:pt x="2132" y="17386"/>
                      <a:pt x="2266" y="17476"/>
                    </a:cubicBezTo>
                    <a:cubicBezTo>
                      <a:pt x="2480" y="17672"/>
                      <a:pt x="2578" y="17975"/>
                      <a:pt x="2801" y="18180"/>
                    </a:cubicBezTo>
                    <a:cubicBezTo>
                      <a:pt x="3515" y="18876"/>
                      <a:pt x="4229" y="19617"/>
                      <a:pt x="5076" y="20152"/>
                    </a:cubicBezTo>
                    <a:cubicBezTo>
                      <a:pt x="5246" y="20357"/>
                      <a:pt x="5487" y="20491"/>
                      <a:pt x="5701" y="20643"/>
                    </a:cubicBezTo>
                    <a:cubicBezTo>
                      <a:pt x="5790" y="20750"/>
                      <a:pt x="5897" y="20830"/>
                      <a:pt x="6022" y="20883"/>
                    </a:cubicBezTo>
                    <a:cubicBezTo>
                      <a:pt x="6530" y="21285"/>
                      <a:pt x="7110" y="21597"/>
                      <a:pt x="7690" y="21900"/>
                    </a:cubicBezTo>
                    <a:cubicBezTo>
                      <a:pt x="7717" y="21900"/>
                      <a:pt x="7770" y="21909"/>
                      <a:pt x="7806" y="21909"/>
                    </a:cubicBezTo>
                    <a:lnTo>
                      <a:pt x="7806" y="21945"/>
                    </a:lnTo>
                    <a:cubicBezTo>
                      <a:pt x="7820" y="21942"/>
                      <a:pt x="7834" y="21941"/>
                      <a:pt x="7847" y="21941"/>
                    </a:cubicBezTo>
                    <a:cubicBezTo>
                      <a:pt x="7978" y="21941"/>
                      <a:pt x="8062" y="22064"/>
                      <a:pt x="8187" y="22064"/>
                    </a:cubicBezTo>
                    <a:cubicBezTo>
                      <a:pt x="8216" y="22064"/>
                      <a:pt x="8246" y="22058"/>
                      <a:pt x="8279" y="22043"/>
                    </a:cubicBezTo>
                    <a:cubicBezTo>
                      <a:pt x="8300" y="22040"/>
                      <a:pt x="8321" y="22039"/>
                      <a:pt x="8343" y="22039"/>
                    </a:cubicBezTo>
                    <a:cubicBezTo>
                      <a:pt x="8441" y="22039"/>
                      <a:pt x="8544" y="22065"/>
                      <a:pt x="8642" y="22065"/>
                    </a:cubicBezTo>
                    <a:cubicBezTo>
                      <a:pt x="8705" y="22065"/>
                      <a:pt x="8767" y="22054"/>
                      <a:pt x="8823" y="22016"/>
                    </a:cubicBezTo>
                    <a:lnTo>
                      <a:pt x="8877" y="22016"/>
                    </a:lnTo>
                    <a:cubicBezTo>
                      <a:pt x="8912" y="22097"/>
                      <a:pt x="9019" y="22088"/>
                      <a:pt x="9082" y="22123"/>
                    </a:cubicBezTo>
                    <a:cubicBezTo>
                      <a:pt x="9204" y="22148"/>
                      <a:pt x="9305" y="22233"/>
                      <a:pt x="9424" y="22233"/>
                    </a:cubicBezTo>
                    <a:cubicBezTo>
                      <a:pt x="9434" y="22233"/>
                      <a:pt x="9445" y="22232"/>
                      <a:pt x="9456" y="22231"/>
                    </a:cubicBezTo>
                    <a:cubicBezTo>
                      <a:pt x="9465" y="22284"/>
                      <a:pt x="9546" y="22284"/>
                      <a:pt x="9581" y="22302"/>
                    </a:cubicBezTo>
                    <a:cubicBezTo>
                      <a:pt x="9656" y="22276"/>
                      <a:pt x="9732" y="22268"/>
                      <a:pt x="9810" y="22268"/>
                    </a:cubicBezTo>
                    <a:cubicBezTo>
                      <a:pt x="9937" y="22268"/>
                      <a:pt x="10066" y="22289"/>
                      <a:pt x="10195" y="22289"/>
                    </a:cubicBezTo>
                    <a:cubicBezTo>
                      <a:pt x="10261" y="22289"/>
                      <a:pt x="10328" y="22284"/>
                      <a:pt x="10393" y="22266"/>
                    </a:cubicBezTo>
                    <a:lnTo>
                      <a:pt x="10393" y="22231"/>
                    </a:lnTo>
                    <a:cubicBezTo>
                      <a:pt x="10415" y="22231"/>
                      <a:pt x="10437" y="22232"/>
                      <a:pt x="10459" y="22232"/>
                    </a:cubicBezTo>
                    <a:cubicBezTo>
                      <a:pt x="10651" y="22232"/>
                      <a:pt x="10843" y="22198"/>
                      <a:pt x="11035" y="22150"/>
                    </a:cubicBezTo>
                    <a:cubicBezTo>
                      <a:pt x="11099" y="22199"/>
                      <a:pt x="11166" y="22218"/>
                      <a:pt x="11235" y="22218"/>
                    </a:cubicBezTo>
                    <a:cubicBezTo>
                      <a:pt x="11328" y="22218"/>
                      <a:pt x="11424" y="22183"/>
                      <a:pt x="11517" y="22141"/>
                    </a:cubicBezTo>
                    <a:cubicBezTo>
                      <a:pt x="11660" y="22141"/>
                      <a:pt x="11847" y="22141"/>
                      <a:pt x="11928" y="21999"/>
                    </a:cubicBezTo>
                    <a:cubicBezTo>
                      <a:pt x="11941" y="22005"/>
                      <a:pt x="11953" y="22008"/>
                      <a:pt x="11966" y="22008"/>
                    </a:cubicBezTo>
                    <a:cubicBezTo>
                      <a:pt x="12018" y="22008"/>
                      <a:pt x="12062" y="21959"/>
                      <a:pt x="12113" y="21959"/>
                    </a:cubicBezTo>
                    <a:cubicBezTo>
                      <a:pt x="12131" y="21959"/>
                      <a:pt x="12149" y="21965"/>
                      <a:pt x="12168" y="21981"/>
                    </a:cubicBezTo>
                    <a:cubicBezTo>
                      <a:pt x="12391" y="21892"/>
                      <a:pt x="12632" y="21892"/>
                      <a:pt x="12864" y="21856"/>
                    </a:cubicBezTo>
                    <a:cubicBezTo>
                      <a:pt x="12886" y="21862"/>
                      <a:pt x="12909" y="21864"/>
                      <a:pt x="12933" y="21864"/>
                    </a:cubicBezTo>
                    <a:cubicBezTo>
                      <a:pt x="13014" y="21864"/>
                      <a:pt x="13100" y="21836"/>
                      <a:pt x="13176" y="21829"/>
                    </a:cubicBezTo>
                    <a:cubicBezTo>
                      <a:pt x="13194" y="21870"/>
                      <a:pt x="13345" y="21916"/>
                      <a:pt x="13434" y="21916"/>
                    </a:cubicBezTo>
                    <a:cubicBezTo>
                      <a:pt x="13480" y="21916"/>
                      <a:pt x="13510" y="21904"/>
                      <a:pt x="13498" y="21874"/>
                    </a:cubicBezTo>
                    <a:cubicBezTo>
                      <a:pt x="13649" y="21829"/>
                      <a:pt x="13792" y="21811"/>
                      <a:pt x="13944" y="21793"/>
                    </a:cubicBezTo>
                    <a:cubicBezTo>
                      <a:pt x="13970" y="21820"/>
                      <a:pt x="14015" y="21838"/>
                      <a:pt x="14069" y="21838"/>
                    </a:cubicBezTo>
                    <a:cubicBezTo>
                      <a:pt x="14090" y="21896"/>
                      <a:pt x="14199" y="21936"/>
                      <a:pt x="14286" y="21936"/>
                    </a:cubicBezTo>
                    <a:cubicBezTo>
                      <a:pt x="14346" y="21936"/>
                      <a:pt x="14395" y="21917"/>
                      <a:pt x="14399" y="21874"/>
                    </a:cubicBezTo>
                    <a:cubicBezTo>
                      <a:pt x="14497" y="21856"/>
                      <a:pt x="14586" y="21793"/>
                      <a:pt x="14693" y="21758"/>
                    </a:cubicBezTo>
                    <a:cubicBezTo>
                      <a:pt x="14721" y="21733"/>
                      <a:pt x="14763" y="21731"/>
                      <a:pt x="14807" y="21731"/>
                    </a:cubicBezTo>
                    <a:cubicBezTo>
                      <a:pt x="14820" y="21731"/>
                      <a:pt x="14832" y="21731"/>
                      <a:pt x="14845" y="21731"/>
                    </a:cubicBezTo>
                    <a:cubicBezTo>
                      <a:pt x="14900" y="21731"/>
                      <a:pt x="14952" y="21726"/>
                      <a:pt x="14970" y="21677"/>
                    </a:cubicBezTo>
                    <a:cubicBezTo>
                      <a:pt x="14987" y="21668"/>
                      <a:pt x="15023" y="21651"/>
                      <a:pt x="15041" y="21642"/>
                    </a:cubicBezTo>
                    <a:cubicBezTo>
                      <a:pt x="15139" y="21642"/>
                      <a:pt x="15255" y="21624"/>
                      <a:pt x="15300" y="21526"/>
                    </a:cubicBezTo>
                    <a:cubicBezTo>
                      <a:pt x="15505" y="21454"/>
                      <a:pt x="15790" y="21490"/>
                      <a:pt x="15933" y="21312"/>
                    </a:cubicBezTo>
                    <a:cubicBezTo>
                      <a:pt x="15951" y="21312"/>
                      <a:pt x="15987" y="21312"/>
                      <a:pt x="15995" y="21303"/>
                    </a:cubicBezTo>
                    <a:cubicBezTo>
                      <a:pt x="16014" y="21307"/>
                      <a:pt x="16034" y="21310"/>
                      <a:pt x="16054" y="21310"/>
                    </a:cubicBezTo>
                    <a:cubicBezTo>
                      <a:pt x="16148" y="21310"/>
                      <a:pt x="16247" y="21262"/>
                      <a:pt x="16299" y="21196"/>
                    </a:cubicBezTo>
                    <a:cubicBezTo>
                      <a:pt x="16424" y="21151"/>
                      <a:pt x="16370" y="20964"/>
                      <a:pt x="16459" y="20883"/>
                    </a:cubicBezTo>
                    <a:cubicBezTo>
                      <a:pt x="16549" y="20892"/>
                      <a:pt x="16620" y="20928"/>
                      <a:pt x="16700" y="20955"/>
                    </a:cubicBezTo>
                    <a:cubicBezTo>
                      <a:pt x="16843" y="20892"/>
                      <a:pt x="16995" y="20830"/>
                      <a:pt x="17102" y="20723"/>
                    </a:cubicBezTo>
                    <a:cubicBezTo>
                      <a:pt x="17191" y="20696"/>
                      <a:pt x="17334" y="20643"/>
                      <a:pt x="17334" y="20544"/>
                    </a:cubicBezTo>
                    <a:cubicBezTo>
                      <a:pt x="17414" y="20464"/>
                      <a:pt x="17521" y="20411"/>
                      <a:pt x="17592" y="20330"/>
                    </a:cubicBezTo>
                    <a:cubicBezTo>
                      <a:pt x="17699" y="20330"/>
                      <a:pt x="17682" y="20205"/>
                      <a:pt x="17744" y="20161"/>
                    </a:cubicBezTo>
                    <a:cubicBezTo>
                      <a:pt x="17762" y="20125"/>
                      <a:pt x="17833" y="20098"/>
                      <a:pt x="17815" y="20054"/>
                    </a:cubicBezTo>
                    <a:cubicBezTo>
                      <a:pt x="17985" y="19956"/>
                      <a:pt x="18226" y="19893"/>
                      <a:pt x="18270" y="19688"/>
                    </a:cubicBezTo>
                    <a:cubicBezTo>
                      <a:pt x="18288" y="19545"/>
                      <a:pt x="18476" y="19536"/>
                      <a:pt x="18583" y="19474"/>
                    </a:cubicBezTo>
                    <a:cubicBezTo>
                      <a:pt x="18636" y="19340"/>
                      <a:pt x="18734" y="19242"/>
                      <a:pt x="18877" y="19206"/>
                    </a:cubicBezTo>
                    <a:cubicBezTo>
                      <a:pt x="18895" y="19117"/>
                      <a:pt x="18948" y="18948"/>
                      <a:pt x="18975" y="18867"/>
                    </a:cubicBezTo>
                    <a:cubicBezTo>
                      <a:pt x="19162" y="18796"/>
                      <a:pt x="19162" y="18600"/>
                      <a:pt x="19216" y="18430"/>
                    </a:cubicBezTo>
                    <a:cubicBezTo>
                      <a:pt x="19350" y="18332"/>
                      <a:pt x="19421" y="18189"/>
                      <a:pt x="19466" y="18038"/>
                    </a:cubicBezTo>
                    <a:cubicBezTo>
                      <a:pt x="19582" y="17904"/>
                      <a:pt x="19680" y="17752"/>
                      <a:pt x="19787" y="17609"/>
                    </a:cubicBezTo>
                    <a:cubicBezTo>
                      <a:pt x="19858" y="17574"/>
                      <a:pt x="19921" y="17511"/>
                      <a:pt x="19930" y="17431"/>
                    </a:cubicBezTo>
                    <a:cubicBezTo>
                      <a:pt x="19921" y="17181"/>
                      <a:pt x="20099" y="16976"/>
                      <a:pt x="20117" y="16735"/>
                    </a:cubicBezTo>
                    <a:cubicBezTo>
                      <a:pt x="20420" y="15914"/>
                      <a:pt x="20465" y="15031"/>
                      <a:pt x="20777" y="14219"/>
                    </a:cubicBezTo>
                    <a:cubicBezTo>
                      <a:pt x="20857" y="14041"/>
                      <a:pt x="20840" y="13836"/>
                      <a:pt x="20741" y="13666"/>
                    </a:cubicBezTo>
                    <a:cubicBezTo>
                      <a:pt x="20715" y="13283"/>
                      <a:pt x="20965" y="12926"/>
                      <a:pt x="20875" y="12551"/>
                    </a:cubicBezTo>
                    <a:cubicBezTo>
                      <a:pt x="20804" y="12462"/>
                      <a:pt x="20831" y="12373"/>
                      <a:pt x="20866" y="12284"/>
                    </a:cubicBezTo>
                    <a:lnTo>
                      <a:pt x="20902" y="12284"/>
                    </a:lnTo>
                    <a:cubicBezTo>
                      <a:pt x="20893" y="12150"/>
                      <a:pt x="20947" y="11954"/>
                      <a:pt x="20822" y="11882"/>
                    </a:cubicBezTo>
                    <a:cubicBezTo>
                      <a:pt x="20777" y="11784"/>
                      <a:pt x="20670" y="11704"/>
                      <a:pt x="20581" y="11641"/>
                    </a:cubicBezTo>
                    <a:cubicBezTo>
                      <a:pt x="20626" y="11606"/>
                      <a:pt x="20626" y="11543"/>
                      <a:pt x="20626" y="11490"/>
                    </a:cubicBezTo>
                    <a:cubicBezTo>
                      <a:pt x="20724" y="11445"/>
                      <a:pt x="20626" y="11222"/>
                      <a:pt x="20661" y="11133"/>
                    </a:cubicBezTo>
                    <a:lnTo>
                      <a:pt x="20697" y="11133"/>
                    </a:lnTo>
                    <a:cubicBezTo>
                      <a:pt x="20706" y="10954"/>
                      <a:pt x="20759" y="10785"/>
                      <a:pt x="20795" y="10606"/>
                    </a:cubicBezTo>
                    <a:cubicBezTo>
                      <a:pt x="20884" y="10571"/>
                      <a:pt x="20768" y="10392"/>
                      <a:pt x="20733" y="10312"/>
                    </a:cubicBezTo>
                    <a:cubicBezTo>
                      <a:pt x="20697" y="10116"/>
                      <a:pt x="20947" y="9893"/>
                      <a:pt x="20786" y="9750"/>
                    </a:cubicBezTo>
                    <a:cubicBezTo>
                      <a:pt x="20786" y="9723"/>
                      <a:pt x="20786" y="9688"/>
                      <a:pt x="20786" y="9670"/>
                    </a:cubicBezTo>
                    <a:lnTo>
                      <a:pt x="20741" y="9670"/>
                    </a:lnTo>
                    <a:cubicBezTo>
                      <a:pt x="20741" y="9652"/>
                      <a:pt x="20733" y="9616"/>
                      <a:pt x="20733" y="9598"/>
                    </a:cubicBezTo>
                    <a:cubicBezTo>
                      <a:pt x="20750" y="9393"/>
                      <a:pt x="20741" y="9188"/>
                      <a:pt x="20733" y="8983"/>
                    </a:cubicBezTo>
                    <a:cubicBezTo>
                      <a:pt x="20822" y="8876"/>
                      <a:pt x="20857" y="8742"/>
                      <a:pt x="20813" y="8608"/>
                    </a:cubicBezTo>
                    <a:cubicBezTo>
                      <a:pt x="20724" y="8510"/>
                      <a:pt x="20581" y="8430"/>
                      <a:pt x="20581" y="8278"/>
                    </a:cubicBezTo>
                    <a:cubicBezTo>
                      <a:pt x="20590" y="8225"/>
                      <a:pt x="20563" y="8171"/>
                      <a:pt x="20501" y="8171"/>
                    </a:cubicBezTo>
                    <a:cubicBezTo>
                      <a:pt x="20376" y="7975"/>
                      <a:pt x="20224" y="7796"/>
                      <a:pt x="20099" y="7600"/>
                    </a:cubicBezTo>
                    <a:cubicBezTo>
                      <a:pt x="19983" y="7431"/>
                      <a:pt x="20028" y="7190"/>
                      <a:pt x="19930" y="7020"/>
                    </a:cubicBezTo>
                    <a:cubicBezTo>
                      <a:pt x="19903" y="6904"/>
                      <a:pt x="19814" y="6815"/>
                      <a:pt x="19733" y="6735"/>
                    </a:cubicBezTo>
                    <a:cubicBezTo>
                      <a:pt x="19742" y="6663"/>
                      <a:pt x="19733" y="6628"/>
                      <a:pt x="19689" y="6619"/>
                    </a:cubicBezTo>
                    <a:cubicBezTo>
                      <a:pt x="19698" y="6538"/>
                      <a:pt x="19644" y="6485"/>
                      <a:pt x="19609" y="6423"/>
                    </a:cubicBezTo>
                    <a:cubicBezTo>
                      <a:pt x="19626" y="6217"/>
                      <a:pt x="19457" y="6039"/>
                      <a:pt x="19439" y="5825"/>
                    </a:cubicBezTo>
                    <a:lnTo>
                      <a:pt x="19403" y="5825"/>
                    </a:lnTo>
                    <a:cubicBezTo>
                      <a:pt x="19377" y="5655"/>
                      <a:pt x="19154" y="5629"/>
                      <a:pt x="19109" y="5459"/>
                    </a:cubicBezTo>
                    <a:cubicBezTo>
                      <a:pt x="18975" y="5165"/>
                      <a:pt x="18752" y="4870"/>
                      <a:pt x="18476" y="4674"/>
                    </a:cubicBezTo>
                    <a:cubicBezTo>
                      <a:pt x="18288" y="4540"/>
                      <a:pt x="18163" y="4344"/>
                      <a:pt x="17967" y="4228"/>
                    </a:cubicBezTo>
                    <a:cubicBezTo>
                      <a:pt x="17690" y="3862"/>
                      <a:pt x="17369" y="3523"/>
                      <a:pt x="16977" y="3291"/>
                    </a:cubicBezTo>
                    <a:cubicBezTo>
                      <a:pt x="16629" y="2970"/>
                      <a:pt x="16192" y="2711"/>
                      <a:pt x="15799" y="2426"/>
                    </a:cubicBezTo>
                    <a:cubicBezTo>
                      <a:pt x="15639" y="2283"/>
                      <a:pt x="15487" y="2114"/>
                      <a:pt x="15282" y="2024"/>
                    </a:cubicBezTo>
                    <a:cubicBezTo>
                      <a:pt x="15224" y="1941"/>
                      <a:pt x="15096" y="1835"/>
                      <a:pt x="14971" y="1835"/>
                    </a:cubicBezTo>
                    <a:cubicBezTo>
                      <a:pt x="14961" y="1835"/>
                      <a:pt x="14952" y="1836"/>
                      <a:pt x="14943" y="1837"/>
                    </a:cubicBezTo>
                    <a:lnTo>
                      <a:pt x="14952" y="1801"/>
                    </a:lnTo>
                    <a:cubicBezTo>
                      <a:pt x="14791" y="1721"/>
                      <a:pt x="14702" y="1525"/>
                      <a:pt x="14515" y="1507"/>
                    </a:cubicBezTo>
                    <a:cubicBezTo>
                      <a:pt x="14506" y="1498"/>
                      <a:pt x="14488" y="1480"/>
                      <a:pt x="14470" y="1471"/>
                    </a:cubicBezTo>
                    <a:cubicBezTo>
                      <a:pt x="14452" y="1391"/>
                      <a:pt x="14327" y="1400"/>
                      <a:pt x="14283" y="1338"/>
                    </a:cubicBezTo>
                    <a:cubicBezTo>
                      <a:pt x="14211" y="1248"/>
                      <a:pt x="14086" y="1257"/>
                      <a:pt x="13988" y="1230"/>
                    </a:cubicBezTo>
                    <a:cubicBezTo>
                      <a:pt x="13944" y="1168"/>
                      <a:pt x="13854" y="1168"/>
                      <a:pt x="13792" y="1150"/>
                    </a:cubicBezTo>
                    <a:cubicBezTo>
                      <a:pt x="13658" y="1043"/>
                      <a:pt x="13444" y="999"/>
                      <a:pt x="13292" y="891"/>
                    </a:cubicBezTo>
                    <a:cubicBezTo>
                      <a:pt x="13284" y="767"/>
                      <a:pt x="13052" y="704"/>
                      <a:pt x="12945" y="668"/>
                    </a:cubicBezTo>
                    <a:cubicBezTo>
                      <a:pt x="12918" y="633"/>
                      <a:pt x="12882" y="597"/>
                      <a:pt x="12846" y="570"/>
                    </a:cubicBezTo>
                    <a:cubicBezTo>
                      <a:pt x="12837" y="571"/>
                      <a:pt x="12828" y="572"/>
                      <a:pt x="12820" y="572"/>
                    </a:cubicBezTo>
                    <a:cubicBezTo>
                      <a:pt x="12692" y="572"/>
                      <a:pt x="12585" y="473"/>
                      <a:pt x="12461" y="473"/>
                    </a:cubicBezTo>
                    <a:cubicBezTo>
                      <a:pt x="12441" y="473"/>
                      <a:pt x="12421" y="475"/>
                      <a:pt x="12400" y="481"/>
                    </a:cubicBezTo>
                    <a:cubicBezTo>
                      <a:pt x="12324" y="458"/>
                      <a:pt x="12247" y="395"/>
                      <a:pt x="12164" y="395"/>
                    </a:cubicBezTo>
                    <a:cubicBezTo>
                      <a:pt x="12151" y="395"/>
                      <a:pt x="12137" y="397"/>
                      <a:pt x="12124" y="401"/>
                    </a:cubicBezTo>
                    <a:cubicBezTo>
                      <a:pt x="11874" y="347"/>
                      <a:pt x="11633" y="285"/>
                      <a:pt x="11392" y="213"/>
                    </a:cubicBezTo>
                    <a:cubicBezTo>
                      <a:pt x="11437" y="124"/>
                      <a:pt x="11294" y="169"/>
                      <a:pt x="11250" y="142"/>
                    </a:cubicBezTo>
                    <a:cubicBezTo>
                      <a:pt x="10928" y="115"/>
                      <a:pt x="10616" y="98"/>
                      <a:pt x="10295" y="53"/>
                    </a:cubicBezTo>
                    <a:cubicBezTo>
                      <a:pt x="10203" y="14"/>
                      <a:pt x="10108" y="1"/>
                      <a:pt x="100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7" name="Google Shape;107;p14"/>
            <p:cNvSpPr/>
            <p:nvPr/>
          </p:nvSpPr>
          <p:spPr>
            <a:xfrm rot="-5140532">
              <a:off x="2209060" y="316871"/>
              <a:ext cx="152285" cy="272647"/>
            </a:xfrm>
            <a:custGeom>
              <a:avLst/>
              <a:gdLst/>
              <a:ahLst/>
              <a:cxnLst/>
              <a:rect l="l" t="t" r="r" b="b"/>
              <a:pathLst>
                <a:path w="2579" h="4617" extrusionOk="0">
                  <a:moveTo>
                    <a:pt x="435" y="1"/>
                  </a:moveTo>
                  <a:cubicBezTo>
                    <a:pt x="312" y="1"/>
                    <a:pt x="219" y="92"/>
                    <a:pt x="134" y="261"/>
                  </a:cubicBezTo>
                  <a:cubicBezTo>
                    <a:pt x="54" y="430"/>
                    <a:pt x="1" y="636"/>
                    <a:pt x="72" y="841"/>
                  </a:cubicBezTo>
                  <a:cubicBezTo>
                    <a:pt x="108" y="948"/>
                    <a:pt x="99" y="1064"/>
                    <a:pt x="108" y="1180"/>
                  </a:cubicBezTo>
                  <a:cubicBezTo>
                    <a:pt x="134" y="1474"/>
                    <a:pt x="152" y="1760"/>
                    <a:pt x="188" y="2054"/>
                  </a:cubicBezTo>
                  <a:cubicBezTo>
                    <a:pt x="197" y="2116"/>
                    <a:pt x="268" y="2224"/>
                    <a:pt x="322" y="2232"/>
                  </a:cubicBezTo>
                  <a:cubicBezTo>
                    <a:pt x="325" y="2233"/>
                    <a:pt x="329" y="2233"/>
                    <a:pt x="333" y="2233"/>
                  </a:cubicBezTo>
                  <a:cubicBezTo>
                    <a:pt x="394" y="2233"/>
                    <a:pt x="476" y="2166"/>
                    <a:pt x="509" y="2108"/>
                  </a:cubicBezTo>
                  <a:cubicBezTo>
                    <a:pt x="554" y="2036"/>
                    <a:pt x="545" y="1947"/>
                    <a:pt x="563" y="1867"/>
                  </a:cubicBezTo>
                  <a:cubicBezTo>
                    <a:pt x="581" y="1760"/>
                    <a:pt x="598" y="1653"/>
                    <a:pt x="625" y="1546"/>
                  </a:cubicBezTo>
                  <a:cubicBezTo>
                    <a:pt x="643" y="1546"/>
                    <a:pt x="661" y="1537"/>
                    <a:pt x="679" y="1537"/>
                  </a:cubicBezTo>
                  <a:cubicBezTo>
                    <a:pt x="732" y="1617"/>
                    <a:pt x="777" y="1688"/>
                    <a:pt x="821" y="1769"/>
                  </a:cubicBezTo>
                  <a:cubicBezTo>
                    <a:pt x="1259" y="2607"/>
                    <a:pt x="1696" y="3455"/>
                    <a:pt x="2142" y="4293"/>
                  </a:cubicBezTo>
                  <a:cubicBezTo>
                    <a:pt x="2186" y="4391"/>
                    <a:pt x="2240" y="4481"/>
                    <a:pt x="2302" y="4561"/>
                  </a:cubicBezTo>
                  <a:cubicBezTo>
                    <a:pt x="2333" y="4592"/>
                    <a:pt x="2391" y="4616"/>
                    <a:pt x="2441" y="4616"/>
                  </a:cubicBezTo>
                  <a:cubicBezTo>
                    <a:pt x="2448" y="4616"/>
                    <a:pt x="2456" y="4616"/>
                    <a:pt x="2463" y="4614"/>
                  </a:cubicBezTo>
                  <a:cubicBezTo>
                    <a:pt x="2543" y="4605"/>
                    <a:pt x="2579" y="4534"/>
                    <a:pt x="2552" y="4445"/>
                  </a:cubicBezTo>
                  <a:cubicBezTo>
                    <a:pt x="2481" y="4213"/>
                    <a:pt x="2418" y="3963"/>
                    <a:pt x="2320" y="3740"/>
                  </a:cubicBezTo>
                  <a:cubicBezTo>
                    <a:pt x="2044" y="3133"/>
                    <a:pt x="1749" y="2527"/>
                    <a:pt x="1464" y="1929"/>
                  </a:cubicBezTo>
                  <a:cubicBezTo>
                    <a:pt x="1375" y="1751"/>
                    <a:pt x="1294" y="1563"/>
                    <a:pt x="1223" y="1376"/>
                  </a:cubicBezTo>
                  <a:cubicBezTo>
                    <a:pt x="1205" y="1323"/>
                    <a:pt x="1205" y="1260"/>
                    <a:pt x="1196" y="1180"/>
                  </a:cubicBezTo>
                  <a:cubicBezTo>
                    <a:pt x="1330" y="1162"/>
                    <a:pt x="1455" y="1153"/>
                    <a:pt x="1571" y="1126"/>
                  </a:cubicBezTo>
                  <a:cubicBezTo>
                    <a:pt x="1838" y="1064"/>
                    <a:pt x="1892" y="948"/>
                    <a:pt x="1731" y="725"/>
                  </a:cubicBezTo>
                  <a:cubicBezTo>
                    <a:pt x="1580" y="511"/>
                    <a:pt x="1401" y="332"/>
                    <a:pt x="1134" y="252"/>
                  </a:cubicBezTo>
                  <a:cubicBezTo>
                    <a:pt x="964" y="198"/>
                    <a:pt x="786" y="145"/>
                    <a:pt x="634" y="65"/>
                  </a:cubicBezTo>
                  <a:cubicBezTo>
                    <a:pt x="559" y="21"/>
                    <a:pt x="493" y="1"/>
                    <a:pt x="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3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4" name="Google Shape;134;p17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subTitle" idx="1"/>
          </p:nvPr>
        </p:nvSpPr>
        <p:spPr>
          <a:xfrm>
            <a:off x="2516963" y="1403087"/>
            <a:ext cx="510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subTitle" idx="2"/>
          </p:nvPr>
        </p:nvSpPr>
        <p:spPr>
          <a:xfrm>
            <a:off x="2516963" y="2548700"/>
            <a:ext cx="510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37" name="Google Shape;137;p17"/>
          <p:cNvSpPr txBox="1">
            <a:spLocks noGrp="1"/>
          </p:cNvSpPr>
          <p:nvPr>
            <p:ph type="subTitle" idx="3"/>
          </p:nvPr>
        </p:nvSpPr>
        <p:spPr>
          <a:xfrm>
            <a:off x="2516963" y="3688413"/>
            <a:ext cx="510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38" name="Google Shape;138;p17"/>
          <p:cNvSpPr txBox="1">
            <a:spLocks noGrp="1"/>
          </p:cNvSpPr>
          <p:nvPr>
            <p:ph type="subTitle" idx="4"/>
          </p:nvPr>
        </p:nvSpPr>
        <p:spPr>
          <a:xfrm>
            <a:off x="2516963" y="1729463"/>
            <a:ext cx="51060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subTitle" idx="5"/>
          </p:nvPr>
        </p:nvSpPr>
        <p:spPr>
          <a:xfrm>
            <a:off x="2516963" y="2872199"/>
            <a:ext cx="51060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6"/>
          </p:nvPr>
        </p:nvSpPr>
        <p:spPr>
          <a:xfrm>
            <a:off x="2516963" y="4014936"/>
            <a:ext cx="5106000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41" name="Google Shape;141;p17"/>
          <p:cNvGrpSpPr/>
          <p:nvPr/>
        </p:nvGrpSpPr>
        <p:grpSpPr>
          <a:xfrm>
            <a:off x="202389" y="4484581"/>
            <a:ext cx="1355101" cy="478921"/>
            <a:chOff x="7068914" y="4560781"/>
            <a:chExt cx="1355101" cy="478921"/>
          </a:xfrm>
        </p:grpSpPr>
        <p:sp>
          <p:nvSpPr>
            <p:cNvPr id="142" name="Google Shape;142;p17"/>
            <p:cNvSpPr/>
            <p:nvPr/>
          </p:nvSpPr>
          <p:spPr>
            <a:xfrm rot="7133106">
              <a:off x="7125734" y="4639570"/>
              <a:ext cx="347073" cy="334695"/>
            </a:xfrm>
            <a:custGeom>
              <a:avLst/>
              <a:gdLst/>
              <a:ahLst/>
              <a:cxnLst/>
              <a:rect l="l" t="t" r="r" b="b"/>
              <a:pathLst>
                <a:path w="23891" h="23039" extrusionOk="0">
                  <a:moveTo>
                    <a:pt x="6466" y="0"/>
                  </a:moveTo>
                  <a:cubicBezTo>
                    <a:pt x="6348" y="0"/>
                    <a:pt x="6244" y="58"/>
                    <a:pt x="6227" y="199"/>
                  </a:cubicBezTo>
                  <a:cubicBezTo>
                    <a:pt x="6218" y="216"/>
                    <a:pt x="6209" y="252"/>
                    <a:pt x="6201" y="261"/>
                  </a:cubicBezTo>
                  <a:cubicBezTo>
                    <a:pt x="6022" y="431"/>
                    <a:pt x="5888" y="654"/>
                    <a:pt x="5799" y="868"/>
                  </a:cubicBezTo>
                  <a:cubicBezTo>
                    <a:pt x="5719" y="912"/>
                    <a:pt x="5683" y="993"/>
                    <a:pt x="5656" y="1073"/>
                  </a:cubicBezTo>
                  <a:cubicBezTo>
                    <a:pt x="5638" y="1091"/>
                    <a:pt x="5612" y="1144"/>
                    <a:pt x="5603" y="1162"/>
                  </a:cubicBezTo>
                  <a:cubicBezTo>
                    <a:pt x="5594" y="1189"/>
                    <a:pt x="5567" y="1233"/>
                    <a:pt x="5558" y="1260"/>
                  </a:cubicBezTo>
                  <a:cubicBezTo>
                    <a:pt x="5460" y="1332"/>
                    <a:pt x="5451" y="1483"/>
                    <a:pt x="5415" y="1599"/>
                  </a:cubicBezTo>
                  <a:cubicBezTo>
                    <a:pt x="5264" y="1581"/>
                    <a:pt x="5094" y="1626"/>
                    <a:pt x="4978" y="1510"/>
                  </a:cubicBezTo>
                  <a:cubicBezTo>
                    <a:pt x="4792" y="1445"/>
                    <a:pt x="4672" y="1189"/>
                    <a:pt x="4471" y="1189"/>
                  </a:cubicBezTo>
                  <a:cubicBezTo>
                    <a:pt x="4451" y="1189"/>
                    <a:pt x="4430" y="1192"/>
                    <a:pt x="4407" y="1198"/>
                  </a:cubicBezTo>
                  <a:cubicBezTo>
                    <a:pt x="4167" y="1296"/>
                    <a:pt x="3854" y="1180"/>
                    <a:pt x="3676" y="1394"/>
                  </a:cubicBezTo>
                  <a:cubicBezTo>
                    <a:pt x="3604" y="1465"/>
                    <a:pt x="3489" y="1465"/>
                    <a:pt x="3435" y="1546"/>
                  </a:cubicBezTo>
                  <a:cubicBezTo>
                    <a:pt x="3194" y="1546"/>
                    <a:pt x="3051" y="1813"/>
                    <a:pt x="2918" y="1983"/>
                  </a:cubicBezTo>
                  <a:cubicBezTo>
                    <a:pt x="2596" y="2598"/>
                    <a:pt x="2159" y="3160"/>
                    <a:pt x="1892" y="3812"/>
                  </a:cubicBezTo>
                  <a:cubicBezTo>
                    <a:pt x="1722" y="4035"/>
                    <a:pt x="1579" y="4284"/>
                    <a:pt x="1428" y="4525"/>
                  </a:cubicBezTo>
                  <a:cubicBezTo>
                    <a:pt x="1249" y="4677"/>
                    <a:pt x="1312" y="5007"/>
                    <a:pt x="1133" y="5159"/>
                  </a:cubicBezTo>
                  <a:cubicBezTo>
                    <a:pt x="955" y="5471"/>
                    <a:pt x="705" y="5783"/>
                    <a:pt x="696" y="6167"/>
                  </a:cubicBezTo>
                  <a:lnTo>
                    <a:pt x="661" y="6176"/>
                  </a:lnTo>
                  <a:cubicBezTo>
                    <a:pt x="545" y="6702"/>
                    <a:pt x="295" y="7175"/>
                    <a:pt x="81" y="7665"/>
                  </a:cubicBezTo>
                  <a:cubicBezTo>
                    <a:pt x="99" y="7844"/>
                    <a:pt x="0" y="8103"/>
                    <a:pt x="179" y="8228"/>
                  </a:cubicBezTo>
                  <a:cubicBezTo>
                    <a:pt x="509" y="8665"/>
                    <a:pt x="1107" y="8825"/>
                    <a:pt x="1330" y="9343"/>
                  </a:cubicBezTo>
                  <a:cubicBezTo>
                    <a:pt x="1410" y="9530"/>
                    <a:pt x="1678" y="9539"/>
                    <a:pt x="1758" y="9726"/>
                  </a:cubicBezTo>
                  <a:cubicBezTo>
                    <a:pt x="1874" y="9949"/>
                    <a:pt x="2293" y="9940"/>
                    <a:pt x="2284" y="10208"/>
                  </a:cubicBezTo>
                  <a:cubicBezTo>
                    <a:pt x="2097" y="10574"/>
                    <a:pt x="1918" y="10948"/>
                    <a:pt x="1669" y="11270"/>
                  </a:cubicBezTo>
                  <a:cubicBezTo>
                    <a:pt x="1526" y="11519"/>
                    <a:pt x="1481" y="11823"/>
                    <a:pt x="1240" y="12001"/>
                  </a:cubicBezTo>
                  <a:cubicBezTo>
                    <a:pt x="1151" y="12197"/>
                    <a:pt x="991" y="12358"/>
                    <a:pt x="964" y="12581"/>
                  </a:cubicBezTo>
                  <a:cubicBezTo>
                    <a:pt x="937" y="12893"/>
                    <a:pt x="803" y="13179"/>
                    <a:pt x="669" y="13446"/>
                  </a:cubicBezTo>
                  <a:cubicBezTo>
                    <a:pt x="664" y="13445"/>
                    <a:pt x="658" y="13445"/>
                    <a:pt x="653" y="13445"/>
                  </a:cubicBezTo>
                  <a:cubicBezTo>
                    <a:pt x="560" y="13445"/>
                    <a:pt x="541" y="13584"/>
                    <a:pt x="482" y="13643"/>
                  </a:cubicBezTo>
                  <a:cubicBezTo>
                    <a:pt x="455" y="13821"/>
                    <a:pt x="348" y="14035"/>
                    <a:pt x="455" y="14205"/>
                  </a:cubicBezTo>
                  <a:cubicBezTo>
                    <a:pt x="661" y="14588"/>
                    <a:pt x="1035" y="14820"/>
                    <a:pt x="1339" y="15106"/>
                  </a:cubicBezTo>
                  <a:cubicBezTo>
                    <a:pt x="1570" y="15355"/>
                    <a:pt x="1909" y="15462"/>
                    <a:pt x="2159" y="15685"/>
                  </a:cubicBezTo>
                  <a:cubicBezTo>
                    <a:pt x="2864" y="16132"/>
                    <a:pt x="3658" y="16426"/>
                    <a:pt x="4309" y="16943"/>
                  </a:cubicBezTo>
                  <a:lnTo>
                    <a:pt x="4318" y="16988"/>
                  </a:lnTo>
                  <a:cubicBezTo>
                    <a:pt x="4532" y="17041"/>
                    <a:pt x="4693" y="17175"/>
                    <a:pt x="4853" y="17318"/>
                  </a:cubicBezTo>
                  <a:cubicBezTo>
                    <a:pt x="5112" y="17354"/>
                    <a:pt x="5291" y="17568"/>
                    <a:pt x="5514" y="17666"/>
                  </a:cubicBezTo>
                  <a:cubicBezTo>
                    <a:pt x="6040" y="17898"/>
                    <a:pt x="6548" y="18201"/>
                    <a:pt x="6994" y="18549"/>
                  </a:cubicBezTo>
                  <a:cubicBezTo>
                    <a:pt x="7093" y="18772"/>
                    <a:pt x="6736" y="18692"/>
                    <a:pt x="6718" y="18879"/>
                  </a:cubicBezTo>
                  <a:cubicBezTo>
                    <a:pt x="6788" y="19062"/>
                    <a:pt x="6774" y="19107"/>
                    <a:pt x="6727" y="19107"/>
                  </a:cubicBezTo>
                  <a:cubicBezTo>
                    <a:pt x="6682" y="19107"/>
                    <a:pt x="6605" y="19065"/>
                    <a:pt x="6539" y="19065"/>
                  </a:cubicBezTo>
                  <a:cubicBezTo>
                    <a:pt x="6533" y="19065"/>
                    <a:pt x="6527" y="19066"/>
                    <a:pt x="6522" y="19067"/>
                  </a:cubicBezTo>
                  <a:cubicBezTo>
                    <a:pt x="6513" y="19165"/>
                    <a:pt x="6548" y="19254"/>
                    <a:pt x="6575" y="19352"/>
                  </a:cubicBezTo>
                  <a:cubicBezTo>
                    <a:pt x="6504" y="19388"/>
                    <a:pt x="6361" y="19468"/>
                    <a:pt x="6290" y="19504"/>
                  </a:cubicBezTo>
                  <a:cubicBezTo>
                    <a:pt x="6388" y="19816"/>
                    <a:pt x="5942" y="19976"/>
                    <a:pt x="6067" y="20280"/>
                  </a:cubicBezTo>
                  <a:cubicBezTo>
                    <a:pt x="6031" y="20440"/>
                    <a:pt x="5817" y="20530"/>
                    <a:pt x="5763" y="20690"/>
                  </a:cubicBezTo>
                  <a:cubicBezTo>
                    <a:pt x="5808" y="20753"/>
                    <a:pt x="5915" y="20788"/>
                    <a:pt x="5888" y="20877"/>
                  </a:cubicBezTo>
                  <a:cubicBezTo>
                    <a:pt x="5799" y="20913"/>
                    <a:pt x="5710" y="20967"/>
                    <a:pt x="5763" y="21074"/>
                  </a:cubicBezTo>
                  <a:cubicBezTo>
                    <a:pt x="5906" y="21109"/>
                    <a:pt x="5870" y="21306"/>
                    <a:pt x="5977" y="21395"/>
                  </a:cubicBezTo>
                  <a:cubicBezTo>
                    <a:pt x="6325" y="21903"/>
                    <a:pt x="6923" y="22126"/>
                    <a:pt x="7449" y="22412"/>
                  </a:cubicBezTo>
                  <a:cubicBezTo>
                    <a:pt x="7472" y="22408"/>
                    <a:pt x="7495" y="22407"/>
                    <a:pt x="7517" y="22407"/>
                  </a:cubicBezTo>
                  <a:cubicBezTo>
                    <a:pt x="7763" y="22407"/>
                    <a:pt x="7992" y="22595"/>
                    <a:pt x="8238" y="22595"/>
                  </a:cubicBezTo>
                  <a:cubicBezTo>
                    <a:pt x="8260" y="22595"/>
                    <a:pt x="8283" y="22594"/>
                    <a:pt x="8306" y="22590"/>
                  </a:cubicBezTo>
                  <a:cubicBezTo>
                    <a:pt x="8805" y="22680"/>
                    <a:pt x="9296" y="22858"/>
                    <a:pt x="9814" y="22903"/>
                  </a:cubicBezTo>
                  <a:cubicBezTo>
                    <a:pt x="10095" y="22938"/>
                    <a:pt x="10376" y="23039"/>
                    <a:pt x="10655" y="23039"/>
                  </a:cubicBezTo>
                  <a:cubicBezTo>
                    <a:pt x="10792" y="23039"/>
                    <a:pt x="10928" y="23015"/>
                    <a:pt x="11062" y="22947"/>
                  </a:cubicBezTo>
                  <a:cubicBezTo>
                    <a:pt x="11155" y="22974"/>
                    <a:pt x="11223" y="23005"/>
                    <a:pt x="11314" y="23005"/>
                  </a:cubicBezTo>
                  <a:cubicBezTo>
                    <a:pt x="11345" y="23005"/>
                    <a:pt x="11380" y="23001"/>
                    <a:pt x="11419" y="22992"/>
                  </a:cubicBezTo>
                  <a:cubicBezTo>
                    <a:pt x="11767" y="22947"/>
                    <a:pt x="12151" y="22911"/>
                    <a:pt x="12427" y="22662"/>
                  </a:cubicBezTo>
                  <a:cubicBezTo>
                    <a:pt x="12677" y="22662"/>
                    <a:pt x="12865" y="22403"/>
                    <a:pt x="13105" y="22332"/>
                  </a:cubicBezTo>
                  <a:cubicBezTo>
                    <a:pt x="13248" y="22073"/>
                    <a:pt x="13525" y="21948"/>
                    <a:pt x="13712" y="21734"/>
                  </a:cubicBezTo>
                  <a:cubicBezTo>
                    <a:pt x="14105" y="21457"/>
                    <a:pt x="14390" y="21065"/>
                    <a:pt x="14711" y="20717"/>
                  </a:cubicBezTo>
                  <a:cubicBezTo>
                    <a:pt x="14754" y="20724"/>
                    <a:pt x="14803" y="20749"/>
                    <a:pt x="14853" y="20749"/>
                  </a:cubicBezTo>
                  <a:cubicBezTo>
                    <a:pt x="14865" y="20749"/>
                    <a:pt x="14877" y="20747"/>
                    <a:pt x="14890" y="20744"/>
                  </a:cubicBezTo>
                  <a:cubicBezTo>
                    <a:pt x="15023" y="20601"/>
                    <a:pt x="15148" y="20458"/>
                    <a:pt x="15327" y="20369"/>
                  </a:cubicBezTo>
                  <a:cubicBezTo>
                    <a:pt x="15532" y="20485"/>
                    <a:pt x="15773" y="20521"/>
                    <a:pt x="15960" y="20654"/>
                  </a:cubicBezTo>
                  <a:cubicBezTo>
                    <a:pt x="16103" y="20779"/>
                    <a:pt x="16317" y="20770"/>
                    <a:pt x="16486" y="20851"/>
                  </a:cubicBezTo>
                  <a:cubicBezTo>
                    <a:pt x="16568" y="20932"/>
                    <a:pt x="16680" y="20982"/>
                    <a:pt x="16796" y="20982"/>
                  </a:cubicBezTo>
                  <a:cubicBezTo>
                    <a:pt x="16832" y="20982"/>
                    <a:pt x="16869" y="20977"/>
                    <a:pt x="16906" y="20967"/>
                  </a:cubicBezTo>
                  <a:cubicBezTo>
                    <a:pt x="16987" y="20975"/>
                    <a:pt x="17067" y="20979"/>
                    <a:pt x="17148" y="20979"/>
                  </a:cubicBezTo>
                  <a:cubicBezTo>
                    <a:pt x="17487" y="20979"/>
                    <a:pt x="17825" y="20915"/>
                    <a:pt x="18164" y="20886"/>
                  </a:cubicBezTo>
                  <a:cubicBezTo>
                    <a:pt x="18190" y="20842"/>
                    <a:pt x="18262" y="20806"/>
                    <a:pt x="18262" y="20744"/>
                  </a:cubicBezTo>
                  <a:cubicBezTo>
                    <a:pt x="18324" y="20735"/>
                    <a:pt x="18387" y="20717"/>
                    <a:pt x="18458" y="20708"/>
                  </a:cubicBezTo>
                  <a:cubicBezTo>
                    <a:pt x="18506" y="20734"/>
                    <a:pt x="18545" y="20745"/>
                    <a:pt x="18578" y="20745"/>
                  </a:cubicBezTo>
                  <a:cubicBezTo>
                    <a:pt x="18734" y="20745"/>
                    <a:pt x="18748" y="20497"/>
                    <a:pt x="18895" y="20467"/>
                  </a:cubicBezTo>
                  <a:cubicBezTo>
                    <a:pt x="18928" y="20476"/>
                    <a:pt x="18959" y="20480"/>
                    <a:pt x="18988" y="20480"/>
                  </a:cubicBezTo>
                  <a:cubicBezTo>
                    <a:pt x="19224" y="20480"/>
                    <a:pt x="19332" y="20218"/>
                    <a:pt x="19546" y="20155"/>
                  </a:cubicBezTo>
                  <a:cubicBezTo>
                    <a:pt x="19814" y="19869"/>
                    <a:pt x="20207" y="19700"/>
                    <a:pt x="20394" y="19361"/>
                  </a:cubicBezTo>
                  <a:cubicBezTo>
                    <a:pt x="20572" y="19245"/>
                    <a:pt x="20760" y="19120"/>
                    <a:pt x="20885" y="18942"/>
                  </a:cubicBezTo>
                  <a:cubicBezTo>
                    <a:pt x="21081" y="18852"/>
                    <a:pt x="21206" y="18683"/>
                    <a:pt x="21322" y="18504"/>
                  </a:cubicBezTo>
                  <a:cubicBezTo>
                    <a:pt x="21518" y="18344"/>
                    <a:pt x="21723" y="18174"/>
                    <a:pt x="21875" y="17960"/>
                  </a:cubicBezTo>
                  <a:cubicBezTo>
                    <a:pt x="21928" y="17853"/>
                    <a:pt x="22080" y="17835"/>
                    <a:pt x="22116" y="17719"/>
                  </a:cubicBezTo>
                  <a:cubicBezTo>
                    <a:pt x="22365" y="17595"/>
                    <a:pt x="22499" y="17327"/>
                    <a:pt x="22696" y="17140"/>
                  </a:cubicBezTo>
                  <a:cubicBezTo>
                    <a:pt x="22999" y="16845"/>
                    <a:pt x="23302" y="16515"/>
                    <a:pt x="23543" y="16167"/>
                  </a:cubicBezTo>
                  <a:cubicBezTo>
                    <a:pt x="23561" y="16042"/>
                    <a:pt x="23579" y="15908"/>
                    <a:pt x="23695" y="15828"/>
                  </a:cubicBezTo>
                  <a:cubicBezTo>
                    <a:pt x="23748" y="15730"/>
                    <a:pt x="23891" y="15516"/>
                    <a:pt x="23713" y="15454"/>
                  </a:cubicBezTo>
                  <a:lnTo>
                    <a:pt x="23713" y="15409"/>
                  </a:lnTo>
                  <a:lnTo>
                    <a:pt x="23668" y="15418"/>
                  </a:lnTo>
                  <a:cubicBezTo>
                    <a:pt x="23623" y="15320"/>
                    <a:pt x="23507" y="15284"/>
                    <a:pt x="23516" y="15168"/>
                  </a:cubicBezTo>
                  <a:cubicBezTo>
                    <a:pt x="23489" y="14909"/>
                    <a:pt x="23035" y="14838"/>
                    <a:pt x="23150" y="14561"/>
                  </a:cubicBezTo>
                  <a:cubicBezTo>
                    <a:pt x="23195" y="14419"/>
                    <a:pt x="23052" y="14267"/>
                    <a:pt x="23115" y="14124"/>
                  </a:cubicBezTo>
                  <a:cubicBezTo>
                    <a:pt x="22606" y="13687"/>
                    <a:pt x="22125" y="13205"/>
                    <a:pt x="21554" y="12849"/>
                  </a:cubicBezTo>
                  <a:cubicBezTo>
                    <a:pt x="21571" y="12617"/>
                    <a:pt x="21340" y="12501"/>
                    <a:pt x="21152" y="12429"/>
                  </a:cubicBezTo>
                  <a:cubicBezTo>
                    <a:pt x="21036" y="12197"/>
                    <a:pt x="20706" y="12171"/>
                    <a:pt x="20554" y="11965"/>
                  </a:cubicBezTo>
                  <a:cubicBezTo>
                    <a:pt x="20421" y="11725"/>
                    <a:pt x="20073" y="11769"/>
                    <a:pt x="19921" y="11546"/>
                  </a:cubicBezTo>
                  <a:cubicBezTo>
                    <a:pt x="19796" y="11359"/>
                    <a:pt x="19653" y="11154"/>
                    <a:pt x="19421" y="11082"/>
                  </a:cubicBezTo>
                  <a:cubicBezTo>
                    <a:pt x="19413" y="11073"/>
                    <a:pt x="19377" y="11038"/>
                    <a:pt x="19368" y="11029"/>
                  </a:cubicBezTo>
                  <a:cubicBezTo>
                    <a:pt x="19404" y="10824"/>
                    <a:pt x="19582" y="10699"/>
                    <a:pt x="19698" y="10538"/>
                  </a:cubicBezTo>
                  <a:cubicBezTo>
                    <a:pt x="20082" y="10021"/>
                    <a:pt x="20519" y="9539"/>
                    <a:pt x="20840" y="8977"/>
                  </a:cubicBezTo>
                  <a:cubicBezTo>
                    <a:pt x="20885" y="8888"/>
                    <a:pt x="21018" y="8620"/>
                    <a:pt x="20858" y="8611"/>
                  </a:cubicBezTo>
                  <a:cubicBezTo>
                    <a:pt x="20876" y="8522"/>
                    <a:pt x="20885" y="8415"/>
                    <a:pt x="20777" y="8379"/>
                  </a:cubicBezTo>
                  <a:cubicBezTo>
                    <a:pt x="20653" y="8103"/>
                    <a:pt x="20331" y="8058"/>
                    <a:pt x="20144" y="7844"/>
                  </a:cubicBezTo>
                  <a:cubicBezTo>
                    <a:pt x="20073" y="7781"/>
                    <a:pt x="19992" y="7719"/>
                    <a:pt x="19903" y="7701"/>
                  </a:cubicBezTo>
                  <a:cubicBezTo>
                    <a:pt x="19627" y="7442"/>
                    <a:pt x="19252" y="7246"/>
                    <a:pt x="18913" y="7068"/>
                  </a:cubicBezTo>
                  <a:cubicBezTo>
                    <a:pt x="18699" y="6898"/>
                    <a:pt x="18494" y="6693"/>
                    <a:pt x="18235" y="6622"/>
                  </a:cubicBezTo>
                  <a:cubicBezTo>
                    <a:pt x="18092" y="6461"/>
                    <a:pt x="17896" y="6318"/>
                    <a:pt x="17691" y="6256"/>
                  </a:cubicBezTo>
                  <a:cubicBezTo>
                    <a:pt x="17379" y="6078"/>
                    <a:pt x="17057" y="5890"/>
                    <a:pt x="16727" y="5739"/>
                  </a:cubicBezTo>
                  <a:cubicBezTo>
                    <a:pt x="16344" y="5400"/>
                    <a:pt x="15853" y="5123"/>
                    <a:pt x="15362" y="4936"/>
                  </a:cubicBezTo>
                  <a:cubicBezTo>
                    <a:pt x="15139" y="4864"/>
                    <a:pt x="14997" y="4659"/>
                    <a:pt x="14774" y="4606"/>
                  </a:cubicBezTo>
                  <a:cubicBezTo>
                    <a:pt x="14506" y="4579"/>
                    <a:pt x="14417" y="4276"/>
                    <a:pt x="14194" y="4186"/>
                  </a:cubicBezTo>
                  <a:cubicBezTo>
                    <a:pt x="13962" y="4133"/>
                    <a:pt x="13819" y="3928"/>
                    <a:pt x="13587" y="3865"/>
                  </a:cubicBezTo>
                  <a:cubicBezTo>
                    <a:pt x="13623" y="3794"/>
                    <a:pt x="13507" y="3767"/>
                    <a:pt x="13462" y="3749"/>
                  </a:cubicBezTo>
                  <a:cubicBezTo>
                    <a:pt x="13123" y="3651"/>
                    <a:pt x="12775" y="3544"/>
                    <a:pt x="12499" y="3321"/>
                  </a:cubicBezTo>
                  <a:cubicBezTo>
                    <a:pt x="12320" y="3169"/>
                    <a:pt x="12044" y="3196"/>
                    <a:pt x="11865" y="3044"/>
                  </a:cubicBezTo>
                  <a:cubicBezTo>
                    <a:pt x="11482" y="2768"/>
                    <a:pt x="11098" y="2500"/>
                    <a:pt x="10652" y="2331"/>
                  </a:cubicBezTo>
                  <a:cubicBezTo>
                    <a:pt x="10536" y="2295"/>
                    <a:pt x="10465" y="2170"/>
                    <a:pt x="10340" y="2152"/>
                  </a:cubicBezTo>
                  <a:cubicBezTo>
                    <a:pt x="9724" y="1840"/>
                    <a:pt x="9180" y="1412"/>
                    <a:pt x="8547" y="1126"/>
                  </a:cubicBezTo>
                  <a:cubicBezTo>
                    <a:pt x="8377" y="930"/>
                    <a:pt x="8047" y="930"/>
                    <a:pt x="7860" y="743"/>
                  </a:cubicBezTo>
                  <a:cubicBezTo>
                    <a:pt x="7797" y="680"/>
                    <a:pt x="7708" y="671"/>
                    <a:pt x="7628" y="645"/>
                  </a:cubicBezTo>
                  <a:cubicBezTo>
                    <a:pt x="7423" y="591"/>
                    <a:pt x="7289" y="413"/>
                    <a:pt x="7102" y="341"/>
                  </a:cubicBezTo>
                  <a:lnTo>
                    <a:pt x="7057" y="350"/>
                  </a:lnTo>
                  <a:cubicBezTo>
                    <a:pt x="7012" y="270"/>
                    <a:pt x="6905" y="225"/>
                    <a:pt x="6816" y="199"/>
                  </a:cubicBezTo>
                  <a:cubicBezTo>
                    <a:pt x="6759" y="79"/>
                    <a:pt x="6603" y="0"/>
                    <a:pt x="64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7"/>
            <p:cNvSpPr/>
            <p:nvPr/>
          </p:nvSpPr>
          <p:spPr>
            <a:xfrm rot="-1163908">
              <a:off x="8031216" y="4608918"/>
              <a:ext cx="347069" cy="334692"/>
            </a:xfrm>
            <a:custGeom>
              <a:avLst/>
              <a:gdLst/>
              <a:ahLst/>
              <a:cxnLst/>
              <a:rect l="l" t="t" r="r" b="b"/>
              <a:pathLst>
                <a:path w="23891" h="23039" extrusionOk="0">
                  <a:moveTo>
                    <a:pt x="6466" y="0"/>
                  </a:moveTo>
                  <a:cubicBezTo>
                    <a:pt x="6348" y="0"/>
                    <a:pt x="6244" y="58"/>
                    <a:pt x="6227" y="199"/>
                  </a:cubicBezTo>
                  <a:cubicBezTo>
                    <a:pt x="6218" y="216"/>
                    <a:pt x="6209" y="252"/>
                    <a:pt x="6201" y="261"/>
                  </a:cubicBezTo>
                  <a:cubicBezTo>
                    <a:pt x="6022" y="431"/>
                    <a:pt x="5888" y="654"/>
                    <a:pt x="5799" y="868"/>
                  </a:cubicBezTo>
                  <a:cubicBezTo>
                    <a:pt x="5719" y="912"/>
                    <a:pt x="5683" y="993"/>
                    <a:pt x="5656" y="1073"/>
                  </a:cubicBezTo>
                  <a:cubicBezTo>
                    <a:pt x="5638" y="1091"/>
                    <a:pt x="5612" y="1144"/>
                    <a:pt x="5603" y="1162"/>
                  </a:cubicBezTo>
                  <a:cubicBezTo>
                    <a:pt x="5594" y="1189"/>
                    <a:pt x="5567" y="1233"/>
                    <a:pt x="5558" y="1260"/>
                  </a:cubicBezTo>
                  <a:cubicBezTo>
                    <a:pt x="5460" y="1332"/>
                    <a:pt x="5451" y="1483"/>
                    <a:pt x="5415" y="1599"/>
                  </a:cubicBezTo>
                  <a:cubicBezTo>
                    <a:pt x="5264" y="1581"/>
                    <a:pt x="5094" y="1626"/>
                    <a:pt x="4978" y="1510"/>
                  </a:cubicBezTo>
                  <a:cubicBezTo>
                    <a:pt x="4792" y="1445"/>
                    <a:pt x="4672" y="1189"/>
                    <a:pt x="4471" y="1189"/>
                  </a:cubicBezTo>
                  <a:cubicBezTo>
                    <a:pt x="4451" y="1189"/>
                    <a:pt x="4430" y="1192"/>
                    <a:pt x="4407" y="1198"/>
                  </a:cubicBezTo>
                  <a:cubicBezTo>
                    <a:pt x="4167" y="1296"/>
                    <a:pt x="3854" y="1180"/>
                    <a:pt x="3676" y="1394"/>
                  </a:cubicBezTo>
                  <a:cubicBezTo>
                    <a:pt x="3604" y="1465"/>
                    <a:pt x="3489" y="1465"/>
                    <a:pt x="3435" y="1546"/>
                  </a:cubicBezTo>
                  <a:cubicBezTo>
                    <a:pt x="3194" y="1546"/>
                    <a:pt x="3051" y="1813"/>
                    <a:pt x="2918" y="1983"/>
                  </a:cubicBezTo>
                  <a:cubicBezTo>
                    <a:pt x="2596" y="2598"/>
                    <a:pt x="2159" y="3160"/>
                    <a:pt x="1892" y="3812"/>
                  </a:cubicBezTo>
                  <a:cubicBezTo>
                    <a:pt x="1722" y="4035"/>
                    <a:pt x="1579" y="4284"/>
                    <a:pt x="1428" y="4525"/>
                  </a:cubicBezTo>
                  <a:cubicBezTo>
                    <a:pt x="1249" y="4677"/>
                    <a:pt x="1312" y="5007"/>
                    <a:pt x="1133" y="5159"/>
                  </a:cubicBezTo>
                  <a:cubicBezTo>
                    <a:pt x="955" y="5471"/>
                    <a:pt x="705" y="5783"/>
                    <a:pt x="696" y="6167"/>
                  </a:cubicBezTo>
                  <a:lnTo>
                    <a:pt x="661" y="6176"/>
                  </a:lnTo>
                  <a:cubicBezTo>
                    <a:pt x="545" y="6702"/>
                    <a:pt x="295" y="7175"/>
                    <a:pt x="81" y="7665"/>
                  </a:cubicBezTo>
                  <a:cubicBezTo>
                    <a:pt x="99" y="7844"/>
                    <a:pt x="0" y="8103"/>
                    <a:pt x="179" y="8228"/>
                  </a:cubicBezTo>
                  <a:cubicBezTo>
                    <a:pt x="509" y="8665"/>
                    <a:pt x="1107" y="8825"/>
                    <a:pt x="1330" y="9343"/>
                  </a:cubicBezTo>
                  <a:cubicBezTo>
                    <a:pt x="1410" y="9530"/>
                    <a:pt x="1678" y="9539"/>
                    <a:pt x="1758" y="9726"/>
                  </a:cubicBezTo>
                  <a:cubicBezTo>
                    <a:pt x="1874" y="9949"/>
                    <a:pt x="2293" y="9940"/>
                    <a:pt x="2284" y="10208"/>
                  </a:cubicBezTo>
                  <a:cubicBezTo>
                    <a:pt x="2097" y="10574"/>
                    <a:pt x="1918" y="10948"/>
                    <a:pt x="1669" y="11270"/>
                  </a:cubicBezTo>
                  <a:cubicBezTo>
                    <a:pt x="1526" y="11519"/>
                    <a:pt x="1481" y="11823"/>
                    <a:pt x="1240" y="12001"/>
                  </a:cubicBezTo>
                  <a:cubicBezTo>
                    <a:pt x="1151" y="12197"/>
                    <a:pt x="991" y="12358"/>
                    <a:pt x="964" y="12581"/>
                  </a:cubicBezTo>
                  <a:cubicBezTo>
                    <a:pt x="937" y="12893"/>
                    <a:pt x="803" y="13179"/>
                    <a:pt x="669" y="13446"/>
                  </a:cubicBezTo>
                  <a:cubicBezTo>
                    <a:pt x="664" y="13445"/>
                    <a:pt x="658" y="13445"/>
                    <a:pt x="653" y="13445"/>
                  </a:cubicBezTo>
                  <a:cubicBezTo>
                    <a:pt x="560" y="13445"/>
                    <a:pt x="541" y="13584"/>
                    <a:pt x="482" y="13643"/>
                  </a:cubicBezTo>
                  <a:cubicBezTo>
                    <a:pt x="455" y="13821"/>
                    <a:pt x="348" y="14035"/>
                    <a:pt x="455" y="14205"/>
                  </a:cubicBezTo>
                  <a:cubicBezTo>
                    <a:pt x="661" y="14588"/>
                    <a:pt x="1035" y="14820"/>
                    <a:pt x="1339" y="15106"/>
                  </a:cubicBezTo>
                  <a:cubicBezTo>
                    <a:pt x="1570" y="15355"/>
                    <a:pt x="1909" y="15462"/>
                    <a:pt x="2159" y="15685"/>
                  </a:cubicBezTo>
                  <a:cubicBezTo>
                    <a:pt x="2864" y="16132"/>
                    <a:pt x="3658" y="16426"/>
                    <a:pt x="4309" y="16943"/>
                  </a:cubicBezTo>
                  <a:lnTo>
                    <a:pt x="4318" y="16988"/>
                  </a:lnTo>
                  <a:cubicBezTo>
                    <a:pt x="4532" y="17041"/>
                    <a:pt x="4693" y="17175"/>
                    <a:pt x="4853" y="17318"/>
                  </a:cubicBezTo>
                  <a:cubicBezTo>
                    <a:pt x="5112" y="17354"/>
                    <a:pt x="5291" y="17568"/>
                    <a:pt x="5514" y="17666"/>
                  </a:cubicBezTo>
                  <a:cubicBezTo>
                    <a:pt x="6040" y="17898"/>
                    <a:pt x="6548" y="18201"/>
                    <a:pt x="6994" y="18549"/>
                  </a:cubicBezTo>
                  <a:cubicBezTo>
                    <a:pt x="7093" y="18772"/>
                    <a:pt x="6736" y="18692"/>
                    <a:pt x="6718" y="18879"/>
                  </a:cubicBezTo>
                  <a:cubicBezTo>
                    <a:pt x="6788" y="19062"/>
                    <a:pt x="6774" y="19107"/>
                    <a:pt x="6727" y="19107"/>
                  </a:cubicBezTo>
                  <a:cubicBezTo>
                    <a:pt x="6682" y="19107"/>
                    <a:pt x="6605" y="19065"/>
                    <a:pt x="6539" y="19065"/>
                  </a:cubicBezTo>
                  <a:cubicBezTo>
                    <a:pt x="6533" y="19065"/>
                    <a:pt x="6527" y="19066"/>
                    <a:pt x="6522" y="19067"/>
                  </a:cubicBezTo>
                  <a:cubicBezTo>
                    <a:pt x="6513" y="19165"/>
                    <a:pt x="6548" y="19254"/>
                    <a:pt x="6575" y="19352"/>
                  </a:cubicBezTo>
                  <a:cubicBezTo>
                    <a:pt x="6504" y="19388"/>
                    <a:pt x="6361" y="19468"/>
                    <a:pt x="6290" y="19504"/>
                  </a:cubicBezTo>
                  <a:cubicBezTo>
                    <a:pt x="6388" y="19816"/>
                    <a:pt x="5942" y="19976"/>
                    <a:pt x="6067" y="20280"/>
                  </a:cubicBezTo>
                  <a:cubicBezTo>
                    <a:pt x="6031" y="20440"/>
                    <a:pt x="5817" y="20530"/>
                    <a:pt x="5763" y="20690"/>
                  </a:cubicBezTo>
                  <a:cubicBezTo>
                    <a:pt x="5808" y="20753"/>
                    <a:pt x="5915" y="20788"/>
                    <a:pt x="5888" y="20877"/>
                  </a:cubicBezTo>
                  <a:cubicBezTo>
                    <a:pt x="5799" y="20913"/>
                    <a:pt x="5710" y="20967"/>
                    <a:pt x="5763" y="21074"/>
                  </a:cubicBezTo>
                  <a:cubicBezTo>
                    <a:pt x="5906" y="21109"/>
                    <a:pt x="5870" y="21306"/>
                    <a:pt x="5977" y="21395"/>
                  </a:cubicBezTo>
                  <a:cubicBezTo>
                    <a:pt x="6325" y="21903"/>
                    <a:pt x="6923" y="22126"/>
                    <a:pt x="7449" y="22412"/>
                  </a:cubicBezTo>
                  <a:cubicBezTo>
                    <a:pt x="7472" y="22408"/>
                    <a:pt x="7495" y="22407"/>
                    <a:pt x="7517" y="22407"/>
                  </a:cubicBezTo>
                  <a:cubicBezTo>
                    <a:pt x="7763" y="22407"/>
                    <a:pt x="7992" y="22595"/>
                    <a:pt x="8238" y="22595"/>
                  </a:cubicBezTo>
                  <a:cubicBezTo>
                    <a:pt x="8260" y="22595"/>
                    <a:pt x="8283" y="22594"/>
                    <a:pt x="8306" y="22590"/>
                  </a:cubicBezTo>
                  <a:cubicBezTo>
                    <a:pt x="8805" y="22680"/>
                    <a:pt x="9296" y="22858"/>
                    <a:pt x="9814" y="22903"/>
                  </a:cubicBezTo>
                  <a:cubicBezTo>
                    <a:pt x="10095" y="22938"/>
                    <a:pt x="10376" y="23039"/>
                    <a:pt x="10655" y="23039"/>
                  </a:cubicBezTo>
                  <a:cubicBezTo>
                    <a:pt x="10792" y="23039"/>
                    <a:pt x="10928" y="23015"/>
                    <a:pt x="11062" y="22947"/>
                  </a:cubicBezTo>
                  <a:cubicBezTo>
                    <a:pt x="11155" y="22974"/>
                    <a:pt x="11223" y="23005"/>
                    <a:pt x="11314" y="23005"/>
                  </a:cubicBezTo>
                  <a:cubicBezTo>
                    <a:pt x="11345" y="23005"/>
                    <a:pt x="11380" y="23001"/>
                    <a:pt x="11419" y="22992"/>
                  </a:cubicBezTo>
                  <a:cubicBezTo>
                    <a:pt x="11767" y="22947"/>
                    <a:pt x="12151" y="22911"/>
                    <a:pt x="12427" y="22662"/>
                  </a:cubicBezTo>
                  <a:cubicBezTo>
                    <a:pt x="12677" y="22662"/>
                    <a:pt x="12865" y="22403"/>
                    <a:pt x="13105" y="22332"/>
                  </a:cubicBezTo>
                  <a:cubicBezTo>
                    <a:pt x="13248" y="22073"/>
                    <a:pt x="13525" y="21948"/>
                    <a:pt x="13712" y="21734"/>
                  </a:cubicBezTo>
                  <a:cubicBezTo>
                    <a:pt x="14105" y="21457"/>
                    <a:pt x="14390" y="21065"/>
                    <a:pt x="14711" y="20717"/>
                  </a:cubicBezTo>
                  <a:cubicBezTo>
                    <a:pt x="14754" y="20724"/>
                    <a:pt x="14803" y="20749"/>
                    <a:pt x="14853" y="20749"/>
                  </a:cubicBezTo>
                  <a:cubicBezTo>
                    <a:pt x="14865" y="20749"/>
                    <a:pt x="14877" y="20747"/>
                    <a:pt x="14890" y="20744"/>
                  </a:cubicBezTo>
                  <a:cubicBezTo>
                    <a:pt x="15023" y="20601"/>
                    <a:pt x="15148" y="20458"/>
                    <a:pt x="15327" y="20369"/>
                  </a:cubicBezTo>
                  <a:cubicBezTo>
                    <a:pt x="15532" y="20485"/>
                    <a:pt x="15773" y="20521"/>
                    <a:pt x="15960" y="20654"/>
                  </a:cubicBezTo>
                  <a:cubicBezTo>
                    <a:pt x="16103" y="20779"/>
                    <a:pt x="16317" y="20770"/>
                    <a:pt x="16486" y="20851"/>
                  </a:cubicBezTo>
                  <a:cubicBezTo>
                    <a:pt x="16568" y="20932"/>
                    <a:pt x="16680" y="20982"/>
                    <a:pt x="16796" y="20982"/>
                  </a:cubicBezTo>
                  <a:cubicBezTo>
                    <a:pt x="16832" y="20982"/>
                    <a:pt x="16869" y="20977"/>
                    <a:pt x="16906" y="20967"/>
                  </a:cubicBezTo>
                  <a:cubicBezTo>
                    <a:pt x="16987" y="20975"/>
                    <a:pt x="17067" y="20979"/>
                    <a:pt x="17148" y="20979"/>
                  </a:cubicBezTo>
                  <a:cubicBezTo>
                    <a:pt x="17487" y="20979"/>
                    <a:pt x="17825" y="20915"/>
                    <a:pt x="18164" y="20886"/>
                  </a:cubicBezTo>
                  <a:cubicBezTo>
                    <a:pt x="18190" y="20842"/>
                    <a:pt x="18262" y="20806"/>
                    <a:pt x="18262" y="20744"/>
                  </a:cubicBezTo>
                  <a:cubicBezTo>
                    <a:pt x="18324" y="20735"/>
                    <a:pt x="18387" y="20717"/>
                    <a:pt x="18458" y="20708"/>
                  </a:cubicBezTo>
                  <a:cubicBezTo>
                    <a:pt x="18506" y="20734"/>
                    <a:pt x="18545" y="20745"/>
                    <a:pt x="18578" y="20745"/>
                  </a:cubicBezTo>
                  <a:cubicBezTo>
                    <a:pt x="18734" y="20745"/>
                    <a:pt x="18748" y="20497"/>
                    <a:pt x="18895" y="20467"/>
                  </a:cubicBezTo>
                  <a:cubicBezTo>
                    <a:pt x="18928" y="20476"/>
                    <a:pt x="18959" y="20480"/>
                    <a:pt x="18988" y="20480"/>
                  </a:cubicBezTo>
                  <a:cubicBezTo>
                    <a:pt x="19224" y="20480"/>
                    <a:pt x="19332" y="20218"/>
                    <a:pt x="19546" y="20155"/>
                  </a:cubicBezTo>
                  <a:cubicBezTo>
                    <a:pt x="19814" y="19869"/>
                    <a:pt x="20207" y="19700"/>
                    <a:pt x="20394" y="19361"/>
                  </a:cubicBezTo>
                  <a:cubicBezTo>
                    <a:pt x="20572" y="19245"/>
                    <a:pt x="20760" y="19120"/>
                    <a:pt x="20885" y="18942"/>
                  </a:cubicBezTo>
                  <a:cubicBezTo>
                    <a:pt x="21081" y="18852"/>
                    <a:pt x="21206" y="18683"/>
                    <a:pt x="21322" y="18504"/>
                  </a:cubicBezTo>
                  <a:cubicBezTo>
                    <a:pt x="21518" y="18344"/>
                    <a:pt x="21723" y="18174"/>
                    <a:pt x="21875" y="17960"/>
                  </a:cubicBezTo>
                  <a:cubicBezTo>
                    <a:pt x="21928" y="17853"/>
                    <a:pt x="22080" y="17835"/>
                    <a:pt x="22116" y="17719"/>
                  </a:cubicBezTo>
                  <a:cubicBezTo>
                    <a:pt x="22365" y="17595"/>
                    <a:pt x="22499" y="17327"/>
                    <a:pt x="22696" y="17140"/>
                  </a:cubicBezTo>
                  <a:cubicBezTo>
                    <a:pt x="22999" y="16845"/>
                    <a:pt x="23302" y="16515"/>
                    <a:pt x="23543" y="16167"/>
                  </a:cubicBezTo>
                  <a:cubicBezTo>
                    <a:pt x="23561" y="16042"/>
                    <a:pt x="23579" y="15908"/>
                    <a:pt x="23695" y="15828"/>
                  </a:cubicBezTo>
                  <a:cubicBezTo>
                    <a:pt x="23748" y="15730"/>
                    <a:pt x="23891" y="15516"/>
                    <a:pt x="23713" y="15454"/>
                  </a:cubicBezTo>
                  <a:lnTo>
                    <a:pt x="23713" y="15409"/>
                  </a:lnTo>
                  <a:lnTo>
                    <a:pt x="23668" y="15418"/>
                  </a:lnTo>
                  <a:cubicBezTo>
                    <a:pt x="23623" y="15320"/>
                    <a:pt x="23507" y="15284"/>
                    <a:pt x="23516" y="15168"/>
                  </a:cubicBezTo>
                  <a:cubicBezTo>
                    <a:pt x="23489" y="14909"/>
                    <a:pt x="23035" y="14838"/>
                    <a:pt x="23150" y="14561"/>
                  </a:cubicBezTo>
                  <a:cubicBezTo>
                    <a:pt x="23195" y="14419"/>
                    <a:pt x="23052" y="14267"/>
                    <a:pt x="23115" y="14124"/>
                  </a:cubicBezTo>
                  <a:cubicBezTo>
                    <a:pt x="22606" y="13687"/>
                    <a:pt x="22125" y="13205"/>
                    <a:pt x="21554" y="12849"/>
                  </a:cubicBezTo>
                  <a:cubicBezTo>
                    <a:pt x="21571" y="12617"/>
                    <a:pt x="21340" y="12501"/>
                    <a:pt x="21152" y="12429"/>
                  </a:cubicBezTo>
                  <a:cubicBezTo>
                    <a:pt x="21036" y="12197"/>
                    <a:pt x="20706" y="12171"/>
                    <a:pt x="20554" y="11965"/>
                  </a:cubicBezTo>
                  <a:cubicBezTo>
                    <a:pt x="20421" y="11725"/>
                    <a:pt x="20073" y="11769"/>
                    <a:pt x="19921" y="11546"/>
                  </a:cubicBezTo>
                  <a:cubicBezTo>
                    <a:pt x="19796" y="11359"/>
                    <a:pt x="19653" y="11154"/>
                    <a:pt x="19421" y="11082"/>
                  </a:cubicBezTo>
                  <a:cubicBezTo>
                    <a:pt x="19413" y="11073"/>
                    <a:pt x="19377" y="11038"/>
                    <a:pt x="19368" y="11029"/>
                  </a:cubicBezTo>
                  <a:cubicBezTo>
                    <a:pt x="19404" y="10824"/>
                    <a:pt x="19582" y="10699"/>
                    <a:pt x="19698" y="10538"/>
                  </a:cubicBezTo>
                  <a:cubicBezTo>
                    <a:pt x="20082" y="10021"/>
                    <a:pt x="20519" y="9539"/>
                    <a:pt x="20840" y="8977"/>
                  </a:cubicBezTo>
                  <a:cubicBezTo>
                    <a:pt x="20885" y="8888"/>
                    <a:pt x="21018" y="8620"/>
                    <a:pt x="20858" y="8611"/>
                  </a:cubicBezTo>
                  <a:cubicBezTo>
                    <a:pt x="20876" y="8522"/>
                    <a:pt x="20885" y="8415"/>
                    <a:pt x="20777" y="8379"/>
                  </a:cubicBezTo>
                  <a:cubicBezTo>
                    <a:pt x="20653" y="8103"/>
                    <a:pt x="20331" y="8058"/>
                    <a:pt x="20144" y="7844"/>
                  </a:cubicBezTo>
                  <a:cubicBezTo>
                    <a:pt x="20073" y="7781"/>
                    <a:pt x="19992" y="7719"/>
                    <a:pt x="19903" y="7701"/>
                  </a:cubicBezTo>
                  <a:cubicBezTo>
                    <a:pt x="19627" y="7442"/>
                    <a:pt x="19252" y="7246"/>
                    <a:pt x="18913" y="7068"/>
                  </a:cubicBezTo>
                  <a:cubicBezTo>
                    <a:pt x="18699" y="6898"/>
                    <a:pt x="18494" y="6693"/>
                    <a:pt x="18235" y="6622"/>
                  </a:cubicBezTo>
                  <a:cubicBezTo>
                    <a:pt x="18092" y="6461"/>
                    <a:pt x="17896" y="6318"/>
                    <a:pt x="17691" y="6256"/>
                  </a:cubicBezTo>
                  <a:cubicBezTo>
                    <a:pt x="17379" y="6078"/>
                    <a:pt x="17057" y="5890"/>
                    <a:pt x="16727" y="5739"/>
                  </a:cubicBezTo>
                  <a:cubicBezTo>
                    <a:pt x="16344" y="5400"/>
                    <a:pt x="15853" y="5123"/>
                    <a:pt x="15362" y="4936"/>
                  </a:cubicBezTo>
                  <a:cubicBezTo>
                    <a:pt x="15139" y="4864"/>
                    <a:pt x="14997" y="4659"/>
                    <a:pt x="14774" y="4606"/>
                  </a:cubicBezTo>
                  <a:cubicBezTo>
                    <a:pt x="14506" y="4579"/>
                    <a:pt x="14417" y="4276"/>
                    <a:pt x="14194" y="4186"/>
                  </a:cubicBezTo>
                  <a:cubicBezTo>
                    <a:pt x="13962" y="4133"/>
                    <a:pt x="13819" y="3928"/>
                    <a:pt x="13587" y="3865"/>
                  </a:cubicBezTo>
                  <a:cubicBezTo>
                    <a:pt x="13623" y="3794"/>
                    <a:pt x="13507" y="3767"/>
                    <a:pt x="13462" y="3749"/>
                  </a:cubicBezTo>
                  <a:cubicBezTo>
                    <a:pt x="13123" y="3651"/>
                    <a:pt x="12775" y="3544"/>
                    <a:pt x="12499" y="3321"/>
                  </a:cubicBezTo>
                  <a:cubicBezTo>
                    <a:pt x="12320" y="3169"/>
                    <a:pt x="12044" y="3196"/>
                    <a:pt x="11865" y="3044"/>
                  </a:cubicBezTo>
                  <a:cubicBezTo>
                    <a:pt x="11482" y="2768"/>
                    <a:pt x="11098" y="2500"/>
                    <a:pt x="10652" y="2331"/>
                  </a:cubicBezTo>
                  <a:cubicBezTo>
                    <a:pt x="10536" y="2295"/>
                    <a:pt x="10465" y="2170"/>
                    <a:pt x="10340" y="2152"/>
                  </a:cubicBezTo>
                  <a:cubicBezTo>
                    <a:pt x="9724" y="1840"/>
                    <a:pt x="9180" y="1412"/>
                    <a:pt x="8547" y="1126"/>
                  </a:cubicBezTo>
                  <a:cubicBezTo>
                    <a:pt x="8377" y="930"/>
                    <a:pt x="8047" y="930"/>
                    <a:pt x="7860" y="743"/>
                  </a:cubicBezTo>
                  <a:cubicBezTo>
                    <a:pt x="7797" y="680"/>
                    <a:pt x="7708" y="671"/>
                    <a:pt x="7628" y="645"/>
                  </a:cubicBezTo>
                  <a:cubicBezTo>
                    <a:pt x="7423" y="591"/>
                    <a:pt x="7289" y="413"/>
                    <a:pt x="7102" y="341"/>
                  </a:cubicBezTo>
                  <a:lnTo>
                    <a:pt x="7057" y="350"/>
                  </a:lnTo>
                  <a:cubicBezTo>
                    <a:pt x="7012" y="270"/>
                    <a:pt x="6905" y="225"/>
                    <a:pt x="6816" y="199"/>
                  </a:cubicBezTo>
                  <a:cubicBezTo>
                    <a:pt x="6759" y="79"/>
                    <a:pt x="6603" y="0"/>
                    <a:pt x="64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7542149" y="4599428"/>
              <a:ext cx="384520" cy="334687"/>
            </a:xfrm>
            <a:custGeom>
              <a:avLst/>
              <a:gdLst/>
              <a:ahLst/>
              <a:cxnLst/>
              <a:rect l="l" t="t" r="r" b="b"/>
              <a:pathLst>
                <a:path w="24445" h="21277" extrusionOk="0">
                  <a:moveTo>
                    <a:pt x="9627" y="0"/>
                  </a:moveTo>
                  <a:cubicBezTo>
                    <a:pt x="9564" y="0"/>
                    <a:pt x="9439" y="0"/>
                    <a:pt x="9368" y="9"/>
                  </a:cubicBezTo>
                  <a:lnTo>
                    <a:pt x="9377" y="45"/>
                  </a:lnTo>
                  <a:cubicBezTo>
                    <a:pt x="9314" y="80"/>
                    <a:pt x="9243" y="87"/>
                    <a:pt x="9170" y="87"/>
                  </a:cubicBezTo>
                  <a:cubicBezTo>
                    <a:pt x="9127" y="87"/>
                    <a:pt x="9083" y="85"/>
                    <a:pt x="9040" y="85"/>
                  </a:cubicBezTo>
                  <a:cubicBezTo>
                    <a:pt x="9012" y="85"/>
                    <a:pt x="8984" y="86"/>
                    <a:pt x="8957" y="89"/>
                  </a:cubicBezTo>
                  <a:lnTo>
                    <a:pt x="8975" y="116"/>
                  </a:lnTo>
                  <a:cubicBezTo>
                    <a:pt x="8850" y="179"/>
                    <a:pt x="8770" y="303"/>
                    <a:pt x="8690" y="419"/>
                  </a:cubicBezTo>
                  <a:cubicBezTo>
                    <a:pt x="8675" y="445"/>
                    <a:pt x="8645" y="453"/>
                    <a:pt x="8609" y="453"/>
                  </a:cubicBezTo>
                  <a:cubicBezTo>
                    <a:pt x="8542" y="453"/>
                    <a:pt x="8452" y="425"/>
                    <a:pt x="8391" y="425"/>
                  </a:cubicBezTo>
                  <a:cubicBezTo>
                    <a:pt x="8347" y="425"/>
                    <a:pt x="8318" y="440"/>
                    <a:pt x="8324" y="491"/>
                  </a:cubicBezTo>
                  <a:cubicBezTo>
                    <a:pt x="8286" y="518"/>
                    <a:pt x="8248" y="528"/>
                    <a:pt x="8209" y="528"/>
                  </a:cubicBezTo>
                  <a:cubicBezTo>
                    <a:pt x="8096" y="528"/>
                    <a:pt x="7979" y="445"/>
                    <a:pt x="7872" y="445"/>
                  </a:cubicBezTo>
                  <a:cubicBezTo>
                    <a:pt x="7830" y="445"/>
                    <a:pt x="7791" y="457"/>
                    <a:pt x="7753" y="491"/>
                  </a:cubicBezTo>
                  <a:cubicBezTo>
                    <a:pt x="7673" y="509"/>
                    <a:pt x="7593" y="526"/>
                    <a:pt x="7521" y="544"/>
                  </a:cubicBezTo>
                  <a:cubicBezTo>
                    <a:pt x="7475" y="529"/>
                    <a:pt x="7430" y="521"/>
                    <a:pt x="7387" y="521"/>
                  </a:cubicBezTo>
                  <a:cubicBezTo>
                    <a:pt x="7208" y="521"/>
                    <a:pt x="7049" y="640"/>
                    <a:pt x="6941" y="776"/>
                  </a:cubicBezTo>
                  <a:cubicBezTo>
                    <a:pt x="6665" y="1249"/>
                    <a:pt x="6326" y="1695"/>
                    <a:pt x="6130" y="2195"/>
                  </a:cubicBezTo>
                  <a:cubicBezTo>
                    <a:pt x="5969" y="2445"/>
                    <a:pt x="5799" y="2703"/>
                    <a:pt x="5675" y="2971"/>
                  </a:cubicBezTo>
                  <a:cubicBezTo>
                    <a:pt x="5541" y="3096"/>
                    <a:pt x="5478" y="3292"/>
                    <a:pt x="5425" y="3470"/>
                  </a:cubicBezTo>
                  <a:lnTo>
                    <a:pt x="5407" y="3453"/>
                  </a:lnTo>
                  <a:cubicBezTo>
                    <a:pt x="5282" y="3890"/>
                    <a:pt x="4907" y="4238"/>
                    <a:pt x="4854" y="4702"/>
                  </a:cubicBezTo>
                  <a:cubicBezTo>
                    <a:pt x="4800" y="4764"/>
                    <a:pt x="4684" y="4791"/>
                    <a:pt x="4666" y="4880"/>
                  </a:cubicBezTo>
                  <a:cubicBezTo>
                    <a:pt x="4452" y="5049"/>
                    <a:pt x="4363" y="5362"/>
                    <a:pt x="4211" y="5594"/>
                  </a:cubicBezTo>
                  <a:cubicBezTo>
                    <a:pt x="4149" y="5603"/>
                    <a:pt x="4122" y="5638"/>
                    <a:pt x="4131" y="5692"/>
                  </a:cubicBezTo>
                  <a:cubicBezTo>
                    <a:pt x="4122" y="5710"/>
                    <a:pt x="4104" y="5745"/>
                    <a:pt x="4096" y="5772"/>
                  </a:cubicBezTo>
                  <a:cubicBezTo>
                    <a:pt x="3935" y="5843"/>
                    <a:pt x="3926" y="6058"/>
                    <a:pt x="3819" y="6182"/>
                  </a:cubicBezTo>
                  <a:cubicBezTo>
                    <a:pt x="3757" y="6289"/>
                    <a:pt x="3614" y="6361"/>
                    <a:pt x="3605" y="6504"/>
                  </a:cubicBezTo>
                  <a:cubicBezTo>
                    <a:pt x="3587" y="6539"/>
                    <a:pt x="3569" y="6575"/>
                    <a:pt x="3560" y="6620"/>
                  </a:cubicBezTo>
                  <a:cubicBezTo>
                    <a:pt x="3489" y="6771"/>
                    <a:pt x="3346" y="6878"/>
                    <a:pt x="3310" y="7039"/>
                  </a:cubicBezTo>
                  <a:cubicBezTo>
                    <a:pt x="3239" y="7039"/>
                    <a:pt x="3230" y="7155"/>
                    <a:pt x="3186" y="7199"/>
                  </a:cubicBezTo>
                  <a:cubicBezTo>
                    <a:pt x="3070" y="7271"/>
                    <a:pt x="3025" y="7467"/>
                    <a:pt x="2963" y="7601"/>
                  </a:cubicBezTo>
                  <a:cubicBezTo>
                    <a:pt x="3025" y="7788"/>
                    <a:pt x="2811" y="7949"/>
                    <a:pt x="2847" y="8136"/>
                  </a:cubicBezTo>
                  <a:lnTo>
                    <a:pt x="2838" y="8163"/>
                  </a:lnTo>
                  <a:cubicBezTo>
                    <a:pt x="2775" y="8172"/>
                    <a:pt x="2740" y="8225"/>
                    <a:pt x="2757" y="8288"/>
                  </a:cubicBezTo>
                  <a:lnTo>
                    <a:pt x="2722" y="8297"/>
                  </a:lnTo>
                  <a:cubicBezTo>
                    <a:pt x="2615" y="8529"/>
                    <a:pt x="2365" y="8734"/>
                    <a:pt x="2383" y="9019"/>
                  </a:cubicBezTo>
                  <a:cubicBezTo>
                    <a:pt x="2222" y="9117"/>
                    <a:pt x="2249" y="9358"/>
                    <a:pt x="2160" y="9519"/>
                  </a:cubicBezTo>
                  <a:cubicBezTo>
                    <a:pt x="2088" y="9742"/>
                    <a:pt x="1937" y="9929"/>
                    <a:pt x="1874" y="10161"/>
                  </a:cubicBezTo>
                  <a:cubicBezTo>
                    <a:pt x="1855" y="10158"/>
                    <a:pt x="1837" y="10156"/>
                    <a:pt x="1819" y="10156"/>
                  </a:cubicBezTo>
                  <a:cubicBezTo>
                    <a:pt x="1495" y="10156"/>
                    <a:pt x="1386" y="10671"/>
                    <a:pt x="1589" y="10866"/>
                  </a:cubicBezTo>
                  <a:cubicBezTo>
                    <a:pt x="1717" y="10934"/>
                    <a:pt x="1788" y="11117"/>
                    <a:pt x="1950" y="11117"/>
                  </a:cubicBezTo>
                  <a:cubicBezTo>
                    <a:pt x="1957" y="11117"/>
                    <a:pt x="1965" y="11116"/>
                    <a:pt x="1972" y="11116"/>
                  </a:cubicBezTo>
                  <a:cubicBezTo>
                    <a:pt x="1995" y="11101"/>
                    <a:pt x="2016" y="11095"/>
                    <a:pt x="2036" y="11095"/>
                  </a:cubicBezTo>
                  <a:cubicBezTo>
                    <a:pt x="2111" y="11095"/>
                    <a:pt x="2172" y="11179"/>
                    <a:pt x="2260" y="11179"/>
                  </a:cubicBezTo>
                  <a:cubicBezTo>
                    <a:pt x="2276" y="11179"/>
                    <a:pt x="2293" y="11176"/>
                    <a:pt x="2311" y="11169"/>
                  </a:cubicBezTo>
                  <a:cubicBezTo>
                    <a:pt x="2365" y="11223"/>
                    <a:pt x="2445" y="11258"/>
                    <a:pt x="2463" y="11339"/>
                  </a:cubicBezTo>
                  <a:cubicBezTo>
                    <a:pt x="2463" y="11464"/>
                    <a:pt x="2632" y="11473"/>
                    <a:pt x="2713" y="11544"/>
                  </a:cubicBezTo>
                  <a:cubicBezTo>
                    <a:pt x="2713" y="11606"/>
                    <a:pt x="2686" y="11678"/>
                    <a:pt x="2668" y="11740"/>
                  </a:cubicBezTo>
                  <a:cubicBezTo>
                    <a:pt x="2597" y="11776"/>
                    <a:pt x="2570" y="11856"/>
                    <a:pt x="2534" y="11928"/>
                  </a:cubicBezTo>
                  <a:cubicBezTo>
                    <a:pt x="2472" y="12044"/>
                    <a:pt x="2329" y="12124"/>
                    <a:pt x="2311" y="12267"/>
                  </a:cubicBezTo>
                  <a:cubicBezTo>
                    <a:pt x="2231" y="12293"/>
                    <a:pt x="2195" y="12374"/>
                    <a:pt x="2151" y="12436"/>
                  </a:cubicBezTo>
                  <a:cubicBezTo>
                    <a:pt x="2079" y="12534"/>
                    <a:pt x="1963" y="12588"/>
                    <a:pt x="1937" y="12713"/>
                  </a:cubicBezTo>
                  <a:cubicBezTo>
                    <a:pt x="1794" y="12918"/>
                    <a:pt x="1633" y="13141"/>
                    <a:pt x="1499" y="13364"/>
                  </a:cubicBezTo>
                  <a:cubicBezTo>
                    <a:pt x="1384" y="13417"/>
                    <a:pt x="1259" y="13596"/>
                    <a:pt x="1259" y="13738"/>
                  </a:cubicBezTo>
                  <a:cubicBezTo>
                    <a:pt x="1152" y="13837"/>
                    <a:pt x="1053" y="13953"/>
                    <a:pt x="1018" y="14095"/>
                  </a:cubicBezTo>
                  <a:cubicBezTo>
                    <a:pt x="893" y="14220"/>
                    <a:pt x="813" y="14416"/>
                    <a:pt x="732" y="14586"/>
                  </a:cubicBezTo>
                  <a:cubicBezTo>
                    <a:pt x="474" y="14648"/>
                    <a:pt x="349" y="14934"/>
                    <a:pt x="224" y="15139"/>
                  </a:cubicBezTo>
                  <a:cubicBezTo>
                    <a:pt x="72" y="15335"/>
                    <a:pt x="1" y="15594"/>
                    <a:pt x="36" y="15844"/>
                  </a:cubicBezTo>
                  <a:cubicBezTo>
                    <a:pt x="44" y="15845"/>
                    <a:pt x="52" y="15846"/>
                    <a:pt x="59" y="15846"/>
                  </a:cubicBezTo>
                  <a:cubicBezTo>
                    <a:pt x="153" y="15846"/>
                    <a:pt x="225" y="15760"/>
                    <a:pt x="322" y="15760"/>
                  </a:cubicBezTo>
                  <a:cubicBezTo>
                    <a:pt x="334" y="15760"/>
                    <a:pt x="345" y="15761"/>
                    <a:pt x="358" y="15764"/>
                  </a:cubicBezTo>
                  <a:cubicBezTo>
                    <a:pt x="438" y="15799"/>
                    <a:pt x="500" y="15880"/>
                    <a:pt x="598" y="15888"/>
                  </a:cubicBezTo>
                  <a:cubicBezTo>
                    <a:pt x="634" y="15924"/>
                    <a:pt x="661" y="15996"/>
                    <a:pt x="723" y="15996"/>
                  </a:cubicBezTo>
                  <a:cubicBezTo>
                    <a:pt x="732" y="16049"/>
                    <a:pt x="777" y="16076"/>
                    <a:pt x="813" y="16111"/>
                  </a:cubicBezTo>
                  <a:cubicBezTo>
                    <a:pt x="993" y="16144"/>
                    <a:pt x="1165" y="16230"/>
                    <a:pt x="1351" y="16230"/>
                  </a:cubicBezTo>
                  <a:cubicBezTo>
                    <a:pt x="1368" y="16230"/>
                    <a:pt x="1385" y="16229"/>
                    <a:pt x="1401" y="16227"/>
                  </a:cubicBezTo>
                  <a:cubicBezTo>
                    <a:pt x="1794" y="16424"/>
                    <a:pt x="2249" y="16442"/>
                    <a:pt x="2641" y="16647"/>
                  </a:cubicBezTo>
                  <a:cubicBezTo>
                    <a:pt x="2720" y="16726"/>
                    <a:pt x="2819" y="16738"/>
                    <a:pt x="2923" y="16738"/>
                  </a:cubicBezTo>
                  <a:cubicBezTo>
                    <a:pt x="2971" y="16738"/>
                    <a:pt x="3020" y="16735"/>
                    <a:pt x="3068" y="16735"/>
                  </a:cubicBezTo>
                  <a:cubicBezTo>
                    <a:pt x="3162" y="16735"/>
                    <a:pt x="3253" y="16746"/>
                    <a:pt x="3328" y="16807"/>
                  </a:cubicBezTo>
                  <a:cubicBezTo>
                    <a:pt x="3358" y="16798"/>
                    <a:pt x="3386" y="16794"/>
                    <a:pt x="3413" y="16794"/>
                  </a:cubicBezTo>
                  <a:cubicBezTo>
                    <a:pt x="3563" y="16794"/>
                    <a:pt x="3674" y="16922"/>
                    <a:pt x="3810" y="16968"/>
                  </a:cubicBezTo>
                  <a:cubicBezTo>
                    <a:pt x="3840" y="16953"/>
                    <a:pt x="3871" y="16949"/>
                    <a:pt x="3902" y="16949"/>
                  </a:cubicBezTo>
                  <a:cubicBezTo>
                    <a:pt x="3937" y="16949"/>
                    <a:pt x="3973" y="16954"/>
                    <a:pt x="4008" y="16954"/>
                  </a:cubicBezTo>
                  <a:cubicBezTo>
                    <a:pt x="4035" y="16954"/>
                    <a:pt x="4061" y="16951"/>
                    <a:pt x="4087" y="16941"/>
                  </a:cubicBezTo>
                  <a:cubicBezTo>
                    <a:pt x="4096" y="16941"/>
                    <a:pt x="4113" y="16950"/>
                    <a:pt x="4122" y="16959"/>
                  </a:cubicBezTo>
                  <a:cubicBezTo>
                    <a:pt x="4176" y="17057"/>
                    <a:pt x="4256" y="17111"/>
                    <a:pt x="4229" y="17253"/>
                  </a:cubicBezTo>
                  <a:cubicBezTo>
                    <a:pt x="4292" y="17289"/>
                    <a:pt x="4372" y="17298"/>
                    <a:pt x="4452" y="17316"/>
                  </a:cubicBezTo>
                  <a:cubicBezTo>
                    <a:pt x="4539" y="17386"/>
                    <a:pt x="4597" y="17492"/>
                    <a:pt x="4720" y="17492"/>
                  </a:cubicBezTo>
                  <a:cubicBezTo>
                    <a:pt x="4736" y="17492"/>
                    <a:pt x="4754" y="17490"/>
                    <a:pt x="4774" y="17485"/>
                  </a:cubicBezTo>
                  <a:cubicBezTo>
                    <a:pt x="4979" y="17601"/>
                    <a:pt x="5228" y="17601"/>
                    <a:pt x="5434" y="17708"/>
                  </a:cubicBezTo>
                  <a:cubicBezTo>
                    <a:pt x="5481" y="17739"/>
                    <a:pt x="5517" y="17751"/>
                    <a:pt x="5546" y="17751"/>
                  </a:cubicBezTo>
                  <a:cubicBezTo>
                    <a:pt x="5650" y="17751"/>
                    <a:pt x="5652" y="17587"/>
                    <a:pt x="5764" y="17566"/>
                  </a:cubicBezTo>
                  <a:cubicBezTo>
                    <a:pt x="5862" y="17592"/>
                    <a:pt x="5969" y="17601"/>
                    <a:pt x="6022" y="17690"/>
                  </a:cubicBezTo>
                  <a:cubicBezTo>
                    <a:pt x="6147" y="17878"/>
                    <a:pt x="6415" y="17780"/>
                    <a:pt x="6584" y="17896"/>
                  </a:cubicBezTo>
                  <a:cubicBezTo>
                    <a:pt x="6665" y="17922"/>
                    <a:pt x="6700" y="18012"/>
                    <a:pt x="6772" y="18029"/>
                  </a:cubicBezTo>
                  <a:cubicBezTo>
                    <a:pt x="6834" y="18137"/>
                    <a:pt x="6986" y="18145"/>
                    <a:pt x="7084" y="18208"/>
                  </a:cubicBezTo>
                  <a:cubicBezTo>
                    <a:pt x="7164" y="18386"/>
                    <a:pt x="7396" y="18404"/>
                    <a:pt x="7512" y="18547"/>
                  </a:cubicBezTo>
                  <a:cubicBezTo>
                    <a:pt x="7646" y="18654"/>
                    <a:pt x="7860" y="18556"/>
                    <a:pt x="7949" y="18725"/>
                  </a:cubicBezTo>
                  <a:cubicBezTo>
                    <a:pt x="7967" y="18754"/>
                    <a:pt x="7986" y="18765"/>
                    <a:pt x="8006" y="18765"/>
                  </a:cubicBezTo>
                  <a:cubicBezTo>
                    <a:pt x="8061" y="18765"/>
                    <a:pt x="8124" y="18679"/>
                    <a:pt x="8186" y="18679"/>
                  </a:cubicBezTo>
                  <a:cubicBezTo>
                    <a:pt x="8191" y="18679"/>
                    <a:pt x="8195" y="18680"/>
                    <a:pt x="8199" y="18681"/>
                  </a:cubicBezTo>
                  <a:cubicBezTo>
                    <a:pt x="8422" y="18752"/>
                    <a:pt x="8699" y="18788"/>
                    <a:pt x="8806" y="19046"/>
                  </a:cubicBezTo>
                  <a:cubicBezTo>
                    <a:pt x="8818" y="19109"/>
                    <a:pt x="8846" y="19128"/>
                    <a:pt x="8882" y="19128"/>
                  </a:cubicBezTo>
                  <a:cubicBezTo>
                    <a:pt x="8937" y="19128"/>
                    <a:pt x="9009" y="19084"/>
                    <a:pt x="9070" y="19084"/>
                  </a:cubicBezTo>
                  <a:cubicBezTo>
                    <a:pt x="9112" y="19084"/>
                    <a:pt x="9148" y="19104"/>
                    <a:pt x="9172" y="19171"/>
                  </a:cubicBezTo>
                  <a:cubicBezTo>
                    <a:pt x="9350" y="19323"/>
                    <a:pt x="9564" y="19421"/>
                    <a:pt x="9743" y="19573"/>
                  </a:cubicBezTo>
                  <a:cubicBezTo>
                    <a:pt x="9992" y="19591"/>
                    <a:pt x="10215" y="19698"/>
                    <a:pt x="10474" y="19698"/>
                  </a:cubicBezTo>
                  <a:lnTo>
                    <a:pt x="10465" y="19662"/>
                  </a:lnTo>
                  <a:cubicBezTo>
                    <a:pt x="10475" y="19659"/>
                    <a:pt x="10485" y="19658"/>
                    <a:pt x="10493" y="19658"/>
                  </a:cubicBezTo>
                  <a:cubicBezTo>
                    <a:pt x="10576" y="19658"/>
                    <a:pt x="10595" y="19765"/>
                    <a:pt x="10644" y="19814"/>
                  </a:cubicBezTo>
                  <a:cubicBezTo>
                    <a:pt x="10654" y="19816"/>
                    <a:pt x="10664" y="19817"/>
                    <a:pt x="10674" y="19817"/>
                  </a:cubicBezTo>
                  <a:cubicBezTo>
                    <a:pt x="10737" y="19817"/>
                    <a:pt x="10796" y="19777"/>
                    <a:pt x="10859" y="19777"/>
                  </a:cubicBezTo>
                  <a:cubicBezTo>
                    <a:pt x="10865" y="19777"/>
                    <a:pt x="10870" y="19777"/>
                    <a:pt x="10876" y="19778"/>
                  </a:cubicBezTo>
                  <a:cubicBezTo>
                    <a:pt x="10965" y="19840"/>
                    <a:pt x="11072" y="19867"/>
                    <a:pt x="11152" y="19948"/>
                  </a:cubicBezTo>
                  <a:cubicBezTo>
                    <a:pt x="11190" y="19974"/>
                    <a:pt x="11244" y="20005"/>
                    <a:pt x="11292" y="20005"/>
                  </a:cubicBezTo>
                  <a:cubicBezTo>
                    <a:pt x="11324" y="20005"/>
                    <a:pt x="11354" y="19992"/>
                    <a:pt x="11375" y="19956"/>
                  </a:cubicBezTo>
                  <a:cubicBezTo>
                    <a:pt x="11473" y="19992"/>
                    <a:pt x="11580" y="20046"/>
                    <a:pt x="11687" y="20072"/>
                  </a:cubicBezTo>
                  <a:cubicBezTo>
                    <a:pt x="11678" y="20251"/>
                    <a:pt x="11955" y="20206"/>
                    <a:pt x="12053" y="20313"/>
                  </a:cubicBezTo>
                  <a:cubicBezTo>
                    <a:pt x="12133" y="20483"/>
                    <a:pt x="12374" y="20465"/>
                    <a:pt x="12526" y="20483"/>
                  </a:cubicBezTo>
                  <a:cubicBezTo>
                    <a:pt x="12577" y="20526"/>
                    <a:pt x="12621" y="20593"/>
                    <a:pt x="12689" y="20593"/>
                  </a:cubicBezTo>
                  <a:cubicBezTo>
                    <a:pt x="12704" y="20593"/>
                    <a:pt x="12721" y="20589"/>
                    <a:pt x="12740" y="20581"/>
                  </a:cubicBezTo>
                  <a:cubicBezTo>
                    <a:pt x="12783" y="20565"/>
                    <a:pt x="12827" y="20562"/>
                    <a:pt x="12872" y="20562"/>
                  </a:cubicBezTo>
                  <a:cubicBezTo>
                    <a:pt x="12914" y="20562"/>
                    <a:pt x="12957" y="20565"/>
                    <a:pt x="13001" y="20565"/>
                  </a:cubicBezTo>
                  <a:cubicBezTo>
                    <a:pt x="13018" y="20565"/>
                    <a:pt x="13035" y="20564"/>
                    <a:pt x="13052" y="20563"/>
                  </a:cubicBezTo>
                  <a:cubicBezTo>
                    <a:pt x="13097" y="20661"/>
                    <a:pt x="13186" y="20750"/>
                    <a:pt x="13302" y="20768"/>
                  </a:cubicBezTo>
                  <a:cubicBezTo>
                    <a:pt x="13552" y="20947"/>
                    <a:pt x="13873" y="20929"/>
                    <a:pt x="14167" y="20956"/>
                  </a:cubicBezTo>
                  <a:cubicBezTo>
                    <a:pt x="14198" y="20941"/>
                    <a:pt x="14226" y="20934"/>
                    <a:pt x="14252" y="20934"/>
                  </a:cubicBezTo>
                  <a:cubicBezTo>
                    <a:pt x="14389" y="20934"/>
                    <a:pt x="14457" y="21117"/>
                    <a:pt x="14597" y="21117"/>
                  </a:cubicBezTo>
                  <a:cubicBezTo>
                    <a:pt x="14602" y="21117"/>
                    <a:pt x="14608" y="21117"/>
                    <a:pt x="14613" y="21116"/>
                  </a:cubicBezTo>
                  <a:cubicBezTo>
                    <a:pt x="14685" y="21110"/>
                    <a:pt x="14765" y="21068"/>
                    <a:pt x="14840" y="21068"/>
                  </a:cubicBezTo>
                  <a:cubicBezTo>
                    <a:pt x="14876" y="21068"/>
                    <a:pt x="14911" y="21078"/>
                    <a:pt x="14944" y="21107"/>
                  </a:cubicBezTo>
                  <a:cubicBezTo>
                    <a:pt x="15033" y="21169"/>
                    <a:pt x="15139" y="21232"/>
                    <a:pt x="15249" y="21232"/>
                  </a:cubicBezTo>
                  <a:cubicBezTo>
                    <a:pt x="15281" y="21232"/>
                    <a:pt x="15313" y="21226"/>
                    <a:pt x="15345" y="21214"/>
                  </a:cubicBezTo>
                  <a:cubicBezTo>
                    <a:pt x="15434" y="21223"/>
                    <a:pt x="15523" y="21277"/>
                    <a:pt x="15622" y="21277"/>
                  </a:cubicBezTo>
                  <a:cubicBezTo>
                    <a:pt x="15695" y="21247"/>
                    <a:pt x="15772" y="21238"/>
                    <a:pt x="15849" y="21238"/>
                  </a:cubicBezTo>
                  <a:cubicBezTo>
                    <a:pt x="15960" y="21238"/>
                    <a:pt x="16073" y="21257"/>
                    <a:pt x="16184" y="21268"/>
                  </a:cubicBezTo>
                  <a:cubicBezTo>
                    <a:pt x="16222" y="21232"/>
                    <a:pt x="16277" y="21221"/>
                    <a:pt x="16340" y="21221"/>
                  </a:cubicBezTo>
                  <a:cubicBezTo>
                    <a:pt x="16434" y="21221"/>
                    <a:pt x="16545" y="21245"/>
                    <a:pt x="16639" y="21245"/>
                  </a:cubicBezTo>
                  <a:cubicBezTo>
                    <a:pt x="16745" y="21245"/>
                    <a:pt x="16829" y="21214"/>
                    <a:pt x="16844" y="21080"/>
                  </a:cubicBezTo>
                  <a:cubicBezTo>
                    <a:pt x="16875" y="21074"/>
                    <a:pt x="16908" y="21072"/>
                    <a:pt x="16940" y="21072"/>
                  </a:cubicBezTo>
                  <a:cubicBezTo>
                    <a:pt x="17069" y="21072"/>
                    <a:pt x="17203" y="21110"/>
                    <a:pt x="17330" y="21110"/>
                  </a:cubicBezTo>
                  <a:cubicBezTo>
                    <a:pt x="17406" y="21110"/>
                    <a:pt x="17480" y="21097"/>
                    <a:pt x="17548" y="21054"/>
                  </a:cubicBezTo>
                  <a:cubicBezTo>
                    <a:pt x="17616" y="21054"/>
                    <a:pt x="17699" y="21070"/>
                    <a:pt x="17776" y="21070"/>
                  </a:cubicBezTo>
                  <a:cubicBezTo>
                    <a:pt x="17863" y="21070"/>
                    <a:pt x="17943" y="21050"/>
                    <a:pt x="17986" y="20964"/>
                  </a:cubicBezTo>
                  <a:cubicBezTo>
                    <a:pt x="18021" y="20947"/>
                    <a:pt x="18048" y="20920"/>
                    <a:pt x="18066" y="20875"/>
                  </a:cubicBezTo>
                  <a:cubicBezTo>
                    <a:pt x="18235" y="20786"/>
                    <a:pt x="18458" y="20795"/>
                    <a:pt x="18583" y="20625"/>
                  </a:cubicBezTo>
                  <a:cubicBezTo>
                    <a:pt x="18681" y="20518"/>
                    <a:pt x="18878" y="20492"/>
                    <a:pt x="18878" y="20313"/>
                  </a:cubicBezTo>
                  <a:cubicBezTo>
                    <a:pt x="19270" y="19930"/>
                    <a:pt x="19707" y="19582"/>
                    <a:pt x="20046" y="19171"/>
                  </a:cubicBezTo>
                  <a:cubicBezTo>
                    <a:pt x="20144" y="19136"/>
                    <a:pt x="20189" y="19020"/>
                    <a:pt x="20296" y="19002"/>
                  </a:cubicBezTo>
                  <a:cubicBezTo>
                    <a:pt x="20466" y="18948"/>
                    <a:pt x="20483" y="18734"/>
                    <a:pt x="20591" y="18609"/>
                  </a:cubicBezTo>
                  <a:cubicBezTo>
                    <a:pt x="20706" y="18529"/>
                    <a:pt x="20840" y="18449"/>
                    <a:pt x="20903" y="18315"/>
                  </a:cubicBezTo>
                  <a:cubicBezTo>
                    <a:pt x="20912" y="18306"/>
                    <a:pt x="20930" y="18288"/>
                    <a:pt x="20947" y="18279"/>
                  </a:cubicBezTo>
                  <a:cubicBezTo>
                    <a:pt x="21072" y="18172"/>
                    <a:pt x="21161" y="18003"/>
                    <a:pt x="21322" y="17922"/>
                  </a:cubicBezTo>
                  <a:cubicBezTo>
                    <a:pt x="21429" y="17735"/>
                    <a:pt x="21661" y="17619"/>
                    <a:pt x="21715" y="17423"/>
                  </a:cubicBezTo>
                  <a:cubicBezTo>
                    <a:pt x="21929" y="17289"/>
                    <a:pt x="22089" y="17057"/>
                    <a:pt x="22259" y="16870"/>
                  </a:cubicBezTo>
                  <a:cubicBezTo>
                    <a:pt x="22348" y="16870"/>
                    <a:pt x="22366" y="16682"/>
                    <a:pt x="22277" y="16682"/>
                  </a:cubicBezTo>
                  <a:cubicBezTo>
                    <a:pt x="22437" y="16513"/>
                    <a:pt x="22357" y="16254"/>
                    <a:pt x="22410" y="16040"/>
                  </a:cubicBezTo>
                  <a:cubicBezTo>
                    <a:pt x="22384" y="15924"/>
                    <a:pt x="22410" y="15772"/>
                    <a:pt x="22312" y="15683"/>
                  </a:cubicBezTo>
                  <a:cubicBezTo>
                    <a:pt x="22330" y="15451"/>
                    <a:pt x="22562" y="15344"/>
                    <a:pt x="22651" y="15157"/>
                  </a:cubicBezTo>
                  <a:cubicBezTo>
                    <a:pt x="22964" y="14782"/>
                    <a:pt x="23320" y="14443"/>
                    <a:pt x="23588" y="14060"/>
                  </a:cubicBezTo>
                  <a:cubicBezTo>
                    <a:pt x="23624" y="14033"/>
                    <a:pt x="23650" y="14006"/>
                    <a:pt x="23677" y="13979"/>
                  </a:cubicBezTo>
                  <a:cubicBezTo>
                    <a:pt x="23677" y="13970"/>
                    <a:pt x="23686" y="13953"/>
                    <a:pt x="23695" y="13944"/>
                  </a:cubicBezTo>
                  <a:cubicBezTo>
                    <a:pt x="23757" y="13935"/>
                    <a:pt x="23757" y="13854"/>
                    <a:pt x="23784" y="13810"/>
                  </a:cubicBezTo>
                  <a:cubicBezTo>
                    <a:pt x="24025" y="13685"/>
                    <a:pt x="24177" y="13453"/>
                    <a:pt x="24320" y="13239"/>
                  </a:cubicBezTo>
                  <a:lnTo>
                    <a:pt x="24355" y="13239"/>
                  </a:lnTo>
                  <a:cubicBezTo>
                    <a:pt x="24328" y="13141"/>
                    <a:pt x="24444" y="12873"/>
                    <a:pt x="24320" y="12873"/>
                  </a:cubicBezTo>
                  <a:cubicBezTo>
                    <a:pt x="24328" y="12793"/>
                    <a:pt x="24248" y="12757"/>
                    <a:pt x="24212" y="12704"/>
                  </a:cubicBezTo>
                  <a:cubicBezTo>
                    <a:pt x="24132" y="12588"/>
                    <a:pt x="24150" y="12445"/>
                    <a:pt x="24105" y="12320"/>
                  </a:cubicBezTo>
                  <a:cubicBezTo>
                    <a:pt x="23989" y="12177"/>
                    <a:pt x="23820" y="12088"/>
                    <a:pt x="23677" y="11972"/>
                  </a:cubicBezTo>
                  <a:cubicBezTo>
                    <a:pt x="23588" y="11919"/>
                    <a:pt x="23668" y="11776"/>
                    <a:pt x="23561" y="11731"/>
                  </a:cubicBezTo>
                  <a:cubicBezTo>
                    <a:pt x="23490" y="11606"/>
                    <a:pt x="23320" y="11624"/>
                    <a:pt x="23267" y="11490"/>
                  </a:cubicBezTo>
                  <a:cubicBezTo>
                    <a:pt x="23204" y="11321"/>
                    <a:pt x="23044" y="11250"/>
                    <a:pt x="22910" y="11160"/>
                  </a:cubicBezTo>
                  <a:cubicBezTo>
                    <a:pt x="22696" y="10911"/>
                    <a:pt x="22464" y="10688"/>
                    <a:pt x="22161" y="10554"/>
                  </a:cubicBezTo>
                  <a:lnTo>
                    <a:pt x="22170" y="10518"/>
                  </a:lnTo>
                  <a:lnTo>
                    <a:pt x="22125" y="10518"/>
                  </a:lnTo>
                  <a:cubicBezTo>
                    <a:pt x="22098" y="10464"/>
                    <a:pt x="22036" y="10456"/>
                    <a:pt x="21991" y="10429"/>
                  </a:cubicBezTo>
                  <a:cubicBezTo>
                    <a:pt x="22018" y="10375"/>
                    <a:pt x="21911" y="10384"/>
                    <a:pt x="21884" y="10366"/>
                  </a:cubicBezTo>
                  <a:cubicBezTo>
                    <a:pt x="21652" y="10108"/>
                    <a:pt x="21269" y="10054"/>
                    <a:pt x="21054" y="9769"/>
                  </a:cubicBezTo>
                  <a:cubicBezTo>
                    <a:pt x="21072" y="9671"/>
                    <a:pt x="21063" y="9537"/>
                    <a:pt x="21179" y="9492"/>
                  </a:cubicBezTo>
                  <a:cubicBezTo>
                    <a:pt x="21242" y="9430"/>
                    <a:pt x="21358" y="9412"/>
                    <a:pt x="21358" y="9305"/>
                  </a:cubicBezTo>
                  <a:cubicBezTo>
                    <a:pt x="21384" y="9162"/>
                    <a:pt x="21465" y="9046"/>
                    <a:pt x="21554" y="8939"/>
                  </a:cubicBezTo>
                  <a:cubicBezTo>
                    <a:pt x="21563" y="8930"/>
                    <a:pt x="21581" y="8903"/>
                    <a:pt x="21590" y="8894"/>
                  </a:cubicBezTo>
                  <a:cubicBezTo>
                    <a:pt x="21723" y="8859"/>
                    <a:pt x="21723" y="8680"/>
                    <a:pt x="21822" y="8600"/>
                  </a:cubicBezTo>
                  <a:cubicBezTo>
                    <a:pt x="21920" y="8439"/>
                    <a:pt x="22062" y="8297"/>
                    <a:pt x="22125" y="8127"/>
                  </a:cubicBezTo>
                  <a:cubicBezTo>
                    <a:pt x="22205" y="8091"/>
                    <a:pt x="22241" y="8002"/>
                    <a:pt x="22241" y="7922"/>
                  </a:cubicBezTo>
                  <a:cubicBezTo>
                    <a:pt x="22366" y="7842"/>
                    <a:pt x="22428" y="7699"/>
                    <a:pt x="22517" y="7583"/>
                  </a:cubicBezTo>
                  <a:cubicBezTo>
                    <a:pt x="22571" y="7467"/>
                    <a:pt x="22705" y="7369"/>
                    <a:pt x="22696" y="7235"/>
                  </a:cubicBezTo>
                  <a:lnTo>
                    <a:pt x="22696" y="7235"/>
                  </a:lnTo>
                  <a:lnTo>
                    <a:pt x="22660" y="7244"/>
                  </a:lnTo>
                  <a:cubicBezTo>
                    <a:pt x="22696" y="6923"/>
                    <a:pt x="22446" y="6700"/>
                    <a:pt x="22277" y="6477"/>
                  </a:cubicBezTo>
                  <a:cubicBezTo>
                    <a:pt x="22098" y="6361"/>
                    <a:pt x="21938" y="6227"/>
                    <a:pt x="21759" y="6138"/>
                  </a:cubicBezTo>
                  <a:cubicBezTo>
                    <a:pt x="21518" y="6022"/>
                    <a:pt x="21304" y="5808"/>
                    <a:pt x="21037" y="5763"/>
                  </a:cubicBezTo>
                  <a:cubicBezTo>
                    <a:pt x="20885" y="5719"/>
                    <a:pt x="20760" y="5576"/>
                    <a:pt x="20617" y="5531"/>
                  </a:cubicBezTo>
                  <a:cubicBezTo>
                    <a:pt x="20528" y="5406"/>
                    <a:pt x="20341" y="5344"/>
                    <a:pt x="20207" y="5255"/>
                  </a:cubicBezTo>
                  <a:cubicBezTo>
                    <a:pt x="19930" y="5192"/>
                    <a:pt x="19707" y="5032"/>
                    <a:pt x="19484" y="4871"/>
                  </a:cubicBezTo>
                  <a:cubicBezTo>
                    <a:pt x="19350" y="4764"/>
                    <a:pt x="19163" y="4693"/>
                    <a:pt x="19003" y="4639"/>
                  </a:cubicBezTo>
                  <a:cubicBezTo>
                    <a:pt x="18887" y="4461"/>
                    <a:pt x="18655" y="4389"/>
                    <a:pt x="18467" y="4345"/>
                  </a:cubicBezTo>
                  <a:cubicBezTo>
                    <a:pt x="18316" y="4282"/>
                    <a:pt x="18164" y="4166"/>
                    <a:pt x="18012" y="4086"/>
                  </a:cubicBezTo>
                  <a:cubicBezTo>
                    <a:pt x="17709" y="3997"/>
                    <a:pt x="17486" y="3693"/>
                    <a:pt x="17174" y="3658"/>
                  </a:cubicBezTo>
                  <a:cubicBezTo>
                    <a:pt x="17022" y="3542"/>
                    <a:pt x="16817" y="3444"/>
                    <a:pt x="16665" y="3310"/>
                  </a:cubicBezTo>
                  <a:cubicBezTo>
                    <a:pt x="16353" y="3158"/>
                    <a:pt x="16076" y="2908"/>
                    <a:pt x="15729" y="2864"/>
                  </a:cubicBezTo>
                  <a:cubicBezTo>
                    <a:pt x="15559" y="2739"/>
                    <a:pt x="15336" y="2739"/>
                    <a:pt x="15184" y="2605"/>
                  </a:cubicBezTo>
                  <a:cubicBezTo>
                    <a:pt x="14649" y="2311"/>
                    <a:pt x="14158" y="1882"/>
                    <a:pt x="13543" y="1767"/>
                  </a:cubicBezTo>
                  <a:cubicBezTo>
                    <a:pt x="13311" y="1722"/>
                    <a:pt x="13133" y="1517"/>
                    <a:pt x="12901" y="1472"/>
                  </a:cubicBezTo>
                  <a:cubicBezTo>
                    <a:pt x="12544" y="1213"/>
                    <a:pt x="12124" y="1089"/>
                    <a:pt x="11741" y="892"/>
                  </a:cubicBezTo>
                  <a:cubicBezTo>
                    <a:pt x="11669" y="848"/>
                    <a:pt x="11571" y="803"/>
                    <a:pt x="11482" y="776"/>
                  </a:cubicBezTo>
                  <a:cubicBezTo>
                    <a:pt x="11161" y="607"/>
                    <a:pt x="10768" y="473"/>
                    <a:pt x="10403" y="402"/>
                  </a:cubicBezTo>
                  <a:cubicBezTo>
                    <a:pt x="10322" y="250"/>
                    <a:pt x="10144" y="179"/>
                    <a:pt x="9992" y="179"/>
                  </a:cubicBezTo>
                  <a:cubicBezTo>
                    <a:pt x="9867" y="125"/>
                    <a:pt x="9769" y="9"/>
                    <a:pt x="96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7" name="Google Shape;147;p18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subTitle" idx="1"/>
          </p:nvPr>
        </p:nvSpPr>
        <p:spPr>
          <a:xfrm>
            <a:off x="967975" y="1780825"/>
            <a:ext cx="2997600" cy="8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subTitle" idx="2"/>
          </p:nvPr>
        </p:nvSpPr>
        <p:spPr>
          <a:xfrm>
            <a:off x="5178367" y="1780825"/>
            <a:ext cx="2997600" cy="8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ubTitle" idx="3"/>
          </p:nvPr>
        </p:nvSpPr>
        <p:spPr>
          <a:xfrm>
            <a:off x="967975" y="3519025"/>
            <a:ext cx="2997600" cy="8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subTitle" idx="4"/>
          </p:nvPr>
        </p:nvSpPr>
        <p:spPr>
          <a:xfrm>
            <a:off x="5178367" y="3519025"/>
            <a:ext cx="2997600" cy="8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ubTitle" idx="5"/>
          </p:nvPr>
        </p:nvSpPr>
        <p:spPr>
          <a:xfrm>
            <a:off x="967976" y="1462225"/>
            <a:ext cx="29976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subTitle" idx="6"/>
          </p:nvPr>
        </p:nvSpPr>
        <p:spPr>
          <a:xfrm>
            <a:off x="5178367" y="1462225"/>
            <a:ext cx="29976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54" name="Google Shape;154;p18"/>
          <p:cNvSpPr txBox="1">
            <a:spLocks noGrp="1"/>
          </p:cNvSpPr>
          <p:nvPr>
            <p:ph type="subTitle" idx="7"/>
          </p:nvPr>
        </p:nvSpPr>
        <p:spPr>
          <a:xfrm>
            <a:off x="967976" y="3200423"/>
            <a:ext cx="29976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subTitle" idx="8"/>
          </p:nvPr>
        </p:nvSpPr>
        <p:spPr>
          <a:xfrm>
            <a:off x="5178367" y="3200423"/>
            <a:ext cx="29976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grpSp>
        <p:nvGrpSpPr>
          <p:cNvPr id="156" name="Google Shape;156;p18"/>
          <p:cNvGrpSpPr/>
          <p:nvPr/>
        </p:nvGrpSpPr>
        <p:grpSpPr>
          <a:xfrm>
            <a:off x="7068914" y="4435830"/>
            <a:ext cx="1820785" cy="527672"/>
            <a:chOff x="7068914" y="4512030"/>
            <a:chExt cx="1820785" cy="527672"/>
          </a:xfrm>
        </p:grpSpPr>
        <p:sp>
          <p:nvSpPr>
            <p:cNvPr id="157" name="Google Shape;157;p18"/>
            <p:cNvSpPr/>
            <p:nvPr/>
          </p:nvSpPr>
          <p:spPr>
            <a:xfrm rot="7133106">
              <a:off x="7125734" y="4639570"/>
              <a:ext cx="347073" cy="334695"/>
            </a:xfrm>
            <a:custGeom>
              <a:avLst/>
              <a:gdLst/>
              <a:ahLst/>
              <a:cxnLst/>
              <a:rect l="l" t="t" r="r" b="b"/>
              <a:pathLst>
                <a:path w="23891" h="23039" extrusionOk="0">
                  <a:moveTo>
                    <a:pt x="6466" y="0"/>
                  </a:moveTo>
                  <a:cubicBezTo>
                    <a:pt x="6348" y="0"/>
                    <a:pt x="6244" y="58"/>
                    <a:pt x="6227" y="199"/>
                  </a:cubicBezTo>
                  <a:cubicBezTo>
                    <a:pt x="6218" y="216"/>
                    <a:pt x="6209" y="252"/>
                    <a:pt x="6201" y="261"/>
                  </a:cubicBezTo>
                  <a:cubicBezTo>
                    <a:pt x="6022" y="431"/>
                    <a:pt x="5888" y="654"/>
                    <a:pt x="5799" y="868"/>
                  </a:cubicBezTo>
                  <a:cubicBezTo>
                    <a:pt x="5719" y="912"/>
                    <a:pt x="5683" y="993"/>
                    <a:pt x="5656" y="1073"/>
                  </a:cubicBezTo>
                  <a:cubicBezTo>
                    <a:pt x="5638" y="1091"/>
                    <a:pt x="5612" y="1144"/>
                    <a:pt x="5603" y="1162"/>
                  </a:cubicBezTo>
                  <a:cubicBezTo>
                    <a:pt x="5594" y="1189"/>
                    <a:pt x="5567" y="1233"/>
                    <a:pt x="5558" y="1260"/>
                  </a:cubicBezTo>
                  <a:cubicBezTo>
                    <a:pt x="5460" y="1332"/>
                    <a:pt x="5451" y="1483"/>
                    <a:pt x="5415" y="1599"/>
                  </a:cubicBezTo>
                  <a:cubicBezTo>
                    <a:pt x="5264" y="1581"/>
                    <a:pt x="5094" y="1626"/>
                    <a:pt x="4978" y="1510"/>
                  </a:cubicBezTo>
                  <a:cubicBezTo>
                    <a:pt x="4792" y="1445"/>
                    <a:pt x="4672" y="1189"/>
                    <a:pt x="4471" y="1189"/>
                  </a:cubicBezTo>
                  <a:cubicBezTo>
                    <a:pt x="4451" y="1189"/>
                    <a:pt x="4430" y="1192"/>
                    <a:pt x="4407" y="1198"/>
                  </a:cubicBezTo>
                  <a:cubicBezTo>
                    <a:pt x="4167" y="1296"/>
                    <a:pt x="3854" y="1180"/>
                    <a:pt x="3676" y="1394"/>
                  </a:cubicBezTo>
                  <a:cubicBezTo>
                    <a:pt x="3604" y="1465"/>
                    <a:pt x="3489" y="1465"/>
                    <a:pt x="3435" y="1546"/>
                  </a:cubicBezTo>
                  <a:cubicBezTo>
                    <a:pt x="3194" y="1546"/>
                    <a:pt x="3051" y="1813"/>
                    <a:pt x="2918" y="1983"/>
                  </a:cubicBezTo>
                  <a:cubicBezTo>
                    <a:pt x="2596" y="2598"/>
                    <a:pt x="2159" y="3160"/>
                    <a:pt x="1892" y="3812"/>
                  </a:cubicBezTo>
                  <a:cubicBezTo>
                    <a:pt x="1722" y="4035"/>
                    <a:pt x="1579" y="4284"/>
                    <a:pt x="1428" y="4525"/>
                  </a:cubicBezTo>
                  <a:cubicBezTo>
                    <a:pt x="1249" y="4677"/>
                    <a:pt x="1312" y="5007"/>
                    <a:pt x="1133" y="5159"/>
                  </a:cubicBezTo>
                  <a:cubicBezTo>
                    <a:pt x="955" y="5471"/>
                    <a:pt x="705" y="5783"/>
                    <a:pt x="696" y="6167"/>
                  </a:cubicBezTo>
                  <a:lnTo>
                    <a:pt x="661" y="6176"/>
                  </a:lnTo>
                  <a:cubicBezTo>
                    <a:pt x="545" y="6702"/>
                    <a:pt x="295" y="7175"/>
                    <a:pt x="81" y="7665"/>
                  </a:cubicBezTo>
                  <a:cubicBezTo>
                    <a:pt x="99" y="7844"/>
                    <a:pt x="0" y="8103"/>
                    <a:pt x="179" y="8228"/>
                  </a:cubicBezTo>
                  <a:cubicBezTo>
                    <a:pt x="509" y="8665"/>
                    <a:pt x="1107" y="8825"/>
                    <a:pt x="1330" y="9343"/>
                  </a:cubicBezTo>
                  <a:cubicBezTo>
                    <a:pt x="1410" y="9530"/>
                    <a:pt x="1678" y="9539"/>
                    <a:pt x="1758" y="9726"/>
                  </a:cubicBezTo>
                  <a:cubicBezTo>
                    <a:pt x="1874" y="9949"/>
                    <a:pt x="2293" y="9940"/>
                    <a:pt x="2284" y="10208"/>
                  </a:cubicBezTo>
                  <a:cubicBezTo>
                    <a:pt x="2097" y="10574"/>
                    <a:pt x="1918" y="10948"/>
                    <a:pt x="1669" y="11270"/>
                  </a:cubicBezTo>
                  <a:cubicBezTo>
                    <a:pt x="1526" y="11519"/>
                    <a:pt x="1481" y="11823"/>
                    <a:pt x="1240" y="12001"/>
                  </a:cubicBezTo>
                  <a:cubicBezTo>
                    <a:pt x="1151" y="12197"/>
                    <a:pt x="991" y="12358"/>
                    <a:pt x="964" y="12581"/>
                  </a:cubicBezTo>
                  <a:cubicBezTo>
                    <a:pt x="937" y="12893"/>
                    <a:pt x="803" y="13179"/>
                    <a:pt x="669" y="13446"/>
                  </a:cubicBezTo>
                  <a:cubicBezTo>
                    <a:pt x="664" y="13445"/>
                    <a:pt x="658" y="13445"/>
                    <a:pt x="653" y="13445"/>
                  </a:cubicBezTo>
                  <a:cubicBezTo>
                    <a:pt x="560" y="13445"/>
                    <a:pt x="541" y="13584"/>
                    <a:pt x="482" y="13643"/>
                  </a:cubicBezTo>
                  <a:cubicBezTo>
                    <a:pt x="455" y="13821"/>
                    <a:pt x="348" y="14035"/>
                    <a:pt x="455" y="14205"/>
                  </a:cubicBezTo>
                  <a:cubicBezTo>
                    <a:pt x="661" y="14588"/>
                    <a:pt x="1035" y="14820"/>
                    <a:pt x="1339" y="15106"/>
                  </a:cubicBezTo>
                  <a:cubicBezTo>
                    <a:pt x="1570" y="15355"/>
                    <a:pt x="1909" y="15462"/>
                    <a:pt x="2159" y="15685"/>
                  </a:cubicBezTo>
                  <a:cubicBezTo>
                    <a:pt x="2864" y="16132"/>
                    <a:pt x="3658" y="16426"/>
                    <a:pt x="4309" y="16943"/>
                  </a:cubicBezTo>
                  <a:lnTo>
                    <a:pt x="4318" y="16988"/>
                  </a:lnTo>
                  <a:cubicBezTo>
                    <a:pt x="4532" y="17041"/>
                    <a:pt x="4693" y="17175"/>
                    <a:pt x="4853" y="17318"/>
                  </a:cubicBezTo>
                  <a:cubicBezTo>
                    <a:pt x="5112" y="17354"/>
                    <a:pt x="5291" y="17568"/>
                    <a:pt x="5514" y="17666"/>
                  </a:cubicBezTo>
                  <a:cubicBezTo>
                    <a:pt x="6040" y="17898"/>
                    <a:pt x="6548" y="18201"/>
                    <a:pt x="6994" y="18549"/>
                  </a:cubicBezTo>
                  <a:cubicBezTo>
                    <a:pt x="7093" y="18772"/>
                    <a:pt x="6736" y="18692"/>
                    <a:pt x="6718" y="18879"/>
                  </a:cubicBezTo>
                  <a:cubicBezTo>
                    <a:pt x="6788" y="19062"/>
                    <a:pt x="6774" y="19107"/>
                    <a:pt x="6727" y="19107"/>
                  </a:cubicBezTo>
                  <a:cubicBezTo>
                    <a:pt x="6682" y="19107"/>
                    <a:pt x="6605" y="19065"/>
                    <a:pt x="6539" y="19065"/>
                  </a:cubicBezTo>
                  <a:cubicBezTo>
                    <a:pt x="6533" y="19065"/>
                    <a:pt x="6527" y="19066"/>
                    <a:pt x="6522" y="19067"/>
                  </a:cubicBezTo>
                  <a:cubicBezTo>
                    <a:pt x="6513" y="19165"/>
                    <a:pt x="6548" y="19254"/>
                    <a:pt x="6575" y="19352"/>
                  </a:cubicBezTo>
                  <a:cubicBezTo>
                    <a:pt x="6504" y="19388"/>
                    <a:pt x="6361" y="19468"/>
                    <a:pt x="6290" y="19504"/>
                  </a:cubicBezTo>
                  <a:cubicBezTo>
                    <a:pt x="6388" y="19816"/>
                    <a:pt x="5942" y="19976"/>
                    <a:pt x="6067" y="20280"/>
                  </a:cubicBezTo>
                  <a:cubicBezTo>
                    <a:pt x="6031" y="20440"/>
                    <a:pt x="5817" y="20530"/>
                    <a:pt x="5763" y="20690"/>
                  </a:cubicBezTo>
                  <a:cubicBezTo>
                    <a:pt x="5808" y="20753"/>
                    <a:pt x="5915" y="20788"/>
                    <a:pt x="5888" y="20877"/>
                  </a:cubicBezTo>
                  <a:cubicBezTo>
                    <a:pt x="5799" y="20913"/>
                    <a:pt x="5710" y="20967"/>
                    <a:pt x="5763" y="21074"/>
                  </a:cubicBezTo>
                  <a:cubicBezTo>
                    <a:pt x="5906" y="21109"/>
                    <a:pt x="5870" y="21306"/>
                    <a:pt x="5977" y="21395"/>
                  </a:cubicBezTo>
                  <a:cubicBezTo>
                    <a:pt x="6325" y="21903"/>
                    <a:pt x="6923" y="22126"/>
                    <a:pt x="7449" y="22412"/>
                  </a:cubicBezTo>
                  <a:cubicBezTo>
                    <a:pt x="7472" y="22408"/>
                    <a:pt x="7495" y="22407"/>
                    <a:pt x="7517" y="22407"/>
                  </a:cubicBezTo>
                  <a:cubicBezTo>
                    <a:pt x="7763" y="22407"/>
                    <a:pt x="7992" y="22595"/>
                    <a:pt x="8238" y="22595"/>
                  </a:cubicBezTo>
                  <a:cubicBezTo>
                    <a:pt x="8260" y="22595"/>
                    <a:pt x="8283" y="22594"/>
                    <a:pt x="8306" y="22590"/>
                  </a:cubicBezTo>
                  <a:cubicBezTo>
                    <a:pt x="8805" y="22680"/>
                    <a:pt x="9296" y="22858"/>
                    <a:pt x="9814" y="22903"/>
                  </a:cubicBezTo>
                  <a:cubicBezTo>
                    <a:pt x="10095" y="22938"/>
                    <a:pt x="10376" y="23039"/>
                    <a:pt x="10655" y="23039"/>
                  </a:cubicBezTo>
                  <a:cubicBezTo>
                    <a:pt x="10792" y="23039"/>
                    <a:pt x="10928" y="23015"/>
                    <a:pt x="11062" y="22947"/>
                  </a:cubicBezTo>
                  <a:cubicBezTo>
                    <a:pt x="11155" y="22974"/>
                    <a:pt x="11223" y="23005"/>
                    <a:pt x="11314" y="23005"/>
                  </a:cubicBezTo>
                  <a:cubicBezTo>
                    <a:pt x="11345" y="23005"/>
                    <a:pt x="11380" y="23001"/>
                    <a:pt x="11419" y="22992"/>
                  </a:cubicBezTo>
                  <a:cubicBezTo>
                    <a:pt x="11767" y="22947"/>
                    <a:pt x="12151" y="22911"/>
                    <a:pt x="12427" y="22662"/>
                  </a:cubicBezTo>
                  <a:cubicBezTo>
                    <a:pt x="12677" y="22662"/>
                    <a:pt x="12865" y="22403"/>
                    <a:pt x="13105" y="22332"/>
                  </a:cubicBezTo>
                  <a:cubicBezTo>
                    <a:pt x="13248" y="22073"/>
                    <a:pt x="13525" y="21948"/>
                    <a:pt x="13712" y="21734"/>
                  </a:cubicBezTo>
                  <a:cubicBezTo>
                    <a:pt x="14105" y="21457"/>
                    <a:pt x="14390" y="21065"/>
                    <a:pt x="14711" y="20717"/>
                  </a:cubicBezTo>
                  <a:cubicBezTo>
                    <a:pt x="14754" y="20724"/>
                    <a:pt x="14803" y="20749"/>
                    <a:pt x="14853" y="20749"/>
                  </a:cubicBezTo>
                  <a:cubicBezTo>
                    <a:pt x="14865" y="20749"/>
                    <a:pt x="14877" y="20747"/>
                    <a:pt x="14890" y="20744"/>
                  </a:cubicBezTo>
                  <a:cubicBezTo>
                    <a:pt x="15023" y="20601"/>
                    <a:pt x="15148" y="20458"/>
                    <a:pt x="15327" y="20369"/>
                  </a:cubicBezTo>
                  <a:cubicBezTo>
                    <a:pt x="15532" y="20485"/>
                    <a:pt x="15773" y="20521"/>
                    <a:pt x="15960" y="20654"/>
                  </a:cubicBezTo>
                  <a:cubicBezTo>
                    <a:pt x="16103" y="20779"/>
                    <a:pt x="16317" y="20770"/>
                    <a:pt x="16486" y="20851"/>
                  </a:cubicBezTo>
                  <a:cubicBezTo>
                    <a:pt x="16568" y="20932"/>
                    <a:pt x="16680" y="20982"/>
                    <a:pt x="16796" y="20982"/>
                  </a:cubicBezTo>
                  <a:cubicBezTo>
                    <a:pt x="16832" y="20982"/>
                    <a:pt x="16869" y="20977"/>
                    <a:pt x="16906" y="20967"/>
                  </a:cubicBezTo>
                  <a:cubicBezTo>
                    <a:pt x="16987" y="20975"/>
                    <a:pt x="17067" y="20979"/>
                    <a:pt x="17148" y="20979"/>
                  </a:cubicBezTo>
                  <a:cubicBezTo>
                    <a:pt x="17487" y="20979"/>
                    <a:pt x="17825" y="20915"/>
                    <a:pt x="18164" y="20886"/>
                  </a:cubicBezTo>
                  <a:cubicBezTo>
                    <a:pt x="18190" y="20842"/>
                    <a:pt x="18262" y="20806"/>
                    <a:pt x="18262" y="20744"/>
                  </a:cubicBezTo>
                  <a:cubicBezTo>
                    <a:pt x="18324" y="20735"/>
                    <a:pt x="18387" y="20717"/>
                    <a:pt x="18458" y="20708"/>
                  </a:cubicBezTo>
                  <a:cubicBezTo>
                    <a:pt x="18506" y="20734"/>
                    <a:pt x="18545" y="20745"/>
                    <a:pt x="18578" y="20745"/>
                  </a:cubicBezTo>
                  <a:cubicBezTo>
                    <a:pt x="18734" y="20745"/>
                    <a:pt x="18748" y="20497"/>
                    <a:pt x="18895" y="20467"/>
                  </a:cubicBezTo>
                  <a:cubicBezTo>
                    <a:pt x="18928" y="20476"/>
                    <a:pt x="18959" y="20480"/>
                    <a:pt x="18988" y="20480"/>
                  </a:cubicBezTo>
                  <a:cubicBezTo>
                    <a:pt x="19224" y="20480"/>
                    <a:pt x="19332" y="20218"/>
                    <a:pt x="19546" y="20155"/>
                  </a:cubicBezTo>
                  <a:cubicBezTo>
                    <a:pt x="19814" y="19869"/>
                    <a:pt x="20207" y="19700"/>
                    <a:pt x="20394" y="19361"/>
                  </a:cubicBezTo>
                  <a:cubicBezTo>
                    <a:pt x="20572" y="19245"/>
                    <a:pt x="20760" y="19120"/>
                    <a:pt x="20885" y="18942"/>
                  </a:cubicBezTo>
                  <a:cubicBezTo>
                    <a:pt x="21081" y="18852"/>
                    <a:pt x="21206" y="18683"/>
                    <a:pt x="21322" y="18504"/>
                  </a:cubicBezTo>
                  <a:cubicBezTo>
                    <a:pt x="21518" y="18344"/>
                    <a:pt x="21723" y="18174"/>
                    <a:pt x="21875" y="17960"/>
                  </a:cubicBezTo>
                  <a:cubicBezTo>
                    <a:pt x="21928" y="17853"/>
                    <a:pt x="22080" y="17835"/>
                    <a:pt x="22116" y="17719"/>
                  </a:cubicBezTo>
                  <a:cubicBezTo>
                    <a:pt x="22365" y="17595"/>
                    <a:pt x="22499" y="17327"/>
                    <a:pt x="22696" y="17140"/>
                  </a:cubicBezTo>
                  <a:cubicBezTo>
                    <a:pt x="22999" y="16845"/>
                    <a:pt x="23302" y="16515"/>
                    <a:pt x="23543" y="16167"/>
                  </a:cubicBezTo>
                  <a:cubicBezTo>
                    <a:pt x="23561" y="16042"/>
                    <a:pt x="23579" y="15908"/>
                    <a:pt x="23695" y="15828"/>
                  </a:cubicBezTo>
                  <a:cubicBezTo>
                    <a:pt x="23748" y="15730"/>
                    <a:pt x="23891" y="15516"/>
                    <a:pt x="23713" y="15454"/>
                  </a:cubicBezTo>
                  <a:lnTo>
                    <a:pt x="23713" y="15409"/>
                  </a:lnTo>
                  <a:lnTo>
                    <a:pt x="23668" y="15418"/>
                  </a:lnTo>
                  <a:cubicBezTo>
                    <a:pt x="23623" y="15320"/>
                    <a:pt x="23507" y="15284"/>
                    <a:pt x="23516" y="15168"/>
                  </a:cubicBezTo>
                  <a:cubicBezTo>
                    <a:pt x="23489" y="14909"/>
                    <a:pt x="23035" y="14838"/>
                    <a:pt x="23150" y="14561"/>
                  </a:cubicBezTo>
                  <a:cubicBezTo>
                    <a:pt x="23195" y="14419"/>
                    <a:pt x="23052" y="14267"/>
                    <a:pt x="23115" y="14124"/>
                  </a:cubicBezTo>
                  <a:cubicBezTo>
                    <a:pt x="22606" y="13687"/>
                    <a:pt x="22125" y="13205"/>
                    <a:pt x="21554" y="12849"/>
                  </a:cubicBezTo>
                  <a:cubicBezTo>
                    <a:pt x="21571" y="12617"/>
                    <a:pt x="21340" y="12501"/>
                    <a:pt x="21152" y="12429"/>
                  </a:cubicBezTo>
                  <a:cubicBezTo>
                    <a:pt x="21036" y="12197"/>
                    <a:pt x="20706" y="12171"/>
                    <a:pt x="20554" y="11965"/>
                  </a:cubicBezTo>
                  <a:cubicBezTo>
                    <a:pt x="20421" y="11725"/>
                    <a:pt x="20073" y="11769"/>
                    <a:pt x="19921" y="11546"/>
                  </a:cubicBezTo>
                  <a:cubicBezTo>
                    <a:pt x="19796" y="11359"/>
                    <a:pt x="19653" y="11154"/>
                    <a:pt x="19421" y="11082"/>
                  </a:cubicBezTo>
                  <a:cubicBezTo>
                    <a:pt x="19413" y="11073"/>
                    <a:pt x="19377" y="11038"/>
                    <a:pt x="19368" y="11029"/>
                  </a:cubicBezTo>
                  <a:cubicBezTo>
                    <a:pt x="19404" y="10824"/>
                    <a:pt x="19582" y="10699"/>
                    <a:pt x="19698" y="10538"/>
                  </a:cubicBezTo>
                  <a:cubicBezTo>
                    <a:pt x="20082" y="10021"/>
                    <a:pt x="20519" y="9539"/>
                    <a:pt x="20840" y="8977"/>
                  </a:cubicBezTo>
                  <a:cubicBezTo>
                    <a:pt x="20885" y="8888"/>
                    <a:pt x="21018" y="8620"/>
                    <a:pt x="20858" y="8611"/>
                  </a:cubicBezTo>
                  <a:cubicBezTo>
                    <a:pt x="20876" y="8522"/>
                    <a:pt x="20885" y="8415"/>
                    <a:pt x="20777" y="8379"/>
                  </a:cubicBezTo>
                  <a:cubicBezTo>
                    <a:pt x="20653" y="8103"/>
                    <a:pt x="20331" y="8058"/>
                    <a:pt x="20144" y="7844"/>
                  </a:cubicBezTo>
                  <a:cubicBezTo>
                    <a:pt x="20073" y="7781"/>
                    <a:pt x="19992" y="7719"/>
                    <a:pt x="19903" y="7701"/>
                  </a:cubicBezTo>
                  <a:cubicBezTo>
                    <a:pt x="19627" y="7442"/>
                    <a:pt x="19252" y="7246"/>
                    <a:pt x="18913" y="7068"/>
                  </a:cubicBezTo>
                  <a:cubicBezTo>
                    <a:pt x="18699" y="6898"/>
                    <a:pt x="18494" y="6693"/>
                    <a:pt x="18235" y="6622"/>
                  </a:cubicBezTo>
                  <a:cubicBezTo>
                    <a:pt x="18092" y="6461"/>
                    <a:pt x="17896" y="6318"/>
                    <a:pt x="17691" y="6256"/>
                  </a:cubicBezTo>
                  <a:cubicBezTo>
                    <a:pt x="17379" y="6078"/>
                    <a:pt x="17057" y="5890"/>
                    <a:pt x="16727" y="5739"/>
                  </a:cubicBezTo>
                  <a:cubicBezTo>
                    <a:pt x="16344" y="5400"/>
                    <a:pt x="15853" y="5123"/>
                    <a:pt x="15362" y="4936"/>
                  </a:cubicBezTo>
                  <a:cubicBezTo>
                    <a:pt x="15139" y="4864"/>
                    <a:pt x="14997" y="4659"/>
                    <a:pt x="14774" y="4606"/>
                  </a:cubicBezTo>
                  <a:cubicBezTo>
                    <a:pt x="14506" y="4579"/>
                    <a:pt x="14417" y="4276"/>
                    <a:pt x="14194" y="4186"/>
                  </a:cubicBezTo>
                  <a:cubicBezTo>
                    <a:pt x="13962" y="4133"/>
                    <a:pt x="13819" y="3928"/>
                    <a:pt x="13587" y="3865"/>
                  </a:cubicBezTo>
                  <a:cubicBezTo>
                    <a:pt x="13623" y="3794"/>
                    <a:pt x="13507" y="3767"/>
                    <a:pt x="13462" y="3749"/>
                  </a:cubicBezTo>
                  <a:cubicBezTo>
                    <a:pt x="13123" y="3651"/>
                    <a:pt x="12775" y="3544"/>
                    <a:pt x="12499" y="3321"/>
                  </a:cubicBezTo>
                  <a:cubicBezTo>
                    <a:pt x="12320" y="3169"/>
                    <a:pt x="12044" y="3196"/>
                    <a:pt x="11865" y="3044"/>
                  </a:cubicBezTo>
                  <a:cubicBezTo>
                    <a:pt x="11482" y="2768"/>
                    <a:pt x="11098" y="2500"/>
                    <a:pt x="10652" y="2331"/>
                  </a:cubicBezTo>
                  <a:cubicBezTo>
                    <a:pt x="10536" y="2295"/>
                    <a:pt x="10465" y="2170"/>
                    <a:pt x="10340" y="2152"/>
                  </a:cubicBezTo>
                  <a:cubicBezTo>
                    <a:pt x="9724" y="1840"/>
                    <a:pt x="9180" y="1412"/>
                    <a:pt x="8547" y="1126"/>
                  </a:cubicBezTo>
                  <a:cubicBezTo>
                    <a:pt x="8377" y="930"/>
                    <a:pt x="8047" y="930"/>
                    <a:pt x="7860" y="743"/>
                  </a:cubicBezTo>
                  <a:cubicBezTo>
                    <a:pt x="7797" y="680"/>
                    <a:pt x="7708" y="671"/>
                    <a:pt x="7628" y="645"/>
                  </a:cubicBezTo>
                  <a:cubicBezTo>
                    <a:pt x="7423" y="591"/>
                    <a:pt x="7289" y="413"/>
                    <a:pt x="7102" y="341"/>
                  </a:cubicBezTo>
                  <a:lnTo>
                    <a:pt x="7057" y="350"/>
                  </a:lnTo>
                  <a:cubicBezTo>
                    <a:pt x="7012" y="270"/>
                    <a:pt x="6905" y="225"/>
                    <a:pt x="6816" y="199"/>
                  </a:cubicBezTo>
                  <a:cubicBezTo>
                    <a:pt x="6759" y="79"/>
                    <a:pt x="6603" y="0"/>
                    <a:pt x="64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8"/>
            <p:cNvSpPr/>
            <p:nvPr/>
          </p:nvSpPr>
          <p:spPr>
            <a:xfrm rot="-1163908">
              <a:off x="8031216" y="4608918"/>
              <a:ext cx="347069" cy="334692"/>
            </a:xfrm>
            <a:custGeom>
              <a:avLst/>
              <a:gdLst/>
              <a:ahLst/>
              <a:cxnLst/>
              <a:rect l="l" t="t" r="r" b="b"/>
              <a:pathLst>
                <a:path w="23891" h="23039" extrusionOk="0">
                  <a:moveTo>
                    <a:pt x="6466" y="0"/>
                  </a:moveTo>
                  <a:cubicBezTo>
                    <a:pt x="6348" y="0"/>
                    <a:pt x="6244" y="58"/>
                    <a:pt x="6227" y="199"/>
                  </a:cubicBezTo>
                  <a:cubicBezTo>
                    <a:pt x="6218" y="216"/>
                    <a:pt x="6209" y="252"/>
                    <a:pt x="6201" y="261"/>
                  </a:cubicBezTo>
                  <a:cubicBezTo>
                    <a:pt x="6022" y="431"/>
                    <a:pt x="5888" y="654"/>
                    <a:pt x="5799" y="868"/>
                  </a:cubicBezTo>
                  <a:cubicBezTo>
                    <a:pt x="5719" y="912"/>
                    <a:pt x="5683" y="993"/>
                    <a:pt x="5656" y="1073"/>
                  </a:cubicBezTo>
                  <a:cubicBezTo>
                    <a:pt x="5638" y="1091"/>
                    <a:pt x="5612" y="1144"/>
                    <a:pt x="5603" y="1162"/>
                  </a:cubicBezTo>
                  <a:cubicBezTo>
                    <a:pt x="5594" y="1189"/>
                    <a:pt x="5567" y="1233"/>
                    <a:pt x="5558" y="1260"/>
                  </a:cubicBezTo>
                  <a:cubicBezTo>
                    <a:pt x="5460" y="1332"/>
                    <a:pt x="5451" y="1483"/>
                    <a:pt x="5415" y="1599"/>
                  </a:cubicBezTo>
                  <a:cubicBezTo>
                    <a:pt x="5264" y="1581"/>
                    <a:pt x="5094" y="1626"/>
                    <a:pt x="4978" y="1510"/>
                  </a:cubicBezTo>
                  <a:cubicBezTo>
                    <a:pt x="4792" y="1445"/>
                    <a:pt x="4672" y="1189"/>
                    <a:pt x="4471" y="1189"/>
                  </a:cubicBezTo>
                  <a:cubicBezTo>
                    <a:pt x="4451" y="1189"/>
                    <a:pt x="4430" y="1192"/>
                    <a:pt x="4407" y="1198"/>
                  </a:cubicBezTo>
                  <a:cubicBezTo>
                    <a:pt x="4167" y="1296"/>
                    <a:pt x="3854" y="1180"/>
                    <a:pt x="3676" y="1394"/>
                  </a:cubicBezTo>
                  <a:cubicBezTo>
                    <a:pt x="3604" y="1465"/>
                    <a:pt x="3489" y="1465"/>
                    <a:pt x="3435" y="1546"/>
                  </a:cubicBezTo>
                  <a:cubicBezTo>
                    <a:pt x="3194" y="1546"/>
                    <a:pt x="3051" y="1813"/>
                    <a:pt x="2918" y="1983"/>
                  </a:cubicBezTo>
                  <a:cubicBezTo>
                    <a:pt x="2596" y="2598"/>
                    <a:pt x="2159" y="3160"/>
                    <a:pt x="1892" y="3812"/>
                  </a:cubicBezTo>
                  <a:cubicBezTo>
                    <a:pt x="1722" y="4035"/>
                    <a:pt x="1579" y="4284"/>
                    <a:pt x="1428" y="4525"/>
                  </a:cubicBezTo>
                  <a:cubicBezTo>
                    <a:pt x="1249" y="4677"/>
                    <a:pt x="1312" y="5007"/>
                    <a:pt x="1133" y="5159"/>
                  </a:cubicBezTo>
                  <a:cubicBezTo>
                    <a:pt x="955" y="5471"/>
                    <a:pt x="705" y="5783"/>
                    <a:pt x="696" y="6167"/>
                  </a:cubicBezTo>
                  <a:lnTo>
                    <a:pt x="661" y="6176"/>
                  </a:lnTo>
                  <a:cubicBezTo>
                    <a:pt x="545" y="6702"/>
                    <a:pt x="295" y="7175"/>
                    <a:pt x="81" y="7665"/>
                  </a:cubicBezTo>
                  <a:cubicBezTo>
                    <a:pt x="99" y="7844"/>
                    <a:pt x="0" y="8103"/>
                    <a:pt x="179" y="8228"/>
                  </a:cubicBezTo>
                  <a:cubicBezTo>
                    <a:pt x="509" y="8665"/>
                    <a:pt x="1107" y="8825"/>
                    <a:pt x="1330" y="9343"/>
                  </a:cubicBezTo>
                  <a:cubicBezTo>
                    <a:pt x="1410" y="9530"/>
                    <a:pt x="1678" y="9539"/>
                    <a:pt x="1758" y="9726"/>
                  </a:cubicBezTo>
                  <a:cubicBezTo>
                    <a:pt x="1874" y="9949"/>
                    <a:pt x="2293" y="9940"/>
                    <a:pt x="2284" y="10208"/>
                  </a:cubicBezTo>
                  <a:cubicBezTo>
                    <a:pt x="2097" y="10574"/>
                    <a:pt x="1918" y="10948"/>
                    <a:pt x="1669" y="11270"/>
                  </a:cubicBezTo>
                  <a:cubicBezTo>
                    <a:pt x="1526" y="11519"/>
                    <a:pt x="1481" y="11823"/>
                    <a:pt x="1240" y="12001"/>
                  </a:cubicBezTo>
                  <a:cubicBezTo>
                    <a:pt x="1151" y="12197"/>
                    <a:pt x="991" y="12358"/>
                    <a:pt x="964" y="12581"/>
                  </a:cubicBezTo>
                  <a:cubicBezTo>
                    <a:pt x="937" y="12893"/>
                    <a:pt x="803" y="13179"/>
                    <a:pt x="669" y="13446"/>
                  </a:cubicBezTo>
                  <a:cubicBezTo>
                    <a:pt x="664" y="13445"/>
                    <a:pt x="658" y="13445"/>
                    <a:pt x="653" y="13445"/>
                  </a:cubicBezTo>
                  <a:cubicBezTo>
                    <a:pt x="560" y="13445"/>
                    <a:pt x="541" y="13584"/>
                    <a:pt x="482" y="13643"/>
                  </a:cubicBezTo>
                  <a:cubicBezTo>
                    <a:pt x="455" y="13821"/>
                    <a:pt x="348" y="14035"/>
                    <a:pt x="455" y="14205"/>
                  </a:cubicBezTo>
                  <a:cubicBezTo>
                    <a:pt x="661" y="14588"/>
                    <a:pt x="1035" y="14820"/>
                    <a:pt x="1339" y="15106"/>
                  </a:cubicBezTo>
                  <a:cubicBezTo>
                    <a:pt x="1570" y="15355"/>
                    <a:pt x="1909" y="15462"/>
                    <a:pt x="2159" y="15685"/>
                  </a:cubicBezTo>
                  <a:cubicBezTo>
                    <a:pt x="2864" y="16132"/>
                    <a:pt x="3658" y="16426"/>
                    <a:pt x="4309" y="16943"/>
                  </a:cubicBezTo>
                  <a:lnTo>
                    <a:pt x="4318" y="16988"/>
                  </a:lnTo>
                  <a:cubicBezTo>
                    <a:pt x="4532" y="17041"/>
                    <a:pt x="4693" y="17175"/>
                    <a:pt x="4853" y="17318"/>
                  </a:cubicBezTo>
                  <a:cubicBezTo>
                    <a:pt x="5112" y="17354"/>
                    <a:pt x="5291" y="17568"/>
                    <a:pt x="5514" y="17666"/>
                  </a:cubicBezTo>
                  <a:cubicBezTo>
                    <a:pt x="6040" y="17898"/>
                    <a:pt x="6548" y="18201"/>
                    <a:pt x="6994" y="18549"/>
                  </a:cubicBezTo>
                  <a:cubicBezTo>
                    <a:pt x="7093" y="18772"/>
                    <a:pt x="6736" y="18692"/>
                    <a:pt x="6718" y="18879"/>
                  </a:cubicBezTo>
                  <a:cubicBezTo>
                    <a:pt x="6788" y="19062"/>
                    <a:pt x="6774" y="19107"/>
                    <a:pt x="6727" y="19107"/>
                  </a:cubicBezTo>
                  <a:cubicBezTo>
                    <a:pt x="6682" y="19107"/>
                    <a:pt x="6605" y="19065"/>
                    <a:pt x="6539" y="19065"/>
                  </a:cubicBezTo>
                  <a:cubicBezTo>
                    <a:pt x="6533" y="19065"/>
                    <a:pt x="6527" y="19066"/>
                    <a:pt x="6522" y="19067"/>
                  </a:cubicBezTo>
                  <a:cubicBezTo>
                    <a:pt x="6513" y="19165"/>
                    <a:pt x="6548" y="19254"/>
                    <a:pt x="6575" y="19352"/>
                  </a:cubicBezTo>
                  <a:cubicBezTo>
                    <a:pt x="6504" y="19388"/>
                    <a:pt x="6361" y="19468"/>
                    <a:pt x="6290" y="19504"/>
                  </a:cubicBezTo>
                  <a:cubicBezTo>
                    <a:pt x="6388" y="19816"/>
                    <a:pt x="5942" y="19976"/>
                    <a:pt x="6067" y="20280"/>
                  </a:cubicBezTo>
                  <a:cubicBezTo>
                    <a:pt x="6031" y="20440"/>
                    <a:pt x="5817" y="20530"/>
                    <a:pt x="5763" y="20690"/>
                  </a:cubicBezTo>
                  <a:cubicBezTo>
                    <a:pt x="5808" y="20753"/>
                    <a:pt x="5915" y="20788"/>
                    <a:pt x="5888" y="20877"/>
                  </a:cubicBezTo>
                  <a:cubicBezTo>
                    <a:pt x="5799" y="20913"/>
                    <a:pt x="5710" y="20967"/>
                    <a:pt x="5763" y="21074"/>
                  </a:cubicBezTo>
                  <a:cubicBezTo>
                    <a:pt x="5906" y="21109"/>
                    <a:pt x="5870" y="21306"/>
                    <a:pt x="5977" y="21395"/>
                  </a:cubicBezTo>
                  <a:cubicBezTo>
                    <a:pt x="6325" y="21903"/>
                    <a:pt x="6923" y="22126"/>
                    <a:pt x="7449" y="22412"/>
                  </a:cubicBezTo>
                  <a:cubicBezTo>
                    <a:pt x="7472" y="22408"/>
                    <a:pt x="7495" y="22407"/>
                    <a:pt x="7517" y="22407"/>
                  </a:cubicBezTo>
                  <a:cubicBezTo>
                    <a:pt x="7763" y="22407"/>
                    <a:pt x="7992" y="22595"/>
                    <a:pt x="8238" y="22595"/>
                  </a:cubicBezTo>
                  <a:cubicBezTo>
                    <a:pt x="8260" y="22595"/>
                    <a:pt x="8283" y="22594"/>
                    <a:pt x="8306" y="22590"/>
                  </a:cubicBezTo>
                  <a:cubicBezTo>
                    <a:pt x="8805" y="22680"/>
                    <a:pt x="9296" y="22858"/>
                    <a:pt x="9814" y="22903"/>
                  </a:cubicBezTo>
                  <a:cubicBezTo>
                    <a:pt x="10095" y="22938"/>
                    <a:pt x="10376" y="23039"/>
                    <a:pt x="10655" y="23039"/>
                  </a:cubicBezTo>
                  <a:cubicBezTo>
                    <a:pt x="10792" y="23039"/>
                    <a:pt x="10928" y="23015"/>
                    <a:pt x="11062" y="22947"/>
                  </a:cubicBezTo>
                  <a:cubicBezTo>
                    <a:pt x="11155" y="22974"/>
                    <a:pt x="11223" y="23005"/>
                    <a:pt x="11314" y="23005"/>
                  </a:cubicBezTo>
                  <a:cubicBezTo>
                    <a:pt x="11345" y="23005"/>
                    <a:pt x="11380" y="23001"/>
                    <a:pt x="11419" y="22992"/>
                  </a:cubicBezTo>
                  <a:cubicBezTo>
                    <a:pt x="11767" y="22947"/>
                    <a:pt x="12151" y="22911"/>
                    <a:pt x="12427" y="22662"/>
                  </a:cubicBezTo>
                  <a:cubicBezTo>
                    <a:pt x="12677" y="22662"/>
                    <a:pt x="12865" y="22403"/>
                    <a:pt x="13105" y="22332"/>
                  </a:cubicBezTo>
                  <a:cubicBezTo>
                    <a:pt x="13248" y="22073"/>
                    <a:pt x="13525" y="21948"/>
                    <a:pt x="13712" y="21734"/>
                  </a:cubicBezTo>
                  <a:cubicBezTo>
                    <a:pt x="14105" y="21457"/>
                    <a:pt x="14390" y="21065"/>
                    <a:pt x="14711" y="20717"/>
                  </a:cubicBezTo>
                  <a:cubicBezTo>
                    <a:pt x="14754" y="20724"/>
                    <a:pt x="14803" y="20749"/>
                    <a:pt x="14853" y="20749"/>
                  </a:cubicBezTo>
                  <a:cubicBezTo>
                    <a:pt x="14865" y="20749"/>
                    <a:pt x="14877" y="20747"/>
                    <a:pt x="14890" y="20744"/>
                  </a:cubicBezTo>
                  <a:cubicBezTo>
                    <a:pt x="15023" y="20601"/>
                    <a:pt x="15148" y="20458"/>
                    <a:pt x="15327" y="20369"/>
                  </a:cubicBezTo>
                  <a:cubicBezTo>
                    <a:pt x="15532" y="20485"/>
                    <a:pt x="15773" y="20521"/>
                    <a:pt x="15960" y="20654"/>
                  </a:cubicBezTo>
                  <a:cubicBezTo>
                    <a:pt x="16103" y="20779"/>
                    <a:pt x="16317" y="20770"/>
                    <a:pt x="16486" y="20851"/>
                  </a:cubicBezTo>
                  <a:cubicBezTo>
                    <a:pt x="16568" y="20932"/>
                    <a:pt x="16680" y="20982"/>
                    <a:pt x="16796" y="20982"/>
                  </a:cubicBezTo>
                  <a:cubicBezTo>
                    <a:pt x="16832" y="20982"/>
                    <a:pt x="16869" y="20977"/>
                    <a:pt x="16906" y="20967"/>
                  </a:cubicBezTo>
                  <a:cubicBezTo>
                    <a:pt x="16987" y="20975"/>
                    <a:pt x="17067" y="20979"/>
                    <a:pt x="17148" y="20979"/>
                  </a:cubicBezTo>
                  <a:cubicBezTo>
                    <a:pt x="17487" y="20979"/>
                    <a:pt x="17825" y="20915"/>
                    <a:pt x="18164" y="20886"/>
                  </a:cubicBezTo>
                  <a:cubicBezTo>
                    <a:pt x="18190" y="20842"/>
                    <a:pt x="18262" y="20806"/>
                    <a:pt x="18262" y="20744"/>
                  </a:cubicBezTo>
                  <a:cubicBezTo>
                    <a:pt x="18324" y="20735"/>
                    <a:pt x="18387" y="20717"/>
                    <a:pt x="18458" y="20708"/>
                  </a:cubicBezTo>
                  <a:cubicBezTo>
                    <a:pt x="18506" y="20734"/>
                    <a:pt x="18545" y="20745"/>
                    <a:pt x="18578" y="20745"/>
                  </a:cubicBezTo>
                  <a:cubicBezTo>
                    <a:pt x="18734" y="20745"/>
                    <a:pt x="18748" y="20497"/>
                    <a:pt x="18895" y="20467"/>
                  </a:cubicBezTo>
                  <a:cubicBezTo>
                    <a:pt x="18928" y="20476"/>
                    <a:pt x="18959" y="20480"/>
                    <a:pt x="18988" y="20480"/>
                  </a:cubicBezTo>
                  <a:cubicBezTo>
                    <a:pt x="19224" y="20480"/>
                    <a:pt x="19332" y="20218"/>
                    <a:pt x="19546" y="20155"/>
                  </a:cubicBezTo>
                  <a:cubicBezTo>
                    <a:pt x="19814" y="19869"/>
                    <a:pt x="20207" y="19700"/>
                    <a:pt x="20394" y="19361"/>
                  </a:cubicBezTo>
                  <a:cubicBezTo>
                    <a:pt x="20572" y="19245"/>
                    <a:pt x="20760" y="19120"/>
                    <a:pt x="20885" y="18942"/>
                  </a:cubicBezTo>
                  <a:cubicBezTo>
                    <a:pt x="21081" y="18852"/>
                    <a:pt x="21206" y="18683"/>
                    <a:pt x="21322" y="18504"/>
                  </a:cubicBezTo>
                  <a:cubicBezTo>
                    <a:pt x="21518" y="18344"/>
                    <a:pt x="21723" y="18174"/>
                    <a:pt x="21875" y="17960"/>
                  </a:cubicBezTo>
                  <a:cubicBezTo>
                    <a:pt x="21928" y="17853"/>
                    <a:pt x="22080" y="17835"/>
                    <a:pt x="22116" y="17719"/>
                  </a:cubicBezTo>
                  <a:cubicBezTo>
                    <a:pt x="22365" y="17595"/>
                    <a:pt x="22499" y="17327"/>
                    <a:pt x="22696" y="17140"/>
                  </a:cubicBezTo>
                  <a:cubicBezTo>
                    <a:pt x="22999" y="16845"/>
                    <a:pt x="23302" y="16515"/>
                    <a:pt x="23543" y="16167"/>
                  </a:cubicBezTo>
                  <a:cubicBezTo>
                    <a:pt x="23561" y="16042"/>
                    <a:pt x="23579" y="15908"/>
                    <a:pt x="23695" y="15828"/>
                  </a:cubicBezTo>
                  <a:cubicBezTo>
                    <a:pt x="23748" y="15730"/>
                    <a:pt x="23891" y="15516"/>
                    <a:pt x="23713" y="15454"/>
                  </a:cubicBezTo>
                  <a:lnTo>
                    <a:pt x="23713" y="15409"/>
                  </a:lnTo>
                  <a:lnTo>
                    <a:pt x="23668" y="15418"/>
                  </a:lnTo>
                  <a:cubicBezTo>
                    <a:pt x="23623" y="15320"/>
                    <a:pt x="23507" y="15284"/>
                    <a:pt x="23516" y="15168"/>
                  </a:cubicBezTo>
                  <a:cubicBezTo>
                    <a:pt x="23489" y="14909"/>
                    <a:pt x="23035" y="14838"/>
                    <a:pt x="23150" y="14561"/>
                  </a:cubicBezTo>
                  <a:cubicBezTo>
                    <a:pt x="23195" y="14419"/>
                    <a:pt x="23052" y="14267"/>
                    <a:pt x="23115" y="14124"/>
                  </a:cubicBezTo>
                  <a:cubicBezTo>
                    <a:pt x="22606" y="13687"/>
                    <a:pt x="22125" y="13205"/>
                    <a:pt x="21554" y="12849"/>
                  </a:cubicBezTo>
                  <a:cubicBezTo>
                    <a:pt x="21571" y="12617"/>
                    <a:pt x="21340" y="12501"/>
                    <a:pt x="21152" y="12429"/>
                  </a:cubicBezTo>
                  <a:cubicBezTo>
                    <a:pt x="21036" y="12197"/>
                    <a:pt x="20706" y="12171"/>
                    <a:pt x="20554" y="11965"/>
                  </a:cubicBezTo>
                  <a:cubicBezTo>
                    <a:pt x="20421" y="11725"/>
                    <a:pt x="20073" y="11769"/>
                    <a:pt x="19921" y="11546"/>
                  </a:cubicBezTo>
                  <a:cubicBezTo>
                    <a:pt x="19796" y="11359"/>
                    <a:pt x="19653" y="11154"/>
                    <a:pt x="19421" y="11082"/>
                  </a:cubicBezTo>
                  <a:cubicBezTo>
                    <a:pt x="19413" y="11073"/>
                    <a:pt x="19377" y="11038"/>
                    <a:pt x="19368" y="11029"/>
                  </a:cubicBezTo>
                  <a:cubicBezTo>
                    <a:pt x="19404" y="10824"/>
                    <a:pt x="19582" y="10699"/>
                    <a:pt x="19698" y="10538"/>
                  </a:cubicBezTo>
                  <a:cubicBezTo>
                    <a:pt x="20082" y="10021"/>
                    <a:pt x="20519" y="9539"/>
                    <a:pt x="20840" y="8977"/>
                  </a:cubicBezTo>
                  <a:cubicBezTo>
                    <a:pt x="20885" y="8888"/>
                    <a:pt x="21018" y="8620"/>
                    <a:pt x="20858" y="8611"/>
                  </a:cubicBezTo>
                  <a:cubicBezTo>
                    <a:pt x="20876" y="8522"/>
                    <a:pt x="20885" y="8415"/>
                    <a:pt x="20777" y="8379"/>
                  </a:cubicBezTo>
                  <a:cubicBezTo>
                    <a:pt x="20653" y="8103"/>
                    <a:pt x="20331" y="8058"/>
                    <a:pt x="20144" y="7844"/>
                  </a:cubicBezTo>
                  <a:cubicBezTo>
                    <a:pt x="20073" y="7781"/>
                    <a:pt x="19992" y="7719"/>
                    <a:pt x="19903" y="7701"/>
                  </a:cubicBezTo>
                  <a:cubicBezTo>
                    <a:pt x="19627" y="7442"/>
                    <a:pt x="19252" y="7246"/>
                    <a:pt x="18913" y="7068"/>
                  </a:cubicBezTo>
                  <a:cubicBezTo>
                    <a:pt x="18699" y="6898"/>
                    <a:pt x="18494" y="6693"/>
                    <a:pt x="18235" y="6622"/>
                  </a:cubicBezTo>
                  <a:cubicBezTo>
                    <a:pt x="18092" y="6461"/>
                    <a:pt x="17896" y="6318"/>
                    <a:pt x="17691" y="6256"/>
                  </a:cubicBezTo>
                  <a:cubicBezTo>
                    <a:pt x="17379" y="6078"/>
                    <a:pt x="17057" y="5890"/>
                    <a:pt x="16727" y="5739"/>
                  </a:cubicBezTo>
                  <a:cubicBezTo>
                    <a:pt x="16344" y="5400"/>
                    <a:pt x="15853" y="5123"/>
                    <a:pt x="15362" y="4936"/>
                  </a:cubicBezTo>
                  <a:cubicBezTo>
                    <a:pt x="15139" y="4864"/>
                    <a:pt x="14997" y="4659"/>
                    <a:pt x="14774" y="4606"/>
                  </a:cubicBezTo>
                  <a:cubicBezTo>
                    <a:pt x="14506" y="4579"/>
                    <a:pt x="14417" y="4276"/>
                    <a:pt x="14194" y="4186"/>
                  </a:cubicBezTo>
                  <a:cubicBezTo>
                    <a:pt x="13962" y="4133"/>
                    <a:pt x="13819" y="3928"/>
                    <a:pt x="13587" y="3865"/>
                  </a:cubicBezTo>
                  <a:cubicBezTo>
                    <a:pt x="13623" y="3794"/>
                    <a:pt x="13507" y="3767"/>
                    <a:pt x="13462" y="3749"/>
                  </a:cubicBezTo>
                  <a:cubicBezTo>
                    <a:pt x="13123" y="3651"/>
                    <a:pt x="12775" y="3544"/>
                    <a:pt x="12499" y="3321"/>
                  </a:cubicBezTo>
                  <a:cubicBezTo>
                    <a:pt x="12320" y="3169"/>
                    <a:pt x="12044" y="3196"/>
                    <a:pt x="11865" y="3044"/>
                  </a:cubicBezTo>
                  <a:cubicBezTo>
                    <a:pt x="11482" y="2768"/>
                    <a:pt x="11098" y="2500"/>
                    <a:pt x="10652" y="2331"/>
                  </a:cubicBezTo>
                  <a:cubicBezTo>
                    <a:pt x="10536" y="2295"/>
                    <a:pt x="10465" y="2170"/>
                    <a:pt x="10340" y="2152"/>
                  </a:cubicBezTo>
                  <a:cubicBezTo>
                    <a:pt x="9724" y="1840"/>
                    <a:pt x="9180" y="1412"/>
                    <a:pt x="8547" y="1126"/>
                  </a:cubicBezTo>
                  <a:cubicBezTo>
                    <a:pt x="8377" y="930"/>
                    <a:pt x="8047" y="930"/>
                    <a:pt x="7860" y="743"/>
                  </a:cubicBezTo>
                  <a:cubicBezTo>
                    <a:pt x="7797" y="680"/>
                    <a:pt x="7708" y="671"/>
                    <a:pt x="7628" y="645"/>
                  </a:cubicBezTo>
                  <a:cubicBezTo>
                    <a:pt x="7423" y="591"/>
                    <a:pt x="7289" y="413"/>
                    <a:pt x="7102" y="341"/>
                  </a:cubicBezTo>
                  <a:lnTo>
                    <a:pt x="7057" y="350"/>
                  </a:lnTo>
                  <a:cubicBezTo>
                    <a:pt x="7012" y="270"/>
                    <a:pt x="6905" y="225"/>
                    <a:pt x="6816" y="199"/>
                  </a:cubicBezTo>
                  <a:cubicBezTo>
                    <a:pt x="6759" y="79"/>
                    <a:pt x="6603" y="0"/>
                    <a:pt x="646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7542149" y="4599428"/>
              <a:ext cx="384520" cy="334687"/>
            </a:xfrm>
            <a:custGeom>
              <a:avLst/>
              <a:gdLst/>
              <a:ahLst/>
              <a:cxnLst/>
              <a:rect l="l" t="t" r="r" b="b"/>
              <a:pathLst>
                <a:path w="24445" h="21277" extrusionOk="0">
                  <a:moveTo>
                    <a:pt x="9627" y="0"/>
                  </a:moveTo>
                  <a:cubicBezTo>
                    <a:pt x="9564" y="0"/>
                    <a:pt x="9439" y="0"/>
                    <a:pt x="9368" y="9"/>
                  </a:cubicBezTo>
                  <a:lnTo>
                    <a:pt x="9377" y="45"/>
                  </a:lnTo>
                  <a:cubicBezTo>
                    <a:pt x="9314" y="80"/>
                    <a:pt x="9243" y="87"/>
                    <a:pt x="9170" y="87"/>
                  </a:cubicBezTo>
                  <a:cubicBezTo>
                    <a:pt x="9127" y="87"/>
                    <a:pt x="9083" y="85"/>
                    <a:pt x="9040" y="85"/>
                  </a:cubicBezTo>
                  <a:cubicBezTo>
                    <a:pt x="9012" y="85"/>
                    <a:pt x="8984" y="86"/>
                    <a:pt x="8957" y="89"/>
                  </a:cubicBezTo>
                  <a:lnTo>
                    <a:pt x="8975" y="116"/>
                  </a:lnTo>
                  <a:cubicBezTo>
                    <a:pt x="8850" y="179"/>
                    <a:pt x="8770" y="303"/>
                    <a:pt x="8690" y="419"/>
                  </a:cubicBezTo>
                  <a:cubicBezTo>
                    <a:pt x="8675" y="445"/>
                    <a:pt x="8645" y="453"/>
                    <a:pt x="8609" y="453"/>
                  </a:cubicBezTo>
                  <a:cubicBezTo>
                    <a:pt x="8542" y="453"/>
                    <a:pt x="8452" y="425"/>
                    <a:pt x="8391" y="425"/>
                  </a:cubicBezTo>
                  <a:cubicBezTo>
                    <a:pt x="8347" y="425"/>
                    <a:pt x="8318" y="440"/>
                    <a:pt x="8324" y="491"/>
                  </a:cubicBezTo>
                  <a:cubicBezTo>
                    <a:pt x="8286" y="518"/>
                    <a:pt x="8248" y="528"/>
                    <a:pt x="8209" y="528"/>
                  </a:cubicBezTo>
                  <a:cubicBezTo>
                    <a:pt x="8096" y="528"/>
                    <a:pt x="7979" y="445"/>
                    <a:pt x="7872" y="445"/>
                  </a:cubicBezTo>
                  <a:cubicBezTo>
                    <a:pt x="7830" y="445"/>
                    <a:pt x="7791" y="457"/>
                    <a:pt x="7753" y="491"/>
                  </a:cubicBezTo>
                  <a:cubicBezTo>
                    <a:pt x="7673" y="509"/>
                    <a:pt x="7593" y="526"/>
                    <a:pt x="7521" y="544"/>
                  </a:cubicBezTo>
                  <a:cubicBezTo>
                    <a:pt x="7475" y="529"/>
                    <a:pt x="7430" y="521"/>
                    <a:pt x="7387" y="521"/>
                  </a:cubicBezTo>
                  <a:cubicBezTo>
                    <a:pt x="7208" y="521"/>
                    <a:pt x="7049" y="640"/>
                    <a:pt x="6941" y="776"/>
                  </a:cubicBezTo>
                  <a:cubicBezTo>
                    <a:pt x="6665" y="1249"/>
                    <a:pt x="6326" y="1695"/>
                    <a:pt x="6130" y="2195"/>
                  </a:cubicBezTo>
                  <a:cubicBezTo>
                    <a:pt x="5969" y="2445"/>
                    <a:pt x="5799" y="2703"/>
                    <a:pt x="5675" y="2971"/>
                  </a:cubicBezTo>
                  <a:cubicBezTo>
                    <a:pt x="5541" y="3096"/>
                    <a:pt x="5478" y="3292"/>
                    <a:pt x="5425" y="3470"/>
                  </a:cubicBezTo>
                  <a:lnTo>
                    <a:pt x="5407" y="3453"/>
                  </a:lnTo>
                  <a:cubicBezTo>
                    <a:pt x="5282" y="3890"/>
                    <a:pt x="4907" y="4238"/>
                    <a:pt x="4854" y="4702"/>
                  </a:cubicBezTo>
                  <a:cubicBezTo>
                    <a:pt x="4800" y="4764"/>
                    <a:pt x="4684" y="4791"/>
                    <a:pt x="4666" y="4880"/>
                  </a:cubicBezTo>
                  <a:cubicBezTo>
                    <a:pt x="4452" y="5049"/>
                    <a:pt x="4363" y="5362"/>
                    <a:pt x="4211" y="5594"/>
                  </a:cubicBezTo>
                  <a:cubicBezTo>
                    <a:pt x="4149" y="5603"/>
                    <a:pt x="4122" y="5638"/>
                    <a:pt x="4131" y="5692"/>
                  </a:cubicBezTo>
                  <a:cubicBezTo>
                    <a:pt x="4122" y="5710"/>
                    <a:pt x="4104" y="5745"/>
                    <a:pt x="4096" y="5772"/>
                  </a:cubicBezTo>
                  <a:cubicBezTo>
                    <a:pt x="3935" y="5843"/>
                    <a:pt x="3926" y="6058"/>
                    <a:pt x="3819" y="6182"/>
                  </a:cubicBezTo>
                  <a:cubicBezTo>
                    <a:pt x="3757" y="6289"/>
                    <a:pt x="3614" y="6361"/>
                    <a:pt x="3605" y="6504"/>
                  </a:cubicBezTo>
                  <a:cubicBezTo>
                    <a:pt x="3587" y="6539"/>
                    <a:pt x="3569" y="6575"/>
                    <a:pt x="3560" y="6620"/>
                  </a:cubicBezTo>
                  <a:cubicBezTo>
                    <a:pt x="3489" y="6771"/>
                    <a:pt x="3346" y="6878"/>
                    <a:pt x="3310" y="7039"/>
                  </a:cubicBezTo>
                  <a:cubicBezTo>
                    <a:pt x="3239" y="7039"/>
                    <a:pt x="3230" y="7155"/>
                    <a:pt x="3186" y="7199"/>
                  </a:cubicBezTo>
                  <a:cubicBezTo>
                    <a:pt x="3070" y="7271"/>
                    <a:pt x="3025" y="7467"/>
                    <a:pt x="2963" y="7601"/>
                  </a:cubicBezTo>
                  <a:cubicBezTo>
                    <a:pt x="3025" y="7788"/>
                    <a:pt x="2811" y="7949"/>
                    <a:pt x="2847" y="8136"/>
                  </a:cubicBezTo>
                  <a:lnTo>
                    <a:pt x="2838" y="8163"/>
                  </a:lnTo>
                  <a:cubicBezTo>
                    <a:pt x="2775" y="8172"/>
                    <a:pt x="2740" y="8225"/>
                    <a:pt x="2757" y="8288"/>
                  </a:cubicBezTo>
                  <a:lnTo>
                    <a:pt x="2722" y="8297"/>
                  </a:lnTo>
                  <a:cubicBezTo>
                    <a:pt x="2615" y="8529"/>
                    <a:pt x="2365" y="8734"/>
                    <a:pt x="2383" y="9019"/>
                  </a:cubicBezTo>
                  <a:cubicBezTo>
                    <a:pt x="2222" y="9117"/>
                    <a:pt x="2249" y="9358"/>
                    <a:pt x="2160" y="9519"/>
                  </a:cubicBezTo>
                  <a:cubicBezTo>
                    <a:pt x="2088" y="9742"/>
                    <a:pt x="1937" y="9929"/>
                    <a:pt x="1874" y="10161"/>
                  </a:cubicBezTo>
                  <a:cubicBezTo>
                    <a:pt x="1855" y="10158"/>
                    <a:pt x="1837" y="10156"/>
                    <a:pt x="1819" y="10156"/>
                  </a:cubicBezTo>
                  <a:cubicBezTo>
                    <a:pt x="1495" y="10156"/>
                    <a:pt x="1386" y="10671"/>
                    <a:pt x="1589" y="10866"/>
                  </a:cubicBezTo>
                  <a:cubicBezTo>
                    <a:pt x="1717" y="10934"/>
                    <a:pt x="1788" y="11117"/>
                    <a:pt x="1950" y="11117"/>
                  </a:cubicBezTo>
                  <a:cubicBezTo>
                    <a:pt x="1957" y="11117"/>
                    <a:pt x="1965" y="11116"/>
                    <a:pt x="1972" y="11116"/>
                  </a:cubicBezTo>
                  <a:cubicBezTo>
                    <a:pt x="1995" y="11101"/>
                    <a:pt x="2016" y="11095"/>
                    <a:pt x="2036" y="11095"/>
                  </a:cubicBezTo>
                  <a:cubicBezTo>
                    <a:pt x="2111" y="11095"/>
                    <a:pt x="2172" y="11179"/>
                    <a:pt x="2260" y="11179"/>
                  </a:cubicBezTo>
                  <a:cubicBezTo>
                    <a:pt x="2276" y="11179"/>
                    <a:pt x="2293" y="11176"/>
                    <a:pt x="2311" y="11169"/>
                  </a:cubicBezTo>
                  <a:cubicBezTo>
                    <a:pt x="2365" y="11223"/>
                    <a:pt x="2445" y="11258"/>
                    <a:pt x="2463" y="11339"/>
                  </a:cubicBezTo>
                  <a:cubicBezTo>
                    <a:pt x="2463" y="11464"/>
                    <a:pt x="2632" y="11473"/>
                    <a:pt x="2713" y="11544"/>
                  </a:cubicBezTo>
                  <a:cubicBezTo>
                    <a:pt x="2713" y="11606"/>
                    <a:pt x="2686" y="11678"/>
                    <a:pt x="2668" y="11740"/>
                  </a:cubicBezTo>
                  <a:cubicBezTo>
                    <a:pt x="2597" y="11776"/>
                    <a:pt x="2570" y="11856"/>
                    <a:pt x="2534" y="11928"/>
                  </a:cubicBezTo>
                  <a:cubicBezTo>
                    <a:pt x="2472" y="12044"/>
                    <a:pt x="2329" y="12124"/>
                    <a:pt x="2311" y="12267"/>
                  </a:cubicBezTo>
                  <a:cubicBezTo>
                    <a:pt x="2231" y="12293"/>
                    <a:pt x="2195" y="12374"/>
                    <a:pt x="2151" y="12436"/>
                  </a:cubicBezTo>
                  <a:cubicBezTo>
                    <a:pt x="2079" y="12534"/>
                    <a:pt x="1963" y="12588"/>
                    <a:pt x="1937" y="12713"/>
                  </a:cubicBezTo>
                  <a:cubicBezTo>
                    <a:pt x="1794" y="12918"/>
                    <a:pt x="1633" y="13141"/>
                    <a:pt x="1499" y="13364"/>
                  </a:cubicBezTo>
                  <a:cubicBezTo>
                    <a:pt x="1384" y="13417"/>
                    <a:pt x="1259" y="13596"/>
                    <a:pt x="1259" y="13738"/>
                  </a:cubicBezTo>
                  <a:cubicBezTo>
                    <a:pt x="1152" y="13837"/>
                    <a:pt x="1053" y="13953"/>
                    <a:pt x="1018" y="14095"/>
                  </a:cubicBezTo>
                  <a:cubicBezTo>
                    <a:pt x="893" y="14220"/>
                    <a:pt x="813" y="14416"/>
                    <a:pt x="732" y="14586"/>
                  </a:cubicBezTo>
                  <a:cubicBezTo>
                    <a:pt x="474" y="14648"/>
                    <a:pt x="349" y="14934"/>
                    <a:pt x="224" y="15139"/>
                  </a:cubicBezTo>
                  <a:cubicBezTo>
                    <a:pt x="72" y="15335"/>
                    <a:pt x="1" y="15594"/>
                    <a:pt x="36" y="15844"/>
                  </a:cubicBezTo>
                  <a:cubicBezTo>
                    <a:pt x="44" y="15845"/>
                    <a:pt x="52" y="15846"/>
                    <a:pt x="59" y="15846"/>
                  </a:cubicBezTo>
                  <a:cubicBezTo>
                    <a:pt x="153" y="15846"/>
                    <a:pt x="225" y="15760"/>
                    <a:pt x="322" y="15760"/>
                  </a:cubicBezTo>
                  <a:cubicBezTo>
                    <a:pt x="334" y="15760"/>
                    <a:pt x="345" y="15761"/>
                    <a:pt x="358" y="15764"/>
                  </a:cubicBezTo>
                  <a:cubicBezTo>
                    <a:pt x="438" y="15799"/>
                    <a:pt x="500" y="15880"/>
                    <a:pt x="598" y="15888"/>
                  </a:cubicBezTo>
                  <a:cubicBezTo>
                    <a:pt x="634" y="15924"/>
                    <a:pt x="661" y="15996"/>
                    <a:pt x="723" y="15996"/>
                  </a:cubicBezTo>
                  <a:cubicBezTo>
                    <a:pt x="732" y="16049"/>
                    <a:pt x="777" y="16076"/>
                    <a:pt x="813" y="16111"/>
                  </a:cubicBezTo>
                  <a:cubicBezTo>
                    <a:pt x="993" y="16144"/>
                    <a:pt x="1165" y="16230"/>
                    <a:pt x="1351" y="16230"/>
                  </a:cubicBezTo>
                  <a:cubicBezTo>
                    <a:pt x="1368" y="16230"/>
                    <a:pt x="1385" y="16229"/>
                    <a:pt x="1401" y="16227"/>
                  </a:cubicBezTo>
                  <a:cubicBezTo>
                    <a:pt x="1794" y="16424"/>
                    <a:pt x="2249" y="16442"/>
                    <a:pt x="2641" y="16647"/>
                  </a:cubicBezTo>
                  <a:cubicBezTo>
                    <a:pt x="2720" y="16726"/>
                    <a:pt x="2819" y="16738"/>
                    <a:pt x="2923" y="16738"/>
                  </a:cubicBezTo>
                  <a:cubicBezTo>
                    <a:pt x="2971" y="16738"/>
                    <a:pt x="3020" y="16735"/>
                    <a:pt x="3068" y="16735"/>
                  </a:cubicBezTo>
                  <a:cubicBezTo>
                    <a:pt x="3162" y="16735"/>
                    <a:pt x="3253" y="16746"/>
                    <a:pt x="3328" y="16807"/>
                  </a:cubicBezTo>
                  <a:cubicBezTo>
                    <a:pt x="3358" y="16798"/>
                    <a:pt x="3386" y="16794"/>
                    <a:pt x="3413" y="16794"/>
                  </a:cubicBezTo>
                  <a:cubicBezTo>
                    <a:pt x="3563" y="16794"/>
                    <a:pt x="3674" y="16922"/>
                    <a:pt x="3810" y="16968"/>
                  </a:cubicBezTo>
                  <a:cubicBezTo>
                    <a:pt x="3840" y="16953"/>
                    <a:pt x="3871" y="16949"/>
                    <a:pt x="3902" y="16949"/>
                  </a:cubicBezTo>
                  <a:cubicBezTo>
                    <a:pt x="3937" y="16949"/>
                    <a:pt x="3973" y="16954"/>
                    <a:pt x="4008" y="16954"/>
                  </a:cubicBezTo>
                  <a:cubicBezTo>
                    <a:pt x="4035" y="16954"/>
                    <a:pt x="4061" y="16951"/>
                    <a:pt x="4087" y="16941"/>
                  </a:cubicBezTo>
                  <a:cubicBezTo>
                    <a:pt x="4096" y="16941"/>
                    <a:pt x="4113" y="16950"/>
                    <a:pt x="4122" y="16959"/>
                  </a:cubicBezTo>
                  <a:cubicBezTo>
                    <a:pt x="4176" y="17057"/>
                    <a:pt x="4256" y="17111"/>
                    <a:pt x="4229" y="17253"/>
                  </a:cubicBezTo>
                  <a:cubicBezTo>
                    <a:pt x="4292" y="17289"/>
                    <a:pt x="4372" y="17298"/>
                    <a:pt x="4452" y="17316"/>
                  </a:cubicBezTo>
                  <a:cubicBezTo>
                    <a:pt x="4539" y="17386"/>
                    <a:pt x="4597" y="17492"/>
                    <a:pt x="4720" y="17492"/>
                  </a:cubicBezTo>
                  <a:cubicBezTo>
                    <a:pt x="4736" y="17492"/>
                    <a:pt x="4754" y="17490"/>
                    <a:pt x="4774" y="17485"/>
                  </a:cubicBezTo>
                  <a:cubicBezTo>
                    <a:pt x="4979" y="17601"/>
                    <a:pt x="5228" y="17601"/>
                    <a:pt x="5434" y="17708"/>
                  </a:cubicBezTo>
                  <a:cubicBezTo>
                    <a:pt x="5481" y="17739"/>
                    <a:pt x="5517" y="17751"/>
                    <a:pt x="5546" y="17751"/>
                  </a:cubicBezTo>
                  <a:cubicBezTo>
                    <a:pt x="5650" y="17751"/>
                    <a:pt x="5652" y="17587"/>
                    <a:pt x="5764" y="17566"/>
                  </a:cubicBezTo>
                  <a:cubicBezTo>
                    <a:pt x="5862" y="17592"/>
                    <a:pt x="5969" y="17601"/>
                    <a:pt x="6022" y="17690"/>
                  </a:cubicBezTo>
                  <a:cubicBezTo>
                    <a:pt x="6147" y="17878"/>
                    <a:pt x="6415" y="17780"/>
                    <a:pt x="6584" y="17896"/>
                  </a:cubicBezTo>
                  <a:cubicBezTo>
                    <a:pt x="6665" y="17922"/>
                    <a:pt x="6700" y="18012"/>
                    <a:pt x="6772" y="18029"/>
                  </a:cubicBezTo>
                  <a:cubicBezTo>
                    <a:pt x="6834" y="18137"/>
                    <a:pt x="6986" y="18145"/>
                    <a:pt x="7084" y="18208"/>
                  </a:cubicBezTo>
                  <a:cubicBezTo>
                    <a:pt x="7164" y="18386"/>
                    <a:pt x="7396" y="18404"/>
                    <a:pt x="7512" y="18547"/>
                  </a:cubicBezTo>
                  <a:cubicBezTo>
                    <a:pt x="7646" y="18654"/>
                    <a:pt x="7860" y="18556"/>
                    <a:pt x="7949" y="18725"/>
                  </a:cubicBezTo>
                  <a:cubicBezTo>
                    <a:pt x="7967" y="18754"/>
                    <a:pt x="7986" y="18765"/>
                    <a:pt x="8006" y="18765"/>
                  </a:cubicBezTo>
                  <a:cubicBezTo>
                    <a:pt x="8061" y="18765"/>
                    <a:pt x="8124" y="18679"/>
                    <a:pt x="8186" y="18679"/>
                  </a:cubicBezTo>
                  <a:cubicBezTo>
                    <a:pt x="8191" y="18679"/>
                    <a:pt x="8195" y="18680"/>
                    <a:pt x="8199" y="18681"/>
                  </a:cubicBezTo>
                  <a:cubicBezTo>
                    <a:pt x="8422" y="18752"/>
                    <a:pt x="8699" y="18788"/>
                    <a:pt x="8806" y="19046"/>
                  </a:cubicBezTo>
                  <a:cubicBezTo>
                    <a:pt x="8818" y="19109"/>
                    <a:pt x="8846" y="19128"/>
                    <a:pt x="8882" y="19128"/>
                  </a:cubicBezTo>
                  <a:cubicBezTo>
                    <a:pt x="8937" y="19128"/>
                    <a:pt x="9009" y="19084"/>
                    <a:pt x="9070" y="19084"/>
                  </a:cubicBezTo>
                  <a:cubicBezTo>
                    <a:pt x="9112" y="19084"/>
                    <a:pt x="9148" y="19104"/>
                    <a:pt x="9172" y="19171"/>
                  </a:cubicBezTo>
                  <a:cubicBezTo>
                    <a:pt x="9350" y="19323"/>
                    <a:pt x="9564" y="19421"/>
                    <a:pt x="9743" y="19573"/>
                  </a:cubicBezTo>
                  <a:cubicBezTo>
                    <a:pt x="9992" y="19591"/>
                    <a:pt x="10215" y="19698"/>
                    <a:pt x="10474" y="19698"/>
                  </a:cubicBezTo>
                  <a:lnTo>
                    <a:pt x="10465" y="19662"/>
                  </a:lnTo>
                  <a:cubicBezTo>
                    <a:pt x="10475" y="19659"/>
                    <a:pt x="10485" y="19658"/>
                    <a:pt x="10493" y="19658"/>
                  </a:cubicBezTo>
                  <a:cubicBezTo>
                    <a:pt x="10576" y="19658"/>
                    <a:pt x="10595" y="19765"/>
                    <a:pt x="10644" y="19814"/>
                  </a:cubicBezTo>
                  <a:cubicBezTo>
                    <a:pt x="10654" y="19816"/>
                    <a:pt x="10664" y="19817"/>
                    <a:pt x="10674" y="19817"/>
                  </a:cubicBezTo>
                  <a:cubicBezTo>
                    <a:pt x="10737" y="19817"/>
                    <a:pt x="10796" y="19777"/>
                    <a:pt x="10859" y="19777"/>
                  </a:cubicBezTo>
                  <a:cubicBezTo>
                    <a:pt x="10865" y="19777"/>
                    <a:pt x="10870" y="19777"/>
                    <a:pt x="10876" y="19778"/>
                  </a:cubicBezTo>
                  <a:cubicBezTo>
                    <a:pt x="10965" y="19840"/>
                    <a:pt x="11072" y="19867"/>
                    <a:pt x="11152" y="19948"/>
                  </a:cubicBezTo>
                  <a:cubicBezTo>
                    <a:pt x="11190" y="19974"/>
                    <a:pt x="11244" y="20005"/>
                    <a:pt x="11292" y="20005"/>
                  </a:cubicBezTo>
                  <a:cubicBezTo>
                    <a:pt x="11324" y="20005"/>
                    <a:pt x="11354" y="19992"/>
                    <a:pt x="11375" y="19956"/>
                  </a:cubicBezTo>
                  <a:cubicBezTo>
                    <a:pt x="11473" y="19992"/>
                    <a:pt x="11580" y="20046"/>
                    <a:pt x="11687" y="20072"/>
                  </a:cubicBezTo>
                  <a:cubicBezTo>
                    <a:pt x="11678" y="20251"/>
                    <a:pt x="11955" y="20206"/>
                    <a:pt x="12053" y="20313"/>
                  </a:cubicBezTo>
                  <a:cubicBezTo>
                    <a:pt x="12133" y="20483"/>
                    <a:pt x="12374" y="20465"/>
                    <a:pt x="12526" y="20483"/>
                  </a:cubicBezTo>
                  <a:cubicBezTo>
                    <a:pt x="12577" y="20526"/>
                    <a:pt x="12621" y="20593"/>
                    <a:pt x="12689" y="20593"/>
                  </a:cubicBezTo>
                  <a:cubicBezTo>
                    <a:pt x="12704" y="20593"/>
                    <a:pt x="12721" y="20589"/>
                    <a:pt x="12740" y="20581"/>
                  </a:cubicBezTo>
                  <a:cubicBezTo>
                    <a:pt x="12783" y="20565"/>
                    <a:pt x="12827" y="20562"/>
                    <a:pt x="12872" y="20562"/>
                  </a:cubicBezTo>
                  <a:cubicBezTo>
                    <a:pt x="12914" y="20562"/>
                    <a:pt x="12957" y="20565"/>
                    <a:pt x="13001" y="20565"/>
                  </a:cubicBezTo>
                  <a:cubicBezTo>
                    <a:pt x="13018" y="20565"/>
                    <a:pt x="13035" y="20564"/>
                    <a:pt x="13052" y="20563"/>
                  </a:cubicBezTo>
                  <a:cubicBezTo>
                    <a:pt x="13097" y="20661"/>
                    <a:pt x="13186" y="20750"/>
                    <a:pt x="13302" y="20768"/>
                  </a:cubicBezTo>
                  <a:cubicBezTo>
                    <a:pt x="13552" y="20947"/>
                    <a:pt x="13873" y="20929"/>
                    <a:pt x="14167" y="20956"/>
                  </a:cubicBezTo>
                  <a:cubicBezTo>
                    <a:pt x="14198" y="20941"/>
                    <a:pt x="14226" y="20934"/>
                    <a:pt x="14252" y="20934"/>
                  </a:cubicBezTo>
                  <a:cubicBezTo>
                    <a:pt x="14389" y="20934"/>
                    <a:pt x="14457" y="21117"/>
                    <a:pt x="14597" y="21117"/>
                  </a:cubicBezTo>
                  <a:cubicBezTo>
                    <a:pt x="14602" y="21117"/>
                    <a:pt x="14608" y="21117"/>
                    <a:pt x="14613" y="21116"/>
                  </a:cubicBezTo>
                  <a:cubicBezTo>
                    <a:pt x="14685" y="21110"/>
                    <a:pt x="14765" y="21068"/>
                    <a:pt x="14840" y="21068"/>
                  </a:cubicBezTo>
                  <a:cubicBezTo>
                    <a:pt x="14876" y="21068"/>
                    <a:pt x="14911" y="21078"/>
                    <a:pt x="14944" y="21107"/>
                  </a:cubicBezTo>
                  <a:cubicBezTo>
                    <a:pt x="15033" y="21169"/>
                    <a:pt x="15139" y="21232"/>
                    <a:pt x="15249" y="21232"/>
                  </a:cubicBezTo>
                  <a:cubicBezTo>
                    <a:pt x="15281" y="21232"/>
                    <a:pt x="15313" y="21226"/>
                    <a:pt x="15345" y="21214"/>
                  </a:cubicBezTo>
                  <a:cubicBezTo>
                    <a:pt x="15434" y="21223"/>
                    <a:pt x="15523" y="21277"/>
                    <a:pt x="15622" y="21277"/>
                  </a:cubicBezTo>
                  <a:cubicBezTo>
                    <a:pt x="15695" y="21247"/>
                    <a:pt x="15772" y="21238"/>
                    <a:pt x="15849" y="21238"/>
                  </a:cubicBezTo>
                  <a:cubicBezTo>
                    <a:pt x="15960" y="21238"/>
                    <a:pt x="16073" y="21257"/>
                    <a:pt x="16184" y="21268"/>
                  </a:cubicBezTo>
                  <a:cubicBezTo>
                    <a:pt x="16222" y="21232"/>
                    <a:pt x="16277" y="21221"/>
                    <a:pt x="16340" y="21221"/>
                  </a:cubicBezTo>
                  <a:cubicBezTo>
                    <a:pt x="16434" y="21221"/>
                    <a:pt x="16545" y="21245"/>
                    <a:pt x="16639" y="21245"/>
                  </a:cubicBezTo>
                  <a:cubicBezTo>
                    <a:pt x="16745" y="21245"/>
                    <a:pt x="16829" y="21214"/>
                    <a:pt x="16844" y="21080"/>
                  </a:cubicBezTo>
                  <a:cubicBezTo>
                    <a:pt x="16875" y="21074"/>
                    <a:pt x="16908" y="21072"/>
                    <a:pt x="16940" y="21072"/>
                  </a:cubicBezTo>
                  <a:cubicBezTo>
                    <a:pt x="17069" y="21072"/>
                    <a:pt x="17203" y="21110"/>
                    <a:pt x="17330" y="21110"/>
                  </a:cubicBezTo>
                  <a:cubicBezTo>
                    <a:pt x="17406" y="21110"/>
                    <a:pt x="17480" y="21097"/>
                    <a:pt x="17548" y="21054"/>
                  </a:cubicBezTo>
                  <a:cubicBezTo>
                    <a:pt x="17616" y="21054"/>
                    <a:pt x="17699" y="21070"/>
                    <a:pt x="17776" y="21070"/>
                  </a:cubicBezTo>
                  <a:cubicBezTo>
                    <a:pt x="17863" y="21070"/>
                    <a:pt x="17943" y="21050"/>
                    <a:pt x="17986" y="20964"/>
                  </a:cubicBezTo>
                  <a:cubicBezTo>
                    <a:pt x="18021" y="20947"/>
                    <a:pt x="18048" y="20920"/>
                    <a:pt x="18066" y="20875"/>
                  </a:cubicBezTo>
                  <a:cubicBezTo>
                    <a:pt x="18235" y="20786"/>
                    <a:pt x="18458" y="20795"/>
                    <a:pt x="18583" y="20625"/>
                  </a:cubicBezTo>
                  <a:cubicBezTo>
                    <a:pt x="18681" y="20518"/>
                    <a:pt x="18878" y="20492"/>
                    <a:pt x="18878" y="20313"/>
                  </a:cubicBezTo>
                  <a:cubicBezTo>
                    <a:pt x="19270" y="19930"/>
                    <a:pt x="19707" y="19582"/>
                    <a:pt x="20046" y="19171"/>
                  </a:cubicBezTo>
                  <a:cubicBezTo>
                    <a:pt x="20144" y="19136"/>
                    <a:pt x="20189" y="19020"/>
                    <a:pt x="20296" y="19002"/>
                  </a:cubicBezTo>
                  <a:cubicBezTo>
                    <a:pt x="20466" y="18948"/>
                    <a:pt x="20483" y="18734"/>
                    <a:pt x="20591" y="18609"/>
                  </a:cubicBezTo>
                  <a:cubicBezTo>
                    <a:pt x="20706" y="18529"/>
                    <a:pt x="20840" y="18449"/>
                    <a:pt x="20903" y="18315"/>
                  </a:cubicBezTo>
                  <a:cubicBezTo>
                    <a:pt x="20912" y="18306"/>
                    <a:pt x="20930" y="18288"/>
                    <a:pt x="20947" y="18279"/>
                  </a:cubicBezTo>
                  <a:cubicBezTo>
                    <a:pt x="21072" y="18172"/>
                    <a:pt x="21161" y="18003"/>
                    <a:pt x="21322" y="17922"/>
                  </a:cubicBezTo>
                  <a:cubicBezTo>
                    <a:pt x="21429" y="17735"/>
                    <a:pt x="21661" y="17619"/>
                    <a:pt x="21715" y="17423"/>
                  </a:cubicBezTo>
                  <a:cubicBezTo>
                    <a:pt x="21929" y="17289"/>
                    <a:pt x="22089" y="17057"/>
                    <a:pt x="22259" y="16870"/>
                  </a:cubicBezTo>
                  <a:cubicBezTo>
                    <a:pt x="22348" y="16870"/>
                    <a:pt x="22366" y="16682"/>
                    <a:pt x="22277" y="16682"/>
                  </a:cubicBezTo>
                  <a:cubicBezTo>
                    <a:pt x="22437" y="16513"/>
                    <a:pt x="22357" y="16254"/>
                    <a:pt x="22410" y="16040"/>
                  </a:cubicBezTo>
                  <a:cubicBezTo>
                    <a:pt x="22384" y="15924"/>
                    <a:pt x="22410" y="15772"/>
                    <a:pt x="22312" y="15683"/>
                  </a:cubicBezTo>
                  <a:cubicBezTo>
                    <a:pt x="22330" y="15451"/>
                    <a:pt x="22562" y="15344"/>
                    <a:pt x="22651" y="15157"/>
                  </a:cubicBezTo>
                  <a:cubicBezTo>
                    <a:pt x="22964" y="14782"/>
                    <a:pt x="23320" y="14443"/>
                    <a:pt x="23588" y="14060"/>
                  </a:cubicBezTo>
                  <a:cubicBezTo>
                    <a:pt x="23624" y="14033"/>
                    <a:pt x="23650" y="14006"/>
                    <a:pt x="23677" y="13979"/>
                  </a:cubicBezTo>
                  <a:cubicBezTo>
                    <a:pt x="23677" y="13970"/>
                    <a:pt x="23686" y="13953"/>
                    <a:pt x="23695" y="13944"/>
                  </a:cubicBezTo>
                  <a:cubicBezTo>
                    <a:pt x="23757" y="13935"/>
                    <a:pt x="23757" y="13854"/>
                    <a:pt x="23784" y="13810"/>
                  </a:cubicBezTo>
                  <a:cubicBezTo>
                    <a:pt x="24025" y="13685"/>
                    <a:pt x="24177" y="13453"/>
                    <a:pt x="24320" y="13239"/>
                  </a:cubicBezTo>
                  <a:lnTo>
                    <a:pt x="24355" y="13239"/>
                  </a:lnTo>
                  <a:cubicBezTo>
                    <a:pt x="24328" y="13141"/>
                    <a:pt x="24444" y="12873"/>
                    <a:pt x="24320" y="12873"/>
                  </a:cubicBezTo>
                  <a:cubicBezTo>
                    <a:pt x="24328" y="12793"/>
                    <a:pt x="24248" y="12757"/>
                    <a:pt x="24212" y="12704"/>
                  </a:cubicBezTo>
                  <a:cubicBezTo>
                    <a:pt x="24132" y="12588"/>
                    <a:pt x="24150" y="12445"/>
                    <a:pt x="24105" y="12320"/>
                  </a:cubicBezTo>
                  <a:cubicBezTo>
                    <a:pt x="23989" y="12177"/>
                    <a:pt x="23820" y="12088"/>
                    <a:pt x="23677" y="11972"/>
                  </a:cubicBezTo>
                  <a:cubicBezTo>
                    <a:pt x="23588" y="11919"/>
                    <a:pt x="23668" y="11776"/>
                    <a:pt x="23561" y="11731"/>
                  </a:cubicBezTo>
                  <a:cubicBezTo>
                    <a:pt x="23490" y="11606"/>
                    <a:pt x="23320" y="11624"/>
                    <a:pt x="23267" y="11490"/>
                  </a:cubicBezTo>
                  <a:cubicBezTo>
                    <a:pt x="23204" y="11321"/>
                    <a:pt x="23044" y="11250"/>
                    <a:pt x="22910" y="11160"/>
                  </a:cubicBezTo>
                  <a:cubicBezTo>
                    <a:pt x="22696" y="10911"/>
                    <a:pt x="22464" y="10688"/>
                    <a:pt x="22161" y="10554"/>
                  </a:cubicBezTo>
                  <a:lnTo>
                    <a:pt x="22170" y="10518"/>
                  </a:lnTo>
                  <a:lnTo>
                    <a:pt x="22125" y="10518"/>
                  </a:lnTo>
                  <a:cubicBezTo>
                    <a:pt x="22098" y="10464"/>
                    <a:pt x="22036" y="10456"/>
                    <a:pt x="21991" y="10429"/>
                  </a:cubicBezTo>
                  <a:cubicBezTo>
                    <a:pt x="22018" y="10375"/>
                    <a:pt x="21911" y="10384"/>
                    <a:pt x="21884" y="10366"/>
                  </a:cubicBezTo>
                  <a:cubicBezTo>
                    <a:pt x="21652" y="10108"/>
                    <a:pt x="21269" y="10054"/>
                    <a:pt x="21054" y="9769"/>
                  </a:cubicBezTo>
                  <a:cubicBezTo>
                    <a:pt x="21072" y="9671"/>
                    <a:pt x="21063" y="9537"/>
                    <a:pt x="21179" y="9492"/>
                  </a:cubicBezTo>
                  <a:cubicBezTo>
                    <a:pt x="21242" y="9430"/>
                    <a:pt x="21358" y="9412"/>
                    <a:pt x="21358" y="9305"/>
                  </a:cubicBezTo>
                  <a:cubicBezTo>
                    <a:pt x="21384" y="9162"/>
                    <a:pt x="21465" y="9046"/>
                    <a:pt x="21554" y="8939"/>
                  </a:cubicBezTo>
                  <a:cubicBezTo>
                    <a:pt x="21563" y="8930"/>
                    <a:pt x="21581" y="8903"/>
                    <a:pt x="21590" y="8894"/>
                  </a:cubicBezTo>
                  <a:cubicBezTo>
                    <a:pt x="21723" y="8859"/>
                    <a:pt x="21723" y="8680"/>
                    <a:pt x="21822" y="8600"/>
                  </a:cubicBezTo>
                  <a:cubicBezTo>
                    <a:pt x="21920" y="8439"/>
                    <a:pt x="22062" y="8297"/>
                    <a:pt x="22125" y="8127"/>
                  </a:cubicBezTo>
                  <a:cubicBezTo>
                    <a:pt x="22205" y="8091"/>
                    <a:pt x="22241" y="8002"/>
                    <a:pt x="22241" y="7922"/>
                  </a:cubicBezTo>
                  <a:cubicBezTo>
                    <a:pt x="22366" y="7842"/>
                    <a:pt x="22428" y="7699"/>
                    <a:pt x="22517" y="7583"/>
                  </a:cubicBezTo>
                  <a:cubicBezTo>
                    <a:pt x="22571" y="7467"/>
                    <a:pt x="22705" y="7369"/>
                    <a:pt x="22696" y="7235"/>
                  </a:cubicBezTo>
                  <a:lnTo>
                    <a:pt x="22696" y="7235"/>
                  </a:lnTo>
                  <a:lnTo>
                    <a:pt x="22660" y="7244"/>
                  </a:lnTo>
                  <a:cubicBezTo>
                    <a:pt x="22696" y="6923"/>
                    <a:pt x="22446" y="6700"/>
                    <a:pt x="22277" y="6477"/>
                  </a:cubicBezTo>
                  <a:cubicBezTo>
                    <a:pt x="22098" y="6361"/>
                    <a:pt x="21938" y="6227"/>
                    <a:pt x="21759" y="6138"/>
                  </a:cubicBezTo>
                  <a:cubicBezTo>
                    <a:pt x="21518" y="6022"/>
                    <a:pt x="21304" y="5808"/>
                    <a:pt x="21037" y="5763"/>
                  </a:cubicBezTo>
                  <a:cubicBezTo>
                    <a:pt x="20885" y="5719"/>
                    <a:pt x="20760" y="5576"/>
                    <a:pt x="20617" y="5531"/>
                  </a:cubicBezTo>
                  <a:cubicBezTo>
                    <a:pt x="20528" y="5406"/>
                    <a:pt x="20341" y="5344"/>
                    <a:pt x="20207" y="5255"/>
                  </a:cubicBezTo>
                  <a:cubicBezTo>
                    <a:pt x="19930" y="5192"/>
                    <a:pt x="19707" y="5032"/>
                    <a:pt x="19484" y="4871"/>
                  </a:cubicBezTo>
                  <a:cubicBezTo>
                    <a:pt x="19350" y="4764"/>
                    <a:pt x="19163" y="4693"/>
                    <a:pt x="19003" y="4639"/>
                  </a:cubicBezTo>
                  <a:cubicBezTo>
                    <a:pt x="18887" y="4461"/>
                    <a:pt x="18655" y="4389"/>
                    <a:pt x="18467" y="4345"/>
                  </a:cubicBezTo>
                  <a:cubicBezTo>
                    <a:pt x="18316" y="4282"/>
                    <a:pt x="18164" y="4166"/>
                    <a:pt x="18012" y="4086"/>
                  </a:cubicBezTo>
                  <a:cubicBezTo>
                    <a:pt x="17709" y="3997"/>
                    <a:pt x="17486" y="3693"/>
                    <a:pt x="17174" y="3658"/>
                  </a:cubicBezTo>
                  <a:cubicBezTo>
                    <a:pt x="17022" y="3542"/>
                    <a:pt x="16817" y="3444"/>
                    <a:pt x="16665" y="3310"/>
                  </a:cubicBezTo>
                  <a:cubicBezTo>
                    <a:pt x="16353" y="3158"/>
                    <a:pt x="16076" y="2908"/>
                    <a:pt x="15729" y="2864"/>
                  </a:cubicBezTo>
                  <a:cubicBezTo>
                    <a:pt x="15559" y="2739"/>
                    <a:pt x="15336" y="2739"/>
                    <a:pt x="15184" y="2605"/>
                  </a:cubicBezTo>
                  <a:cubicBezTo>
                    <a:pt x="14649" y="2311"/>
                    <a:pt x="14158" y="1882"/>
                    <a:pt x="13543" y="1767"/>
                  </a:cubicBezTo>
                  <a:cubicBezTo>
                    <a:pt x="13311" y="1722"/>
                    <a:pt x="13133" y="1517"/>
                    <a:pt x="12901" y="1472"/>
                  </a:cubicBezTo>
                  <a:cubicBezTo>
                    <a:pt x="12544" y="1213"/>
                    <a:pt x="12124" y="1089"/>
                    <a:pt x="11741" y="892"/>
                  </a:cubicBezTo>
                  <a:cubicBezTo>
                    <a:pt x="11669" y="848"/>
                    <a:pt x="11571" y="803"/>
                    <a:pt x="11482" y="776"/>
                  </a:cubicBezTo>
                  <a:cubicBezTo>
                    <a:pt x="11161" y="607"/>
                    <a:pt x="10768" y="473"/>
                    <a:pt x="10403" y="402"/>
                  </a:cubicBezTo>
                  <a:cubicBezTo>
                    <a:pt x="10322" y="250"/>
                    <a:pt x="10144" y="179"/>
                    <a:pt x="9992" y="179"/>
                  </a:cubicBezTo>
                  <a:cubicBezTo>
                    <a:pt x="9867" y="125"/>
                    <a:pt x="9769" y="9"/>
                    <a:pt x="96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8"/>
            <p:cNvSpPr/>
            <p:nvPr/>
          </p:nvSpPr>
          <p:spPr>
            <a:xfrm rot="-3048325">
              <a:off x="8446277" y="4599437"/>
              <a:ext cx="384494" cy="334665"/>
            </a:xfrm>
            <a:custGeom>
              <a:avLst/>
              <a:gdLst/>
              <a:ahLst/>
              <a:cxnLst/>
              <a:rect l="l" t="t" r="r" b="b"/>
              <a:pathLst>
                <a:path w="24445" h="21277" extrusionOk="0">
                  <a:moveTo>
                    <a:pt x="9627" y="0"/>
                  </a:moveTo>
                  <a:cubicBezTo>
                    <a:pt x="9564" y="0"/>
                    <a:pt x="9439" y="0"/>
                    <a:pt x="9368" y="9"/>
                  </a:cubicBezTo>
                  <a:lnTo>
                    <a:pt x="9377" y="45"/>
                  </a:lnTo>
                  <a:cubicBezTo>
                    <a:pt x="9314" y="80"/>
                    <a:pt x="9243" y="87"/>
                    <a:pt x="9170" y="87"/>
                  </a:cubicBezTo>
                  <a:cubicBezTo>
                    <a:pt x="9127" y="87"/>
                    <a:pt x="9083" y="85"/>
                    <a:pt x="9040" y="85"/>
                  </a:cubicBezTo>
                  <a:cubicBezTo>
                    <a:pt x="9012" y="85"/>
                    <a:pt x="8984" y="86"/>
                    <a:pt x="8957" y="89"/>
                  </a:cubicBezTo>
                  <a:lnTo>
                    <a:pt x="8975" y="116"/>
                  </a:lnTo>
                  <a:cubicBezTo>
                    <a:pt x="8850" y="179"/>
                    <a:pt x="8770" y="303"/>
                    <a:pt x="8690" y="419"/>
                  </a:cubicBezTo>
                  <a:cubicBezTo>
                    <a:pt x="8675" y="445"/>
                    <a:pt x="8645" y="453"/>
                    <a:pt x="8609" y="453"/>
                  </a:cubicBezTo>
                  <a:cubicBezTo>
                    <a:pt x="8542" y="453"/>
                    <a:pt x="8452" y="425"/>
                    <a:pt x="8391" y="425"/>
                  </a:cubicBezTo>
                  <a:cubicBezTo>
                    <a:pt x="8347" y="425"/>
                    <a:pt x="8318" y="440"/>
                    <a:pt x="8324" y="491"/>
                  </a:cubicBezTo>
                  <a:cubicBezTo>
                    <a:pt x="8286" y="518"/>
                    <a:pt x="8248" y="528"/>
                    <a:pt x="8209" y="528"/>
                  </a:cubicBezTo>
                  <a:cubicBezTo>
                    <a:pt x="8096" y="528"/>
                    <a:pt x="7979" y="445"/>
                    <a:pt x="7872" y="445"/>
                  </a:cubicBezTo>
                  <a:cubicBezTo>
                    <a:pt x="7830" y="445"/>
                    <a:pt x="7791" y="457"/>
                    <a:pt x="7753" y="491"/>
                  </a:cubicBezTo>
                  <a:cubicBezTo>
                    <a:pt x="7673" y="509"/>
                    <a:pt x="7593" y="526"/>
                    <a:pt x="7521" y="544"/>
                  </a:cubicBezTo>
                  <a:cubicBezTo>
                    <a:pt x="7475" y="529"/>
                    <a:pt x="7430" y="521"/>
                    <a:pt x="7387" y="521"/>
                  </a:cubicBezTo>
                  <a:cubicBezTo>
                    <a:pt x="7208" y="521"/>
                    <a:pt x="7049" y="640"/>
                    <a:pt x="6941" y="776"/>
                  </a:cubicBezTo>
                  <a:cubicBezTo>
                    <a:pt x="6665" y="1249"/>
                    <a:pt x="6326" y="1695"/>
                    <a:pt x="6130" y="2195"/>
                  </a:cubicBezTo>
                  <a:cubicBezTo>
                    <a:pt x="5969" y="2445"/>
                    <a:pt x="5799" y="2703"/>
                    <a:pt x="5675" y="2971"/>
                  </a:cubicBezTo>
                  <a:cubicBezTo>
                    <a:pt x="5541" y="3096"/>
                    <a:pt x="5478" y="3292"/>
                    <a:pt x="5425" y="3470"/>
                  </a:cubicBezTo>
                  <a:lnTo>
                    <a:pt x="5407" y="3453"/>
                  </a:lnTo>
                  <a:cubicBezTo>
                    <a:pt x="5282" y="3890"/>
                    <a:pt x="4907" y="4238"/>
                    <a:pt x="4854" y="4702"/>
                  </a:cubicBezTo>
                  <a:cubicBezTo>
                    <a:pt x="4800" y="4764"/>
                    <a:pt x="4684" y="4791"/>
                    <a:pt x="4666" y="4880"/>
                  </a:cubicBezTo>
                  <a:cubicBezTo>
                    <a:pt x="4452" y="5049"/>
                    <a:pt x="4363" y="5362"/>
                    <a:pt x="4211" y="5594"/>
                  </a:cubicBezTo>
                  <a:cubicBezTo>
                    <a:pt x="4149" y="5603"/>
                    <a:pt x="4122" y="5638"/>
                    <a:pt x="4131" y="5692"/>
                  </a:cubicBezTo>
                  <a:cubicBezTo>
                    <a:pt x="4122" y="5710"/>
                    <a:pt x="4104" y="5745"/>
                    <a:pt x="4096" y="5772"/>
                  </a:cubicBezTo>
                  <a:cubicBezTo>
                    <a:pt x="3935" y="5843"/>
                    <a:pt x="3926" y="6058"/>
                    <a:pt x="3819" y="6182"/>
                  </a:cubicBezTo>
                  <a:cubicBezTo>
                    <a:pt x="3757" y="6289"/>
                    <a:pt x="3614" y="6361"/>
                    <a:pt x="3605" y="6504"/>
                  </a:cubicBezTo>
                  <a:cubicBezTo>
                    <a:pt x="3587" y="6539"/>
                    <a:pt x="3569" y="6575"/>
                    <a:pt x="3560" y="6620"/>
                  </a:cubicBezTo>
                  <a:cubicBezTo>
                    <a:pt x="3489" y="6771"/>
                    <a:pt x="3346" y="6878"/>
                    <a:pt x="3310" y="7039"/>
                  </a:cubicBezTo>
                  <a:cubicBezTo>
                    <a:pt x="3239" y="7039"/>
                    <a:pt x="3230" y="7155"/>
                    <a:pt x="3186" y="7199"/>
                  </a:cubicBezTo>
                  <a:cubicBezTo>
                    <a:pt x="3070" y="7271"/>
                    <a:pt x="3025" y="7467"/>
                    <a:pt x="2963" y="7601"/>
                  </a:cubicBezTo>
                  <a:cubicBezTo>
                    <a:pt x="3025" y="7788"/>
                    <a:pt x="2811" y="7949"/>
                    <a:pt x="2847" y="8136"/>
                  </a:cubicBezTo>
                  <a:lnTo>
                    <a:pt x="2838" y="8163"/>
                  </a:lnTo>
                  <a:cubicBezTo>
                    <a:pt x="2775" y="8172"/>
                    <a:pt x="2740" y="8225"/>
                    <a:pt x="2757" y="8288"/>
                  </a:cubicBezTo>
                  <a:lnTo>
                    <a:pt x="2722" y="8297"/>
                  </a:lnTo>
                  <a:cubicBezTo>
                    <a:pt x="2615" y="8529"/>
                    <a:pt x="2365" y="8734"/>
                    <a:pt x="2383" y="9019"/>
                  </a:cubicBezTo>
                  <a:cubicBezTo>
                    <a:pt x="2222" y="9117"/>
                    <a:pt x="2249" y="9358"/>
                    <a:pt x="2160" y="9519"/>
                  </a:cubicBezTo>
                  <a:cubicBezTo>
                    <a:pt x="2088" y="9742"/>
                    <a:pt x="1937" y="9929"/>
                    <a:pt x="1874" y="10161"/>
                  </a:cubicBezTo>
                  <a:cubicBezTo>
                    <a:pt x="1855" y="10158"/>
                    <a:pt x="1837" y="10156"/>
                    <a:pt x="1819" y="10156"/>
                  </a:cubicBezTo>
                  <a:cubicBezTo>
                    <a:pt x="1495" y="10156"/>
                    <a:pt x="1386" y="10671"/>
                    <a:pt x="1589" y="10866"/>
                  </a:cubicBezTo>
                  <a:cubicBezTo>
                    <a:pt x="1717" y="10934"/>
                    <a:pt x="1788" y="11117"/>
                    <a:pt x="1950" y="11117"/>
                  </a:cubicBezTo>
                  <a:cubicBezTo>
                    <a:pt x="1957" y="11117"/>
                    <a:pt x="1965" y="11116"/>
                    <a:pt x="1972" y="11116"/>
                  </a:cubicBezTo>
                  <a:cubicBezTo>
                    <a:pt x="1995" y="11101"/>
                    <a:pt x="2016" y="11095"/>
                    <a:pt x="2036" y="11095"/>
                  </a:cubicBezTo>
                  <a:cubicBezTo>
                    <a:pt x="2111" y="11095"/>
                    <a:pt x="2172" y="11179"/>
                    <a:pt x="2260" y="11179"/>
                  </a:cubicBezTo>
                  <a:cubicBezTo>
                    <a:pt x="2276" y="11179"/>
                    <a:pt x="2293" y="11176"/>
                    <a:pt x="2311" y="11169"/>
                  </a:cubicBezTo>
                  <a:cubicBezTo>
                    <a:pt x="2365" y="11223"/>
                    <a:pt x="2445" y="11258"/>
                    <a:pt x="2463" y="11339"/>
                  </a:cubicBezTo>
                  <a:cubicBezTo>
                    <a:pt x="2463" y="11464"/>
                    <a:pt x="2632" y="11473"/>
                    <a:pt x="2713" y="11544"/>
                  </a:cubicBezTo>
                  <a:cubicBezTo>
                    <a:pt x="2713" y="11606"/>
                    <a:pt x="2686" y="11678"/>
                    <a:pt x="2668" y="11740"/>
                  </a:cubicBezTo>
                  <a:cubicBezTo>
                    <a:pt x="2597" y="11776"/>
                    <a:pt x="2570" y="11856"/>
                    <a:pt x="2534" y="11928"/>
                  </a:cubicBezTo>
                  <a:cubicBezTo>
                    <a:pt x="2472" y="12044"/>
                    <a:pt x="2329" y="12124"/>
                    <a:pt x="2311" y="12267"/>
                  </a:cubicBezTo>
                  <a:cubicBezTo>
                    <a:pt x="2231" y="12293"/>
                    <a:pt x="2195" y="12374"/>
                    <a:pt x="2151" y="12436"/>
                  </a:cubicBezTo>
                  <a:cubicBezTo>
                    <a:pt x="2079" y="12534"/>
                    <a:pt x="1963" y="12588"/>
                    <a:pt x="1937" y="12713"/>
                  </a:cubicBezTo>
                  <a:cubicBezTo>
                    <a:pt x="1794" y="12918"/>
                    <a:pt x="1633" y="13141"/>
                    <a:pt x="1499" y="13364"/>
                  </a:cubicBezTo>
                  <a:cubicBezTo>
                    <a:pt x="1384" y="13417"/>
                    <a:pt x="1259" y="13596"/>
                    <a:pt x="1259" y="13738"/>
                  </a:cubicBezTo>
                  <a:cubicBezTo>
                    <a:pt x="1152" y="13837"/>
                    <a:pt x="1053" y="13953"/>
                    <a:pt x="1018" y="14095"/>
                  </a:cubicBezTo>
                  <a:cubicBezTo>
                    <a:pt x="893" y="14220"/>
                    <a:pt x="813" y="14416"/>
                    <a:pt x="732" y="14586"/>
                  </a:cubicBezTo>
                  <a:cubicBezTo>
                    <a:pt x="474" y="14648"/>
                    <a:pt x="349" y="14934"/>
                    <a:pt x="224" y="15139"/>
                  </a:cubicBezTo>
                  <a:cubicBezTo>
                    <a:pt x="72" y="15335"/>
                    <a:pt x="1" y="15594"/>
                    <a:pt x="36" y="15844"/>
                  </a:cubicBezTo>
                  <a:cubicBezTo>
                    <a:pt x="44" y="15845"/>
                    <a:pt x="52" y="15846"/>
                    <a:pt x="59" y="15846"/>
                  </a:cubicBezTo>
                  <a:cubicBezTo>
                    <a:pt x="153" y="15846"/>
                    <a:pt x="225" y="15760"/>
                    <a:pt x="322" y="15760"/>
                  </a:cubicBezTo>
                  <a:cubicBezTo>
                    <a:pt x="334" y="15760"/>
                    <a:pt x="345" y="15761"/>
                    <a:pt x="358" y="15764"/>
                  </a:cubicBezTo>
                  <a:cubicBezTo>
                    <a:pt x="438" y="15799"/>
                    <a:pt x="500" y="15880"/>
                    <a:pt x="598" y="15888"/>
                  </a:cubicBezTo>
                  <a:cubicBezTo>
                    <a:pt x="634" y="15924"/>
                    <a:pt x="661" y="15996"/>
                    <a:pt x="723" y="15996"/>
                  </a:cubicBezTo>
                  <a:cubicBezTo>
                    <a:pt x="732" y="16049"/>
                    <a:pt x="777" y="16076"/>
                    <a:pt x="813" y="16111"/>
                  </a:cubicBezTo>
                  <a:cubicBezTo>
                    <a:pt x="993" y="16144"/>
                    <a:pt x="1165" y="16230"/>
                    <a:pt x="1351" y="16230"/>
                  </a:cubicBezTo>
                  <a:cubicBezTo>
                    <a:pt x="1368" y="16230"/>
                    <a:pt x="1385" y="16229"/>
                    <a:pt x="1401" y="16227"/>
                  </a:cubicBezTo>
                  <a:cubicBezTo>
                    <a:pt x="1794" y="16424"/>
                    <a:pt x="2249" y="16442"/>
                    <a:pt x="2641" y="16647"/>
                  </a:cubicBezTo>
                  <a:cubicBezTo>
                    <a:pt x="2720" y="16726"/>
                    <a:pt x="2819" y="16738"/>
                    <a:pt x="2923" y="16738"/>
                  </a:cubicBezTo>
                  <a:cubicBezTo>
                    <a:pt x="2971" y="16738"/>
                    <a:pt x="3020" y="16735"/>
                    <a:pt x="3068" y="16735"/>
                  </a:cubicBezTo>
                  <a:cubicBezTo>
                    <a:pt x="3162" y="16735"/>
                    <a:pt x="3253" y="16746"/>
                    <a:pt x="3328" y="16807"/>
                  </a:cubicBezTo>
                  <a:cubicBezTo>
                    <a:pt x="3358" y="16798"/>
                    <a:pt x="3386" y="16794"/>
                    <a:pt x="3413" y="16794"/>
                  </a:cubicBezTo>
                  <a:cubicBezTo>
                    <a:pt x="3563" y="16794"/>
                    <a:pt x="3674" y="16922"/>
                    <a:pt x="3810" y="16968"/>
                  </a:cubicBezTo>
                  <a:cubicBezTo>
                    <a:pt x="3840" y="16953"/>
                    <a:pt x="3871" y="16949"/>
                    <a:pt x="3902" y="16949"/>
                  </a:cubicBezTo>
                  <a:cubicBezTo>
                    <a:pt x="3937" y="16949"/>
                    <a:pt x="3973" y="16954"/>
                    <a:pt x="4008" y="16954"/>
                  </a:cubicBezTo>
                  <a:cubicBezTo>
                    <a:pt x="4035" y="16954"/>
                    <a:pt x="4061" y="16951"/>
                    <a:pt x="4087" y="16941"/>
                  </a:cubicBezTo>
                  <a:cubicBezTo>
                    <a:pt x="4096" y="16941"/>
                    <a:pt x="4113" y="16950"/>
                    <a:pt x="4122" y="16959"/>
                  </a:cubicBezTo>
                  <a:cubicBezTo>
                    <a:pt x="4176" y="17057"/>
                    <a:pt x="4256" y="17111"/>
                    <a:pt x="4229" y="17253"/>
                  </a:cubicBezTo>
                  <a:cubicBezTo>
                    <a:pt x="4292" y="17289"/>
                    <a:pt x="4372" y="17298"/>
                    <a:pt x="4452" y="17316"/>
                  </a:cubicBezTo>
                  <a:cubicBezTo>
                    <a:pt x="4539" y="17386"/>
                    <a:pt x="4597" y="17492"/>
                    <a:pt x="4720" y="17492"/>
                  </a:cubicBezTo>
                  <a:cubicBezTo>
                    <a:pt x="4736" y="17492"/>
                    <a:pt x="4754" y="17490"/>
                    <a:pt x="4774" y="17485"/>
                  </a:cubicBezTo>
                  <a:cubicBezTo>
                    <a:pt x="4979" y="17601"/>
                    <a:pt x="5228" y="17601"/>
                    <a:pt x="5434" y="17708"/>
                  </a:cubicBezTo>
                  <a:cubicBezTo>
                    <a:pt x="5481" y="17739"/>
                    <a:pt x="5517" y="17751"/>
                    <a:pt x="5546" y="17751"/>
                  </a:cubicBezTo>
                  <a:cubicBezTo>
                    <a:pt x="5650" y="17751"/>
                    <a:pt x="5652" y="17587"/>
                    <a:pt x="5764" y="17566"/>
                  </a:cubicBezTo>
                  <a:cubicBezTo>
                    <a:pt x="5862" y="17592"/>
                    <a:pt x="5969" y="17601"/>
                    <a:pt x="6022" y="17690"/>
                  </a:cubicBezTo>
                  <a:cubicBezTo>
                    <a:pt x="6147" y="17878"/>
                    <a:pt x="6415" y="17780"/>
                    <a:pt x="6584" y="17896"/>
                  </a:cubicBezTo>
                  <a:cubicBezTo>
                    <a:pt x="6665" y="17922"/>
                    <a:pt x="6700" y="18012"/>
                    <a:pt x="6772" y="18029"/>
                  </a:cubicBezTo>
                  <a:cubicBezTo>
                    <a:pt x="6834" y="18137"/>
                    <a:pt x="6986" y="18145"/>
                    <a:pt x="7084" y="18208"/>
                  </a:cubicBezTo>
                  <a:cubicBezTo>
                    <a:pt x="7164" y="18386"/>
                    <a:pt x="7396" y="18404"/>
                    <a:pt x="7512" y="18547"/>
                  </a:cubicBezTo>
                  <a:cubicBezTo>
                    <a:pt x="7646" y="18654"/>
                    <a:pt x="7860" y="18556"/>
                    <a:pt x="7949" y="18725"/>
                  </a:cubicBezTo>
                  <a:cubicBezTo>
                    <a:pt x="7967" y="18754"/>
                    <a:pt x="7986" y="18765"/>
                    <a:pt x="8006" y="18765"/>
                  </a:cubicBezTo>
                  <a:cubicBezTo>
                    <a:pt x="8061" y="18765"/>
                    <a:pt x="8124" y="18679"/>
                    <a:pt x="8186" y="18679"/>
                  </a:cubicBezTo>
                  <a:cubicBezTo>
                    <a:pt x="8191" y="18679"/>
                    <a:pt x="8195" y="18680"/>
                    <a:pt x="8199" y="18681"/>
                  </a:cubicBezTo>
                  <a:cubicBezTo>
                    <a:pt x="8422" y="18752"/>
                    <a:pt x="8699" y="18788"/>
                    <a:pt x="8806" y="19046"/>
                  </a:cubicBezTo>
                  <a:cubicBezTo>
                    <a:pt x="8818" y="19109"/>
                    <a:pt x="8846" y="19128"/>
                    <a:pt x="8882" y="19128"/>
                  </a:cubicBezTo>
                  <a:cubicBezTo>
                    <a:pt x="8937" y="19128"/>
                    <a:pt x="9009" y="19084"/>
                    <a:pt x="9070" y="19084"/>
                  </a:cubicBezTo>
                  <a:cubicBezTo>
                    <a:pt x="9112" y="19084"/>
                    <a:pt x="9148" y="19104"/>
                    <a:pt x="9172" y="19171"/>
                  </a:cubicBezTo>
                  <a:cubicBezTo>
                    <a:pt x="9350" y="19323"/>
                    <a:pt x="9564" y="19421"/>
                    <a:pt x="9743" y="19573"/>
                  </a:cubicBezTo>
                  <a:cubicBezTo>
                    <a:pt x="9992" y="19591"/>
                    <a:pt x="10215" y="19698"/>
                    <a:pt x="10474" y="19698"/>
                  </a:cubicBezTo>
                  <a:lnTo>
                    <a:pt x="10465" y="19662"/>
                  </a:lnTo>
                  <a:cubicBezTo>
                    <a:pt x="10475" y="19659"/>
                    <a:pt x="10485" y="19658"/>
                    <a:pt x="10493" y="19658"/>
                  </a:cubicBezTo>
                  <a:cubicBezTo>
                    <a:pt x="10576" y="19658"/>
                    <a:pt x="10595" y="19765"/>
                    <a:pt x="10644" y="19814"/>
                  </a:cubicBezTo>
                  <a:cubicBezTo>
                    <a:pt x="10654" y="19816"/>
                    <a:pt x="10664" y="19817"/>
                    <a:pt x="10674" y="19817"/>
                  </a:cubicBezTo>
                  <a:cubicBezTo>
                    <a:pt x="10737" y="19817"/>
                    <a:pt x="10796" y="19777"/>
                    <a:pt x="10859" y="19777"/>
                  </a:cubicBezTo>
                  <a:cubicBezTo>
                    <a:pt x="10865" y="19777"/>
                    <a:pt x="10870" y="19777"/>
                    <a:pt x="10876" y="19778"/>
                  </a:cubicBezTo>
                  <a:cubicBezTo>
                    <a:pt x="10965" y="19840"/>
                    <a:pt x="11072" y="19867"/>
                    <a:pt x="11152" y="19948"/>
                  </a:cubicBezTo>
                  <a:cubicBezTo>
                    <a:pt x="11190" y="19974"/>
                    <a:pt x="11244" y="20005"/>
                    <a:pt x="11292" y="20005"/>
                  </a:cubicBezTo>
                  <a:cubicBezTo>
                    <a:pt x="11324" y="20005"/>
                    <a:pt x="11354" y="19992"/>
                    <a:pt x="11375" y="19956"/>
                  </a:cubicBezTo>
                  <a:cubicBezTo>
                    <a:pt x="11473" y="19992"/>
                    <a:pt x="11580" y="20046"/>
                    <a:pt x="11687" y="20072"/>
                  </a:cubicBezTo>
                  <a:cubicBezTo>
                    <a:pt x="11678" y="20251"/>
                    <a:pt x="11955" y="20206"/>
                    <a:pt x="12053" y="20313"/>
                  </a:cubicBezTo>
                  <a:cubicBezTo>
                    <a:pt x="12133" y="20483"/>
                    <a:pt x="12374" y="20465"/>
                    <a:pt x="12526" y="20483"/>
                  </a:cubicBezTo>
                  <a:cubicBezTo>
                    <a:pt x="12577" y="20526"/>
                    <a:pt x="12621" y="20593"/>
                    <a:pt x="12689" y="20593"/>
                  </a:cubicBezTo>
                  <a:cubicBezTo>
                    <a:pt x="12704" y="20593"/>
                    <a:pt x="12721" y="20589"/>
                    <a:pt x="12740" y="20581"/>
                  </a:cubicBezTo>
                  <a:cubicBezTo>
                    <a:pt x="12783" y="20565"/>
                    <a:pt x="12827" y="20562"/>
                    <a:pt x="12872" y="20562"/>
                  </a:cubicBezTo>
                  <a:cubicBezTo>
                    <a:pt x="12914" y="20562"/>
                    <a:pt x="12957" y="20565"/>
                    <a:pt x="13001" y="20565"/>
                  </a:cubicBezTo>
                  <a:cubicBezTo>
                    <a:pt x="13018" y="20565"/>
                    <a:pt x="13035" y="20564"/>
                    <a:pt x="13052" y="20563"/>
                  </a:cubicBezTo>
                  <a:cubicBezTo>
                    <a:pt x="13097" y="20661"/>
                    <a:pt x="13186" y="20750"/>
                    <a:pt x="13302" y="20768"/>
                  </a:cubicBezTo>
                  <a:cubicBezTo>
                    <a:pt x="13552" y="20947"/>
                    <a:pt x="13873" y="20929"/>
                    <a:pt x="14167" y="20956"/>
                  </a:cubicBezTo>
                  <a:cubicBezTo>
                    <a:pt x="14198" y="20941"/>
                    <a:pt x="14226" y="20934"/>
                    <a:pt x="14252" y="20934"/>
                  </a:cubicBezTo>
                  <a:cubicBezTo>
                    <a:pt x="14389" y="20934"/>
                    <a:pt x="14457" y="21117"/>
                    <a:pt x="14597" y="21117"/>
                  </a:cubicBezTo>
                  <a:cubicBezTo>
                    <a:pt x="14602" y="21117"/>
                    <a:pt x="14608" y="21117"/>
                    <a:pt x="14613" y="21116"/>
                  </a:cubicBezTo>
                  <a:cubicBezTo>
                    <a:pt x="14685" y="21110"/>
                    <a:pt x="14765" y="21068"/>
                    <a:pt x="14840" y="21068"/>
                  </a:cubicBezTo>
                  <a:cubicBezTo>
                    <a:pt x="14876" y="21068"/>
                    <a:pt x="14911" y="21078"/>
                    <a:pt x="14944" y="21107"/>
                  </a:cubicBezTo>
                  <a:cubicBezTo>
                    <a:pt x="15033" y="21169"/>
                    <a:pt x="15139" y="21232"/>
                    <a:pt x="15249" y="21232"/>
                  </a:cubicBezTo>
                  <a:cubicBezTo>
                    <a:pt x="15281" y="21232"/>
                    <a:pt x="15313" y="21226"/>
                    <a:pt x="15345" y="21214"/>
                  </a:cubicBezTo>
                  <a:cubicBezTo>
                    <a:pt x="15434" y="21223"/>
                    <a:pt x="15523" y="21277"/>
                    <a:pt x="15622" y="21277"/>
                  </a:cubicBezTo>
                  <a:cubicBezTo>
                    <a:pt x="15695" y="21247"/>
                    <a:pt x="15772" y="21238"/>
                    <a:pt x="15849" y="21238"/>
                  </a:cubicBezTo>
                  <a:cubicBezTo>
                    <a:pt x="15960" y="21238"/>
                    <a:pt x="16073" y="21257"/>
                    <a:pt x="16184" y="21268"/>
                  </a:cubicBezTo>
                  <a:cubicBezTo>
                    <a:pt x="16222" y="21232"/>
                    <a:pt x="16277" y="21221"/>
                    <a:pt x="16340" y="21221"/>
                  </a:cubicBezTo>
                  <a:cubicBezTo>
                    <a:pt x="16434" y="21221"/>
                    <a:pt x="16545" y="21245"/>
                    <a:pt x="16639" y="21245"/>
                  </a:cubicBezTo>
                  <a:cubicBezTo>
                    <a:pt x="16745" y="21245"/>
                    <a:pt x="16829" y="21214"/>
                    <a:pt x="16844" y="21080"/>
                  </a:cubicBezTo>
                  <a:cubicBezTo>
                    <a:pt x="16875" y="21074"/>
                    <a:pt x="16908" y="21072"/>
                    <a:pt x="16940" y="21072"/>
                  </a:cubicBezTo>
                  <a:cubicBezTo>
                    <a:pt x="17069" y="21072"/>
                    <a:pt x="17203" y="21110"/>
                    <a:pt x="17330" y="21110"/>
                  </a:cubicBezTo>
                  <a:cubicBezTo>
                    <a:pt x="17406" y="21110"/>
                    <a:pt x="17480" y="21097"/>
                    <a:pt x="17548" y="21054"/>
                  </a:cubicBezTo>
                  <a:cubicBezTo>
                    <a:pt x="17616" y="21054"/>
                    <a:pt x="17699" y="21070"/>
                    <a:pt x="17776" y="21070"/>
                  </a:cubicBezTo>
                  <a:cubicBezTo>
                    <a:pt x="17863" y="21070"/>
                    <a:pt x="17943" y="21050"/>
                    <a:pt x="17986" y="20964"/>
                  </a:cubicBezTo>
                  <a:cubicBezTo>
                    <a:pt x="18021" y="20947"/>
                    <a:pt x="18048" y="20920"/>
                    <a:pt x="18066" y="20875"/>
                  </a:cubicBezTo>
                  <a:cubicBezTo>
                    <a:pt x="18235" y="20786"/>
                    <a:pt x="18458" y="20795"/>
                    <a:pt x="18583" y="20625"/>
                  </a:cubicBezTo>
                  <a:cubicBezTo>
                    <a:pt x="18681" y="20518"/>
                    <a:pt x="18878" y="20492"/>
                    <a:pt x="18878" y="20313"/>
                  </a:cubicBezTo>
                  <a:cubicBezTo>
                    <a:pt x="19270" y="19930"/>
                    <a:pt x="19707" y="19582"/>
                    <a:pt x="20046" y="19171"/>
                  </a:cubicBezTo>
                  <a:cubicBezTo>
                    <a:pt x="20144" y="19136"/>
                    <a:pt x="20189" y="19020"/>
                    <a:pt x="20296" y="19002"/>
                  </a:cubicBezTo>
                  <a:cubicBezTo>
                    <a:pt x="20466" y="18948"/>
                    <a:pt x="20483" y="18734"/>
                    <a:pt x="20591" y="18609"/>
                  </a:cubicBezTo>
                  <a:cubicBezTo>
                    <a:pt x="20706" y="18529"/>
                    <a:pt x="20840" y="18449"/>
                    <a:pt x="20903" y="18315"/>
                  </a:cubicBezTo>
                  <a:cubicBezTo>
                    <a:pt x="20912" y="18306"/>
                    <a:pt x="20930" y="18288"/>
                    <a:pt x="20947" y="18279"/>
                  </a:cubicBezTo>
                  <a:cubicBezTo>
                    <a:pt x="21072" y="18172"/>
                    <a:pt x="21161" y="18003"/>
                    <a:pt x="21322" y="17922"/>
                  </a:cubicBezTo>
                  <a:cubicBezTo>
                    <a:pt x="21429" y="17735"/>
                    <a:pt x="21661" y="17619"/>
                    <a:pt x="21715" y="17423"/>
                  </a:cubicBezTo>
                  <a:cubicBezTo>
                    <a:pt x="21929" y="17289"/>
                    <a:pt x="22089" y="17057"/>
                    <a:pt x="22259" y="16870"/>
                  </a:cubicBezTo>
                  <a:cubicBezTo>
                    <a:pt x="22348" y="16870"/>
                    <a:pt x="22366" y="16682"/>
                    <a:pt x="22277" y="16682"/>
                  </a:cubicBezTo>
                  <a:cubicBezTo>
                    <a:pt x="22437" y="16513"/>
                    <a:pt x="22357" y="16254"/>
                    <a:pt x="22410" y="16040"/>
                  </a:cubicBezTo>
                  <a:cubicBezTo>
                    <a:pt x="22384" y="15924"/>
                    <a:pt x="22410" y="15772"/>
                    <a:pt x="22312" y="15683"/>
                  </a:cubicBezTo>
                  <a:cubicBezTo>
                    <a:pt x="22330" y="15451"/>
                    <a:pt x="22562" y="15344"/>
                    <a:pt x="22651" y="15157"/>
                  </a:cubicBezTo>
                  <a:cubicBezTo>
                    <a:pt x="22964" y="14782"/>
                    <a:pt x="23320" y="14443"/>
                    <a:pt x="23588" y="14060"/>
                  </a:cubicBezTo>
                  <a:cubicBezTo>
                    <a:pt x="23624" y="14033"/>
                    <a:pt x="23650" y="14006"/>
                    <a:pt x="23677" y="13979"/>
                  </a:cubicBezTo>
                  <a:cubicBezTo>
                    <a:pt x="23677" y="13970"/>
                    <a:pt x="23686" y="13953"/>
                    <a:pt x="23695" y="13944"/>
                  </a:cubicBezTo>
                  <a:cubicBezTo>
                    <a:pt x="23757" y="13935"/>
                    <a:pt x="23757" y="13854"/>
                    <a:pt x="23784" y="13810"/>
                  </a:cubicBezTo>
                  <a:cubicBezTo>
                    <a:pt x="24025" y="13685"/>
                    <a:pt x="24177" y="13453"/>
                    <a:pt x="24320" y="13239"/>
                  </a:cubicBezTo>
                  <a:lnTo>
                    <a:pt x="24355" y="13239"/>
                  </a:lnTo>
                  <a:cubicBezTo>
                    <a:pt x="24328" y="13141"/>
                    <a:pt x="24444" y="12873"/>
                    <a:pt x="24320" y="12873"/>
                  </a:cubicBezTo>
                  <a:cubicBezTo>
                    <a:pt x="24328" y="12793"/>
                    <a:pt x="24248" y="12757"/>
                    <a:pt x="24212" y="12704"/>
                  </a:cubicBezTo>
                  <a:cubicBezTo>
                    <a:pt x="24132" y="12588"/>
                    <a:pt x="24150" y="12445"/>
                    <a:pt x="24105" y="12320"/>
                  </a:cubicBezTo>
                  <a:cubicBezTo>
                    <a:pt x="23989" y="12177"/>
                    <a:pt x="23820" y="12088"/>
                    <a:pt x="23677" y="11972"/>
                  </a:cubicBezTo>
                  <a:cubicBezTo>
                    <a:pt x="23588" y="11919"/>
                    <a:pt x="23668" y="11776"/>
                    <a:pt x="23561" y="11731"/>
                  </a:cubicBezTo>
                  <a:cubicBezTo>
                    <a:pt x="23490" y="11606"/>
                    <a:pt x="23320" y="11624"/>
                    <a:pt x="23267" y="11490"/>
                  </a:cubicBezTo>
                  <a:cubicBezTo>
                    <a:pt x="23204" y="11321"/>
                    <a:pt x="23044" y="11250"/>
                    <a:pt x="22910" y="11160"/>
                  </a:cubicBezTo>
                  <a:cubicBezTo>
                    <a:pt x="22696" y="10911"/>
                    <a:pt x="22464" y="10688"/>
                    <a:pt x="22161" y="10554"/>
                  </a:cubicBezTo>
                  <a:lnTo>
                    <a:pt x="22170" y="10518"/>
                  </a:lnTo>
                  <a:lnTo>
                    <a:pt x="22125" y="10518"/>
                  </a:lnTo>
                  <a:cubicBezTo>
                    <a:pt x="22098" y="10464"/>
                    <a:pt x="22036" y="10456"/>
                    <a:pt x="21991" y="10429"/>
                  </a:cubicBezTo>
                  <a:cubicBezTo>
                    <a:pt x="22018" y="10375"/>
                    <a:pt x="21911" y="10384"/>
                    <a:pt x="21884" y="10366"/>
                  </a:cubicBezTo>
                  <a:cubicBezTo>
                    <a:pt x="21652" y="10108"/>
                    <a:pt x="21269" y="10054"/>
                    <a:pt x="21054" y="9769"/>
                  </a:cubicBezTo>
                  <a:cubicBezTo>
                    <a:pt x="21072" y="9671"/>
                    <a:pt x="21063" y="9537"/>
                    <a:pt x="21179" y="9492"/>
                  </a:cubicBezTo>
                  <a:cubicBezTo>
                    <a:pt x="21242" y="9430"/>
                    <a:pt x="21358" y="9412"/>
                    <a:pt x="21358" y="9305"/>
                  </a:cubicBezTo>
                  <a:cubicBezTo>
                    <a:pt x="21384" y="9162"/>
                    <a:pt x="21465" y="9046"/>
                    <a:pt x="21554" y="8939"/>
                  </a:cubicBezTo>
                  <a:cubicBezTo>
                    <a:pt x="21563" y="8930"/>
                    <a:pt x="21581" y="8903"/>
                    <a:pt x="21590" y="8894"/>
                  </a:cubicBezTo>
                  <a:cubicBezTo>
                    <a:pt x="21723" y="8859"/>
                    <a:pt x="21723" y="8680"/>
                    <a:pt x="21822" y="8600"/>
                  </a:cubicBezTo>
                  <a:cubicBezTo>
                    <a:pt x="21920" y="8439"/>
                    <a:pt x="22062" y="8297"/>
                    <a:pt x="22125" y="8127"/>
                  </a:cubicBezTo>
                  <a:cubicBezTo>
                    <a:pt x="22205" y="8091"/>
                    <a:pt x="22241" y="8002"/>
                    <a:pt x="22241" y="7922"/>
                  </a:cubicBezTo>
                  <a:cubicBezTo>
                    <a:pt x="22366" y="7842"/>
                    <a:pt x="22428" y="7699"/>
                    <a:pt x="22517" y="7583"/>
                  </a:cubicBezTo>
                  <a:cubicBezTo>
                    <a:pt x="22571" y="7467"/>
                    <a:pt x="22705" y="7369"/>
                    <a:pt x="22696" y="7235"/>
                  </a:cubicBezTo>
                  <a:lnTo>
                    <a:pt x="22696" y="7235"/>
                  </a:lnTo>
                  <a:lnTo>
                    <a:pt x="22660" y="7244"/>
                  </a:lnTo>
                  <a:cubicBezTo>
                    <a:pt x="22696" y="6923"/>
                    <a:pt x="22446" y="6700"/>
                    <a:pt x="22277" y="6477"/>
                  </a:cubicBezTo>
                  <a:cubicBezTo>
                    <a:pt x="22098" y="6361"/>
                    <a:pt x="21938" y="6227"/>
                    <a:pt x="21759" y="6138"/>
                  </a:cubicBezTo>
                  <a:cubicBezTo>
                    <a:pt x="21518" y="6022"/>
                    <a:pt x="21304" y="5808"/>
                    <a:pt x="21037" y="5763"/>
                  </a:cubicBezTo>
                  <a:cubicBezTo>
                    <a:pt x="20885" y="5719"/>
                    <a:pt x="20760" y="5576"/>
                    <a:pt x="20617" y="5531"/>
                  </a:cubicBezTo>
                  <a:cubicBezTo>
                    <a:pt x="20528" y="5406"/>
                    <a:pt x="20341" y="5344"/>
                    <a:pt x="20207" y="5255"/>
                  </a:cubicBezTo>
                  <a:cubicBezTo>
                    <a:pt x="19930" y="5192"/>
                    <a:pt x="19707" y="5032"/>
                    <a:pt x="19484" y="4871"/>
                  </a:cubicBezTo>
                  <a:cubicBezTo>
                    <a:pt x="19350" y="4764"/>
                    <a:pt x="19163" y="4693"/>
                    <a:pt x="19003" y="4639"/>
                  </a:cubicBezTo>
                  <a:cubicBezTo>
                    <a:pt x="18887" y="4461"/>
                    <a:pt x="18655" y="4389"/>
                    <a:pt x="18467" y="4345"/>
                  </a:cubicBezTo>
                  <a:cubicBezTo>
                    <a:pt x="18316" y="4282"/>
                    <a:pt x="18164" y="4166"/>
                    <a:pt x="18012" y="4086"/>
                  </a:cubicBezTo>
                  <a:cubicBezTo>
                    <a:pt x="17709" y="3997"/>
                    <a:pt x="17486" y="3693"/>
                    <a:pt x="17174" y="3658"/>
                  </a:cubicBezTo>
                  <a:cubicBezTo>
                    <a:pt x="17022" y="3542"/>
                    <a:pt x="16817" y="3444"/>
                    <a:pt x="16665" y="3310"/>
                  </a:cubicBezTo>
                  <a:cubicBezTo>
                    <a:pt x="16353" y="3158"/>
                    <a:pt x="16076" y="2908"/>
                    <a:pt x="15729" y="2864"/>
                  </a:cubicBezTo>
                  <a:cubicBezTo>
                    <a:pt x="15559" y="2739"/>
                    <a:pt x="15336" y="2739"/>
                    <a:pt x="15184" y="2605"/>
                  </a:cubicBezTo>
                  <a:cubicBezTo>
                    <a:pt x="14649" y="2311"/>
                    <a:pt x="14158" y="1882"/>
                    <a:pt x="13543" y="1767"/>
                  </a:cubicBezTo>
                  <a:cubicBezTo>
                    <a:pt x="13311" y="1722"/>
                    <a:pt x="13133" y="1517"/>
                    <a:pt x="12901" y="1472"/>
                  </a:cubicBezTo>
                  <a:cubicBezTo>
                    <a:pt x="12544" y="1213"/>
                    <a:pt x="12124" y="1089"/>
                    <a:pt x="11741" y="892"/>
                  </a:cubicBezTo>
                  <a:cubicBezTo>
                    <a:pt x="11669" y="848"/>
                    <a:pt x="11571" y="803"/>
                    <a:pt x="11482" y="776"/>
                  </a:cubicBezTo>
                  <a:cubicBezTo>
                    <a:pt x="11161" y="607"/>
                    <a:pt x="10768" y="473"/>
                    <a:pt x="10403" y="402"/>
                  </a:cubicBezTo>
                  <a:cubicBezTo>
                    <a:pt x="10322" y="250"/>
                    <a:pt x="10144" y="179"/>
                    <a:pt x="9992" y="179"/>
                  </a:cubicBezTo>
                  <a:cubicBezTo>
                    <a:pt x="9867" y="125"/>
                    <a:pt x="9769" y="9"/>
                    <a:pt x="96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3" name="Google Shape;163;p1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1"/>
          </p:nvPr>
        </p:nvSpPr>
        <p:spPr>
          <a:xfrm>
            <a:off x="712800" y="1780825"/>
            <a:ext cx="2408400" cy="1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2"/>
          </p:nvPr>
        </p:nvSpPr>
        <p:spPr>
          <a:xfrm>
            <a:off x="3367574" y="1780825"/>
            <a:ext cx="2408400" cy="1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19"/>
          <p:cNvSpPr txBox="1">
            <a:spLocks noGrp="1"/>
          </p:cNvSpPr>
          <p:nvPr>
            <p:ph type="subTitle" idx="3"/>
          </p:nvPr>
        </p:nvSpPr>
        <p:spPr>
          <a:xfrm>
            <a:off x="712800" y="3519025"/>
            <a:ext cx="2408400" cy="1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19"/>
          <p:cNvSpPr txBox="1">
            <a:spLocks noGrp="1"/>
          </p:cNvSpPr>
          <p:nvPr>
            <p:ph type="subTitle" idx="4"/>
          </p:nvPr>
        </p:nvSpPr>
        <p:spPr>
          <a:xfrm>
            <a:off x="3367625" y="3519025"/>
            <a:ext cx="2408400" cy="1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19"/>
          <p:cNvSpPr txBox="1">
            <a:spLocks noGrp="1"/>
          </p:cNvSpPr>
          <p:nvPr>
            <p:ph type="subTitle" idx="5"/>
          </p:nvPr>
        </p:nvSpPr>
        <p:spPr>
          <a:xfrm>
            <a:off x="6022347" y="1780825"/>
            <a:ext cx="2408400" cy="1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subTitle" idx="6"/>
          </p:nvPr>
        </p:nvSpPr>
        <p:spPr>
          <a:xfrm>
            <a:off x="6022450" y="3519025"/>
            <a:ext cx="2408400" cy="1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subTitle" idx="7"/>
          </p:nvPr>
        </p:nvSpPr>
        <p:spPr>
          <a:xfrm>
            <a:off x="3367580" y="14622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subTitle" idx="8"/>
          </p:nvPr>
        </p:nvSpPr>
        <p:spPr>
          <a:xfrm>
            <a:off x="3367630" y="32004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ubTitle" idx="9"/>
          </p:nvPr>
        </p:nvSpPr>
        <p:spPr>
          <a:xfrm>
            <a:off x="6022504" y="14622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subTitle" idx="13"/>
          </p:nvPr>
        </p:nvSpPr>
        <p:spPr>
          <a:xfrm>
            <a:off x="6022504" y="32004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74" name="Google Shape;174;p19"/>
          <p:cNvSpPr txBox="1">
            <a:spLocks noGrp="1"/>
          </p:cNvSpPr>
          <p:nvPr>
            <p:ph type="subTitle" idx="14"/>
          </p:nvPr>
        </p:nvSpPr>
        <p:spPr>
          <a:xfrm>
            <a:off x="712800" y="14622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175" name="Google Shape;175;p19"/>
          <p:cNvSpPr txBox="1">
            <a:spLocks noGrp="1"/>
          </p:cNvSpPr>
          <p:nvPr>
            <p:ph type="subTitle" idx="15"/>
          </p:nvPr>
        </p:nvSpPr>
        <p:spPr>
          <a:xfrm>
            <a:off x="712800" y="32004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yne"/>
              <a:buNone/>
              <a:defRPr sz="2000"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grpSp>
        <p:nvGrpSpPr>
          <p:cNvPr id="176" name="Google Shape;176;p19"/>
          <p:cNvGrpSpPr/>
          <p:nvPr/>
        </p:nvGrpSpPr>
        <p:grpSpPr>
          <a:xfrm>
            <a:off x="261374" y="1955599"/>
            <a:ext cx="286906" cy="1627211"/>
            <a:chOff x="8150749" y="539399"/>
            <a:chExt cx="286906" cy="1627211"/>
          </a:xfrm>
        </p:grpSpPr>
        <p:sp>
          <p:nvSpPr>
            <p:cNvPr id="177" name="Google Shape;177;p19"/>
            <p:cNvSpPr/>
            <p:nvPr/>
          </p:nvSpPr>
          <p:spPr>
            <a:xfrm>
              <a:off x="8150749" y="1413265"/>
              <a:ext cx="286894" cy="316005"/>
            </a:xfrm>
            <a:custGeom>
              <a:avLst/>
              <a:gdLst/>
              <a:ahLst/>
              <a:cxnLst/>
              <a:rect l="l" t="t" r="r" b="b"/>
              <a:pathLst>
                <a:path w="19868" h="21884" extrusionOk="0">
                  <a:moveTo>
                    <a:pt x="8172" y="0"/>
                  </a:moveTo>
                  <a:cubicBezTo>
                    <a:pt x="7459" y="188"/>
                    <a:pt x="6700" y="116"/>
                    <a:pt x="6022" y="411"/>
                  </a:cubicBezTo>
                  <a:cubicBezTo>
                    <a:pt x="5755" y="589"/>
                    <a:pt x="5434" y="634"/>
                    <a:pt x="5130" y="714"/>
                  </a:cubicBezTo>
                  <a:cubicBezTo>
                    <a:pt x="5059" y="767"/>
                    <a:pt x="4916" y="794"/>
                    <a:pt x="4907" y="892"/>
                  </a:cubicBezTo>
                  <a:cubicBezTo>
                    <a:pt x="4874" y="883"/>
                    <a:pt x="4840" y="879"/>
                    <a:pt x="4807" y="879"/>
                  </a:cubicBezTo>
                  <a:cubicBezTo>
                    <a:pt x="4613" y="879"/>
                    <a:pt x="4430" y="1017"/>
                    <a:pt x="4247" y="1071"/>
                  </a:cubicBezTo>
                  <a:cubicBezTo>
                    <a:pt x="4087" y="1205"/>
                    <a:pt x="3881" y="1249"/>
                    <a:pt x="3730" y="1392"/>
                  </a:cubicBezTo>
                  <a:cubicBezTo>
                    <a:pt x="3569" y="1436"/>
                    <a:pt x="3391" y="1445"/>
                    <a:pt x="3239" y="1517"/>
                  </a:cubicBezTo>
                  <a:cubicBezTo>
                    <a:pt x="3195" y="1597"/>
                    <a:pt x="3087" y="1633"/>
                    <a:pt x="3052" y="1731"/>
                  </a:cubicBezTo>
                  <a:cubicBezTo>
                    <a:pt x="3007" y="1856"/>
                    <a:pt x="2829" y="1856"/>
                    <a:pt x="2740" y="1954"/>
                  </a:cubicBezTo>
                  <a:cubicBezTo>
                    <a:pt x="2490" y="2195"/>
                    <a:pt x="2186" y="2373"/>
                    <a:pt x="1910" y="2569"/>
                  </a:cubicBezTo>
                  <a:cubicBezTo>
                    <a:pt x="1669" y="2962"/>
                    <a:pt x="1321" y="3283"/>
                    <a:pt x="1134" y="3711"/>
                  </a:cubicBezTo>
                  <a:cubicBezTo>
                    <a:pt x="1062" y="3925"/>
                    <a:pt x="875" y="4086"/>
                    <a:pt x="813" y="4309"/>
                  </a:cubicBezTo>
                  <a:cubicBezTo>
                    <a:pt x="714" y="4407"/>
                    <a:pt x="643" y="4532"/>
                    <a:pt x="634" y="4666"/>
                  </a:cubicBezTo>
                  <a:cubicBezTo>
                    <a:pt x="545" y="4782"/>
                    <a:pt x="483" y="4907"/>
                    <a:pt x="438" y="5041"/>
                  </a:cubicBezTo>
                  <a:cubicBezTo>
                    <a:pt x="393" y="5504"/>
                    <a:pt x="215" y="5968"/>
                    <a:pt x="242" y="6441"/>
                  </a:cubicBezTo>
                  <a:cubicBezTo>
                    <a:pt x="144" y="6593"/>
                    <a:pt x="10" y="6736"/>
                    <a:pt x="117" y="6941"/>
                  </a:cubicBezTo>
                  <a:cubicBezTo>
                    <a:pt x="45" y="7467"/>
                    <a:pt x="63" y="7993"/>
                    <a:pt x="1" y="8529"/>
                  </a:cubicBezTo>
                  <a:cubicBezTo>
                    <a:pt x="72" y="8743"/>
                    <a:pt x="10" y="8966"/>
                    <a:pt x="1" y="9189"/>
                  </a:cubicBezTo>
                  <a:cubicBezTo>
                    <a:pt x="63" y="9376"/>
                    <a:pt x="19" y="9581"/>
                    <a:pt x="1" y="9769"/>
                  </a:cubicBezTo>
                  <a:cubicBezTo>
                    <a:pt x="36" y="10126"/>
                    <a:pt x="36" y="10482"/>
                    <a:pt x="108" y="10830"/>
                  </a:cubicBezTo>
                  <a:cubicBezTo>
                    <a:pt x="117" y="11098"/>
                    <a:pt x="304" y="11312"/>
                    <a:pt x="304" y="11580"/>
                  </a:cubicBezTo>
                  <a:cubicBezTo>
                    <a:pt x="268" y="11794"/>
                    <a:pt x="420" y="11972"/>
                    <a:pt x="402" y="12186"/>
                  </a:cubicBezTo>
                  <a:cubicBezTo>
                    <a:pt x="518" y="12276"/>
                    <a:pt x="545" y="12418"/>
                    <a:pt x="545" y="12561"/>
                  </a:cubicBezTo>
                  <a:cubicBezTo>
                    <a:pt x="554" y="12766"/>
                    <a:pt x="679" y="12936"/>
                    <a:pt x="732" y="13123"/>
                  </a:cubicBezTo>
                  <a:cubicBezTo>
                    <a:pt x="679" y="13266"/>
                    <a:pt x="697" y="13489"/>
                    <a:pt x="830" y="13569"/>
                  </a:cubicBezTo>
                  <a:cubicBezTo>
                    <a:pt x="1009" y="13953"/>
                    <a:pt x="1134" y="14354"/>
                    <a:pt x="1285" y="14756"/>
                  </a:cubicBezTo>
                  <a:cubicBezTo>
                    <a:pt x="1464" y="14889"/>
                    <a:pt x="1446" y="15139"/>
                    <a:pt x="1544" y="15326"/>
                  </a:cubicBezTo>
                  <a:cubicBezTo>
                    <a:pt x="1615" y="15532"/>
                    <a:pt x="1767" y="15701"/>
                    <a:pt x="1874" y="15880"/>
                  </a:cubicBezTo>
                  <a:cubicBezTo>
                    <a:pt x="2106" y="16129"/>
                    <a:pt x="2133" y="16504"/>
                    <a:pt x="2383" y="16745"/>
                  </a:cubicBezTo>
                  <a:cubicBezTo>
                    <a:pt x="2499" y="16834"/>
                    <a:pt x="2552" y="16959"/>
                    <a:pt x="2570" y="17093"/>
                  </a:cubicBezTo>
                  <a:cubicBezTo>
                    <a:pt x="2784" y="17459"/>
                    <a:pt x="3096" y="17744"/>
                    <a:pt x="3364" y="18074"/>
                  </a:cubicBezTo>
                  <a:cubicBezTo>
                    <a:pt x="3614" y="18199"/>
                    <a:pt x="3703" y="18502"/>
                    <a:pt x="3962" y="18618"/>
                  </a:cubicBezTo>
                  <a:cubicBezTo>
                    <a:pt x="4096" y="18645"/>
                    <a:pt x="4051" y="18824"/>
                    <a:pt x="4176" y="18850"/>
                  </a:cubicBezTo>
                  <a:cubicBezTo>
                    <a:pt x="4390" y="18939"/>
                    <a:pt x="4488" y="19189"/>
                    <a:pt x="4720" y="19278"/>
                  </a:cubicBezTo>
                  <a:cubicBezTo>
                    <a:pt x="4836" y="19314"/>
                    <a:pt x="4907" y="19439"/>
                    <a:pt x="5032" y="19457"/>
                  </a:cubicBezTo>
                  <a:cubicBezTo>
                    <a:pt x="5211" y="19582"/>
                    <a:pt x="5416" y="19716"/>
                    <a:pt x="5639" y="19760"/>
                  </a:cubicBezTo>
                  <a:cubicBezTo>
                    <a:pt x="5844" y="19948"/>
                    <a:pt x="6138" y="20028"/>
                    <a:pt x="6370" y="20180"/>
                  </a:cubicBezTo>
                  <a:cubicBezTo>
                    <a:pt x="6718" y="20313"/>
                    <a:pt x="7013" y="20545"/>
                    <a:pt x="7370" y="20652"/>
                  </a:cubicBezTo>
                  <a:cubicBezTo>
                    <a:pt x="7682" y="20813"/>
                    <a:pt x="8039" y="20911"/>
                    <a:pt x="8333" y="21107"/>
                  </a:cubicBezTo>
                  <a:cubicBezTo>
                    <a:pt x="8761" y="21277"/>
                    <a:pt x="9181" y="21464"/>
                    <a:pt x="9600" y="21643"/>
                  </a:cubicBezTo>
                  <a:cubicBezTo>
                    <a:pt x="9841" y="21651"/>
                    <a:pt x="10082" y="21687"/>
                    <a:pt x="10305" y="21785"/>
                  </a:cubicBezTo>
                  <a:cubicBezTo>
                    <a:pt x="10545" y="21830"/>
                    <a:pt x="10813" y="21767"/>
                    <a:pt x="11045" y="21883"/>
                  </a:cubicBezTo>
                  <a:cubicBezTo>
                    <a:pt x="11106" y="21836"/>
                    <a:pt x="11170" y="21821"/>
                    <a:pt x="11237" y="21821"/>
                  </a:cubicBezTo>
                  <a:cubicBezTo>
                    <a:pt x="11359" y="21821"/>
                    <a:pt x="11489" y="21873"/>
                    <a:pt x="11618" y="21873"/>
                  </a:cubicBezTo>
                  <a:cubicBezTo>
                    <a:pt x="11644" y="21873"/>
                    <a:pt x="11670" y="21871"/>
                    <a:pt x="11696" y="21866"/>
                  </a:cubicBezTo>
                  <a:cubicBezTo>
                    <a:pt x="11764" y="21832"/>
                    <a:pt x="11837" y="21814"/>
                    <a:pt x="11911" y="21814"/>
                  </a:cubicBezTo>
                  <a:cubicBezTo>
                    <a:pt x="11993" y="21814"/>
                    <a:pt x="12076" y="21836"/>
                    <a:pt x="12151" y="21883"/>
                  </a:cubicBezTo>
                  <a:cubicBezTo>
                    <a:pt x="12247" y="21836"/>
                    <a:pt x="12349" y="21815"/>
                    <a:pt x="12451" y="21815"/>
                  </a:cubicBezTo>
                  <a:cubicBezTo>
                    <a:pt x="12558" y="21815"/>
                    <a:pt x="12666" y="21838"/>
                    <a:pt x="12767" y="21874"/>
                  </a:cubicBezTo>
                  <a:cubicBezTo>
                    <a:pt x="12892" y="21776"/>
                    <a:pt x="13061" y="21883"/>
                    <a:pt x="13124" y="21714"/>
                  </a:cubicBezTo>
                  <a:cubicBezTo>
                    <a:pt x="13148" y="21717"/>
                    <a:pt x="13172" y="21719"/>
                    <a:pt x="13196" y="21719"/>
                  </a:cubicBezTo>
                  <a:cubicBezTo>
                    <a:pt x="13376" y="21719"/>
                    <a:pt x="13549" y="21633"/>
                    <a:pt x="13659" y="21491"/>
                  </a:cubicBezTo>
                  <a:cubicBezTo>
                    <a:pt x="13730" y="21393"/>
                    <a:pt x="13846" y="21393"/>
                    <a:pt x="13962" y="21393"/>
                  </a:cubicBezTo>
                  <a:cubicBezTo>
                    <a:pt x="14221" y="21286"/>
                    <a:pt x="14587" y="21295"/>
                    <a:pt x="14765" y="21045"/>
                  </a:cubicBezTo>
                  <a:lnTo>
                    <a:pt x="14756" y="21000"/>
                  </a:lnTo>
                  <a:cubicBezTo>
                    <a:pt x="14836" y="20956"/>
                    <a:pt x="14988" y="20956"/>
                    <a:pt x="15024" y="20858"/>
                  </a:cubicBezTo>
                  <a:cubicBezTo>
                    <a:pt x="15104" y="20840"/>
                    <a:pt x="15095" y="20706"/>
                    <a:pt x="15167" y="20652"/>
                  </a:cubicBezTo>
                  <a:cubicBezTo>
                    <a:pt x="15398" y="20474"/>
                    <a:pt x="15729" y="20420"/>
                    <a:pt x="15907" y="20162"/>
                  </a:cubicBezTo>
                  <a:cubicBezTo>
                    <a:pt x="16076" y="19912"/>
                    <a:pt x="16415" y="19849"/>
                    <a:pt x="16576" y="19582"/>
                  </a:cubicBezTo>
                  <a:cubicBezTo>
                    <a:pt x="16674" y="19359"/>
                    <a:pt x="17067" y="19332"/>
                    <a:pt x="16933" y="19011"/>
                  </a:cubicBezTo>
                  <a:cubicBezTo>
                    <a:pt x="17067" y="18877"/>
                    <a:pt x="17361" y="18895"/>
                    <a:pt x="17370" y="18663"/>
                  </a:cubicBezTo>
                  <a:cubicBezTo>
                    <a:pt x="17432" y="18618"/>
                    <a:pt x="17513" y="18574"/>
                    <a:pt x="17575" y="18511"/>
                  </a:cubicBezTo>
                  <a:cubicBezTo>
                    <a:pt x="17602" y="18351"/>
                    <a:pt x="17691" y="18226"/>
                    <a:pt x="17852" y="18163"/>
                  </a:cubicBezTo>
                  <a:cubicBezTo>
                    <a:pt x="18173" y="18038"/>
                    <a:pt x="18039" y="17619"/>
                    <a:pt x="18173" y="17378"/>
                  </a:cubicBezTo>
                  <a:cubicBezTo>
                    <a:pt x="18209" y="17253"/>
                    <a:pt x="18405" y="17289"/>
                    <a:pt x="18423" y="17146"/>
                  </a:cubicBezTo>
                  <a:cubicBezTo>
                    <a:pt x="18423" y="17013"/>
                    <a:pt x="18557" y="16932"/>
                    <a:pt x="18565" y="16798"/>
                  </a:cubicBezTo>
                  <a:cubicBezTo>
                    <a:pt x="18583" y="16611"/>
                    <a:pt x="18797" y="16522"/>
                    <a:pt x="18797" y="16326"/>
                  </a:cubicBezTo>
                  <a:cubicBezTo>
                    <a:pt x="18922" y="16183"/>
                    <a:pt x="19127" y="16067"/>
                    <a:pt x="19056" y="15826"/>
                  </a:cubicBezTo>
                  <a:cubicBezTo>
                    <a:pt x="19136" y="15416"/>
                    <a:pt x="19252" y="15005"/>
                    <a:pt x="19270" y="14586"/>
                  </a:cubicBezTo>
                  <a:cubicBezTo>
                    <a:pt x="19181" y="14381"/>
                    <a:pt x="19413" y="14283"/>
                    <a:pt x="19404" y="14104"/>
                  </a:cubicBezTo>
                  <a:cubicBezTo>
                    <a:pt x="19440" y="13667"/>
                    <a:pt x="19681" y="13266"/>
                    <a:pt x="19627" y="12820"/>
                  </a:cubicBezTo>
                  <a:cubicBezTo>
                    <a:pt x="19725" y="12766"/>
                    <a:pt x="19672" y="12579"/>
                    <a:pt x="19698" y="12463"/>
                  </a:cubicBezTo>
                  <a:cubicBezTo>
                    <a:pt x="19823" y="12204"/>
                    <a:pt x="19431" y="12079"/>
                    <a:pt x="19600" y="11821"/>
                  </a:cubicBezTo>
                  <a:cubicBezTo>
                    <a:pt x="19600" y="11482"/>
                    <a:pt x="19707" y="11151"/>
                    <a:pt x="19707" y="10821"/>
                  </a:cubicBezTo>
                  <a:lnTo>
                    <a:pt x="19752" y="10830"/>
                  </a:lnTo>
                  <a:cubicBezTo>
                    <a:pt x="19752" y="10491"/>
                    <a:pt x="19770" y="10152"/>
                    <a:pt x="19743" y="9822"/>
                  </a:cubicBezTo>
                  <a:cubicBezTo>
                    <a:pt x="19761" y="9653"/>
                    <a:pt x="19761" y="9483"/>
                    <a:pt x="19725" y="9314"/>
                  </a:cubicBezTo>
                  <a:cubicBezTo>
                    <a:pt x="19627" y="9225"/>
                    <a:pt x="19868" y="8859"/>
                    <a:pt x="19716" y="8841"/>
                  </a:cubicBezTo>
                  <a:cubicBezTo>
                    <a:pt x="19725" y="8645"/>
                    <a:pt x="19707" y="8457"/>
                    <a:pt x="19716" y="8261"/>
                  </a:cubicBezTo>
                  <a:lnTo>
                    <a:pt x="19672" y="8261"/>
                  </a:lnTo>
                  <a:cubicBezTo>
                    <a:pt x="19672" y="8181"/>
                    <a:pt x="19672" y="8100"/>
                    <a:pt x="19645" y="8029"/>
                  </a:cubicBezTo>
                  <a:cubicBezTo>
                    <a:pt x="19582" y="7860"/>
                    <a:pt x="19672" y="7681"/>
                    <a:pt x="19672" y="7512"/>
                  </a:cubicBezTo>
                  <a:lnTo>
                    <a:pt x="19627" y="7512"/>
                  </a:lnTo>
                  <a:cubicBezTo>
                    <a:pt x="19582" y="7298"/>
                    <a:pt x="19440" y="7110"/>
                    <a:pt x="19368" y="6896"/>
                  </a:cubicBezTo>
                  <a:cubicBezTo>
                    <a:pt x="19404" y="6807"/>
                    <a:pt x="19413" y="6709"/>
                    <a:pt x="19395" y="6620"/>
                  </a:cubicBezTo>
                  <a:cubicBezTo>
                    <a:pt x="19413" y="6405"/>
                    <a:pt x="19458" y="6111"/>
                    <a:pt x="19217" y="6013"/>
                  </a:cubicBezTo>
                  <a:cubicBezTo>
                    <a:pt x="19127" y="5879"/>
                    <a:pt x="19181" y="5656"/>
                    <a:pt x="19020" y="5549"/>
                  </a:cubicBezTo>
                  <a:cubicBezTo>
                    <a:pt x="19003" y="5344"/>
                    <a:pt x="19127" y="5049"/>
                    <a:pt x="18913" y="4898"/>
                  </a:cubicBezTo>
                  <a:cubicBezTo>
                    <a:pt x="18888" y="4838"/>
                    <a:pt x="18870" y="4754"/>
                    <a:pt x="18792" y="4754"/>
                  </a:cubicBezTo>
                  <a:cubicBezTo>
                    <a:pt x="18788" y="4754"/>
                    <a:pt x="18784" y="4755"/>
                    <a:pt x="18780" y="4755"/>
                  </a:cubicBezTo>
                  <a:cubicBezTo>
                    <a:pt x="18780" y="4657"/>
                    <a:pt x="18708" y="4577"/>
                    <a:pt x="18655" y="4496"/>
                  </a:cubicBezTo>
                  <a:cubicBezTo>
                    <a:pt x="18646" y="4407"/>
                    <a:pt x="18619" y="4273"/>
                    <a:pt x="18521" y="4238"/>
                  </a:cubicBezTo>
                  <a:cubicBezTo>
                    <a:pt x="18405" y="4122"/>
                    <a:pt x="18360" y="3952"/>
                    <a:pt x="18253" y="3836"/>
                  </a:cubicBezTo>
                  <a:cubicBezTo>
                    <a:pt x="18271" y="3765"/>
                    <a:pt x="18253" y="3720"/>
                    <a:pt x="18209" y="3702"/>
                  </a:cubicBezTo>
                  <a:cubicBezTo>
                    <a:pt x="18262" y="3533"/>
                    <a:pt x="18244" y="3301"/>
                    <a:pt x="18075" y="3221"/>
                  </a:cubicBezTo>
                  <a:cubicBezTo>
                    <a:pt x="18048" y="3158"/>
                    <a:pt x="18021" y="3060"/>
                    <a:pt x="17941" y="3051"/>
                  </a:cubicBezTo>
                  <a:cubicBezTo>
                    <a:pt x="17896" y="2944"/>
                    <a:pt x="17763" y="2900"/>
                    <a:pt x="17682" y="2819"/>
                  </a:cubicBezTo>
                  <a:cubicBezTo>
                    <a:pt x="17673" y="2614"/>
                    <a:pt x="17459" y="2569"/>
                    <a:pt x="17334" y="2462"/>
                  </a:cubicBezTo>
                  <a:cubicBezTo>
                    <a:pt x="17156" y="2213"/>
                    <a:pt x="16924" y="2016"/>
                    <a:pt x="16737" y="1775"/>
                  </a:cubicBezTo>
                  <a:cubicBezTo>
                    <a:pt x="16540" y="1731"/>
                    <a:pt x="16415" y="1544"/>
                    <a:pt x="16219" y="1490"/>
                  </a:cubicBezTo>
                  <a:cubicBezTo>
                    <a:pt x="16005" y="1383"/>
                    <a:pt x="15871" y="1151"/>
                    <a:pt x="15639" y="1053"/>
                  </a:cubicBezTo>
                  <a:cubicBezTo>
                    <a:pt x="15470" y="990"/>
                    <a:pt x="15309" y="892"/>
                    <a:pt x="15140" y="803"/>
                  </a:cubicBezTo>
                  <a:cubicBezTo>
                    <a:pt x="14792" y="758"/>
                    <a:pt x="14462" y="651"/>
                    <a:pt x="14114" y="589"/>
                  </a:cubicBezTo>
                  <a:cubicBezTo>
                    <a:pt x="13480" y="509"/>
                    <a:pt x="12856" y="402"/>
                    <a:pt x="12223" y="357"/>
                  </a:cubicBezTo>
                  <a:lnTo>
                    <a:pt x="12160" y="357"/>
                  </a:lnTo>
                  <a:cubicBezTo>
                    <a:pt x="12097" y="306"/>
                    <a:pt x="12020" y="296"/>
                    <a:pt x="11941" y="296"/>
                  </a:cubicBezTo>
                  <a:cubicBezTo>
                    <a:pt x="11894" y="296"/>
                    <a:pt x="11847" y="300"/>
                    <a:pt x="11800" y="300"/>
                  </a:cubicBezTo>
                  <a:cubicBezTo>
                    <a:pt x="11748" y="300"/>
                    <a:pt x="11697" y="295"/>
                    <a:pt x="11652" y="277"/>
                  </a:cubicBezTo>
                  <a:cubicBezTo>
                    <a:pt x="11259" y="170"/>
                    <a:pt x="10858" y="232"/>
                    <a:pt x="10465" y="134"/>
                  </a:cubicBezTo>
                  <a:cubicBezTo>
                    <a:pt x="10444" y="134"/>
                    <a:pt x="10422" y="135"/>
                    <a:pt x="10401" y="135"/>
                  </a:cubicBezTo>
                  <a:cubicBezTo>
                    <a:pt x="10036" y="135"/>
                    <a:pt x="9682" y="75"/>
                    <a:pt x="9320" y="75"/>
                  </a:cubicBezTo>
                  <a:cubicBezTo>
                    <a:pt x="9262" y="75"/>
                    <a:pt x="9203" y="77"/>
                    <a:pt x="9145" y="81"/>
                  </a:cubicBezTo>
                  <a:lnTo>
                    <a:pt x="9145" y="36"/>
                  </a:lnTo>
                  <a:cubicBezTo>
                    <a:pt x="9013" y="36"/>
                    <a:pt x="8882" y="39"/>
                    <a:pt x="8752" y="39"/>
                  </a:cubicBezTo>
                  <a:cubicBezTo>
                    <a:pt x="8558" y="39"/>
                    <a:pt x="8365" y="32"/>
                    <a:pt x="8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9"/>
            <p:cNvSpPr/>
            <p:nvPr/>
          </p:nvSpPr>
          <p:spPr>
            <a:xfrm>
              <a:off x="8150749" y="539399"/>
              <a:ext cx="286880" cy="267434"/>
            </a:xfrm>
            <a:custGeom>
              <a:avLst/>
              <a:gdLst/>
              <a:ahLst/>
              <a:cxnLst/>
              <a:rect l="l" t="t" r="r" b="b"/>
              <a:pathLst>
                <a:path w="22955" h="21399" extrusionOk="0">
                  <a:moveTo>
                    <a:pt x="12450" y="0"/>
                  </a:moveTo>
                  <a:cubicBezTo>
                    <a:pt x="12370" y="0"/>
                    <a:pt x="12270" y="24"/>
                    <a:pt x="12202" y="24"/>
                  </a:cubicBezTo>
                  <a:cubicBezTo>
                    <a:pt x="12186" y="24"/>
                    <a:pt x="12172" y="23"/>
                    <a:pt x="12160" y="20"/>
                  </a:cubicBezTo>
                  <a:cubicBezTo>
                    <a:pt x="12111" y="13"/>
                    <a:pt x="12064" y="6"/>
                    <a:pt x="12020" y="6"/>
                  </a:cubicBezTo>
                  <a:cubicBezTo>
                    <a:pt x="11951" y="6"/>
                    <a:pt x="11892" y="22"/>
                    <a:pt x="11848" y="82"/>
                  </a:cubicBezTo>
                  <a:cubicBezTo>
                    <a:pt x="11759" y="162"/>
                    <a:pt x="11625" y="171"/>
                    <a:pt x="11536" y="260"/>
                  </a:cubicBezTo>
                  <a:cubicBezTo>
                    <a:pt x="11513" y="275"/>
                    <a:pt x="11491" y="281"/>
                    <a:pt x="11470" y="281"/>
                  </a:cubicBezTo>
                  <a:cubicBezTo>
                    <a:pt x="11401" y="281"/>
                    <a:pt x="11339" y="216"/>
                    <a:pt x="11277" y="189"/>
                  </a:cubicBezTo>
                  <a:lnTo>
                    <a:pt x="11286" y="144"/>
                  </a:lnTo>
                  <a:cubicBezTo>
                    <a:pt x="11161" y="144"/>
                    <a:pt x="10911" y="153"/>
                    <a:pt x="10787" y="153"/>
                  </a:cubicBezTo>
                  <a:cubicBezTo>
                    <a:pt x="10735" y="130"/>
                    <a:pt x="10690" y="120"/>
                    <a:pt x="10648" y="120"/>
                  </a:cubicBezTo>
                  <a:cubicBezTo>
                    <a:pt x="10436" y="120"/>
                    <a:pt x="10329" y="381"/>
                    <a:pt x="10135" y="448"/>
                  </a:cubicBezTo>
                  <a:cubicBezTo>
                    <a:pt x="10020" y="370"/>
                    <a:pt x="9898" y="340"/>
                    <a:pt x="9774" y="340"/>
                  </a:cubicBezTo>
                  <a:cubicBezTo>
                    <a:pt x="9569" y="340"/>
                    <a:pt x="9360" y="422"/>
                    <a:pt x="9172" y="510"/>
                  </a:cubicBezTo>
                  <a:cubicBezTo>
                    <a:pt x="9145" y="626"/>
                    <a:pt x="9065" y="698"/>
                    <a:pt x="8967" y="769"/>
                  </a:cubicBezTo>
                  <a:cubicBezTo>
                    <a:pt x="8744" y="840"/>
                    <a:pt x="8503" y="903"/>
                    <a:pt x="8271" y="974"/>
                  </a:cubicBezTo>
                  <a:cubicBezTo>
                    <a:pt x="8191" y="1001"/>
                    <a:pt x="8021" y="965"/>
                    <a:pt x="7967" y="1063"/>
                  </a:cubicBezTo>
                  <a:cubicBezTo>
                    <a:pt x="7962" y="1063"/>
                    <a:pt x="7957" y="1062"/>
                    <a:pt x="7952" y="1062"/>
                  </a:cubicBezTo>
                  <a:cubicBezTo>
                    <a:pt x="7825" y="1062"/>
                    <a:pt x="7829" y="1278"/>
                    <a:pt x="7700" y="1286"/>
                  </a:cubicBezTo>
                  <a:cubicBezTo>
                    <a:pt x="7504" y="1295"/>
                    <a:pt x="7254" y="1286"/>
                    <a:pt x="7147" y="1483"/>
                  </a:cubicBezTo>
                  <a:cubicBezTo>
                    <a:pt x="7122" y="1598"/>
                    <a:pt x="7029" y="1735"/>
                    <a:pt x="6896" y="1735"/>
                  </a:cubicBezTo>
                  <a:cubicBezTo>
                    <a:pt x="6885" y="1735"/>
                    <a:pt x="6873" y="1734"/>
                    <a:pt x="6861" y="1732"/>
                  </a:cubicBezTo>
                  <a:cubicBezTo>
                    <a:pt x="6825" y="1716"/>
                    <a:pt x="6792" y="1709"/>
                    <a:pt x="6762" y="1709"/>
                  </a:cubicBezTo>
                  <a:cubicBezTo>
                    <a:pt x="6644" y="1709"/>
                    <a:pt x="6568" y="1818"/>
                    <a:pt x="6504" y="1911"/>
                  </a:cubicBezTo>
                  <a:cubicBezTo>
                    <a:pt x="6371" y="1973"/>
                    <a:pt x="6326" y="2143"/>
                    <a:pt x="6246" y="2268"/>
                  </a:cubicBezTo>
                  <a:cubicBezTo>
                    <a:pt x="6130" y="2357"/>
                    <a:pt x="5996" y="2384"/>
                    <a:pt x="5862" y="2410"/>
                  </a:cubicBezTo>
                  <a:cubicBezTo>
                    <a:pt x="5684" y="2553"/>
                    <a:pt x="5514" y="2687"/>
                    <a:pt x="5363" y="2848"/>
                  </a:cubicBezTo>
                  <a:cubicBezTo>
                    <a:pt x="5254" y="2964"/>
                    <a:pt x="5246" y="3223"/>
                    <a:pt x="5064" y="3223"/>
                  </a:cubicBezTo>
                  <a:cubicBezTo>
                    <a:pt x="5037" y="3223"/>
                    <a:pt x="5006" y="3217"/>
                    <a:pt x="4970" y="3204"/>
                  </a:cubicBezTo>
                  <a:cubicBezTo>
                    <a:pt x="4818" y="3320"/>
                    <a:pt x="4729" y="3499"/>
                    <a:pt x="4658" y="3677"/>
                  </a:cubicBezTo>
                  <a:cubicBezTo>
                    <a:pt x="4506" y="3775"/>
                    <a:pt x="4346" y="3865"/>
                    <a:pt x="4221" y="3998"/>
                  </a:cubicBezTo>
                  <a:cubicBezTo>
                    <a:pt x="4167" y="4141"/>
                    <a:pt x="4015" y="4186"/>
                    <a:pt x="3908" y="4266"/>
                  </a:cubicBezTo>
                  <a:cubicBezTo>
                    <a:pt x="3828" y="4346"/>
                    <a:pt x="3837" y="4471"/>
                    <a:pt x="3730" y="4534"/>
                  </a:cubicBezTo>
                  <a:cubicBezTo>
                    <a:pt x="3659" y="4676"/>
                    <a:pt x="3445" y="4560"/>
                    <a:pt x="3364" y="4694"/>
                  </a:cubicBezTo>
                  <a:cubicBezTo>
                    <a:pt x="3311" y="4855"/>
                    <a:pt x="3177" y="4962"/>
                    <a:pt x="3132" y="5122"/>
                  </a:cubicBezTo>
                  <a:cubicBezTo>
                    <a:pt x="2775" y="5426"/>
                    <a:pt x="2767" y="5934"/>
                    <a:pt x="2472" y="6282"/>
                  </a:cubicBezTo>
                  <a:cubicBezTo>
                    <a:pt x="2294" y="6514"/>
                    <a:pt x="2133" y="6791"/>
                    <a:pt x="2089" y="7085"/>
                  </a:cubicBezTo>
                  <a:lnTo>
                    <a:pt x="2053" y="7094"/>
                  </a:lnTo>
                  <a:cubicBezTo>
                    <a:pt x="1848" y="7620"/>
                    <a:pt x="1616" y="8129"/>
                    <a:pt x="1446" y="8673"/>
                  </a:cubicBezTo>
                  <a:cubicBezTo>
                    <a:pt x="1232" y="9057"/>
                    <a:pt x="1152" y="9494"/>
                    <a:pt x="1018" y="9913"/>
                  </a:cubicBezTo>
                  <a:cubicBezTo>
                    <a:pt x="893" y="10163"/>
                    <a:pt x="893" y="10457"/>
                    <a:pt x="813" y="10725"/>
                  </a:cubicBezTo>
                  <a:cubicBezTo>
                    <a:pt x="572" y="11269"/>
                    <a:pt x="456" y="11858"/>
                    <a:pt x="313" y="12438"/>
                  </a:cubicBezTo>
                  <a:cubicBezTo>
                    <a:pt x="197" y="12678"/>
                    <a:pt x="224" y="12973"/>
                    <a:pt x="135" y="13232"/>
                  </a:cubicBezTo>
                  <a:lnTo>
                    <a:pt x="99" y="13232"/>
                  </a:lnTo>
                  <a:cubicBezTo>
                    <a:pt x="1" y="13678"/>
                    <a:pt x="99" y="14115"/>
                    <a:pt x="99" y="14561"/>
                  </a:cubicBezTo>
                  <a:lnTo>
                    <a:pt x="135" y="14552"/>
                  </a:lnTo>
                  <a:cubicBezTo>
                    <a:pt x="162" y="14766"/>
                    <a:pt x="188" y="14989"/>
                    <a:pt x="197" y="15212"/>
                  </a:cubicBezTo>
                  <a:cubicBezTo>
                    <a:pt x="144" y="15408"/>
                    <a:pt x="251" y="15596"/>
                    <a:pt x="251" y="15783"/>
                  </a:cubicBezTo>
                  <a:cubicBezTo>
                    <a:pt x="286" y="15997"/>
                    <a:pt x="269" y="16229"/>
                    <a:pt x="411" y="16407"/>
                  </a:cubicBezTo>
                  <a:cubicBezTo>
                    <a:pt x="474" y="16479"/>
                    <a:pt x="438" y="16675"/>
                    <a:pt x="545" y="16675"/>
                  </a:cubicBezTo>
                  <a:cubicBezTo>
                    <a:pt x="501" y="16880"/>
                    <a:pt x="670" y="17050"/>
                    <a:pt x="750" y="17219"/>
                  </a:cubicBezTo>
                  <a:cubicBezTo>
                    <a:pt x="786" y="17415"/>
                    <a:pt x="982" y="17531"/>
                    <a:pt x="1000" y="17728"/>
                  </a:cubicBezTo>
                  <a:cubicBezTo>
                    <a:pt x="1214" y="18085"/>
                    <a:pt x="1375" y="18477"/>
                    <a:pt x="1634" y="18816"/>
                  </a:cubicBezTo>
                  <a:cubicBezTo>
                    <a:pt x="1919" y="18959"/>
                    <a:pt x="2133" y="19244"/>
                    <a:pt x="2231" y="19539"/>
                  </a:cubicBezTo>
                  <a:cubicBezTo>
                    <a:pt x="2543" y="19780"/>
                    <a:pt x="2954" y="19815"/>
                    <a:pt x="3248" y="20074"/>
                  </a:cubicBezTo>
                  <a:cubicBezTo>
                    <a:pt x="3436" y="20125"/>
                    <a:pt x="3591" y="20298"/>
                    <a:pt x="3791" y="20298"/>
                  </a:cubicBezTo>
                  <a:cubicBezTo>
                    <a:pt x="3800" y="20298"/>
                    <a:pt x="3810" y="20298"/>
                    <a:pt x="3819" y="20297"/>
                  </a:cubicBezTo>
                  <a:lnTo>
                    <a:pt x="3819" y="20297"/>
                  </a:lnTo>
                  <a:cubicBezTo>
                    <a:pt x="3792" y="20386"/>
                    <a:pt x="3917" y="20395"/>
                    <a:pt x="3971" y="20413"/>
                  </a:cubicBezTo>
                  <a:cubicBezTo>
                    <a:pt x="4122" y="20453"/>
                    <a:pt x="4259" y="20570"/>
                    <a:pt x="4419" y="20570"/>
                  </a:cubicBezTo>
                  <a:cubicBezTo>
                    <a:pt x="4439" y="20570"/>
                    <a:pt x="4459" y="20569"/>
                    <a:pt x="4479" y="20565"/>
                  </a:cubicBezTo>
                  <a:lnTo>
                    <a:pt x="4479" y="20565"/>
                  </a:lnTo>
                  <a:lnTo>
                    <a:pt x="4470" y="20609"/>
                  </a:lnTo>
                  <a:cubicBezTo>
                    <a:pt x="4923" y="20678"/>
                    <a:pt x="5327" y="20959"/>
                    <a:pt x="5792" y="20959"/>
                  </a:cubicBezTo>
                  <a:cubicBezTo>
                    <a:pt x="5812" y="20959"/>
                    <a:pt x="5833" y="20958"/>
                    <a:pt x="5853" y="20957"/>
                  </a:cubicBezTo>
                  <a:lnTo>
                    <a:pt x="5880" y="20957"/>
                  </a:lnTo>
                  <a:cubicBezTo>
                    <a:pt x="6451" y="21234"/>
                    <a:pt x="7102" y="21243"/>
                    <a:pt x="7718" y="21359"/>
                  </a:cubicBezTo>
                  <a:cubicBezTo>
                    <a:pt x="7741" y="21369"/>
                    <a:pt x="7765" y="21372"/>
                    <a:pt x="7788" y="21372"/>
                  </a:cubicBezTo>
                  <a:cubicBezTo>
                    <a:pt x="7862" y="21372"/>
                    <a:pt x="7938" y="21336"/>
                    <a:pt x="8012" y="21336"/>
                  </a:cubicBezTo>
                  <a:cubicBezTo>
                    <a:pt x="8042" y="21336"/>
                    <a:pt x="8072" y="21342"/>
                    <a:pt x="8101" y="21359"/>
                  </a:cubicBezTo>
                  <a:cubicBezTo>
                    <a:pt x="8343" y="21387"/>
                    <a:pt x="8585" y="21398"/>
                    <a:pt x="8827" y="21398"/>
                  </a:cubicBezTo>
                  <a:cubicBezTo>
                    <a:pt x="9426" y="21398"/>
                    <a:pt x="10026" y="21329"/>
                    <a:pt x="10617" y="21278"/>
                  </a:cubicBezTo>
                  <a:lnTo>
                    <a:pt x="10617" y="21234"/>
                  </a:lnTo>
                  <a:lnTo>
                    <a:pt x="10653" y="21225"/>
                  </a:lnTo>
                  <a:cubicBezTo>
                    <a:pt x="10705" y="21232"/>
                    <a:pt x="10758" y="21236"/>
                    <a:pt x="10811" y="21236"/>
                  </a:cubicBezTo>
                  <a:cubicBezTo>
                    <a:pt x="10896" y="21236"/>
                    <a:pt x="10981" y="21225"/>
                    <a:pt x="11063" y="21198"/>
                  </a:cubicBezTo>
                  <a:cubicBezTo>
                    <a:pt x="11277" y="21109"/>
                    <a:pt x="11527" y="21153"/>
                    <a:pt x="11741" y="21046"/>
                  </a:cubicBezTo>
                  <a:cubicBezTo>
                    <a:pt x="11787" y="21063"/>
                    <a:pt x="11833" y="21070"/>
                    <a:pt x="11879" y="21070"/>
                  </a:cubicBezTo>
                  <a:cubicBezTo>
                    <a:pt x="12040" y="21070"/>
                    <a:pt x="12200" y="20989"/>
                    <a:pt x="12361" y="20989"/>
                  </a:cubicBezTo>
                  <a:cubicBezTo>
                    <a:pt x="12395" y="20989"/>
                    <a:pt x="12430" y="20993"/>
                    <a:pt x="12464" y="21002"/>
                  </a:cubicBezTo>
                  <a:cubicBezTo>
                    <a:pt x="12821" y="20841"/>
                    <a:pt x="13204" y="20770"/>
                    <a:pt x="13552" y="20591"/>
                  </a:cubicBezTo>
                  <a:cubicBezTo>
                    <a:pt x="13891" y="20565"/>
                    <a:pt x="14168" y="20351"/>
                    <a:pt x="14507" y="20351"/>
                  </a:cubicBezTo>
                  <a:cubicBezTo>
                    <a:pt x="14466" y="20287"/>
                    <a:pt x="14478" y="20267"/>
                    <a:pt x="14515" y="20267"/>
                  </a:cubicBezTo>
                  <a:cubicBezTo>
                    <a:pt x="14573" y="20267"/>
                    <a:pt x="14691" y="20315"/>
                    <a:pt x="14761" y="20315"/>
                  </a:cubicBezTo>
                  <a:cubicBezTo>
                    <a:pt x="14784" y="20315"/>
                    <a:pt x="14801" y="20310"/>
                    <a:pt x="14810" y="20297"/>
                  </a:cubicBezTo>
                  <a:cubicBezTo>
                    <a:pt x="14975" y="20231"/>
                    <a:pt x="15110" y="20080"/>
                    <a:pt x="15307" y="20080"/>
                  </a:cubicBezTo>
                  <a:cubicBezTo>
                    <a:pt x="15322" y="20080"/>
                    <a:pt x="15338" y="20081"/>
                    <a:pt x="15354" y="20083"/>
                  </a:cubicBezTo>
                  <a:cubicBezTo>
                    <a:pt x="15354" y="20065"/>
                    <a:pt x="15354" y="20020"/>
                    <a:pt x="15354" y="20003"/>
                  </a:cubicBezTo>
                  <a:cubicBezTo>
                    <a:pt x="15470" y="19976"/>
                    <a:pt x="15568" y="19887"/>
                    <a:pt x="15657" y="19806"/>
                  </a:cubicBezTo>
                  <a:cubicBezTo>
                    <a:pt x="15671" y="19808"/>
                    <a:pt x="15684" y="19809"/>
                    <a:pt x="15697" y="19809"/>
                  </a:cubicBezTo>
                  <a:cubicBezTo>
                    <a:pt x="15899" y="19809"/>
                    <a:pt x="16082" y="19628"/>
                    <a:pt x="16294" y="19628"/>
                  </a:cubicBezTo>
                  <a:cubicBezTo>
                    <a:pt x="16299" y="19628"/>
                    <a:pt x="16304" y="19628"/>
                    <a:pt x="16309" y="19628"/>
                  </a:cubicBezTo>
                  <a:cubicBezTo>
                    <a:pt x="16380" y="19548"/>
                    <a:pt x="16585" y="19530"/>
                    <a:pt x="16576" y="19423"/>
                  </a:cubicBezTo>
                  <a:lnTo>
                    <a:pt x="16576" y="19423"/>
                  </a:lnTo>
                  <a:cubicBezTo>
                    <a:pt x="16603" y="19430"/>
                    <a:pt x="16629" y="19433"/>
                    <a:pt x="16654" y="19433"/>
                  </a:cubicBezTo>
                  <a:cubicBezTo>
                    <a:pt x="16833" y="19433"/>
                    <a:pt x="16970" y="19269"/>
                    <a:pt x="17163" y="19269"/>
                  </a:cubicBezTo>
                  <a:cubicBezTo>
                    <a:pt x="17175" y="19269"/>
                    <a:pt x="17188" y="19270"/>
                    <a:pt x="17201" y="19271"/>
                  </a:cubicBezTo>
                  <a:cubicBezTo>
                    <a:pt x="17415" y="19173"/>
                    <a:pt x="17629" y="19039"/>
                    <a:pt x="17816" y="18879"/>
                  </a:cubicBezTo>
                  <a:lnTo>
                    <a:pt x="17816" y="18834"/>
                  </a:lnTo>
                  <a:cubicBezTo>
                    <a:pt x="18048" y="18807"/>
                    <a:pt x="18182" y="18513"/>
                    <a:pt x="18441" y="18477"/>
                  </a:cubicBezTo>
                  <a:cubicBezTo>
                    <a:pt x="18575" y="18334"/>
                    <a:pt x="18726" y="18201"/>
                    <a:pt x="18887" y="18093"/>
                  </a:cubicBezTo>
                  <a:cubicBezTo>
                    <a:pt x="18887" y="18067"/>
                    <a:pt x="18887" y="18022"/>
                    <a:pt x="18878" y="18004"/>
                  </a:cubicBezTo>
                  <a:cubicBezTo>
                    <a:pt x="19038" y="17915"/>
                    <a:pt x="19235" y="17754"/>
                    <a:pt x="19235" y="17558"/>
                  </a:cubicBezTo>
                  <a:cubicBezTo>
                    <a:pt x="19467" y="17433"/>
                    <a:pt x="19538" y="17148"/>
                    <a:pt x="19761" y="17023"/>
                  </a:cubicBezTo>
                  <a:cubicBezTo>
                    <a:pt x="19984" y="16800"/>
                    <a:pt x="20136" y="16514"/>
                    <a:pt x="20341" y="16274"/>
                  </a:cubicBezTo>
                  <a:cubicBezTo>
                    <a:pt x="20841" y="15560"/>
                    <a:pt x="21394" y="14873"/>
                    <a:pt x="21893" y="14159"/>
                  </a:cubicBezTo>
                  <a:cubicBezTo>
                    <a:pt x="22045" y="14070"/>
                    <a:pt x="22063" y="13865"/>
                    <a:pt x="22018" y="13704"/>
                  </a:cubicBezTo>
                  <a:cubicBezTo>
                    <a:pt x="22018" y="13490"/>
                    <a:pt x="22143" y="13303"/>
                    <a:pt x="22277" y="13125"/>
                  </a:cubicBezTo>
                  <a:cubicBezTo>
                    <a:pt x="22384" y="12839"/>
                    <a:pt x="22544" y="12580"/>
                    <a:pt x="22705" y="12322"/>
                  </a:cubicBezTo>
                  <a:cubicBezTo>
                    <a:pt x="22785" y="12018"/>
                    <a:pt x="22875" y="11706"/>
                    <a:pt x="22803" y="11385"/>
                  </a:cubicBezTo>
                  <a:cubicBezTo>
                    <a:pt x="22785" y="11260"/>
                    <a:pt x="22955" y="11162"/>
                    <a:pt x="22910" y="11028"/>
                  </a:cubicBezTo>
                  <a:cubicBezTo>
                    <a:pt x="22848" y="10850"/>
                    <a:pt x="22883" y="10662"/>
                    <a:pt x="22821" y="10493"/>
                  </a:cubicBezTo>
                  <a:cubicBezTo>
                    <a:pt x="22794" y="10413"/>
                    <a:pt x="22839" y="10314"/>
                    <a:pt x="22759" y="10252"/>
                  </a:cubicBezTo>
                  <a:cubicBezTo>
                    <a:pt x="22723" y="10074"/>
                    <a:pt x="22714" y="9886"/>
                    <a:pt x="22634" y="9717"/>
                  </a:cubicBezTo>
                  <a:cubicBezTo>
                    <a:pt x="22509" y="9645"/>
                    <a:pt x="22402" y="9547"/>
                    <a:pt x="22420" y="9396"/>
                  </a:cubicBezTo>
                  <a:cubicBezTo>
                    <a:pt x="22214" y="9262"/>
                    <a:pt x="22134" y="9030"/>
                    <a:pt x="22018" y="8825"/>
                  </a:cubicBezTo>
                  <a:cubicBezTo>
                    <a:pt x="22018" y="8691"/>
                    <a:pt x="21947" y="8548"/>
                    <a:pt x="21974" y="8414"/>
                  </a:cubicBezTo>
                  <a:lnTo>
                    <a:pt x="21974" y="8414"/>
                  </a:lnTo>
                  <a:lnTo>
                    <a:pt x="21938" y="8423"/>
                  </a:lnTo>
                  <a:cubicBezTo>
                    <a:pt x="21947" y="8327"/>
                    <a:pt x="21964" y="8120"/>
                    <a:pt x="21847" y="8120"/>
                  </a:cubicBezTo>
                  <a:cubicBezTo>
                    <a:pt x="21845" y="8120"/>
                    <a:pt x="21842" y="8120"/>
                    <a:pt x="21840" y="8120"/>
                  </a:cubicBezTo>
                  <a:cubicBezTo>
                    <a:pt x="21866" y="7968"/>
                    <a:pt x="21849" y="7808"/>
                    <a:pt x="21849" y="7656"/>
                  </a:cubicBezTo>
                  <a:cubicBezTo>
                    <a:pt x="21858" y="7379"/>
                    <a:pt x="21849" y="7094"/>
                    <a:pt x="21849" y="6808"/>
                  </a:cubicBezTo>
                  <a:cubicBezTo>
                    <a:pt x="21911" y="6701"/>
                    <a:pt x="21911" y="6576"/>
                    <a:pt x="21947" y="6461"/>
                  </a:cubicBezTo>
                  <a:cubicBezTo>
                    <a:pt x="22089" y="6336"/>
                    <a:pt x="22072" y="6050"/>
                    <a:pt x="22036" y="5845"/>
                  </a:cubicBezTo>
                  <a:lnTo>
                    <a:pt x="22036" y="5845"/>
                  </a:lnTo>
                  <a:lnTo>
                    <a:pt x="21991" y="5854"/>
                  </a:lnTo>
                  <a:cubicBezTo>
                    <a:pt x="21920" y="5774"/>
                    <a:pt x="21858" y="5675"/>
                    <a:pt x="21947" y="5577"/>
                  </a:cubicBezTo>
                  <a:cubicBezTo>
                    <a:pt x="22018" y="5497"/>
                    <a:pt x="21893" y="5435"/>
                    <a:pt x="21875" y="5354"/>
                  </a:cubicBezTo>
                  <a:cubicBezTo>
                    <a:pt x="21884" y="5319"/>
                    <a:pt x="21893" y="5256"/>
                    <a:pt x="21902" y="5220"/>
                  </a:cubicBezTo>
                  <a:cubicBezTo>
                    <a:pt x="21893" y="5096"/>
                    <a:pt x="21777" y="5015"/>
                    <a:pt x="21742" y="4908"/>
                  </a:cubicBezTo>
                  <a:cubicBezTo>
                    <a:pt x="21750" y="4694"/>
                    <a:pt x="21599" y="4525"/>
                    <a:pt x="21456" y="4391"/>
                  </a:cubicBezTo>
                  <a:cubicBezTo>
                    <a:pt x="21429" y="4248"/>
                    <a:pt x="21331" y="4114"/>
                    <a:pt x="21180" y="4088"/>
                  </a:cubicBezTo>
                  <a:cubicBezTo>
                    <a:pt x="21108" y="4088"/>
                    <a:pt x="21117" y="4007"/>
                    <a:pt x="21064" y="3989"/>
                  </a:cubicBezTo>
                  <a:cubicBezTo>
                    <a:pt x="21072" y="3873"/>
                    <a:pt x="20983" y="3793"/>
                    <a:pt x="20974" y="3677"/>
                  </a:cubicBezTo>
                  <a:cubicBezTo>
                    <a:pt x="20967" y="3639"/>
                    <a:pt x="20952" y="3554"/>
                    <a:pt x="20903" y="3554"/>
                  </a:cubicBezTo>
                  <a:cubicBezTo>
                    <a:pt x="20895" y="3554"/>
                    <a:pt x="20886" y="3556"/>
                    <a:pt x="20876" y="3561"/>
                  </a:cubicBezTo>
                  <a:cubicBezTo>
                    <a:pt x="20805" y="3454"/>
                    <a:pt x="20814" y="3285"/>
                    <a:pt x="20689" y="3213"/>
                  </a:cubicBezTo>
                  <a:cubicBezTo>
                    <a:pt x="20600" y="3178"/>
                    <a:pt x="20484" y="3160"/>
                    <a:pt x="20430" y="3071"/>
                  </a:cubicBezTo>
                  <a:cubicBezTo>
                    <a:pt x="20332" y="2839"/>
                    <a:pt x="20020" y="2883"/>
                    <a:pt x="19877" y="2696"/>
                  </a:cubicBezTo>
                  <a:cubicBezTo>
                    <a:pt x="19734" y="2526"/>
                    <a:pt x="19458" y="2571"/>
                    <a:pt x="19360" y="2366"/>
                  </a:cubicBezTo>
                  <a:cubicBezTo>
                    <a:pt x="19199" y="2285"/>
                    <a:pt x="19021" y="2241"/>
                    <a:pt x="18860" y="2161"/>
                  </a:cubicBezTo>
                  <a:cubicBezTo>
                    <a:pt x="18771" y="2089"/>
                    <a:pt x="18708" y="1973"/>
                    <a:pt x="18584" y="1955"/>
                  </a:cubicBezTo>
                  <a:cubicBezTo>
                    <a:pt x="18334" y="1893"/>
                    <a:pt x="18102" y="1777"/>
                    <a:pt x="17906" y="1616"/>
                  </a:cubicBezTo>
                  <a:cubicBezTo>
                    <a:pt x="17558" y="1536"/>
                    <a:pt x="17299" y="1277"/>
                    <a:pt x="17022" y="1081"/>
                  </a:cubicBezTo>
                  <a:cubicBezTo>
                    <a:pt x="16764" y="1001"/>
                    <a:pt x="16496" y="929"/>
                    <a:pt x="16264" y="778"/>
                  </a:cubicBezTo>
                  <a:cubicBezTo>
                    <a:pt x="15943" y="653"/>
                    <a:pt x="15604" y="591"/>
                    <a:pt x="15292" y="421"/>
                  </a:cubicBezTo>
                  <a:cubicBezTo>
                    <a:pt x="14997" y="403"/>
                    <a:pt x="14685" y="394"/>
                    <a:pt x="14417" y="234"/>
                  </a:cubicBezTo>
                  <a:cubicBezTo>
                    <a:pt x="14351" y="184"/>
                    <a:pt x="14276" y="172"/>
                    <a:pt x="14197" y="172"/>
                  </a:cubicBezTo>
                  <a:cubicBezTo>
                    <a:pt x="14127" y="172"/>
                    <a:pt x="14054" y="182"/>
                    <a:pt x="13984" y="182"/>
                  </a:cubicBezTo>
                  <a:cubicBezTo>
                    <a:pt x="13920" y="182"/>
                    <a:pt x="13858" y="174"/>
                    <a:pt x="13802" y="144"/>
                  </a:cubicBezTo>
                  <a:cubicBezTo>
                    <a:pt x="13694" y="93"/>
                    <a:pt x="13575" y="63"/>
                    <a:pt x="13456" y="63"/>
                  </a:cubicBezTo>
                  <a:cubicBezTo>
                    <a:pt x="13368" y="63"/>
                    <a:pt x="13279" y="80"/>
                    <a:pt x="13195" y="118"/>
                  </a:cubicBezTo>
                  <a:cubicBezTo>
                    <a:pt x="13160" y="132"/>
                    <a:pt x="13127" y="137"/>
                    <a:pt x="13094" y="137"/>
                  </a:cubicBezTo>
                  <a:cubicBezTo>
                    <a:pt x="12953" y="137"/>
                    <a:pt x="12828" y="32"/>
                    <a:pt x="12684" y="32"/>
                  </a:cubicBezTo>
                  <a:cubicBezTo>
                    <a:pt x="12647" y="32"/>
                    <a:pt x="12610" y="39"/>
                    <a:pt x="12571" y="55"/>
                  </a:cubicBezTo>
                  <a:cubicBezTo>
                    <a:pt x="12554" y="12"/>
                    <a:pt x="12507" y="0"/>
                    <a:pt x="124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9"/>
            <p:cNvSpPr/>
            <p:nvPr/>
          </p:nvSpPr>
          <p:spPr>
            <a:xfrm>
              <a:off x="8150749" y="1879867"/>
              <a:ext cx="286890" cy="286743"/>
            </a:xfrm>
            <a:custGeom>
              <a:avLst/>
              <a:gdLst/>
              <a:ahLst/>
              <a:cxnLst/>
              <a:rect l="l" t="t" r="r" b="b"/>
              <a:pathLst>
                <a:path w="21510" h="21499" extrusionOk="0">
                  <a:moveTo>
                    <a:pt x="11164" y="0"/>
                  </a:moveTo>
                  <a:cubicBezTo>
                    <a:pt x="11086" y="0"/>
                    <a:pt x="10992" y="29"/>
                    <a:pt x="10947" y="74"/>
                  </a:cubicBezTo>
                  <a:cubicBezTo>
                    <a:pt x="10884" y="217"/>
                    <a:pt x="10706" y="217"/>
                    <a:pt x="10563" y="226"/>
                  </a:cubicBezTo>
                  <a:cubicBezTo>
                    <a:pt x="10545" y="208"/>
                    <a:pt x="10510" y="190"/>
                    <a:pt x="10483" y="181"/>
                  </a:cubicBezTo>
                  <a:cubicBezTo>
                    <a:pt x="10491" y="143"/>
                    <a:pt x="10466" y="135"/>
                    <a:pt x="10433" y="135"/>
                  </a:cubicBezTo>
                  <a:cubicBezTo>
                    <a:pt x="10407" y="135"/>
                    <a:pt x="10375" y="140"/>
                    <a:pt x="10350" y="140"/>
                  </a:cubicBezTo>
                  <a:cubicBezTo>
                    <a:pt x="10339" y="140"/>
                    <a:pt x="10330" y="139"/>
                    <a:pt x="10322" y="136"/>
                  </a:cubicBezTo>
                  <a:cubicBezTo>
                    <a:pt x="10318" y="101"/>
                    <a:pt x="10274" y="90"/>
                    <a:pt x="10219" y="90"/>
                  </a:cubicBezTo>
                  <a:cubicBezTo>
                    <a:pt x="10149" y="90"/>
                    <a:pt x="10063" y="108"/>
                    <a:pt x="10028" y="118"/>
                  </a:cubicBezTo>
                  <a:cubicBezTo>
                    <a:pt x="9936" y="142"/>
                    <a:pt x="9890" y="291"/>
                    <a:pt x="9798" y="291"/>
                  </a:cubicBezTo>
                  <a:cubicBezTo>
                    <a:pt x="9784" y="291"/>
                    <a:pt x="9768" y="288"/>
                    <a:pt x="9751" y="279"/>
                  </a:cubicBezTo>
                  <a:cubicBezTo>
                    <a:pt x="9719" y="266"/>
                    <a:pt x="9689" y="261"/>
                    <a:pt x="9659" y="261"/>
                  </a:cubicBezTo>
                  <a:cubicBezTo>
                    <a:pt x="9468" y="261"/>
                    <a:pt x="9317" y="491"/>
                    <a:pt x="9130" y="491"/>
                  </a:cubicBezTo>
                  <a:cubicBezTo>
                    <a:pt x="9103" y="491"/>
                    <a:pt x="9075" y="486"/>
                    <a:pt x="9047" y="475"/>
                  </a:cubicBezTo>
                  <a:cubicBezTo>
                    <a:pt x="8972" y="516"/>
                    <a:pt x="8908" y="577"/>
                    <a:pt x="8831" y="577"/>
                  </a:cubicBezTo>
                  <a:cubicBezTo>
                    <a:pt x="8806" y="577"/>
                    <a:pt x="8780" y="571"/>
                    <a:pt x="8752" y="556"/>
                  </a:cubicBezTo>
                  <a:cubicBezTo>
                    <a:pt x="8663" y="580"/>
                    <a:pt x="8572" y="586"/>
                    <a:pt x="8479" y="586"/>
                  </a:cubicBezTo>
                  <a:cubicBezTo>
                    <a:pt x="8394" y="586"/>
                    <a:pt x="8308" y="581"/>
                    <a:pt x="8221" y="581"/>
                  </a:cubicBezTo>
                  <a:cubicBezTo>
                    <a:pt x="8196" y="581"/>
                    <a:pt x="8171" y="581"/>
                    <a:pt x="8146" y="582"/>
                  </a:cubicBezTo>
                  <a:lnTo>
                    <a:pt x="8155" y="627"/>
                  </a:lnTo>
                  <a:cubicBezTo>
                    <a:pt x="8021" y="627"/>
                    <a:pt x="7896" y="672"/>
                    <a:pt x="7780" y="734"/>
                  </a:cubicBezTo>
                  <a:cubicBezTo>
                    <a:pt x="7477" y="743"/>
                    <a:pt x="7218" y="930"/>
                    <a:pt x="6915" y="957"/>
                  </a:cubicBezTo>
                  <a:cubicBezTo>
                    <a:pt x="6799" y="993"/>
                    <a:pt x="6736" y="1118"/>
                    <a:pt x="6620" y="1144"/>
                  </a:cubicBezTo>
                  <a:cubicBezTo>
                    <a:pt x="6600" y="1141"/>
                    <a:pt x="6580" y="1140"/>
                    <a:pt x="6560" y="1140"/>
                  </a:cubicBezTo>
                  <a:cubicBezTo>
                    <a:pt x="6414" y="1140"/>
                    <a:pt x="6282" y="1224"/>
                    <a:pt x="6219" y="1350"/>
                  </a:cubicBezTo>
                  <a:cubicBezTo>
                    <a:pt x="6130" y="1414"/>
                    <a:pt x="6021" y="1449"/>
                    <a:pt x="5909" y="1449"/>
                  </a:cubicBezTo>
                  <a:cubicBezTo>
                    <a:pt x="5896" y="1449"/>
                    <a:pt x="5883" y="1449"/>
                    <a:pt x="5871" y="1448"/>
                  </a:cubicBezTo>
                  <a:cubicBezTo>
                    <a:pt x="5728" y="1528"/>
                    <a:pt x="5541" y="1519"/>
                    <a:pt x="5443" y="1662"/>
                  </a:cubicBezTo>
                  <a:cubicBezTo>
                    <a:pt x="5086" y="2028"/>
                    <a:pt x="4613" y="2286"/>
                    <a:pt x="4372" y="2759"/>
                  </a:cubicBezTo>
                  <a:cubicBezTo>
                    <a:pt x="3935" y="3232"/>
                    <a:pt x="3685" y="3856"/>
                    <a:pt x="3257" y="4338"/>
                  </a:cubicBezTo>
                  <a:cubicBezTo>
                    <a:pt x="3079" y="4543"/>
                    <a:pt x="2998" y="4802"/>
                    <a:pt x="2838" y="5016"/>
                  </a:cubicBezTo>
                  <a:cubicBezTo>
                    <a:pt x="2659" y="5212"/>
                    <a:pt x="2543" y="5453"/>
                    <a:pt x="2436" y="5694"/>
                  </a:cubicBezTo>
                  <a:cubicBezTo>
                    <a:pt x="2276" y="5810"/>
                    <a:pt x="2204" y="6033"/>
                    <a:pt x="2088" y="6194"/>
                  </a:cubicBezTo>
                  <a:cubicBezTo>
                    <a:pt x="2070" y="6354"/>
                    <a:pt x="1963" y="6470"/>
                    <a:pt x="1901" y="6613"/>
                  </a:cubicBezTo>
                  <a:cubicBezTo>
                    <a:pt x="1758" y="6782"/>
                    <a:pt x="1874" y="7032"/>
                    <a:pt x="1723" y="7202"/>
                  </a:cubicBezTo>
                  <a:cubicBezTo>
                    <a:pt x="1696" y="7416"/>
                    <a:pt x="1508" y="7567"/>
                    <a:pt x="1437" y="7764"/>
                  </a:cubicBezTo>
                  <a:cubicBezTo>
                    <a:pt x="1357" y="8308"/>
                    <a:pt x="1125" y="8808"/>
                    <a:pt x="946" y="9325"/>
                  </a:cubicBezTo>
                  <a:cubicBezTo>
                    <a:pt x="982" y="9601"/>
                    <a:pt x="732" y="9816"/>
                    <a:pt x="741" y="10083"/>
                  </a:cubicBezTo>
                  <a:lnTo>
                    <a:pt x="706" y="10092"/>
                  </a:lnTo>
                  <a:cubicBezTo>
                    <a:pt x="572" y="10699"/>
                    <a:pt x="420" y="11305"/>
                    <a:pt x="268" y="11912"/>
                  </a:cubicBezTo>
                  <a:cubicBezTo>
                    <a:pt x="170" y="12162"/>
                    <a:pt x="304" y="12438"/>
                    <a:pt x="197" y="12688"/>
                  </a:cubicBezTo>
                  <a:cubicBezTo>
                    <a:pt x="117" y="12947"/>
                    <a:pt x="152" y="13214"/>
                    <a:pt x="108" y="13482"/>
                  </a:cubicBezTo>
                  <a:cubicBezTo>
                    <a:pt x="1" y="13687"/>
                    <a:pt x="224" y="13892"/>
                    <a:pt x="161" y="14098"/>
                  </a:cubicBezTo>
                  <a:cubicBezTo>
                    <a:pt x="108" y="14231"/>
                    <a:pt x="170" y="14374"/>
                    <a:pt x="143" y="14517"/>
                  </a:cubicBezTo>
                  <a:cubicBezTo>
                    <a:pt x="233" y="14829"/>
                    <a:pt x="268" y="15159"/>
                    <a:pt x="456" y="15445"/>
                  </a:cubicBezTo>
                  <a:cubicBezTo>
                    <a:pt x="554" y="15596"/>
                    <a:pt x="554" y="15802"/>
                    <a:pt x="688" y="15935"/>
                  </a:cubicBezTo>
                  <a:cubicBezTo>
                    <a:pt x="786" y="16114"/>
                    <a:pt x="982" y="16248"/>
                    <a:pt x="955" y="16480"/>
                  </a:cubicBezTo>
                  <a:cubicBezTo>
                    <a:pt x="1107" y="16845"/>
                    <a:pt x="1348" y="17184"/>
                    <a:pt x="1705" y="17372"/>
                  </a:cubicBezTo>
                  <a:cubicBezTo>
                    <a:pt x="1812" y="17461"/>
                    <a:pt x="1919" y="17550"/>
                    <a:pt x="1963" y="17684"/>
                  </a:cubicBezTo>
                  <a:cubicBezTo>
                    <a:pt x="2124" y="17773"/>
                    <a:pt x="2276" y="17880"/>
                    <a:pt x="2436" y="17969"/>
                  </a:cubicBezTo>
                  <a:cubicBezTo>
                    <a:pt x="2552" y="18139"/>
                    <a:pt x="2748" y="18157"/>
                    <a:pt x="2891" y="18282"/>
                  </a:cubicBezTo>
                  <a:cubicBezTo>
                    <a:pt x="3114" y="18344"/>
                    <a:pt x="3284" y="18531"/>
                    <a:pt x="3507" y="18603"/>
                  </a:cubicBezTo>
                  <a:cubicBezTo>
                    <a:pt x="3694" y="18799"/>
                    <a:pt x="3935" y="18942"/>
                    <a:pt x="4149" y="19120"/>
                  </a:cubicBezTo>
                  <a:cubicBezTo>
                    <a:pt x="4149" y="19218"/>
                    <a:pt x="4203" y="19352"/>
                    <a:pt x="4327" y="19352"/>
                  </a:cubicBezTo>
                  <a:cubicBezTo>
                    <a:pt x="4729" y="19397"/>
                    <a:pt x="5068" y="19620"/>
                    <a:pt x="5362" y="19878"/>
                  </a:cubicBezTo>
                  <a:cubicBezTo>
                    <a:pt x="5496" y="19994"/>
                    <a:pt x="5683" y="19950"/>
                    <a:pt x="5844" y="20003"/>
                  </a:cubicBezTo>
                  <a:cubicBezTo>
                    <a:pt x="5942" y="20075"/>
                    <a:pt x="6031" y="20164"/>
                    <a:pt x="6138" y="20226"/>
                  </a:cubicBezTo>
                  <a:cubicBezTo>
                    <a:pt x="6326" y="20280"/>
                    <a:pt x="6531" y="20289"/>
                    <a:pt x="6700" y="20396"/>
                  </a:cubicBezTo>
                  <a:cubicBezTo>
                    <a:pt x="6879" y="20548"/>
                    <a:pt x="7147" y="20530"/>
                    <a:pt x="7316" y="20708"/>
                  </a:cubicBezTo>
                  <a:cubicBezTo>
                    <a:pt x="7352" y="20797"/>
                    <a:pt x="7441" y="20833"/>
                    <a:pt x="7521" y="20869"/>
                  </a:cubicBezTo>
                  <a:cubicBezTo>
                    <a:pt x="7547" y="20884"/>
                    <a:pt x="7572" y="20890"/>
                    <a:pt x="7596" y="20890"/>
                  </a:cubicBezTo>
                  <a:cubicBezTo>
                    <a:pt x="7687" y="20890"/>
                    <a:pt x="7765" y="20803"/>
                    <a:pt x="7851" y="20803"/>
                  </a:cubicBezTo>
                  <a:cubicBezTo>
                    <a:pt x="7874" y="20803"/>
                    <a:pt x="7898" y="20809"/>
                    <a:pt x="7923" y="20824"/>
                  </a:cubicBezTo>
                  <a:cubicBezTo>
                    <a:pt x="8095" y="20853"/>
                    <a:pt x="8273" y="20951"/>
                    <a:pt x="8452" y="20951"/>
                  </a:cubicBezTo>
                  <a:cubicBezTo>
                    <a:pt x="8496" y="20951"/>
                    <a:pt x="8539" y="20945"/>
                    <a:pt x="8583" y="20931"/>
                  </a:cubicBezTo>
                  <a:cubicBezTo>
                    <a:pt x="8708" y="21101"/>
                    <a:pt x="8957" y="21136"/>
                    <a:pt x="9047" y="21350"/>
                  </a:cubicBezTo>
                  <a:cubicBezTo>
                    <a:pt x="9189" y="21359"/>
                    <a:pt x="9341" y="21359"/>
                    <a:pt x="9457" y="21466"/>
                  </a:cubicBezTo>
                  <a:cubicBezTo>
                    <a:pt x="9488" y="21489"/>
                    <a:pt x="9515" y="21498"/>
                    <a:pt x="9540" y="21498"/>
                  </a:cubicBezTo>
                  <a:cubicBezTo>
                    <a:pt x="9619" y="21498"/>
                    <a:pt x="9672" y="21404"/>
                    <a:pt x="9760" y="21404"/>
                  </a:cubicBezTo>
                  <a:cubicBezTo>
                    <a:pt x="9948" y="21374"/>
                    <a:pt x="10130" y="21287"/>
                    <a:pt x="10321" y="21287"/>
                  </a:cubicBezTo>
                  <a:cubicBezTo>
                    <a:pt x="10357" y="21287"/>
                    <a:pt x="10393" y="21290"/>
                    <a:pt x="10429" y="21297"/>
                  </a:cubicBezTo>
                  <a:cubicBezTo>
                    <a:pt x="10441" y="21298"/>
                    <a:pt x="10452" y="21298"/>
                    <a:pt x="10463" y="21298"/>
                  </a:cubicBezTo>
                  <a:cubicBezTo>
                    <a:pt x="10519" y="21298"/>
                    <a:pt x="10577" y="21290"/>
                    <a:pt x="10632" y="21290"/>
                  </a:cubicBezTo>
                  <a:cubicBezTo>
                    <a:pt x="10699" y="21290"/>
                    <a:pt x="10764" y="21301"/>
                    <a:pt x="10822" y="21350"/>
                  </a:cubicBezTo>
                  <a:cubicBezTo>
                    <a:pt x="11018" y="21359"/>
                    <a:pt x="11215" y="21364"/>
                    <a:pt x="11411" y="21364"/>
                  </a:cubicBezTo>
                  <a:cubicBezTo>
                    <a:pt x="11607" y="21364"/>
                    <a:pt x="11803" y="21359"/>
                    <a:pt x="12000" y="21350"/>
                  </a:cubicBezTo>
                  <a:cubicBezTo>
                    <a:pt x="12106" y="21286"/>
                    <a:pt x="12221" y="21270"/>
                    <a:pt x="12340" y="21270"/>
                  </a:cubicBezTo>
                  <a:cubicBezTo>
                    <a:pt x="12459" y="21270"/>
                    <a:pt x="12581" y="21286"/>
                    <a:pt x="12700" y="21286"/>
                  </a:cubicBezTo>
                  <a:cubicBezTo>
                    <a:pt x="12740" y="21286"/>
                    <a:pt x="12781" y="21284"/>
                    <a:pt x="12820" y="21279"/>
                  </a:cubicBezTo>
                  <a:lnTo>
                    <a:pt x="12820" y="21243"/>
                  </a:lnTo>
                  <a:cubicBezTo>
                    <a:pt x="13168" y="21145"/>
                    <a:pt x="13534" y="21154"/>
                    <a:pt x="13873" y="21047"/>
                  </a:cubicBezTo>
                  <a:cubicBezTo>
                    <a:pt x="14007" y="21029"/>
                    <a:pt x="14167" y="21003"/>
                    <a:pt x="14274" y="20922"/>
                  </a:cubicBezTo>
                  <a:cubicBezTo>
                    <a:pt x="14293" y="20924"/>
                    <a:pt x="14312" y="20925"/>
                    <a:pt x="14330" y="20925"/>
                  </a:cubicBezTo>
                  <a:cubicBezTo>
                    <a:pt x="14411" y="20925"/>
                    <a:pt x="14491" y="20905"/>
                    <a:pt x="14542" y="20833"/>
                  </a:cubicBezTo>
                  <a:cubicBezTo>
                    <a:pt x="14970" y="20637"/>
                    <a:pt x="15416" y="20467"/>
                    <a:pt x="15845" y="20271"/>
                  </a:cubicBezTo>
                  <a:cubicBezTo>
                    <a:pt x="16451" y="19941"/>
                    <a:pt x="17031" y="19557"/>
                    <a:pt x="17620" y="19200"/>
                  </a:cubicBezTo>
                  <a:cubicBezTo>
                    <a:pt x="18066" y="18879"/>
                    <a:pt x="18565" y="18621"/>
                    <a:pt x="18985" y="18264"/>
                  </a:cubicBezTo>
                  <a:cubicBezTo>
                    <a:pt x="19288" y="18112"/>
                    <a:pt x="19547" y="17862"/>
                    <a:pt x="19814" y="17648"/>
                  </a:cubicBezTo>
                  <a:cubicBezTo>
                    <a:pt x="19868" y="17505"/>
                    <a:pt x="19966" y="17398"/>
                    <a:pt x="20091" y="17318"/>
                  </a:cubicBezTo>
                  <a:cubicBezTo>
                    <a:pt x="20136" y="17211"/>
                    <a:pt x="20225" y="17158"/>
                    <a:pt x="20305" y="17086"/>
                  </a:cubicBezTo>
                  <a:cubicBezTo>
                    <a:pt x="20323" y="16801"/>
                    <a:pt x="20582" y="16631"/>
                    <a:pt x="20760" y="16453"/>
                  </a:cubicBezTo>
                  <a:cubicBezTo>
                    <a:pt x="20805" y="16346"/>
                    <a:pt x="20840" y="16230"/>
                    <a:pt x="20867" y="16123"/>
                  </a:cubicBezTo>
                  <a:cubicBezTo>
                    <a:pt x="20900" y="16090"/>
                    <a:pt x="20955" y="15968"/>
                    <a:pt x="20896" y="15968"/>
                  </a:cubicBezTo>
                  <a:cubicBezTo>
                    <a:pt x="20890" y="15968"/>
                    <a:pt x="20884" y="15969"/>
                    <a:pt x="20876" y="15971"/>
                  </a:cubicBezTo>
                  <a:cubicBezTo>
                    <a:pt x="20885" y="15819"/>
                    <a:pt x="21010" y="15730"/>
                    <a:pt x="21108" y="15632"/>
                  </a:cubicBezTo>
                  <a:cubicBezTo>
                    <a:pt x="21126" y="15356"/>
                    <a:pt x="21313" y="15115"/>
                    <a:pt x="21277" y="14838"/>
                  </a:cubicBezTo>
                  <a:lnTo>
                    <a:pt x="21242" y="14838"/>
                  </a:lnTo>
                  <a:cubicBezTo>
                    <a:pt x="21242" y="14785"/>
                    <a:pt x="21242" y="14731"/>
                    <a:pt x="21242" y="14686"/>
                  </a:cubicBezTo>
                  <a:cubicBezTo>
                    <a:pt x="21313" y="14624"/>
                    <a:pt x="21242" y="14499"/>
                    <a:pt x="21331" y="14446"/>
                  </a:cubicBezTo>
                  <a:cubicBezTo>
                    <a:pt x="21429" y="14365"/>
                    <a:pt x="21456" y="14231"/>
                    <a:pt x="21483" y="14116"/>
                  </a:cubicBezTo>
                  <a:cubicBezTo>
                    <a:pt x="21500" y="14017"/>
                    <a:pt x="21376" y="13991"/>
                    <a:pt x="21358" y="13910"/>
                  </a:cubicBezTo>
                  <a:cubicBezTo>
                    <a:pt x="21322" y="13536"/>
                    <a:pt x="21509" y="13179"/>
                    <a:pt x="21411" y="12813"/>
                  </a:cubicBezTo>
                  <a:cubicBezTo>
                    <a:pt x="21376" y="12679"/>
                    <a:pt x="21438" y="12483"/>
                    <a:pt x="21313" y="12421"/>
                  </a:cubicBezTo>
                  <a:lnTo>
                    <a:pt x="21322" y="12385"/>
                  </a:lnTo>
                  <a:lnTo>
                    <a:pt x="21286" y="12385"/>
                  </a:lnTo>
                  <a:cubicBezTo>
                    <a:pt x="21045" y="12269"/>
                    <a:pt x="21099" y="11974"/>
                    <a:pt x="20938" y="11796"/>
                  </a:cubicBezTo>
                  <a:cubicBezTo>
                    <a:pt x="20974" y="11573"/>
                    <a:pt x="21099" y="11377"/>
                    <a:pt x="21010" y="11145"/>
                  </a:cubicBezTo>
                  <a:cubicBezTo>
                    <a:pt x="20965" y="10984"/>
                    <a:pt x="21144" y="10841"/>
                    <a:pt x="21090" y="10681"/>
                  </a:cubicBezTo>
                  <a:cubicBezTo>
                    <a:pt x="21037" y="10476"/>
                    <a:pt x="21170" y="10297"/>
                    <a:pt x="21233" y="10119"/>
                  </a:cubicBezTo>
                  <a:lnTo>
                    <a:pt x="21188" y="10119"/>
                  </a:lnTo>
                  <a:cubicBezTo>
                    <a:pt x="21206" y="9896"/>
                    <a:pt x="21233" y="9646"/>
                    <a:pt x="21099" y="9459"/>
                  </a:cubicBezTo>
                  <a:cubicBezTo>
                    <a:pt x="21045" y="9378"/>
                    <a:pt x="21081" y="9280"/>
                    <a:pt x="21144" y="9227"/>
                  </a:cubicBezTo>
                  <a:cubicBezTo>
                    <a:pt x="21152" y="9152"/>
                    <a:pt x="21231" y="8920"/>
                    <a:pt x="21146" y="8920"/>
                  </a:cubicBezTo>
                  <a:cubicBezTo>
                    <a:pt x="21140" y="8920"/>
                    <a:pt x="21133" y="8921"/>
                    <a:pt x="21126" y="8923"/>
                  </a:cubicBezTo>
                  <a:cubicBezTo>
                    <a:pt x="21001" y="8709"/>
                    <a:pt x="21028" y="8397"/>
                    <a:pt x="20831" y="8237"/>
                  </a:cubicBezTo>
                  <a:cubicBezTo>
                    <a:pt x="20849" y="8094"/>
                    <a:pt x="20849" y="7942"/>
                    <a:pt x="20724" y="7862"/>
                  </a:cubicBezTo>
                  <a:cubicBezTo>
                    <a:pt x="20787" y="7692"/>
                    <a:pt x="20617" y="7648"/>
                    <a:pt x="20591" y="7514"/>
                  </a:cubicBezTo>
                  <a:cubicBezTo>
                    <a:pt x="20644" y="7416"/>
                    <a:pt x="20751" y="7157"/>
                    <a:pt x="20599" y="7104"/>
                  </a:cubicBezTo>
                  <a:cubicBezTo>
                    <a:pt x="20564" y="7032"/>
                    <a:pt x="20492" y="6997"/>
                    <a:pt x="20439" y="6934"/>
                  </a:cubicBezTo>
                  <a:cubicBezTo>
                    <a:pt x="20421" y="6684"/>
                    <a:pt x="20403" y="6426"/>
                    <a:pt x="20278" y="6212"/>
                  </a:cubicBezTo>
                  <a:cubicBezTo>
                    <a:pt x="20136" y="6104"/>
                    <a:pt x="20189" y="5890"/>
                    <a:pt x="20091" y="5748"/>
                  </a:cubicBezTo>
                  <a:cubicBezTo>
                    <a:pt x="19993" y="5605"/>
                    <a:pt x="19921" y="5444"/>
                    <a:pt x="19850" y="5284"/>
                  </a:cubicBezTo>
                  <a:cubicBezTo>
                    <a:pt x="19895" y="4971"/>
                    <a:pt x="19475" y="4945"/>
                    <a:pt x="19431" y="4686"/>
                  </a:cubicBezTo>
                  <a:cubicBezTo>
                    <a:pt x="19538" y="4401"/>
                    <a:pt x="19145" y="4418"/>
                    <a:pt x="19092" y="4213"/>
                  </a:cubicBezTo>
                  <a:cubicBezTo>
                    <a:pt x="19038" y="3990"/>
                    <a:pt x="18708" y="3963"/>
                    <a:pt x="18690" y="3731"/>
                  </a:cubicBezTo>
                  <a:cubicBezTo>
                    <a:pt x="18351" y="3455"/>
                    <a:pt x="18039" y="3134"/>
                    <a:pt x="17664" y="2911"/>
                  </a:cubicBezTo>
                  <a:cubicBezTo>
                    <a:pt x="17575" y="2857"/>
                    <a:pt x="17655" y="2723"/>
                    <a:pt x="17557" y="2697"/>
                  </a:cubicBezTo>
                  <a:cubicBezTo>
                    <a:pt x="17388" y="2607"/>
                    <a:pt x="17343" y="2393"/>
                    <a:pt x="17165" y="2313"/>
                  </a:cubicBezTo>
                  <a:cubicBezTo>
                    <a:pt x="17013" y="2224"/>
                    <a:pt x="16879" y="2090"/>
                    <a:pt x="16728" y="1992"/>
                  </a:cubicBezTo>
                  <a:cubicBezTo>
                    <a:pt x="16157" y="1573"/>
                    <a:pt x="15514" y="1278"/>
                    <a:pt x="14917" y="904"/>
                  </a:cubicBezTo>
                  <a:cubicBezTo>
                    <a:pt x="14899" y="832"/>
                    <a:pt x="14783" y="850"/>
                    <a:pt x="14729" y="832"/>
                  </a:cubicBezTo>
                  <a:cubicBezTo>
                    <a:pt x="14616" y="718"/>
                    <a:pt x="14489" y="637"/>
                    <a:pt x="14333" y="637"/>
                  </a:cubicBezTo>
                  <a:cubicBezTo>
                    <a:pt x="14306" y="637"/>
                    <a:pt x="14277" y="639"/>
                    <a:pt x="14248" y="645"/>
                  </a:cubicBezTo>
                  <a:cubicBezTo>
                    <a:pt x="14105" y="556"/>
                    <a:pt x="13927" y="520"/>
                    <a:pt x="13802" y="404"/>
                  </a:cubicBezTo>
                  <a:cubicBezTo>
                    <a:pt x="13659" y="252"/>
                    <a:pt x="13400" y="333"/>
                    <a:pt x="13275" y="172"/>
                  </a:cubicBezTo>
                  <a:cubicBezTo>
                    <a:pt x="13233" y="141"/>
                    <a:pt x="13189" y="129"/>
                    <a:pt x="13145" y="129"/>
                  </a:cubicBezTo>
                  <a:cubicBezTo>
                    <a:pt x="13017" y="129"/>
                    <a:pt x="12882" y="224"/>
                    <a:pt x="12755" y="224"/>
                  </a:cubicBezTo>
                  <a:cubicBezTo>
                    <a:pt x="12710" y="224"/>
                    <a:pt x="12666" y="212"/>
                    <a:pt x="12624" y="181"/>
                  </a:cubicBezTo>
                  <a:cubicBezTo>
                    <a:pt x="12426" y="82"/>
                    <a:pt x="12189" y="13"/>
                    <a:pt x="11967" y="13"/>
                  </a:cubicBezTo>
                  <a:cubicBezTo>
                    <a:pt x="11869" y="13"/>
                    <a:pt x="11774" y="26"/>
                    <a:pt x="11687" y="56"/>
                  </a:cubicBezTo>
                  <a:cubicBezTo>
                    <a:pt x="11682" y="55"/>
                    <a:pt x="11677" y="55"/>
                    <a:pt x="11672" y="55"/>
                  </a:cubicBezTo>
                  <a:cubicBezTo>
                    <a:pt x="11620" y="55"/>
                    <a:pt x="11596" y="96"/>
                    <a:pt x="11571" y="136"/>
                  </a:cubicBezTo>
                  <a:cubicBezTo>
                    <a:pt x="11557" y="139"/>
                    <a:pt x="11543" y="140"/>
                    <a:pt x="11529" y="140"/>
                  </a:cubicBezTo>
                  <a:cubicBezTo>
                    <a:pt x="11440" y="140"/>
                    <a:pt x="11363" y="95"/>
                    <a:pt x="11286" y="56"/>
                  </a:cubicBezTo>
                  <a:cubicBezTo>
                    <a:pt x="11274" y="17"/>
                    <a:pt x="11224" y="0"/>
                    <a:pt x="111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9"/>
            <p:cNvSpPr/>
            <p:nvPr/>
          </p:nvSpPr>
          <p:spPr>
            <a:xfrm>
              <a:off x="8150749" y="957462"/>
              <a:ext cx="286906" cy="305203"/>
            </a:xfrm>
            <a:custGeom>
              <a:avLst/>
              <a:gdLst/>
              <a:ahLst/>
              <a:cxnLst/>
              <a:rect l="l" t="t" r="r" b="b"/>
              <a:pathLst>
                <a:path w="20965" h="22302" extrusionOk="0">
                  <a:moveTo>
                    <a:pt x="10013" y="1"/>
                  </a:moveTo>
                  <a:cubicBezTo>
                    <a:pt x="9832" y="1"/>
                    <a:pt x="9646" y="47"/>
                    <a:pt x="9460" y="47"/>
                  </a:cubicBezTo>
                  <a:cubicBezTo>
                    <a:pt x="9432" y="47"/>
                    <a:pt x="9404" y="46"/>
                    <a:pt x="9376" y="44"/>
                  </a:cubicBezTo>
                  <a:lnTo>
                    <a:pt x="9376" y="44"/>
                  </a:lnTo>
                  <a:lnTo>
                    <a:pt x="9385" y="89"/>
                  </a:lnTo>
                  <a:cubicBezTo>
                    <a:pt x="9242" y="80"/>
                    <a:pt x="9100" y="77"/>
                    <a:pt x="8957" y="77"/>
                  </a:cubicBezTo>
                  <a:cubicBezTo>
                    <a:pt x="8814" y="77"/>
                    <a:pt x="8671" y="80"/>
                    <a:pt x="8529" y="80"/>
                  </a:cubicBezTo>
                  <a:cubicBezTo>
                    <a:pt x="8398" y="65"/>
                    <a:pt x="8260" y="40"/>
                    <a:pt x="8125" y="40"/>
                  </a:cubicBezTo>
                  <a:cubicBezTo>
                    <a:pt x="8011" y="40"/>
                    <a:pt x="7899" y="58"/>
                    <a:pt x="7797" y="115"/>
                  </a:cubicBezTo>
                  <a:cubicBezTo>
                    <a:pt x="7565" y="240"/>
                    <a:pt x="7289" y="213"/>
                    <a:pt x="7039" y="249"/>
                  </a:cubicBezTo>
                  <a:lnTo>
                    <a:pt x="7048" y="294"/>
                  </a:lnTo>
                  <a:cubicBezTo>
                    <a:pt x="7005" y="309"/>
                    <a:pt x="6959" y="312"/>
                    <a:pt x="6912" y="312"/>
                  </a:cubicBezTo>
                  <a:cubicBezTo>
                    <a:pt x="6880" y="312"/>
                    <a:pt x="6848" y="310"/>
                    <a:pt x="6816" y="310"/>
                  </a:cubicBezTo>
                  <a:cubicBezTo>
                    <a:pt x="6730" y="310"/>
                    <a:pt x="6649" y="321"/>
                    <a:pt x="6593" y="401"/>
                  </a:cubicBezTo>
                  <a:cubicBezTo>
                    <a:pt x="6486" y="561"/>
                    <a:pt x="6298" y="490"/>
                    <a:pt x="6156" y="570"/>
                  </a:cubicBezTo>
                  <a:cubicBezTo>
                    <a:pt x="6049" y="561"/>
                    <a:pt x="5941" y="552"/>
                    <a:pt x="5861" y="472"/>
                  </a:cubicBezTo>
                  <a:cubicBezTo>
                    <a:pt x="5832" y="446"/>
                    <a:pt x="5800" y="435"/>
                    <a:pt x="5769" y="435"/>
                  </a:cubicBezTo>
                  <a:cubicBezTo>
                    <a:pt x="5714" y="435"/>
                    <a:pt x="5664" y="472"/>
                    <a:pt x="5647" y="535"/>
                  </a:cubicBezTo>
                  <a:cubicBezTo>
                    <a:pt x="5478" y="588"/>
                    <a:pt x="5344" y="695"/>
                    <a:pt x="5201" y="776"/>
                  </a:cubicBezTo>
                  <a:cubicBezTo>
                    <a:pt x="5191" y="776"/>
                    <a:pt x="5180" y="776"/>
                    <a:pt x="5169" y="776"/>
                  </a:cubicBezTo>
                  <a:cubicBezTo>
                    <a:pt x="5093" y="776"/>
                    <a:pt x="5007" y="767"/>
                    <a:pt x="4924" y="767"/>
                  </a:cubicBezTo>
                  <a:cubicBezTo>
                    <a:pt x="4786" y="767"/>
                    <a:pt x="4654" y="793"/>
                    <a:pt x="4585" y="936"/>
                  </a:cubicBezTo>
                  <a:cubicBezTo>
                    <a:pt x="4354" y="1079"/>
                    <a:pt x="4104" y="1195"/>
                    <a:pt x="3872" y="1338"/>
                  </a:cubicBezTo>
                  <a:cubicBezTo>
                    <a:pt x="3760" y="1345"/>
                    <a:pt x="3829" y="1517"/>
                    <a:pt x="3730" y="1517"/>
                  </a:cubicBezTo>
                  <a:cubicBezTo>
                    <a:pt x="3703" y="1517"/>
                    <a:pt x="3663" y="1504"/>
                    <a:pt x="3604" y="1471"/>
                  </a:cubicBezTo>
                  <a:cubicBezTo>
                    <a:pt x="3488" y="1516"/>
                    <a:pt x="3337" y="1552"/>
                    <a:pt x="3345" y="1694"/>
                  </a:cubicBezTo>
                  <a:cubicBezTo>
                    <a:pt x="3238" y="1793"/>
                    <a:pt x="3131" y="1900"/>
                    <a:pt x="2998" y="1953"/>
                  </a:cubicBezTo>
                  <a:lnTo>
                    <a:pt x="2998" y="1998"/>
                  </a:lnTo>
                  <a:cubicBezTo>
                    <a:pt x="2935" y="2024"/>
                    <a:pt x="2855" y="2060"/>
                    <a:pt x="2801" y="2105"/>
                  </a:cubicBezTo>
                  <a:cubicBezTo>
                    <a:pt x="2819" y="2328"/>
                    <a:pt x="2641" y="2533"/>
                    <a:pt x="2436" y="2586"/>
                  </a:cubicBezTo>
                  <a:cubicBezTo>
                    <a:pt x="2587" y="2836"/>
                    <a:pt x="2088" y="2917"/>
                    <a:pt x="2266" y="3131"/>
                  </a:cubicBezTo>
                  <a:cubicBezTo>
                    <a:pt x="2159" y="3175"/>
                    <a:pt x="2141" y="3309"/>
                    <a:pt x="2034" y="3345"/>
                  </a:cubicBezTo>
                  <a:cubicBezTo>
                    <a:pt x="1918" y="3380"/>
                    <a:pt x="1882" y="3523"/>
                    <a:pt x="1829" y="3621"/>
                  </a:cubicBezTo>
                  <a:cubicBezTo>
                    <a:pt x="1722" y="3675"/>
                    <a:pt x="1579" y="3728"/>
                    <a:pt x="1543" y="3844"/>
                  </a:cubicBezTo>
                  <a:cubicBezTo>
                    <a:pt x="1427" y="3898"/>
                    <a:pt x="1445" y="4067"/>
                    <a:pt x="1365" y="4148"/>
                  </a:cubicBezTo>
                  <a:cubicBezTo>
                    <a:pt x="1294" y="4210"/>
                    <a:pt x="1258" y="4299"/>
                    <a:pt x="1240" y="4389"/>
                  </a:cubicBezTo>
                  <a:cubicBezTo>
                    <a:pt x="1097" y="4620"/>
                    <a:pt x="937" y="4879"/>
                    <a:pt x="937" y="5165"/>
                  </a:cubicBezTo>
                  <a:lnTo>
                    <a:pt x="901" y="5156"/>
                  </a:lnTo>
                  <a:cubicBezTo>
                    <a:pt x="865" y="5370"/>
                    <a:pt x="696" y="5530"/>
                    <a:pt x="687" y="5745"/>
                  </a:cubicBezTo>
                  <a:cubicBezTo>
                    <a:pt x="696" y="6003"/>
                    <a:pt x="535" y="6208"/>
                    <a:pt x="526" y="6458"/>
                  </a:cubicBezTo>
                  <a:lnTo>
                    <a:pt x="491" y="6458"/>
                  </a:lnTo>
                  <a:cubicBezTo>
                    <a:pt x="589" y="6851"/>
                    <a:pt x="223" y="7145"/>
                    <a:pt x="330" y="7529"/>
                  </a:cubicBezTo>
                  <a:cubicBezTo>
                    <a:pt x="321" y="7582"/>
                    <a:pt x="321" y="7645"/>
                    <a:pt x="294" y="7698"/>
                  </a:cubicBezTo>
                  <a:cubicBezTo>
                    <a:pt x="205" y="7823"/>
                    <a:pt x="348" y="7975"/>
                    <a:pt x="268" y="8109"/>
                  </a:cubicBezTo>
                  <a:cubicBezTo>
                    <a:pt x="187" y="8242"/>
                    <a:pt x="134" y="8421"/>
                    <a:pt x="223" y="8564"/>
                  </a:cubicBezTo>
                  <a:cubicBezTo>
                    <a:pt x="196" y="8867"/>
                    <a:pt x="152" y="9161"/>
                    <a:pt x="170" y="9465"/>
                  </a:cubicBezTo>
                  <a:cubicBezTo>
                    <a:pt x="161" y="9589"/>
                    <a:pt x="54" y="9705"/>
                    <a:pt x="98" y="9839"/>
                  </a:cubicBezTo>
                  <a:cubicBezTo>
                    <a:pt x="45" y="10312"/>
                    <a:pt x="116" y="10812"/>
                    <a:pt x="45" y="11284"/>
                  </a:cubicBezTo>
                  <a:cubicBezTo>
                    <a:pt x="107" y="11472"/>
                    <a:pt x="107" y="11659"/>
                    <a:pt x="89" y="11846"/>
                  </a:cubicBezTo>
                  <a:cubicBezTo>
                    <a:pt x="89" y="11909"/>
                    <a:pt x="27" y="11989"/>
                    <a:pt x="89" y="12034"/>
                  </a:cubicBezTo>
                  <a:cubicBezTo>
                    <a:pt x="196" y="12105"/>
                    <a:pt x="0" y="12301"/>
                    <a:pt x="116" y="12319"/>
                  </a:cubicBezTo>
                  <a:lnTo>
                    <a:pt x="125" y="12355"/>
                  </a:lnTo>
                  <a:cubicBezTo>
                    <a:pt x="98" y="12391"/>
                    <a:pt x="54" y="12453"/>
                    <a:pt x="89" y="12507"/>
                  </a:cubicBezTo>
                  <a:cubicBezTo>
                    <a:pt x="241" y="12640"/>
                    <a:pt x="116" y="12863"/>
                    <a:pt x="161" y="13033"/>
                  </a:cubicBezTo>
                  <a:lnTo>
                    <a:pt x="196" y="13033"/>
                  </a:lnTo>
                  <a:cubicBezTo>
                    <a:pt x="214" y="13042"/>
                    <a:pt x="232" y="13060"/>
                    <a:pt x="241" y="13069"/>
                  </a:cubicBezTo>
                  <a:cubicBezTo>
                    <a:pt x="268" y="13131"/>
                    <a:pt x="277" y="13194"/>
                    <a:pt x="294" y="13256"/>
                  </a:cubicBezTo>
                  <a:cubicBezTo>
                    <a:pt x="286" y="13434"/>
                    <a:pt x="303" y="13631"/>
                    <a:pt x="402" y="13791"/>
                  </a:cubicBezTo>
                  <a:cubicBezTo>
                    <a:pt x="393" y="14193"/>
                    <a:pt x="678" y="14514"/>
                    <a:pt x="776" y="14889"/>
                  </a:cubicBezTo>
                  <a:lnTo>
                    <a:pt x="821" y="14897"/>
                  </a:lnTo>
                  <a:cubicBezTo>
                    <a:pt x="830" y="14969"/>
                    <a:pt x="883" y="15031"/>
                    <a:pt x="910" y="15112"/>
                  </a:cubicBezTo>
                  <a:cubicBezTo>
                    <a:pt x="955" y="15433"/>
                    <a:pt x="1151" y="15727"/>
                    <a:pt x="1294" y="16004"/>
                  </a:cubicBezTo>
                  <a:cubicBezTo>
                    <a:pt x="1320" y="16289"/>
                    <a:pt x="1517" y="16521"/>
                    <a:pt x="1695" y="16726"/>
                  </a:cubicBezTo>
                  <a:cubicBezTo>
                    <a:pt x="1740" y="16887"/>
                    <a:pt x="1873" y="16994"/>
                    <a:pt x="1963" y="17137"/>
                  </a:cubicBezTo>
                  <a:cubicBezTo>
                    <a:pt x="2088" y="17217"/>
                    <a:pt x="2132" y="17386"/>
                    <a:pt x="2266" y="17476"/>
                  </a:cubicBezTo>
                  <a:cubicBezTo>
                    <a:pt x="2480" y="17672"/>
                    <a:pt x="2578" y="17975"/>
                    <a:pt x="2801" y="18180"/>
                  </a:cubicBezTo>
                  <a:cubicBezTo>
                    <a:pt x="3515" y="18876"/>
                    <a:pt x="4229" y="19617"/>
                    <a:pt x="5076" y="20152"/>
                  </a:cubicBezTo>
                  <a:cubicBezTo>
                    <a:pt x="5246" y="20357"/>
                    <a:pt x="5487" y="20491"/>
                    <a:pt x="5701" y="20643"/>
                  </a:cubicBezTo>
                  <a:cubicBezTo>
                    <a:pt x="5790" y="20750"/>
                    <a:pt x="5897" y="20830"/>
                    <a:pt x="6022" y="20883"/>
                  </a:cubicBezTo>
                  <a:cubicBezTo>
                    <a:pt x="6530" y="21285"/>
                    <a:pt x="7110" y="21597"/>
                    <a:pt x="7690" y="21900"/>
                  </a:cubicBezTo>
                  <a:cubicBezTo>
                    <a:pt x="7717" y="21900"/>
                    <a:pt x="7770" y="21909"/>
                    <a:pt x="7806" y="21909"/>
                  </a:cubicBezTo>
                  <a:lnTo>
                    <a:pt x="7806" y="21945"/>
                  </a:lnTo>
                  <a:cubicBezTo>
                    <a:pt x="7820" y="21942"/>
                    <a:pt x="7834" y="21941"/>
                    <a:pt x="7847" y="21941"/>
                  </a:cubicBezTo>
                  <a:cubicBezTo>
                    <a:pt x="7978" y="21941"/>
                    <a:pt x="8062" y="22064"/>
                    <a:pt x="8187" y="22064"/>
                  </a:cubicBezTo>
                  <a:cubicBezTo>
                    <a:pt x="8216" y="22064"/>
                    <a:pt x="8246" y="22058"/>
                    <a:pt x="8279" y="22043"/>
                  </a:cubicBezTo>
                  <a:cubicBezTo>
                    <a:pt x="8300" y="22040"/>
                    <a:pt x="8321" y="22039"/>
                    <a:pt x="8343" y="22039"/>
                  </a:cubicBezTo>
                  <a:cubicBezTo>
                    <a:pt x="8441" y="22039"/>
                    <a:pt x="8544" y="22065"/>
                    <a:pt x="8642" y="22065"/>
                  </a:cubicBezTo>
                  <a:cubicBezTo>
                    <a:pt x="8705" y="22065"/>
                    <a:pt x="8767" y="22054"/>
                    <a:pt x="8823" y="22016"/>
                  </a:cubicBezTo>
                  <a:lnTo>
                    <a:pt x="8877" y="22016"/>
                  </a:lnTo>
                  <a:cubicBezTo>
                    <a:pt x="8912" y="22097"/>
                    <a:pt x="9019" y="22088"/>
                    <a:pt x="9082" y="22123"/>
                  </a:cubicBezTo>
                  <a:cubicBezTo>
                    <a:pt x="9204" y="22148"/>
                    <a:pt x="9305" y="22233"/>
                    <a:pt x="9424" y="22233"/>
                  </a:cubicBezTo>
                  <a:cubicBezTo>
                    <a:pt x="9434" y="22233"/>
                    <a:pt x="9445" y="22232"/>
                    <a:pt x="9456" y="22231"/>
                  </a:cubicBezTo>
                  <a:cubicBezTo>
                    <a:pt x="9465" y="22284"/>
                    <a:pt x="9546" y="22284"/>
                    <a:pt x="9581" y="22302"/>
                  </a:cubicBezTo>
                  <a:cubicBezTo>
                    <a:pt x="9656" y="22276"/>
                    <a:pt x="9732" y="22268"/>
                    <a:pt x="9810" y="22268"/>
                  </a:cubicBezTo>
                  <a:cubicBezTo>
                    <a:pt x="9937" y="22268"/>
                    <a:pt x="10066" y="22289"/>
                    <a:pt x="10195" y="22289"/>
                  </a:cubicBezTo>
                  <a:cubicBezTo>
                    <a:pt x="10261" y="22289"/>
                    <a:pt x="10328" y="22284"/>
                    <a:pt x="10393" y="22266"/>
                  </a:cubicBezTo>
                  <a:lnTo>
                    <a:pt x="10393" y="22231"/>
                  </a:lnTo>
                  <a:cubicBezTo>
                    <a:pt x="10415" y="22231"/>
                    <a:pt x="10437" y="22232"/>
                    <a:pt x="10459" y="22232"/>
                  </a:cubicBezTo>
                  <a:cubicBezTo>
                    <a:pt x="10651" y="22232"/>
                    <a:pt x="10843" y="22198"/>
                    <a:pt x="11035" y="22150"/>
                  </a:cubicBezTo>
                  <a:cubicBezTo>
                    <a:pt x="11099" y="22199"/>
                    <a:pt x="11166" y="22218"/>
                    <a:pt x="11235" y="22218"/>
                  </a:cubicBezTo>
                  <a:cubicBezTo>
                    <a:pt x="11328" y="22218"/>
                    <a:pt x="11424" y="22183"/>
                    <a:pt x="11517" y="22141"/>
                  </a:cubicBezTo>
                  <a:cubicBezTo>
                    <a:pt x="11660" y="22141"/>
                    <a:pt x="11847" y="22141"/>
                    <a:pt x="11928" y="21999"/>
                  </a:cubicBezTo>
                  <a:cubicBezTo>
                    <a:pt x="11941" y="22005"/>
                    <a:pt x="11953" y="22008"/>
                    <a:pt x="11966" y="22008"/>
                  </a:cubicBezTo>
                  <a:cubicBezTo>
                    <a:pt x="12018" y="22008"/>
                    <a:pt x="12062" y="21959"/>
                    <a:pt x="12113" y="21959"/>
                  </a:cubicBezTo>
                  <a:cubicBezTo>
                    <a:pt x="12131" y="21959"/>
                    <a:pt x="12149" y="21965"/>
                    <a:pt x="12168" y="21981"/>
                  </a:cubicBezTo>
                  <a:cubicBezTo>
                    <a:pt x="12391" y="21892"/>
                    <a:pt x="12632" y="21892"/>
                    <a:pt x="12864" y="21856"/>
                  </a:cubicBezTo>
                  <a:cubicBezTo>
                    <a:pt x="12886" y="21862"/>
                    <a:pt x="12909" y="21864"/>
                    <a:pt x="12933" y="21864"/>
                  </a:cubicBezTo>
                  <a:cubicBezTo>
                    <a:pt x="13014" y="21864"/>
                    <a:pt x="13100" y="21836"/>
                    <a:pt x="13176" y="21829"/>
                  </a:cubicBezTo>
                  <a:cubicBezTo>
                    <a:pt x="13194" y="21870"/>
                    <a:pt x="13345" y="21916"/>
                    <a:pt x="13434" y="21916"/>
                  </a:cubicBezTo>
                  <a:cubicBezTo>
                    <a:pt x="13480" y="21916"/>
                    <a:pt x="13510" y="21904"/>
                    <a:pt x="13498" y="21874"/>
                  </a:cubicBezTo>
                  <a:cubicBezTo>
                    <a:pt x="13649" y="21829"/>
                    <a:pt x="13792" y="21811"/>
                    <a:pt x="13944" y="21793"/>
                  </a:cubicBezTo>
                  <a:cubicBezTo>
                    <a:pt x="13970" y="21820"/>
                    <a:pt x="14015" y="21838"/>
                    <a:pt x="14069" y="21838"/>
                  </a:cubicBezTo>
                  <a:cubicBezTo>
                    <a:pt x="14090" y="21896"/>
                    <a:pt x="14199" y="21936"/>
                    <a:pt x="14286" y="21936"/>
                  </a:cubicBezTo>
                  <a:cubicBezTo>
                    <a:pt x="14346" y="21936"/>
                    <a:pt x="14395" y="21917"/>
                    <a:pt x="14399" y="21874"/>
                  </a:cubicBezTo>
                  <a:cubicBezTo>
                    <a:pt x="14497" y="21856"/>
                    <a:pt x="14586" y="21793"/>
                    <a:pt x="14693" y="21758"/>
                  </a:cubicBezTo>
                  <a:cubicBezTo>
                    <a:pt x="14721" y="21733"/>
                    <a:pt x="14763" y="21731"/>
                    <a:pt x="14807" y="21731"/>
                  </a:cubicBezTo>
                  <a:cubicBezTo>
                    <a:pt x="14820" y="21731"/>
                    <a:pt x="14832" y="21731"/>
                    <a:pt x="14845" y="21731"/>
                  </a:cubicBezTo>
                  <a:cubicBezTo>
                    <a:pt x="14900" y="21731"/>
                    <a:pt x="14952" y="21726"/>
                    <a:pt x="14970" y="21677"/>
                  </a:cubicBezTo>
                  <a:cubicBezTo>
                    <a:pt x="14987" y="21668"/>
                    <a:pt x="15023" y="21651"/>
                    <a:pt x="15041" y="21642"/>
                  </a:cubicBezTo>
                  <a:cubicBezTo>
                    <a:pt x="15139" y="21642"/>
                    <a:pt x="15255" y="21624"/>
                    <a:pt x="15300" y="21526"/>
                  </a:cubicBezTo>
                  <a:cubicBezTo>
                    <a:pt x="15505" y="21454"/>
                    <a:pt x="15790" y="21490"/>
                    <a:pt x="15933" y="21312"/>
                  </a:cubicBezTo>
                  <a:cubicBezTo>
                    <a:pt x="15951" y="21312"/>
                    <a:pt x="15987" y="21312"/>
                    <a:pt x="15995" y="21303"/>
                  </a:cubicBezTo>
                  <a:cubicBezTo>
                    <a:pt x="16014" y="21307"/>
                    <a:pt x="16034" y="21310"/>
                    <a:pt x="16054" y="21310"/>
                  </a:cubicBezTo>
                  <a:cubicBezTo>
                    <a:pt x="16148" y="21310"/>
                    <a:pt x="16247" y="21262"/>
                    <a:pt x="16299" y="21196"/>
                  </a:cubicBezTo>
                  <a:cubicBezTo>
                    <a:pt x="16424" y="21151"/>
                    <a:pt x="16370" y="20964"/>
                    <a:pt x="16459" y="20883"/>
                  </a:cubicBezTo>
                  <a:cubicBezTo>
                    <a:pt x="16549" y="20892"/>
                    <a:pt x="16620" y="20928"/>
                    <a:pt x="16700" y="20955"/>
                  </a:cubicBezTo>
                  <a:cubicBezTo>
                    <a:pt x="16843" y="20892"/>
                    <a:pt x="16995" y="20830"/>
                    <a:pt x="17102" y="20723"/>
                  </a:cubicBezTo>
                  <a:cubicBezTo>
                    <a:pt x="17191" y="20696"/>
                    <a:pt x="17334" y="20643"/>
                    <a:pt x="17334" y="20544"/>
                  </a:cubicBezTo>
                  <a:cubicBezTo>
                    <a:pt x="17414" y="20464"/>
                    <a:pt x="17521" y="20411"/>
                    <a:pt x="17592" y="20330"/>
                  </a:cubicBezTo>
                  <a:cubicBezTo>
                    <a:pt x="17699" y="20330"/>
                    <a:pt x="17682" y="20205"/>
                    <a:pt x="17744" y="20161"/>
                  </a:cubicBezTo>
                  <a:cubicBezTo>
                    <a:pt x="17762" y="20125"/>
                    <a:pt x="17833" y="20098"/>
                    <a:pt x="17815" y="20054"/>
                  </a:cubicBezTo>
                  <a:cubicBezTo>
                    <a:pt x="17985" y="19956"/>
                    <a:pt x="18226" y="19893"/>
                    <a:pt x="18270" y="19688"/>
                  </a:cubicBezTo>
                  <a:cubicBezTo>
                    <a:pt x="18288" y="19545"/>
                    <a:pt x="18476" y="19536"/>
                    <a:pt x="18583" y="19474"/>
                  </a:cubicBezTo>
                  <a:cubicBezTo>
                    <a:pt x="18636" y="19340"/>
                    <a:pt x="18734" y="19242"/>
                    <a:pt x="18877" y="19206"/>
                  </a:cubicBezTo>
                  <a:cubicBezTo>
                    <a:pt x="18895" y="19117"/>
                    <a:pt x="18948" y="18948"/>
                    <a:pt x="18975" y="18867"/>
                  </a:cubicBezTo>
                  <a:cubicBezTo>
                    <a:pt x="19162" y="18796"/>
                    <a:pt x="19162" y="18600"/>
                    <a:pt x="19216" y="18430"/>
                  </a:cubicBezTo>
                  <a:cubicBezTo>
                    <a:pt x="19350" y="18332"/>
                    <a:pt x="19421" y="18189"/>
                    <a:pt x="19466" y="18038"/>
                  </a:cubicBezTo>
                  <a:cubicBezTo>
                    <a:pt x="19582" y="17904"/>
                    <a:pt x="19680" y="17752"/>
                    <a:pt x="19787" y="17609"/>
                  </a:cubicBezTo>
                  <a:cubicBezTo>
                    <a:pt x="19858" y="17574"/>
                    <a:pt x="19921" y="17511"/>
                    <a:pt x="19930" y="17431"/>
                  </a:cubicBezTo>
                  <a:cubicBezTo>
                    <a:pt x="19921" y="17181"/>
                    <a:pt x="20099" y="16976"/>
                    <a:pt x="20117" y="16735"/>
                  </a:cubicBezTo>
                  <a:cubicBezTo>
                    <a:pt x="20420" y="15914"/>
                    <a:pt x="20465" y="15031"/>
                    <a:pt x="20777" y="14219"/>
                  </a:cubicBezTo>
                  <a:cubicBezTo>
                    <a:pt x="20857" y="14041"/>
                    <a:pt x="20840" y="13836"/>
                    <a:pt x="20741" y="13666"/>
                  </a:cubicBezTo>
                  <a:cubicBezTo>
                    <a:pt x="20715" y="13283"/>
                    <a:pt x="20965" y="12926"/>
                    <a:pt x="20875" y="12551"/>
                  </a:cubicBezTo>
                  <a:cubicBezTo>
                    <a:pt x="20804" y="12462"/>
                    <a:pt x="20831" y="12373"/>
                    <a:pt x="20866" y="12284"/>
                  </a:cubicBezTo>
                  <a:lnTo>
                    <a:pt x="20902" y="12284"/>
                  </a:lnTo>
                  <a:cubicBezTo>
                    <a:pt x="20893" y="12150"/>
                    <a:pt x="20947" y="11954"/>
                    <a:pt x="20822" y="11882"/>
                  </a:cubicBezTo>
                  <a:cubicBezTo>
                    <a:pt x="20777" y="11784"/>
                    <a:pt x="20670" y="11704"/>
                    <a:pt x="20581" y="11641"/>
                  </a:cubicBezTo>
                  <a:cubicBezTo>
                    <a:pt x="20626" y="11606"/>
                    <a:pt x="20626" y="11543"/>
                    <a:pt x="20626" y="11490"/>
                  </a:cubicBezTo>
                  <a:cubicBezTo>
                    <a:pt x="20724" y="11445"/>
                    <a:pt x="20626" y="11222"/>
                    <a:pt x="20661" y="11133"/>
                  </a:cubicBezTo>
                  <a:lnTo>
                    <a:pt x="20697" y="11133"/>
                  </a:lnTo>
                  <a:cubicBezTo>
                    <a:pt x="20706" y="10954"/>
                    <a:pt x="20759" y="10785"/>
                    <a:pt x="20795" y="10606"/>
                  </a:cubicBezTo>
                  <a:cubicBezTo>
                    <a:pt x="20884" y="10571"/>
                    <a:pt x="20768" y="10392"/>
                    <a:pt x="20733" y="10312"/>
                  </a:cubicBezTo>
                  <a:cubicBezTo>
                    <a:pt x="20697" y="10116"/>
                    <a:pt x="20947" y="9893"/>
                    <a:pt x="20786" y="9750"/>
                  </a:cubicBezTo>
                  <a:cubicBezTo>
                    <a:pt x="20786" y="9723"/>
                    <a:pt x="20786" y="9688"/>
                    <a:pt x="20786" y="9670"/>
                  </a:cubicBezTo>
                  <a:lnTo>
                    <a:pt x="20741" y="9670"/>
                  </a:lnTo>
                  <a:cubicBezTo>
                    <a:pt x="20741" y="9652"/>
                    <a:pt x="20733" y="9616"/>
                    <a:pt x="20733" y="9598"/>
                  </a:cubicBezTo>
                  <a:cubicBezTo>
                    <a:pt x="20750" y="9393"/>
                    <a:pt x="20741" y="9188"/>
                    <a:pt x="20733" y="8983"/>
                  </a:cubicBezTo>
                  <a:cubicBezTo>
                    <a:pt x="20822" y="8876"/>
                    <a:pt x="20857" y="8742"/>
                    <a:pt x="20813" y="8608"/>
                  </a:cubicBezTo>
                  <a:cubicBezTo>
                    <a:pt x="20724" y="8510"/>
                    <a:pt x="20581" y="8430"/>
                    <a:pt x="20581" y="8278"/>
                  </a:cubicBezTo>
                  <a:cubicBezTo>
                    <a:pt x="20590" y="8225"/>
                    <a:pt x="20563" y="8171"/>
                    <a:pt x="20501" y="8171"/>
                  </a:cubicBezTo>
                  <a:cubicBezTo>
                    <a:pt x="20376" y="7975"/>
                    <a:pt x="20224" y="7796"/>
                    <a:pt x="20099" y="7600"/>
                  </a:cubicBezTo>
                  <a:cubicBezTo>
                    <a:pt x="19983" y="7431"/>
                    <a:pt x="20028" y="7190"/>
                    <a:pt x="19930" y="7020"/>
                  </a:cubicBezTo>
                  <a:cubicBezTo>
                    <a:pt x="19903" y="6904"/>
                    <a:pt x="19814" y="6815"/>
                    <a:pt x="19733" y="6735"/>
                  </a:cubicBezTo>
                  <a:cubicBezTo>
                    <a:pt x="19742" y="6663"/>
                    <a:pt x="19733" y="6628"/>
                    <a:pt x="19689" y="6619"/>
                  </a:cubicBezTo>
                  <a:cubicBezTo>
                    <a:pt x="19698" y="6538"/>
                    <a:pt x="19644" y="6485"/>
                    <a:pt x="19609" y="6423"/>
                  </a:cubicBezTo>
                  <a:cubicBezTo>
                    <a:pt x="19626" y="6217"/>
                    <a:pt x="19457" y="6039"/>
                    <a:pt x="19439" y="5825"/>
                  </a:cubicBezTo>
                  <a:lnTo>
                    <a:pt x="19403" y="5825"/>
                  </a:lnTo>
                  <a:cubicBezTo>
                    <a:pt x="19377" y="5655"/>
                    <a:pt x="19154" y="5629"/>
                    <a:pt x="19109" y="5459"/>
                  </a:cubicBezTo>
                  <a:cubicBezTo>
                    <a:pt x="18975" y="5165"/>
                    <a:pt x="18752" y="4870"/>
                    <a:pt x="18476" y="4674"/>
                  </a:cubicBezTo>
                  <a:cubicBezTo>
                    <a:pt x="18288" y="4540"/>
                    <a:pt x="18163" y="4344"/>
                    <a:pt x="17967" y="4228"/>
                  </a:cubicBezTo>
                  <a:cubicBezTo>
                    <a:pt x="17690" y="3862"/>
                    <a:pt x="17369" y="3523"/>
                    <a:pt x="16977" y="3291"/>
                  </a:cubicBezTo>
                  <a:cubicBezTo>
                    <a:pt x="16629" y="2970"/>
                    <a:pt x="16192" y="2711"/>
                    <a:pt x="15799" y="2426"/>
                  </a:cubicBezTo>
                  <a:cubicBezTo>
                    <a:pt x="15639" y="2283"/>
                    <a:pt x="15487" y="2114"/>
                    <a:pt x="15282" y="2024"/>
                  </a:cubicBezTo>
                  <a:cubicBezTo>
                    <a:pt x="15224" y="1941"/>
                    <a:pt x="15096" y="1835"/>
                    <a:pt x="14971" y="1835"/>
                  </a:cubicBezTo>
                  <a:cubicBezTo>
                    <a:pt x="14961" y="1835"/>
                    <a:pt x="14952" y="1836"/>
                    <a:pt x="14943" y="1837"/>
                  </a:cubicBezTo>
                  <a:lnTo>
                    <a:pt x="14952" y="1801"/>
                  </a:lnTo>
                  <a:cubicBezTo>
                    <a:pt x="14791" y="1721"/>
                    <a:pt x="14702" y="1525"/>
                    <a:pt x="14515" y="1507"/>
                  </a:cubicBezTo>
                  <a:cubicBezTo>
                    <a:pt x="14506" y="1498"/>
                    <a:pt x="14488" y="1480"/>
                    <a:pt x="14470" y="1471"/>
                  </a:cubicBezTo>
                  <a:cubicBezTo>
                    <a:pt x="14452" y="1391"/>
                    <a:pt x="14327" y="1400"/>
                    <a:pt x="14283" y="1338"/>
                  </a:cubicBezTo>
                  <a:cubicBezTo>
                    <a:pt x="14211" y="1248"/>
                    <a:pt x="14086" y="1257"/>
                    <a:pt x="13988" y="1230"/>
                  </a:cubicBezTo>
                  <a:cubicBezTo>
                    <a:pt x="13944" y="1168"/>
                    <a:pt x="13854" y="1168"/>
                    <a:pt x="13792" y="1150"/>
                  </a:cubicBezTo>
                  <a:cubicBezTo>
                    <a:pt x="13658" y="1043"/>
                    <a:pt x="13444" y="999"/>
                    <a:pt x="13292" y="891"/>
                  </a:cubicBezTo>
                  <a:cubicBezTo>
                    <a:pt x="13284" y="767"/>
                    <a:pt x="13052" y="704"/>
                    <a:pt x="12945" y="668"/>
                  </a:cubicBezTo>
                  <a:cubicBezTo>
                    <a:pt x="12918" y="633"/>
                    <a:pt x="12882" y="597"/>
                    <a:pt x="12846" y="570"/>
                  </a:cubicBezTo>
                  <a:cubicBezTo>
                    <a:pt x="12837" y="571"/>
                    <a:pt x="12828" y="572"/>
                    <a:pt x="12820" y="572"/>
                  </a:cubicBezTo>
                  <a:cubicBezTo>
                    <a:pt x="12692" y="572"/>
                    <a:pt x="12585" y="473"/>
                    <a:pt x="12461" y="473"/>
                  </a:cubicBezTo>
                  <a:cubicBezTo>
                    <a:pt x="12441" y="473"/>
                    <a:pt x="12421" y="475"/>
                    <a:pt x="12400" y="481"/>
                  </a:cubicBezTo>
                  <a:cubicBezTo>
                    <a:pt x="12324" y="458"/>
                    <a:pt x="12247" y="395"/>
                    <a:pt x="12164" y="395"/>
                  </a:cubicBezTo>
                  <a:cubicBezTo>
                    <a:pt x="12151" y="395"/>
                    <a:pt x="12137" y="397"/>
                    <a:pt x="12124" y="401"/>
                  </a:cubicBezTo>
                  <a:cubicBezTo>
                    <a:pt x="11874" y="347"/>
                    <a:pt x="11633" y="285"/>
                    <a:pt x="11392" y="213"/>
                  </a:cubicBezTo>
                  <a:cubicBezTo>
                    <a:pt x="11437" y="124"/>
                    <a:pt x="11294" y="169"/>
                    <a:pt x="11250" y="142"/>
                  </a:cubicBezTo>
                  <a:cubicBezTo>
                    <a:pt x="10928" y="115"/>
                    <a:pt x="10616" y="98"/>
                    <a:pt x="10295" y="53"/>
                  </a:cubicBezTo>
                  <a:cubicBezTo>
                    <a:pt x="10203" y="14"/>
                    <a:pt x="10108" y="1"/>
                    <a:pt x="100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3" name="Google Shape;183;p20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84" name="Google Shape;184;p20"/>
          <p:cNvGrpSpPr/>
          <p:nvPr/>
        </p:nvGrpSpPr>
        <p:grpSpPr>
          <a:xfrm>
            <a:off x="299060" y="3542040"/>
            <a:ext cx="286906" cy="1209182"/>
            <a:chOff x="8150749" y="1413265"/>
            <a:chExt cx="286906" cy="1209182"/>
          </a:xfrm>
        </p:grpSpPr>
        <p:sp>
          <p:nvSpPr>
            <p:cNvPr id="185" name="Google Shape;185;p20"/>
            <p:cNvSpPr/>
            <p:nvPr/>
          </p:nvSpPr>
          <p:spPr>
            <a:xfrm>
              <a:off x="8150749" y="1413265"/>
              <a:ext cx="286894" cy="316005"/>
            </a:xfrm>
            <a:custGeom>
              <a:avLst/>
              <a:gdLst/>
              <a:ahLst/>
              <a:cxnLst/>
              <a:rect l="l" t="t" r="r" b="b"/>
              <a:pathLst>
                <a:path w="19868" h="21884" extrusionOk="0">
                  <a:moveTo>
                    <a:pt x="8172" y="0"/>
                  </a:moveTo>
                  <a:cubicBezTo>
                    <a:pt x="7459" y="188"/>
                    <a:pt x="6700" y="116"/>
                    <a:pt x="6022" y="411"/>
                  </a:cubicBezTo>
                  <a:cubicBezTo>
                    <a:pt x="5755" y="589"/>
                    <a:pt x="5434" y="634"/>
                    <a:pt x="5130" y="714"/>
                  </a:cubicBezTo>
                  <a:cubicBezTo>
                    <a:pt x="5059" y="767"/>
                    <a:pt x="4916" y="794"/>
                    <a:pt x="4907" y="892"/>
                  </a:cubicBezTo>
                  <a:cubicBezTo>
                    <a:pt x="4874" y="883"/>
                    <a:pt x="4840" y="879"/>
                    <a:pt x="4807" y="879"/>
                  </a:cubicBezTo>
                  <a:cubicBezTo>
                    <a:pt x="4613" y="879"/>
                    <a:pt x="4430" y="1017"/>
                    <a:pt x="4247" y="1071"/>
                  </a:cubicBezTo>
                  <a:cubicBezTo>
                    <a:pt x="4087" y="1205"/>
                    <a:pt x="3881" y="1249"/>
                    <a:pt x="3730" y="1392"/>
                  </a:cubicBezTo>
                  <a:cubicBezTo>
                    <a:pt x="3569" y="1436"/>
                    <a:pt x="3391" y="1445"/>
                    <a:pt x="3239" y="1517"/>
                  </a:cubicBezTo>
                  <a:cubicBezTo>
                    <a:pt x="3195" y="1597"/>
                    <a:pt x="3087" y="1633"/>
                    <a:pt x="3052" y="1731"/>
                  </a:cubicBezTo>
                  <a:cubicBezTo>
                    <a:pt x="3007" y="1856"/>
                    <a:pt x="2829" y="1856"/>
                    <a:pt x="2740" y="1954"/>
                  </a:cubicBezTo>
                  <a:cubicBezTo>
                    <a:pt x="2490" y="2195"/>
                    <a:pt x="2186" y="2373"/>
                    <a:pt x="1910" y="2569"/>
                  </a:cubicBezTo>
                  <a:cubicBezTo>
                    <a:pt x="1669" y="2962"/>
                    <a:pt x="1321" y="3283"/>
                    <a:pt x="1134" y="3711"/>
                  </a:cubicBezTo>
                  <a:cubicBezTo>
                    <a:pt x="1062" y="3925"/>
                    <a:pt x="875" y="4086"/>
                    <a:pt x="813" y="4309"/>
                  </a:cubicBezTo>
                  <a:cubicBezTo>
                    <a:pt x="714" y="4407"/>
                    <a:pt x="643" y="4532"/>
                    <a:pt x="634" y="4666"/>
                  </a:cubicBezTo>
                  <a:cubicBezTo>
                    <a:pt x="545" y="4782"/>
                    <a:pt x="483" y="4907"/>
                    <a:pt x="438" y="5041"/>
                  </a:cubicBezTo>
                  <a:cubicBezTo>
                    <a:pt x="393" y="5504"/>
                    <a:pt x="215" y="5968"/>
                    <a:pt x="242" y="6441"/>
                  </a:cubicBezTo>
                  <a:cubicBezTo>
                    <a:pt x="144" y="6593"/>
                    <a:pt x="10" y="6736"/>
                    <a:pt x="117" y="6941"/>
                  </a:cubicBezTo>
                  <a:cubicBezTo>
                    <a:pt x="45" y="7467"/>
                    <a:pt x="63" y="7993"/>
                    <a:pt x="1" y="8529"/>
                  </a:cubicBezTo>
                  <a:cubicBezTo>
                    <a:pt x="72" y="8743"/>
                    <a:pt x="10" y="8966"/>
                    <a:pt x="1" y="9189"/>
                  </a:cubicBezTo>
                  <a:cubicBezTo>
                    <a:pt x="63" y="9376"/>
                    <a:pt x="19" y="9581"/>
                    <a:pt x="1" y="9769"/>
                  </a:cubicBezTo>
                  <a:cubicBezTo>
                    <a:pt x="36" y="10126"/>
                    <a:pt x="36" y="10482"/>
                    <a:pt x="108" y="10830"/>
                  </a:cubicBezTo>
                  <a:cubicBezTo>
                    <a:pt x="117" y="11098"/>
                    <a:pt x="304" y="11312"/>
                    <a:pt x="304" y="11580"/>
                  </a:cubicBezTo>
                  <a:cubicBezTo>
                    <a:pt x="268" y="11794"/>
                    <a:pt x="420" y="11972"/>
                    <a:pt x="402" y="12186"/>
                  </a:cubicBezTo>
                  <a:cubicBezTo>
                    <a:pt x="518" y="12276"/>
                    <a:pt x="545" y="12418"/>
                    <a:pt x="545" y="12561"/>
                  </a:cubicBezTo>
                  <a:cubicBezTo>
                    <a:pt x="554" y="12766"/>
                    <a:pt x="679" y="12936"/>
                    <a:pt x="732" y="13123"/>
                  </a:cubicBezTo>
                  <a:cubicBezTo>
                    <a:pt x="679" y="13266"/>
                    <a:pt x="697" y="13489"/>
                    <a:pt x="830" y="13569"/>
                  </a:cubicBezTo>
                  <a:cubicBezTo>
                    <a:pt x="1009" y="13953"/>
                    <a:pt x="1134" y="14354"/>
                    <a:pt x="1285" y="14756"/>
                  </a:cubicBezTo>
                  <a:cubicBezTo>
                    <a:pt x="1464" y="14889"/>
                    <a:pt x="1446" y="15139"/>
                    <a:pt x="1544" y="15326"/>
                  </a:cubicBezTo>
                  <a:cubicBezTo>
                    <a:pt x="1615" y="15532"/>
                    <a:pt x="1767" y="15701"/>
                    <a:pt x="1874" y="15880"/>
                  </a:cubicBezTo>
                  <a:cubicBezTo>
                    <a:pt x="2106" y="16129"/>
                    <a:pt x="2133" y="16504"/>
                    <a:pt x="2383" y="16745"/>
                  </a:cubicBezTo>
                  <a:cubicBezTo>
                    <a:pt x="2499" y="16834"/>
                    <a:pt x="2552" y="16959"/>
                    <a:pt x="2570" y="17093"/>
                  </a:cubicBezTo>
                  <a:cubicBezTo>
                    <a:pt x="2784" y="17459"/>
                    <a:pt x="3096" y="17744"/>
                    <a:pt x="3364" y="18074"/>
                  </a:cubicBezTo>
                  <a:cubicBezTo>
                    <a:pt x="3614" y="18199"/>
                    <a:pt x="3703" y="18502"/>
                    <a:pt x="3962" y="18618"/>
                  </a:cubicBezTo>
                  <a:cubicBezTo>
                    <a:pt x="4096" y="18645"/>
                    <a:pt x="4051" y="18824"/>
                    <a:pt x="4176" y="18850"/>
                  </a:cubicBezTo>
                  <a:cubicBezTo>
                    <a:pt x="4390" y="18939"/>
                    <a:pt x="4488" y="19189"/>
                    <a:pt x="4720" y="19278"/>
                  </a:cubicBezTo>
                  <a:cubicBezTo>
                    <a:pt x="4836" y="19314"/>
                    <a:pt x="4907" y="19439"/>
                    <a:pt x="5032" y="19457"/>
                  </a:cubicBezTo>
                  <a:cubicBezTo>
                    <a:pt x="5211" y="19582"/>
                    <a:pt x="5416" y="19716"/>
                    <a:pt x="5639" y="19760"/>
                  </a:cubicBezTo>
                  <a:cubicBezTo>
                    <a:pt x="5844" y="19948"/>
                    <a:pt x="6138" y="20028"/>
                    <a:pt x="6370" y="20180"/>
                  </a:cubicBezTo>
                  <a:cubicBezTo>
                    <a:pt x="6718" y="20313"/>
                    <a:pt x="7013" y="20545"/>
                    <a:pt x="7370" y="20652"/>
                  </a:cubicBezTo>
                  <a:cubicBezTo>
                    <a:pt x="7682" y="20813"/>
                    <a:pt x="8039" y="20911"/>
                    <a:pt x="8333" y="21107"/>
                  </a:cubicBezTo>
                  <a:cubicBezTo>
                    <a:pt x="8761" y="21277"/>
                    <a:pt x="9181" y="21464"/>
                    <a:pt x="9600" y="21643"/>
                  </a:cubicBezTo>
                  <a:cubicBezTo>
                    <a:pt x="9841" y="21651"/>
                    <a:pt x="10082" y="21687"/>
                    <a:pt x="10305" y="21785"/>
                  </a:cubicBezTo>
                  <a:cubicBezTo>
                    <a:pt x="10545" y="21830"/>
                    <a:pt x="10813" y="21767"/>
                    <a:pt x="11045" y="21883"/>
                  </a:cubicBezTo>
                  <a:cubicBezTo>
                    <a:pt x="11106" y="21836"/>
                    <a:pt x="11170" y="21821"/>
                    <a:pt x="11237" y="21821"/>
                  </a:cubicBezTo>
                  <a:cubicBezTo>
                    <a:pt x="11359" y="21821"/>
                    <a:pt x="11489" y="21873"/>
                    <a:pt x="11618" y="21873"/>
                  </a:cubicBezTo>
                  <a:cubicBezTo>
                    <a:pt x="11644" y="21873"/>
                    <a:pt x="11670" y="21871"/>
                    <a:pt x="11696" y="21866"/>
                  </a:cubicBezTo>
                  <a:cubicBezTo>
                    <a:pt x="11764" y="21832"/>
                    <a:pt x="11837" y="21814"/>
                    <a:pt x="11911" y="21814"/>
                  </a:cubicBezTo>
                  <a:cubicBezTo>
                    <a:pt x="11993" y="21814"/>
                    <a:pt x="12076" y="21836"/>
                    <a:pt x="12151" y="21883"/>
                  </a:cubicBezTo>
                  <a:cubicBezTo>
                    <a:pt x="12247" y="21836"/>
                    <a:pt x="12349" y="21815"/>
                    <a:pt x="12451" y="21815"/>
                  </a:cubicBezTo>
                  <a:cubicBezTo>
                    <a:pt x="12558" y="21815"/>
                    <a:pt x="12666" y="21838"/>
                    <a:pt x="12767" y="21874"/>
                  </a:cubicBezTo>
                  <a:cubicBezTo>
                    <a:pt x="12892" y="21776"/>
                    <a:pt x="13061" y="21883"/>
                    <a:pt x="13124" y="21714"/>
                  </a:cubicBezTo>
                  <a:cubicBezTo>
                    <a:pt x="13148" y="21717"/>
                    <a:pt x="13172" y="21719"/>
                    <a:pt x="13196" y="21719"/>
                  </a:cubicBezTo>
                  <a:cubicBezTo>
                    <a:pt x="13376" y="21719"/>
                    <a:pt x="13549" y="21633"/>
                    <a:pt x="13659" y="21491"/>
                  </a:cubicBezTo>
                  <a:cubicBezTo>
                    <a:pt x="13730" y="21393"/>
                    <a:pt x="13846" y="21393"/>
                    <a:pt x="13962" y="21393"/>
                  </a:cubicBezTo>
                  <a:cubicBezTo>
                    <a:pt x="14221" y="21286"/>
                    <a:pt x="14587" y="21295"/>
                    <a:pt x="14765" y="21045"/>
                  </a:cubicBezTo>
                  <a:lnTo>
                    <a:pt x="14756" y="21000"/>
                  </a:lnTo>
                  <a:cubicBezTo>
                    <a:pt x="14836" y="20956"/>
                    <a:pt x="14988" y="20956"/>
                    <a:pt x="15024" y="20858"/>
                  </a:cubicBezTo>
                  <a:cubicBezTo>
                    <a:pt x="15104" y="20840"/>
                    <a:pt x="15095" y="20706"/>
                    <a:pt x="15167" y="20652"/>
                  </a:cubicBezTo>
                  <a:cubicBezTo>
                    <a:pt x="15398" y="20474"/>
                    <a:pt x="15729" y="20420"/>
                    <a:pt x="15907" y="20162"/>
                  </a:cubicBezTo>
                  <a:cubicBezTo>
                    <a:pt x="16076" y="19912"/>
                    <a:pt x="16415" y="19849"/>
                    <a:pt x="16576" y="19582"/>
                  </a:cubicBezTo>
                  <a:cubicBezTo>
                    <a:pt x="16674" y="19359"/>
                    <a:pt x="17067" y="19332"/>
                    <a:pt x="16933" y="19011"/>
                  </a:cubicBezTo>
                  <a:cubicBezTo>
                    <a:pt x="17067" y="18877"/>
                    <a:pt x="17361" y="18895"/>
                    <a:pt x="17370" y="18663"/>
                  </a:cubicBezTo>
                  <a:cubicBezTo>
                    <a:pt x="17432" y="18618"/>
                    <a:pt x="17513" y="18574"/>
                    <a:pt x="17575" y="18511"/>
                  </a:cubicBezTo>
                  <a:cubicBezTo>
                    <a:pt x="17602" y="18351"/>
                    <a:pt x="17691" y="18226"/>
                    <a:pt x="17852" y="18163"/>
                  </a:cubicBezTo>
                  <a:cubicBezTo>
                    <a:pt x="18173" y="18038"/>
                    <a:pt x="18039" y="17619"/>
                    <a:pt x="18173" y="17378"/>
                  </a:cubicBezTo>
                  <a:cubicBezTo>
                    <a:pt x="18209" y="17253"/>
                    <a:pt x="18405" y="17289"/>
                    <a:pt x="18423" y="17146"/>
                  </a:cubicBezTo>
                  <a:cubicBezTo>
                    <a:pt x="18423" y="17013"/>
                    <a:pt x="18557" y="16932"/>
                    <a:pt x="18565" y="16798"/>
                  </a:cubicBezTo>
                  <a:cubicBezTo>
                    <a:pt x="18583" y="16611"/>
                    <a:pt x="18797" y="16522"/>
                    <a:pt x="18797" y="16326"/>
                  </a:cubicBezTo>
                  <a:cubicBezTo>
                    <a:pt x="18922" y="16183"/>
                    <a:pt x="19127" y="16067"/>
                    <a:pt x="19056" y="15826"/>
                  </a:cubicBezTo>
                  <a:cubicBezTo>
                    <a:pt x="19136" y="15416"/>
                    <a:pt x="19252" y="15005"/>
                    <a:pt x="19270" y="14586"/>
                  </a:cubicBezTo>
                  <a:cubicBezTo>
                    <a:pt x="19181" y="14381"/>
                    <a:pt x="19413" y="14283"/>
                    <a:pt x="19404" y="14104"/>
                  </a:cubicBezTo>
                  <a:cubicBezTo>
                    <a:pt x="19440" y="13667"/>
                    <a:pt x="19681" y="13266"/>
                    <a:pt x="19627" y="12820"/>
                  </a:cubicBezTo>
                  <a:cubicBezTo>
                    <a:pt x="19725" y="12766"/>
                    <a:pt x="19672" y="12579"/>
                    <a:pt x="19698" y="12463"/>
                  </a:cubicBezTo>
                  <a:cubicBezTo>
                    <a:pt x="19823" y="12204"/>
                    <a:pt x="19431" y="12079"/>
                    <a:pt x="19600" y="11821"/>
                  </a:cubicBezTo>
                  <a:cubicBezTo>
                    <a:pt x="19600" y="11482"/>
                    <a:pt x="19707" y="11151"/>
                    <a:pt x="19707" y="10821"/>
                  </a:cubicBezTo>
                  <a:lnTo>
                    <a:pt x="19752" y="10830"/>
                  </a:lnTo>
                  <a:cubicBezTo>
                    <a:pt x="19752" y="10491"/>
                    <a:pt x="19770" y="10152"/>
                    <a:pt x="19743" y="9822"/>
                  </a:cubicBezTo>
                  <a:cubicBezTo>
                    <a:pt x="19761" y="9653"/>
                    <a:pt x="19761" y="9483"/>
                    <a:pt x="19725" y="9314"/>
                  </a:cubicBezTo>
                  <a:cubicBezTo>
                    <a:pt x="19627" y="9225"/>
                    <a:pt x="19868" y="8859"/>
                    <a:pt x="19716" y="8841"/>
                  </a:cubicBezTo>
                  <a:cubicBezTo>
                    <a:pt x="19725" y="8645"/>
                    <a:pt x="19707" y="8457"/>
                    <a:pt x="19716" y="8261"/>
                  </a:cubicBezTo>
                  <a:lnTo>
                    <a:pt x="19672" y="8261"/>
                  </a:lnTo>
                  <a:cubicBezTo>
                    <a:pt x="19672" y="8181"/>
                    <a:pt x="19672" y="8100"/>
                    <a:pt x="19645" y="8029"/>
                  </a:cubicBezTo>
                  <a:cubicBezTo>
                    <a:pt x="19582" y="7860"/>
                    <a:pt x="19672" y="7681"/>
                    <a:pt x="19672" y="7512"/>
                  </a:cubicBezTo>
                  <a:lnTo>
                    <a:pt x="19627" y="7512"/>
                  </a:lnTo>
                  <a:cubicBezTo>
                    <a:pt x="19582" y="7298"/>
                    <a:pt x="19440" y="7110"/>
                    <a:pt x="19368" y="6896"/>
                  </a:cubicBezTo>
                  <a:cubicBezTo>
                    <a:pt x="19404" y="6807"/>
                    <a:pt x="19413" y="6709"/>
                    <a:pt x="19395" y="6620"/>
                  </a:cubicBezTo>
                  <a:cubicBezTo>
                    <a:pt x="19413" y="6405"/>
                    <a:pt x="19458" y="6111"/>
                    <a:pt x="19217" y="6013"/>
                  </a:cubicBezTo>
                  <a:cubicBezTo>
                    <a:pt x="19127" y="5879"/>
                    <a:pt x="19181" y="5656"/>
                    <a:pt x="19020" y="5549"/>
                  </a:cubicBezTo>
                  <a:cubicBezTo>
                    <a:pt x="19003" y="5344"/>
                    <a:pt x="19127" y="5049"/>
                    <a:pt x="18913" y="4898"/>
                  </a:cubicBezTo>
                  <a:cubicBezTo>
                    <a:pt x="18888" y="4838"/>
                    <a:pt x="18870" y="4754"/>
                    <a:pt x="18792" y="4754"/>
                  </a:cubicBezTo>
                  <a:cubicBezTo>
                    <a:pt x="18788" y="4754"/>
                    <a:pt x="18784" y="4755"/>
                    <a:pt x="18780" y="4755"/>
                  </a:cubicBezTo>
                  <a:cubicBezTo>
                    <a:pt x="18780" y="4657"/>
                    <a:pt x="18708" y="4577"/>
                    <a:pt x="18655" y="4496"/>
                  </a:cubicBezTo>
                  <a:cubicBezTo>
                    <a:pt x="18646" y="4407"/>
                    <a:pt x="18619" y="4273"/>
                    <a:pt x="18521" y="4238"/>
                  </a:cubicBezTo>
                  <a:cubicBezTo>
                    <a:pt x="18405" y="4122"/>
                    <a:pt x="18360" y="3952"/>
                    <a:pt x="18253" y="3836"/>
                  </a:cubicBezTo>
                  <a:cubicBezTo>
                    <a:pt x="18271" y="3765"/>
                    <a:pt x="18253" y="3720"/>
                    <a:pt x="18209" y="3702"/>
                  </a:cubicBezTo>
                  <a:cubicBezTo>
                    <a:pt x="18262" y="3533"/>
                    <a:pt x="18244" y="3301"/>
                    <a:pt x="18075" y="3221"/>
                  </a:cubicBezTo>
                  <a:cubicBezTo>
                    <a:pt x="18048" y="3158"/>
                    <a:pt x="18021" y="3060"/>
                    <a:pt x="17941" y="3051"/>
                  </a:cubicBezTo>
                  <a:cubicBezTo>
                    <a:pt x="17896" y="2944"/>
                    <a:pt x="17763" y="2900"/>
                    <a:pt x="17682" y="2819"/>
                  </a:cubicBezTo>
                  <a:cubicBezTo>
                    <a:pt x="17673" y="2614"/>
                    <a:pt x="17459" y="2569"/>
                    <a:pt x="17334" y="2462"/>
                  </a:cubicBezTo>
                  <a:cubicBezTo>
                    <a:pt x="17156" y="2213"/>
                    <a:pt x="16924" y="2016"/>
                    <a:pt x="16737" y="1775"/>
                  </a:cubicBezTo>
                  <a:cubicBezTo>
                    <a:pt x="16540" y="1731"/>
                    <a:pt x="16415" y="1544"/>
                    <a:pt x="16219" y="1490"/>
                  </a:cubicBezTo>
                  <a:cubicBezTo>
                    <a:pt x="16005" y="1383"/>
                    <a:pt x="15871" y="1151"/>
                    <a:pt x="15639" y="1053"/>
                  </a:cubicBezTo>
                  <a:cubicBezTo>
                    <a:pt x="15470" y="990"/>
                    <a:pt x="15309" y="892"/>
                    <a:pt x="15140" y="803"/>
                  </a:cubicBezTo>
                  <a:cubicBezTo>
                    <a:pt x="14792" y="758"/>
                    <a:pt x="14462" y="651"/>
                    <a:pt x="14114" y="589"/>
                  </a:cubicBezTo>
                  <a:cubicBezTo>
                    <a:pt x="13480" y="509"/>
                    <a:pt x="12856" y="402"/>
                    <a:pt x="12223" y="357"/>
                  </a:cubicBezTo>
                  <a:lnTo>
                    <a:pt x="12160" y="357"/>
                  </a:lnTo>
                  <a:cubicBezTo>
                    <a:pt x="12097" y="306"/>
                    <a:pt x="12020" y="296"/>
                    <a:pt x="11941" y="296"/>
                  </a:cubicBezTo>
                  <a:cubicBezTo>
                    <a:pt x="11894" y="296"/>
                    <a:pt x="11847" y="300"/>
                    <a:pt x="11800" y="300"/>
                  </a:cubicBezTo>
                  <a:cubicBezTo>
                    <a:pt x="11748" y="300"/>
                    <a:pt x="11697" y="295"/>
                    <a:pt x="11652" y="277"/>
                  </a:cubicBezTo>
                  <a:cubicBezTo>
                    <a:pt x="11259" y="170"/>
                    <a:pt x="10858" y="232"/>
                    <a:pt x="10465" y="134"/>
                  </a:cubicBezTo>
                  <a:cubicBezTo>
                    <a:pt x="10444" y="134"/>
                    <a:pt x="10422" y="135"/>
                    <a:pt x="10401" y="135"/>
                  </a:cubicBezTo>
                  <a:cubicBezTo>
                    <a:pt x="10036" y="135"/>
                    <a:pt x="9682" y="75"/>
                    <a:pt x="9320" y="75"/>
                  </a:cubicBezTo>
                  <a:cubicBezTo>
                    <a:pt x="9262" y="75"/>
                    <a:pt x="9203" y="77"/>
                    <a:pt x="9145" y="81"/>
                  </a:cubicBezTo>
                  <a:lnTo>
                    <a:pt x="9145" y="36"/>
                  </a:lnTo>
                  <a:cubicBezTo>
                    <a:pt x="9013" y="36"/>
                    <a:pt x="8882" y="39"/>
                    <a:pt x="8752" y="39"/>
                  </a:cubicBezTo>
                  <a:cubicBezTo>
                    <a:pt x="8558" y="39"/>
                    <a:pt x="8365" y="32"/>
                    <a:pt x="81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8150749" y="1879867"/>
              <a:ext cx="286890" cy="286743"/>
            </a:xfrm>
            <a:custGeom>
              <a:avLst/>
              <a:gdLst/>
              <a:ahLst/>
              <a:cxnLst/>
              <a:rect l="l" t="t" r="r" b="b"/>
              <a:pathLst>
                <a:path w="21510" h="21499" extrusionOk="0">
                  <a:moveTo>
                    <a:pt x="11164" y="0"/>
                  </a:moveTo>
                  <a:cubicBezTo>
                    <a:pt x="11086" y="0"/>
                    <a:pt x="10992" y="29"/>
                    <a:pt x="10947" y="74"/>
                  </a:cubicBezTo>
                  <a:cubicBezTo>
                    <a:pt x="10884" y="217"/>
                    <a:pt x="10706" y="217"/>
                    <a:pt x="10563" y="226"/>
                  </a:cubicBezTo>
                  <a:cubicBezTo>
                    <a:pt x="10545" y="208"/>
                    <a:pt x="10510" y="190"/>
                    <a:pt x="10483" y="181"/>
                  </a:cubicBezTo>
                  <a:cubicBezTo>
                    <a:pt x="10491" y="143"/>
                    <a:pt x="10466" y="135"/>
                    <a:pt x="10433" y="135"/>
                  </a:cubicBezTo>
                  <a:cubicBezTo>
                    <a:pt x="10407" y="135"/>
                    <a:pt x="10375" y="140"/>
                    <a:pt x="10350" y="140"/>
                  </a:cubicBezTo>
                  <a:cubicBezTo>
                    <a:pt x="10339" y="140"/>
                    <a:pt x="10330" y="139"/>
                    <a:pt x="10322" y="136"/>
                  </a:cubicBezTo>
                  <a:cubicBezTo>
                    <a:pt x="10318" y="101"/>
                    <a:pt x="10274" y="90"/>
                    <a:pt x="10219" y="90"/>
                  </a:cubicBezTo>
                  <a:cubicBezTo>
                    <a:pt x="10149" y="90"/>
                    <a:pt x="10063" y="108"/>
                    <a:pt x="10028" y="118"/>
                  </a:cubicBezTo>
                  <a:cubicBezTo>
                    <a:pt x="9936" y="142"/>
                    <a:pt x="9890" y="291"/>
                    <a:pt x="9798" y="291"/>
                  </a:cubicBezTo>
                  <a:cubicBezTo>
                    <a:pt x="9784" y="291"/>
                    <a:pt x="9768" y="288"/>
                    <a:pt x="9751" y="279"/>
                  </a:cubicBezTo>
                  <a:cubicBezTo>
                    <a:pt x="9719" y="266"/>
                    <a:pt x="9689" y="261"/>
                    <a:pt x="9659" y="261"/>
                  </a:cubicBezTo>
                  <a:cubicBezTo>
                    <a:pt x="9468" y="261"/>
                    <a:pt x="9317" y="491"/>
                    <a:pt x="9130" y="491"/>
                  </a:cubicBezTo>
                  <a:cubicBezTo>
                    <a:pt x="9103" y="491"/>
                    <a:pt x="9075" y="486"/>
                    <a:pt x="9047" y="475"/>
                  </a:cubicBezTo>
                  <a:cubicBezTo>
                    <a:pt x="8972" y="516"/>
                    <a:pt x="8908" y="577"/>
                    <a:pt x="8831" y="577"/>
                  </a:cubicBezTo>
                  <a:cubicBezTo>
                    <a:pt x="8806" y="577"/>
                    <a:pt x="8780" y="571"/>
                    <a:pt x="8752" y="556"/>
                  </a:cubicBezTo>
                  <a:cubicBezTo>
                    <a:pt x="8663" y="580"/>
                    <a:pt x="8572" y="586"/>
                    <a:pt x="8479" y="586"/>
                  </a:cubicBezTo>
                  <a:cubicBezTo>
                    <a:pt x="8394" y="586"/>
                    <a:pt x="8308" y="581"/>
                    <a:pt x="8221" y="581"/>
                  </a:cubicBezTo>
                  <a:cubicBezTo>
                    <a:pt x="8196" y="581"/>
                    <a:pt x="8171" y="581"/>
                    <a:pt x="8146" y="582"/>
                  </a:cubicBezTo>
                  <a:lnTo>
                    <a:pt x="8155" y="627"/>
                  </a:lnTo>
                  <a:cubicBezTo>
                    <a:pt x="8021" y="627"/>
                    <a:pt x="7896" y="672"/>
                    <a:pt x="7780" y="734"/>
                  </a:cubicBezTo>
                  <a:cubicBezTo>
                    <a:pt x="7477" y="743"/>
                    <a:pt x="7218" y="930"/>
                    <a:pt x="6915" y="957"/>
                  </a:cubicBezTo>
                  <a:cubicBezTo>
                    <a:pt x="6799" y="993"/>
                    <a:pt x="6736" y="1118"/>
                    <a:pt x="6620" y="1144"/>
                  </a:cubicBezTo>
                  <a:cubicBezTo>
                    <a:pt x="6600" y="1141"/>
                    <a:pt x="6580" y="1140"/>
                    <a:pt x="6560" y="1140"/>
                  </a:cubicBezTo>
                  <a:cubicBezTo>
                    <a:pt x="6414" y="1140"/>
                    <a:pt x="6282" y="1224"/>
                    <a:pt x="6219" y="1350"/>
                  </a:cubicBezTo>
                  <a:cubicBezTo>
                    <a:pt x="6130" y="1414"/>
                    <a:pt x="6021" y="1449"/>
                    <a:pt x="5909" y="1449"/>
                  </a:cubicBezTo>
                  <a:cubicBezTo>
                    <a:pt x="5896" y="1449"/>
                    <a:pt x="5883" y="1449"/>
                    <a:pt x="5871" y="1448"/>
                  </a:cubicBezTo>
                  <a:cubicBezTo>
                    <a:pt x="5728" y="1528"/>
                    <a:pt x="5541" y="1519"/>
                    <a:pt x="5443" y="1662"/>
                  </a:cubicBezTo>
                  <a:cubicBezTo>
                    <a:pt x="5086" y="2028"/>
                    <a:pt x="4613" y="2286"/>
                    <a:pt x="4372" y="2759"/>
                  </a:cubicBezTo>
                  <a:cubicBezTo>
                    <a:pt x="3935" y="3232"/>
                    <a:pt x="3685" y="3856"/>
                    <a:pt x="3257" y="4338"/>
                  </a:cubicBezTo>
                  <a:cubicBezTo>
                    <a:pt x="3079" y="4543"/>
                    <a:pt x="2998" y="4802"/>
                    <a:pt x="2838" y="5016"/>
                  </a:cubicBezTo>
                  <a:cubicBezTo>
                    <a:pt x="2659" y="5212"/>
                    <a:pt x="2543" y="5453"/>
                    <a:pt x="2436" y="5694"/>
                  </a:cubicBezTo>
                  <a:cubicBezTo>
                    <a:pt x="2276" y="5810"/>
                    <a:pt x="2204" y="6033"/>
                    <a:pt x="2088" y="6194"/>
                  </a:cubicBezTo>
                  <a:cubicBezTo>
                    <a:pt x="2070" y="6354"/>
                    <a:pt x="1963" y="6470"/>
                    <a:pt x="1901" y="6613"/>
                  </a:cubicBezTo>
                  <a:cubicBezTo>
                    <a:pt x="1758" y="6782"/>
                    <a:pt x="1874" y="7032"/>
                    <a:pt x="1723" y="7202"/>
                  </a:cubicBezTo>
                  <a:cubicBezTo>
                    <a:pt x="1696" y="7416"/>
                    <a:pt x="1508" y="7567"/>
                    <a:pt x="1437" y="7764"/>
                  </a:cubicBezTo>
                  <a:cubicBezTo>
                    <a:pt x="1357" y="8308"/>
                    <a:pt x="1125" y="8808"/>
                    <a:pt x="946" y="9325"/>
                  </a:cubicBezTo>
                  <a:cubicBezTo>
                    <a:pt x="982" y="9601"/>
                    <a:pt x="732" y="9816"/>
                    <a:pt x="741" y="10083"/>
                  </a:cubicBezTo>
                  <a:lnTo>
                    <a:pt x="706" y="10092"/>
                  </a:lnTo>
                  <a:cubicBezTo>
                    <a:pt x="572" y="10699"/>
                    <a:pt x="420" y="11305"/>
                    <a:pt x="268" y="11912"/>
                  </a:cubicBezTo>
                  <a:cubicBezTo>
                    <a:pt x="170" y="12162"/>
                    <a:pt x="304" y="12438"/>
                    <a:pt x="197" y="12688"/>
                  </a:cubicBezTo>
                  <a:cubicBezTo>
                    <a:pt x="117" y="12947"/>
                    <a:pt x="152" y="13214"/>
                    <a:pt x="108" y="13482"/>
                  </a:cubicBezTo>
                  <a:cubicBezTo>
                    <a:pt x="1" y="13687"/>
                    <a:pt x="224" y="13892"/>
                    <a:pt x="161" y="14098"/>
                  </a:cubicBezTo>
                  <a:cubicBezTo>
                    <a:pt x="108" y="14231"/>
                    <a:pt x="170" y="14374"/>
                    <a:pt x="143" y="14517"/>
                  </a:cubicBezTo>
                  <a:cubicBezTo>
                    <a:pt x="233" y="14829"/>
                    <a:pt x="268" y="15159"/>
                    <a:pt x="456" y="15445"/>
                  </a:cubicBezTo>
                  <a:cubicBezTo>
                    <a:pt x="554" y="15596"/>
                    <a:pt x="554" y="15802"/>
                    <a:pt x="688" y="15935"/>
                  </a:cubicBezTo>
                  <a:cubicBezTo>
                    <a:pt x="786" y="16114"/>
                    <a:pt x="982" y="16248"/>
                    <a:pt x="955" y="16480"/>
                  </a:cubicBezTo>
                  <a:cubicBezTo>
                    <a:pt x="1107" y="16845"/>
                    <a:pt x="1348" y="17184"/>
                    <a:pt x="1705" y="17372"/>
                  </a:cubicBezTo>
                  <a:cubicBezTo>
                    <a:pt x="1812" y="17461"/>
                    <a:pt x="1919" y="17550"/>
                    <a:pt x="1963" y="17684"/>
                  </a:cubicBezTo>
                  <a:cubicBezTo>
                    <a:pt x="2124" y="17773"/>
                    <a:pt x="2276" y="17880"/>
                    <a:pt x="2436" y="17969"/>
                  </a:cubicBezTo>
                  <a:cubicBezTo>
                    <a:pt x="2552" y="18139"/>
                    <a:pt x="2748" y="18157"/>
                    <a:pt x="2891" y="18282"/>
                  </a:cubicBezTo>
                  <a:cubicBezTo>
                    <a:pt x="3114" y="18344"/>
                    <a:pt x="3284" y="18531"/>
                    <a:pt x="3507" y="18603"/>
                  </a:cubicBezTo>
                  <a:cubicBezTo>
                    <a:pt x="3694" y="18799"/>
                    <a:pt x="3935" y="18942"/>
                    <a:pt x="4149" y="19120"/>
                  </a:cubicBezTo>
                  <a:cubicBezTo>
                    <a:pt x="4149" y="19218"/>
                    <a:pt x="4203" y="19352"/>
                    <a:pt x="4327" y="19352"/>
                  </a:cubicBezTo>
                  <a:cubicBezTo>
                    <a:pt x="4729" y="19397"/>
                    <a:pt x="5068" y="19620"/>
                    <a:pt x="5362" y="19878"/>
                  </a:cubicBezTo>
                  <a:cubicBezTo>
                    <a:pt x="5496" y="19994"/>
                    <a:pt x="5683" y="19950"/>
                    <a:pt x="5844" y="20003"/>
                  </a:cubicBezTo>
                  <a:cubicBezTo>
                    <a:pt x="5942" y="20075"/>
                    <a:pt x="6031" y="20164"/>
                    <a:pt x="6138" y="20226"/>
                  </a:cubicBezTo>
                  <a:cubicBezTo>
                    <a:pt x="6326" y="20280"/>
                    <a:pt x="6531" y="20289"/>
                    <a:pt x="6700" y="20396"/>
                  </a:cubicBezTo>
                  <a:cubicBezTo>
                    <a:pt x="6879" y="20548"/>
                    <a:pt x="7147" y="20530"/>
                    <a:pt x="7316" y="20708"/>
                  </a:cubicBezTo>
                  <a:cubicBezTo>
                    <a:pt x="7352" y="20797"/>
                    <a:pt x="7441" y="20833"/>
                    <a:pt x="7521" y="20869"/>
                  </a:cubicBezTo>
                  <a:cubicBezTo>
                    <a:pt x="7547" y="20884"/>
                    <a:pt x="7572" y="20890"/>
                    <a:pt x="7596" y="20890"/>
                  </a:cubicBezTo>
                  <a:cubicBezTo>
                    <a:pt x="7687" y="20890"/>
                    <a:pt x="7765" y="20803"/>
                    <a:pt x="7851" y="20803"/>
                  </a:cubicBezTo>
                  <a:cubicBezTo>
                    <a:pt x="7874" y="20803"/>
                    <a:pt x="7898" y="20809"/>
                    <a:pt x="7923" y="20824"/>
                  </a:cubicBezTo>
                  <a:cubicBezTo>
                    <a:pt x="8095" y="20853"/>
                    <a:pt x="8273" y="20951"/>
                    <a:pt x="8452" y="20951"/>
                  </a:cubicBezTo>
                  <a:cubicBezTo>
                    <a:pt x="8496" y="20951"/>
                    <a:pt x="8539" y="20945"/>
                    <a:pt x="8583" y="20931"/>
                  </a:cubicBezTo>
                  <a:cubicBezTo>
                    <a:pt x="8708" y="21101"/>
                    <a:pt x="8957" y="21136"/>
                    <a:pt x="9047" y="21350"/>
                  </a:cubicBezTo>
                  <a:cubicBezTo>
                    <a:pt x="9189" y="21359"/>
                    <a:pt x="9341" y="21359"/>
                    <a:pt x="9457" y="21466"/>
                  </a:cubicBezTo>
                  <a:cubicBezTo>
                    <a:pt x="9488" y="21489"/>
                    <a:pt x="9515" y="21498"/>
                    <a:pt x="9540" y="21498"/>
                  </a:cubicBezTo>
                  <a:cubicBezTo>
                    <a:pt x="9619" y="21498"/>
                    <a:pt x="9672" y="21404"/>
                    <a:pt x="9760" y="21404"/>
                  </a:cubicBezTo>
                  <a:cubicBezTo>
                    <a:pt x="9948" y="21374"/>
                    <a:pt x="10130" y="21287"/>
                    <a:pt x="10321" y="21287"/>
                  </a:cubicBezTo>
                  <a:cubicBezTo>
                    <a:pt x="10357" y="21287"/>
                    <a:pt x="10393" y="21290"/>
                    <a:pt x="10429" y="21297"/>
                  </a:cubicBezTo>
                  <a:cubicBezTo>
                    <a:pt x="10441" y="21298"/>
                    <a:pt x="10452" y="21298"/>
                    <a:pt x="10463" y="21298"/>
                  </a:cubicBezTo>
                  <a:cubicBezTo>
                    <a:pt x="10519" y="21298"/>
                    <a:pt x="10577" y="21290"/>
                    <a:pt x="10632" y="21290"/>
                  </a:cubicBezTo>
                  <a:cubicBezTo>
                    <a:pt x="10699" y="21290"/>
                    <a:pt x="10764" y="21301"/>
                    <a:pt x="10822" y="21350"/>
                  </a:cubicBezTo>
                  <a:cubicBezTo>
                    <a:pt x="11018" y="21359"/>
                    <a:pt x="11215" y="21364"/>
                    <a:pt x="11411" y="21364"/>
                  </a:cubicBezTo>
                  <a:cubicBezTo>
                    <a:pt x="11607" y="21364"/>
                    <a:pt x="11803" y="21359"/>
                    <a:pt x="12000" y="21350"/>
                  </a:cubicBezTo>
                  <a:cubicBezTo>
                    <a:pt x="12106" y="21286"/>
                    <a:pt x="12221" y="21270"/>
                    <a:pt x="12340" y="21270"/>
                  </a:cubicBezTo>
                  <a:cubicBezTo>
                    <a:pt x="12459" y="21270"/>
                    <a:pt x="12581" y="21286"/>
                    <a:pt x="12700" y="21286"/>
                  </a:cubicBezTo>
                  <a:cubicBezTo>
                    <a:pt x="12740" y="21286"/>
                    <a:pt x="12781" y="21284"/>
                    <a:pt x="12820" y="21279"/>
                  </a:cubicBezTo>
                  <a:lnTo>
                    <a:pt x="12820" y="21243"/>
                  </a:lnTo>
                  <a:cubicBezTo>
                    <a:pt x="13168" y="21145"/>
                    <a:pt x="13534" y="21154"/>
                    <a:pt x="13873" y="21047"/>
                  </a:cubicBezTo>
                  <a:cubicBezTo>
                    <a:pt x="14007" y="21029"/>
                    <a:pt x="14167" y="21003"/>
                    <a:pt x="14274" y="20922"/>
                  </a:cubicBezTo>
                  <a:cubicBezTo>
                    <a:pt x="14293" y="20924"/>
                    <a:pt x="14312" y="20925"/>
                    <a:pt x="14330" y="20925"/>
                  </a:cubicBezTo>
                  <a:cubicBezTo>
                    <a:pt x="14411" y="20925"/>
                    <a:pt x="14491" y="20905"/>
                    <a:pt x="14542" y="20833"/>
                  </a:cubicBezTo>
                  <a:cubicBezTo>
                    <a:pt x="14970" y="20637"/>
                    <a:pt x="15416" y="20467"/>
                    <a:pt x="15845" y="20271"/>
                  </a:cubicBezTo>
                  <a:cubicBezTo>
                    <a:pt x="16451" y="19941"/>
                    <a:pt x="17031" y="19557"/>
                    <a:pt x="17620" y="19200"/>
                  </a:cubicBezTo>
                  <a:cubicBezTo>
                    <a:pt x="18066" y="18879"/>
                    <a:pt x="18565" y="18621"/>
                    <a:pt x="18985" y="18264"/>
                  </a:cubicBezTo>
                  <a:cubicBezTo>
                    <a:pt x="19288" y="18112"/>
                    <a:pt x="19547" y="17862"/>
                    <a:pt x="19814" y="17648"/>
                  </a:cubicBezTo>
                  <a:cubicBezTo>
                    <a:pt x="19868" y="17505"/>
                    <a:pt x="19966" y="17398"/>
                    <a:pt x="20091" y="17318"/>
                  </a:cubicBezTo>
                  <a:cubicBezTo>
                    <a:pt x="20136" y="17211"/>
                    <a:pt x="20225" y="17158"/>
                    <a:pt x="20305" y="17086"/>
                  </a:cubicBezTo>
                  <a:cubicBezTo>
                    <a:pt x="20323" y="16801"/>
                    <a:pt x="20582" y="16631"/>
                    <a:pt x="20760" y="16453"/>
                  </a:cubicBezTo>
                  <a:cubicBezTo>
                    <a:pt x="20805" y="16346"/>
                    <a:pt x="20840" y="16230"/>
                    <a:pt x="20867" y="16123"/>
                  </a:cubicBezTo>
                  <a:cubicBezTo>
                    <a:pt x="20900" y="16090"/>
                    <a:pt x="20955" y="15968"/>
                    <a:pt x="20896" y="15968"/>
                  </a:cubicBezTo>
                  <a:cubicBezTo>
                    <a:pt x="20890" y="15968"/>
                    <a:pt x="20884" y="15969"/>
                    <a:pt x="20876" y="15971"/>
                  </a:cubicBezTo>
                  <a:cubicBezTo>
                    <a:pt x="20885" y="15819"/>
                    <a:pt x="21010" y="15730"/>
                    <a:pt x="21108" y="15632"/>
                  </a:cubicBezTo>
                  <a:cubicBezTo>
                    <a:pt x="21126" y="15356"/>
                    <a:pt x="21313" y="15115"/>
                    <a:pt x="21277" y="14838"/>
                  </a:cubicBezTo>
                  <a:lnTo>
                    <a:pt x="21242" y="14838"/>
                  </a:lnTo>
                  <a:cubicBezTo>
                    <a:pt x="21242" y="14785"/>
                    <a:pt x="21242" y="14731"/>
                    <a:pt x="21242" y="14686"/>
                  </a:cubicBezTo>
                  <a:cubicBezTo>
                    <a:pt x="21313" y="14624"/>
                    <a:pt x="21242" y="14499"/>
                    <a:pt x="21331" y="14446"/>
                  </a:cubicBezTo>
                  <a:cubicBezTo>
                    <a:pt x="21429" y="14365"/>
                    <a:pt x="21456" y="14231"/>
                    <a:pt x="21483" y="14116"/>
                  </a:cubicBezTo>
                  <a:cubicBezTo>
                    <a:pt x="21500" y="14017"/>
                    <a:pt x="21376" y="13991"/>
                    <a:pt x="21358" y="13910"/>
                  </a:cubicBezTo>
                  <a:cubicBezTo>
                    <a:pt x="21322" y="13536"/>
                    <a:pt x="21509" y="13179"/>
                    <a:pt x="21411" y="12813"/>
                  </a:cubicBezTo>
                  <a:cubicBezTo>
                    <a:pt x="21376" y="12679"/>
                    <a:pt x="21438" y="12483"/>
                    <a:pt x="21313" y="12421"/>
                  </a:cubicBezTo>
                  <a:lnTo>
                    <a:pt x="21322" y="12385"/>
                  </a:lnTo>
                  <a:lnTo>
                    <a:pt x="21286" y="12385"/>
                  </a:lnTo>
                  <a:cubicBezTo>
                    <a:pt x="21045" y="12269"/>
                    <a:pt x="21099" y="11974"/>
                    <a:pt x="20938" y="11796"/>
                  </a:cubicBezTo>
                  <a:cubicBezTo>
                    <a:pt x="20974" y="11573"/>
                    <a:pt x="21099" y="11377"/>
                    <a:pt x="21010" y="11145"/>
                  </a:cubicBezTo>
                  <a:cubicBezTo>
                    <a:pt x="20965" y="10984"/>
                    <a:pt x="21144" y="10841"/>
                    <a:pt x="21090" y="10681"/>
                  </a:cubicBezTo>
                  <a:cubicBezTo>
                    <a:pt x="21037" y="10476"/>
                    <a:pt x="21170" y="10297"/>
                    <a:pt x="21233" y="10119"/>
                  </a:cubicBezTo>
                  <a:lnTo>
                    <a:pt x="21188" y="10119"/>
                  </a:lnTo>
                  <a:cubicBezTo>
                    <a:pt x="21206" y="9896"/>
                    <a:pt x="21233" y="9646"/>
                    <a:pt x="21099" y="9459"/>
                  </a:cubicBezTo>
                  <a:cubicBezTo>
                    <a:pt x="21045" y="9378"/>
                    <a:pt x="21081" y="9280"/>
                    <a:pt x="21144" y="9227"/>
                  </a:cubicBezTo>
                  <a:cubicBezTo>
                    <a:pt x="21152" y="9152"/>
                    <a:pt x="21231" y="8920"/>
                    <a:pt x="21146" y="8920"/>
                  </a:cubicBezTo>
                  <a:cubicBezTo>
                    <a:pt x="21140" y="8920"/>
                    <a:pt x="21133" y="8921"/>
                    <a:pt x="21126" y="8923"/>
                  </a:cubicBezTo>
                  <a:cubicBezTo>
                    <a:pt x="21001" y="8709"/>
                    <a:pt x="21028" y="8397"/>
                    <a:pt x="20831" y="8237"/>
                  </a:cubicBezTo>
                  <a:cubicBezTo>
                    <a:pt x="20849" y="8094"/>
                    <a:pt x="20849" y="7942"/>
                    <a:pt x="20724" y="7862"/>
                  </a:cubicBezTo>
                  <a:cubicBezTo>
                    <a:pt x="20787" y="7692"/>
                    <a:pt x="20617" y="7648"/>
                    <a:pt x="20591" y="7514"/>
                  </a:cubicBezTo>
                  <a:cubicBezTo>
                    <a:pt x="20644" y="7416"/>
                    <a:pt x="20751" y="7157"/>
                    <a:pt x="20599" y="7104"/>
                  </a:cubicBezTo>
                  <a:cubicBezTo>
                    <a:pt x="20564" y="7032"/>
                    <a:pt x="20492" y="6997"/>
                    <a:pt x="20439" y="6934"/>
                  </a:cubicBezTo>
                  <a:cubicBezTo>
                    <a:pt x="20421" y="6684"/>
                    <a:pt x="20403" y="6426"/>
                    <a:pt x="20278" y="6212"/>
                  </a:cubicBezTo>
                  <a:cubicBezTo>
                    <a:pt x="20136" y="6104"/>
                    <a:pt x="20189" y="5890"/>
                    <a:pt x="20091" y="5748"/>
                  </a:cubicBezTo>
                  <a:cubicBezTo>
                    <a:pt x="19993" y="5605"/>
                    <a:pt x="19921" y="5444"/>
                    <a:pt x="19850" y="5284"/>
                  </a:cubicBezTo>
                  <a:cubicBezTo>
                    <a:pt x="19895" y="4971"/>
                    <a:pt x="19475" y="4945"/>
                    <a:pt x="19431" y="4686"/>
                  </a:cubicBezTo>
                  <a:cubicBezTo>
                    <a:pt x="19538" y="4401"/>
                    <a:pt x="19145" y="4418"/>
                    <a:pt x="19092" y="4213"/>
                  </a:cubicBezTo>
                  <a:cubicBezTo>
                    <a:pt x="19038" y="3990"/>
                    <a:pt x="18708" y="3963"/>
                    <a:pt x="18690" y="3731"/>
                  </a:cubicBezTo>
                  <a:cubicBezTo>
                    <a:pt x="18351" y="3455"/>
                    <a:pt x="18039" y="3134"/>
                    <a:pt x="17664" y="2911"/>
                  </a:cubicBezTo>
                  <a:cubicBezTo>
                    <a:pt x="17575" y="2857"/>
                    <a:pt x="17655" y="2723"/>
                    <a:pt x="17557" y="2697"/>
                  </a:cubicBezTo>
                  <a:cubicBezTo>
                    <a:pt x="17388" y="2607"/>
                    <a:pt x="17343" y="2393"/>
                    <a:pt x="17165" y="2313"/>
                  </a:cubicBezTo>
                  <a:cubicBezTo>
                    <a:pt x="17013" y="2224"/>
                    <a:pt x="16879" y="2090"/>
                    <a:pt x="16728" y="1992"/>
                  </a:cubicBezTo>
                  <a:cubicBezTo>
                    <a:pt x="16157" y="1573"/>
                    <a:pt x="15514" y="1278"/>
                    <a:pt x="14917" y="904"/>
                  </a:cubicBezTo>
                  <a:cubicBezTo>
                    <a:pt x="14899" y="832"/>
                    <a:pt x="14783" y="850"/>
                    <a:pt x="14729" y="832"/>
                  </a:cubicBezTo>
                  <a:cubicBezTo>
                    <a:pt x="14616" y="718"/>
                    <a:pt x="14489" y="637"/>
                    <a:pt x="14333" y="637"/>
                  </a:cubicBezTo>
                  <a:cubicBezTo>
                    <a:pt x="14306" y="637"/>
                    <a:pt x="14277" y="639"/>
                    <a:pt x="14248" y="645"/>
                  </a:cubicBezTo>
                  <a:cubicBezTo>
                    <a:pt x="14105" y="556"/>
                    <a:pt x="13927" y="520"/>
                    <a:pt x="13802" y="404"/>
                  </a:cubicBezTo>
                  <a:cubicBezTo>
                    <a:pt x="13659" y="252"/>
                    <a:pt x="13400" y="333"/>
                    <a:pt x="13275" y="172"/>
                  </a:cubicBezTo>
                  <a:cubicBezTo>
                    <a:pt x="13233" y="141"/>
                    <a:pt x="13189" y="129"/>
                    <a:pt x="13145" y="129"/>
                  </a:cubicBezTo>
                  <a:cubicBezTo>
                    <a:pt x="13017" y="129"/>
                    <a:pt x="12882" y="224"/>
                    <a:pt x="12755" y="224"/>
                  </a:cubicBezTo>
                  <a:cubicBezTo>
                    <a:pt x="12710" y="224"/>
                    <a:pt x="12666" y="212"/>
                    <a:pt x="12624" y="181"/>
                  </a:cubicBezTo>
                  <a:cubicBezTo>
                    <a:pt x="12426" y="82"/>
                    <a:pt x="12189" y="13"/>
                    <a:pt x="11967" y="13"/>
                  </a:cubicBezTo>
                  <a:cubicBezTo>
                    <a:pt x="11869" y="13"/>
                    <a:pt x="11774" y="26"/>
                    <a:pt x="11687" y="56"/>
                  </a:cubicBezTo>
                  <a:cubicBezTo>
                    <a:pt x="11682" y="55"/>
                    <a:pt x="11677" y="55"/>
                    <a:pt x="11672" y="55"/>
                  </a:cubicBezTo>
                  <a:cubicBezTo>
                    <a:pt x="11620" y="55"/>
                    <a:pt x="11596" y="96"/>
                    <a:pt x="11571" y="136"/>
                  </a:cubicBezTo>
                  <a:cubicBezTo>
                    <a:pt x="11557" y="139"/>
                    <a:pt x="11543" y="140"/>
                    <a:pt x="11529" y="140"/>
                  </a:cubicBezTo>
                  <a:cubicBezTo>
                    <a:pt x="11440" y="140"/>
                    <a:pt x="11363" y="95"/>
                    <a:pt x="11286" y="56"/>
                  </a:cubicBezTo>
                  <a:cubicBezTo>
                    <a:pt x="11274" y="17"/>
                    <a:pt x="11224" y="0"/>
                    <a:pt x="111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8150749" y="2317244"/>
              <a:ext cx="286906" cy="305203"/>
            </a:xfrm>
            <a:custGeom>
              <a:avLst/>
              <a:gdLst/>
              <a:ahLst/>
              <a:cxnLst/>
              <a:rect l="l" t="t" r="r" b="b"/>
              <a:pathLst>
                <a:path w="20965" h="22302" extrusionOk="0">
                  <a:moveTo>
                    <a:pt x="10013" y="1"/>
                  </a:moveTo>
                  <a:cubicBezTo>
                    <a:pt x="9832" y="1"/>
                    <a:pt x="9646" y="47"/>
                    <a:pt x="9460" y="47"/>
                  </a:cubicBezTo>
                  <a:cubicBezTo>
                    <a:pt x="9432" y="47"/>
                    <a:pt x="9404" y="46"/>
                    <a:pt x="9376" y="44"/>
                  </a:cubicBezTo>
                  <a:lnTo>
                    <a:pt x="9376" y="44"/>
                  </a:lnTo>
                  <a:lnTo>
                    <a:pt x="9385" y="89"/>
                  </a:lnTo>
                  <a:cubicBezTo>
                    <a:pt x="9242" y="80"/>
                    <a:pt x="9100" y="77"/>
                    <a:pt x="8957" y="77"/>
                  </a:cubicBezTo>
                  <a:cubicBezTo>
                    <a:pt x="8814" y="77"/>
                    <a:pt x="8671" y="80"/>
                    <a:pt x="8529" y="80"/>
                  </a:cubicBezTo>
                  <a:cubicBezTo>
                    <a:pt x="8398" y="65"/>
                    <a:pt x="8260" y="40"/>
                    <a:pt x="8125" y="40"/>
                  </a:cubicBezTo>
                  <a:cubicBezTo>
                    <a:pt x="8011" y="40"/>
                    <a:pt x="7899" y="58"/>
                    <a:pt x="7797" y="115"/>
                  </a:cubicBezTo>
                  <a:cubicBezTo>
                    <a:pt x="7565" y="240"/>
                    <a:pt x="7289" y="213"/>
                    <a:pt x="7039" y="249"/>
                  </a:cubicBezTo>
                  <a:lnTo>
                    <a:pt x="7048" y="294"/>
                  </a:lnTo>
                  <a:cubicBezTo>
                    <a:pt x="7005" y="309"/>
                    <a:pt x="6959" y="312"/>
                    <a:pt x="6912" y="312"/>
                  </a:cubicBezTo>
                  <a:cubicBezTo>
                    <a:pt x="6880" y="312"/>
                    <a:pt x="6848" y="310"/>
                    <a:pt x="6816" y="310"/>
                  </a:cubicBezTo>
                  <a:cubicBezTo>
                    <a:pt x="6730" y="310"/>
                    <a:pt x="6649" y="321"/>
                    <a:pt x="6593" y="401"/>
                  </a:cubicBezTo>
                  <a:cubicBezTo>
                    <a:pt x="6486" y="561"/>
                    <a:pt x="6298" y="490"/>
                    <a:pt x="6156" y="570"/>
                  </a:cubicBezTo>
                  <a:cubicBezTo>
                    <a:pt x="6049" y="561"/>
                    <a:pt x="5941" y="552"/>
                    <a:pt x="5861" y="472"/>
                  </a:cubicBezTo>
                  <a:cubicBezTo>
                    <a:pt x="5832" y="446"/>
                    <a:pt x="5800" y="435"/>
                    <a:pt x="5769" y="435"/>
                  </a:cubicBezTo>
                  <a:cubicBezTo>
                    <a:pt x="5714" y="435"/>
                    <a:pt x="5664" y="472"/>
                    <a:pt x="5647" y="535"/>
                  </a:cubicBezTo>
                  <a:cubicBezTo>
                    <a:pt x="5478" y="588"/>
                    <a:pt x="5344" y="695"/>
                    <a:pt x="5201" y="776"/>
                  </a:cubicBezTo>
                  <a:cubicBezTo>
                    <a:pt x="5191" y="776"/>
                    <a:pt x="5180" y="776"/>
                    <a:pt x="5169" y="776"/>
                  </a:cubicBezTo>
                  <a:cubicBezTo>
                    <a:pt x="5093" y="776"/>
                    <a:pt x="5007" y="767"/>
                    <a:pt x="4924" y="767"/>
                  </a:cubicBezTo>
                  <a:cubicBezTo>
                    <a:pt x="4786" y="767"/>
                    <a:pt x="4654" y="793"/>
                    <a:pt x="4585" y="936"/>
                  </a:cubicBezTo>
                  <a:cubicBezTo>
                    <a:pt x="4354" y="1079"/>
                    <a:pt x="4104" y="1195"/>
                    <a:pt x="3872" y="1338"/>
                  </a:cubicBezTo>
                  <a:cubicBezTo>
                    <a:pt x="3760" y="1345"/>
                    <a:pt x="3829" y="1517"/>
                    <a:pt x="3730" y="1517"/>
                  </a:cubicBezTo>
                  <a:cubicBezTo>
                    <a:pt x="3703" y="1517"/>
                    <a:pt x="3663" y="1504"/>
                    <a:pt x="3604" y="1471"/>
                  </a:cubicBezTo>
                  <a:cubicBezTo>
                    <a:pt x="3488" y="1516"/>
                    <a:pt x="3337" y="1552"/>
                    <a:pt x="3345" y="1694"/>
                  </a:cubicBezTo>
                  <a:cubicBezTo>
                    <a:pt x="3238" y="1793"/>
                    <a:pt x="3131" y="1900"/>
                    <a:pt x="2998" y="1953"/>
                  </a:cubicBezTo>
                  <a:lnTo>
                    <a:pt x="2998" y="1998"/>
                  </a:lnTo>
                  <a:cubicBezTo>
                    <a:pt x="2935" y="2024"/>
                    <a:pt x="2855" y="2060"/>
                    <a:pt x="2801" y="2105"/>
                  </a:cubicBezTo>
                  <a:cubicBezTo>
                    <a:pt x="2819" y="2328"/>
                    <a:pt x="2641" y="2533"/>
                    <a:pt x="2436" y="2586"/>
                  </a:cubicBezTo>
                  <a:cubicBezTo>
                    <a:pt x="2587" y="2836"/>
                    <a:pt x="2088" y="2917"/>
                    <a:pt x="2266" y="3131"/>
                  </a:cubicBezTo>
                  <a:cubicBezTo>
                    <a:pt x="2159" y="3175"/>
                    <a:pt x="2141" y="3309"/>
                    <a:pt x="2034" y="3345"/>
                  </a:cubicBezTo>
                  <a:cubicBezTo>
                    <a:pt x="1918" y="3380"/>
                    <a:pt x="1882" y="3523"/>
                    <a:pt x="1829" y="3621"/>
                  </a:cubicBezTo>
                  <a:cubicBezTo>
                    <a:pt x="1722" y="3675"/>
                    <a:pt x="1579" y="3728"/>
                    <a:pt x="1543" y="3844"/>
                  </a:cubicBezTo>
                  <a:cubicBezTo>
                    <a:pt x="1427" y="3898"/>
                    <a:pt x="1445" y="4067"/>
                    <a:pt x="1365" y="4148"/>
                  </a:cubicBezTo>
                  <a:cubicBezTo>
                    <a:pt x="1294" y="4210"/>
                    <a:pt x="1258" y="4299"/>
                    <a:pt x="1240" y="4389"/>
                  </a:cubicBezTo>
                  <a:cubicBezTo>
                    <a:pt x="1097" y="4620"/>
                    <a:pt x="937" y="4879"/>
                    <a:pt x="937" y="5165"/>
                  </a:cubicBezTo>
                  <a:lnTo>
                    <a:pt x="901" y="5156"/>
                  </a:lnTo>
                  <a:cubicBezTo>
                    <a:pt x="865" y="5370"/>
                    <a:pt x="696" y="5530"/>
                    <a:pt x="687" y="5745"/>
                  </a:cubicBezTo>
                  <a:cubicBezTo>
                    <a:pt x="696" y="6003"/>
                    <a:pt x="535" y="6208"/>
                    <a:pt x="526" y="6458"/>
                  </a:cubicBezTo>
                  <a:lnTo>
                    <a:pt x="491" y="6458"/>
                  </a:lnTo>
                  <a:cubicBezTo>
                    <a:pt x="589" y="6851"/>
                    <a:pt x="223" y="7145"/>
                    <a:pt x="330" y="7529"/>
                  </a:cubicBezTo>
                  <a:cubicBezTo>
                    <a:pt x="321" y="7582"/>
                    <a:pt x="321" y="7645"/>
                    <a:pt x="294" y="7698"/>
                  </a:cubicBezTo>
                  <a:cubicBezTo>
                    <a:pt x="205" y="7823"/>
                    <a:pt x="348" y="7975"/>
                    <a:pt x="268" y="8109"/>
                  </a:cubicBezTo>
                  <a:cubicBezTo>
                    <a:pt x="187" y="8242"/>
                    <a:pt x="134" y="8421"/>
                    <a:pt x="223" y="8564"/>
                  </a:cubicBezTo>
                  <a:cubicBezTo>
                    <a:pt x="196" y="8867"/>
                    <a:pt x="152" y="9161"/>
                    <a:pt x="170" y="9465"/>
                  </a:cubicBezTo>
                  <a:cubicBezTo>
                    <a:pt x="161" y="9589"/>
                    <a:pt x="54" y="9705"/>
                    <a:pt x="98" y="9839"/>
                  </a:cubicBezTo>
                  <a:cubicBezTo>
                    <a:pt x="45" y="10312"/>
                    <a:pt x="116" y="10812"/>
                    <a:pt x="45" y="11284"/>
                  </a:cubicBezTo>
                  <a:cubicBezTo>
                    <a:pt x="107" y="11472"/>
                    <a:pt x="107" y="11659"/>
                    <a:pt x="89" y="11846"/>
                  </a:cubicBezTo>
                  <a:cubicBezTo>
                    <a:pt x="89" y="11909"/>
                    <a:pt x="27" y="11989"/>
                    <a:pt x="89" y="12034"/>
                  </a:cubicBezTo>
                  <a:cubicBezTo>
                    <a:pt x="196" y="12105"/>
                    <a:pt x="0" y="12301"/>
                    <a:pt x="116" y="12319"/>
                  </a:cubicBezTo>
                  <a:lnTo>
                    <a:pt x="125" y="12355"/>
                  </a:lnTo>
                  <a:cubicBezTo>
                    <a:pt x="98" y="12391"/>
                    <a:pt x="54" y="12453"/>
                    <a:pt x="89" y="12507"/>
                  </a:cubicBezTo>
                  <a:cubicBezTo>
                    <a:pt x="241" y="12640"/>
                    <a:pt x="116" y="12863"/>
                    <a:pt x="161" y="13033"/>
                  </a:cubicBezTo>
                  <a:lnTo>
                    <a:pt x="196" y="13033"/>
                  </a:lnTo>
                  <a:cubicBezTo>
                    <a:pt x="214" y="13042"/>
                    <a:pt x="232" y="13060"/>
                    <a:pt x="241" y="13069"/>
                  </a:cubicBezTo>
                  <a:cubicBezTo>
                    <a:pt x="268" y="13131"/>
                    <a:pt x="277" y="13194"/>
                    <a:pt x="294" y="13256"/>
                  </a:cubicBezTo>
                  <a:cubicBezTo>
                    <a:pt x="286" y="13434"/>
                    <a:pt x="303" y="13631"/>
                    <a:pt x="402" y="13791"/>
                  </a:cubicBezTo>
                  <a:cubicBezTo>
                    <a:pt x="393" y="14193"/>
                    <a:pt x="678" y="14514"/>
                    <a:pt x="776" y="14889"/>
                  </a:cubicBezTo>
                  <a:lnTo>
                    <a:pt x="821" y="14897"/>
                  </a:lnTo>
                  <a:cubicBezTo>
                    <a:pt x="830" y="14969"/>
                    <a:pt x="883" y="15031"/>
                    <a:pt x="910" y="15112"/>
                  </a:cubicBezTo>
                  <a:cubicBezTo>
                    <a:pt x="955" y="15433"/>
                    <a:pt x="1151" y="15727"/>
                    <a:pt x="1294" y="16004"/>
                  </a:cubicBezTo>
                  <a:cubicBezTo>
                    <a:pt x="1320" y="16289"/>
                    <a:pt x="1517" y="16521"/>
                    <a:pt x="1695" y="16726"/>
                  </a:cubicBezTo>
                  <a:cubicBezTo>
                    <a:pt x="1740" y="16887"/>
                    <a:pt x="1873" y="16994"/>
                    <a:pt x="1963" y="17137"/>
                  </a:cubicBezTo>
                  <a:cubicBezTo>
                    <a:pt x="2088" y="17217"/>
                    <a:pt x="2132" y="17386"/>
                    <a:pt x="2266" y="17476"/>
                  </a:cubicBezTo>
                  <a:cubicBezTo>
                    <a:pt x="2480" y="17672"/>
                    <a:pt x="2578" y="17975"/>
                    <a:pt x="2801" y="18180"/>
                  </a:cubicBezTo>
                  <a:cubicBezTo>
                    <a:pt x="3515" y="18876"/>
                    <a:pt x="4229" y="19617"/>
                    <a:pt x="5076" y="20152"/>
                  </a:cubicBezTo>
                  <a:cubicBezTo>
                    <a:pt x="5246" y="20357"/>
                    <a:pt x="5487" y="20491"/>
                    <a:pt x="5701" y="20643"/>
                  </a:cubicBezTo>
                  <a:cubicBezTo>
                    <a:pt x="5790" y="20750"/>
                    <a:pt x="5897" y="20830"/>
                    <a:pt x="6022" y="20883"/>
                  </a:cubicBezTo>
                  <a:cubicBezTo>
                    <a:pt x="6530" y="21285"/>
                    <a:pt x="7110" y="21597"/>
                    <a:pt x="7690" y="21900"/>
                  </a:cubicBezTo>
                  <a:cubicBezTo>
                    <a:pt x="7717" y="21900"/>
                    <a:pt x="7770" y="21909"/>
                    <a:pt x="7806" y="21909"/>
                  </a:cubicBezTo>
                  <a:lnTo>
                    <a:pt x="7806" y="21945"/>
                  </a:lnTo>
                  <a:cubicBezTo>
                    <a:pt x="7820" y="21942"/>
                    <a:pt x="7834" y="21941"/>
                    <a:pt x="7847" y="21941"/>
                  </a:cubicBezTo>
                  <a:cubicBezTo>
                    <a:pt x="7978" y="21941"/>
                    <a:pt x="8062" y="22064"/>
                    <a:pt x="8187" y="22064"/>
                  </a:cubicBezTo>
                  <a:cubicBezTo>
                    <a:pt x="8216" y="22064"/>
                    <a:pt x="8246" y="22058"/>
                    <a:pt x="8279" y="22043"/>
                  </a:cubicBezTo>
                  <a:cubicBezTo>
                    <a:pt x="8300" y="22040"/>
                    <a:pt x="8321" y="22039"/>
                    <a:pt x="8343" y="22039"/>
                  </a:cubicBezTo>
                  <a:cubicBezTo>
                    <a:pt x="8441" y="22039"/>
                    <a:pt x="8544" y="22065"/>
                    <a:pt x="8642" y="22065"/>
                  </a:cubicBezTo>
                  <a:cubicBezTo>
                    <a:pt x="8705" y="22065"/>
                    <a:pt x="8767" y="22054"/>
                    <a:pt x="8823" y="22016"/>
                  </a:cubicBezTo>
                  <a:lnTo>
                    <a:pt x="8877" y="22016"/>
                  </a:lnTo>
                  <a:cubicBezTo>
                    <a:pt x="8912" y="22097"/>
                    <a:pt x="9019" y="22088"/>
                    <a:pt x="9082" y="22123"/>
                  </a:cubicBezTo>
                  <a:cubicBezTo>
                    <a:pt x="9204" y="22148"/>
                    <a:pt x="9305" y="22233"/>
                    <a:pt x="9424" y="22233"/>
                  </a:cubicBezTo>
                  <a:cubicBezTo>
                    <a:pt x="9434" y="22233"/>
                    <a:pt x="9445" y="22232"/>
                    <a:pt x="9456" y="22231"/>
                  </a:cubicBezTo>
                  <a:cubicBezTo>
                    <a:pt x="9465" y="22284"/>
                    <a:pt x="9546" y="22284"/>
                    <a:pt x="9581" y="22302"/>
                  </a:cubicBezTo>
                  <a:cubicBezTo>
                    <a:pt x="9656" y="22276"/>
                    <a:pt x="9732" y="22268"/>
                    <a:pt x="9810" y="22268"/>
                  </a:cubicBezTo>
                  <a:cubicBezTo>
                    <a:pt x="9937" y="22268"/>
                    <a:pt x="10066" y="22289"/>
                    <a:pt x="10195" y="22289"/>
                  </a:cubicBezTo>
                  <a:cubicBezTo>
                    <a:pt x="10261" y="22289"/>
                    <a:pt x="10328" y="22284"/>
                    <a:pt x="10393" y="22266"/>
                  </a:cubicBezTo>
                  <a:lnTo>
                    <a:pt x="10393" y="22231"/>
                  </a:lnTo>
                  <a:cubicBezTo>
                    <a:pt x="10415" y="22231"/>
                    <a:pt x="10437" y="22232"/>
                    <a:pt x="10459" y="22232"/>
                  </a:cubicBezTo>
                  <a:cubicBezTo>
                    <a:pt x="10651" y="22232"/>
                    <a:pt x="10843" y="22198"/>
                    <a:pt x="11035" y="22150"/>
                  </a:cubicBezTo>
                  <a:cubicBezTo>
                    <a:pt x="11099" y="22199"/>
                    <a:pt x="11166" y="22218"/>
                    <a:pt x="11235" y="22218"/>
                  </a:cubicBezTo>
                  <a:cubicBezTo>
                    <a:pt x="11328" y="22218"/>
                    <a:pt x="11424" y="22183"/>
                    <a:pt x="11517" y="22141"/>
                  </a:cubicBezTo>
                  <a:cubicBezTo>
                    <a:pt x="11660" y="22141"/>
                    <a:pt x="11847" y="22141"/>
                    <a:pt x="11928" y="21999"/>
                  </a:cubicBezTo>
                  <a:cubicBezTo>
                    <a:pt x="11941" y="22005"/>
                    <a:pt x="11953" y="22008"/>
                    <a:pt x="11966" y="22008"/>
                  </a:cubicBezTo>
                  <a:cubicBezTo>
                    <a:pt x="12018" y="22008"/>
                    <a:pt x="12062" y="21959"/>
                    <a:pt x="12113" y="21959"/>
                  </a:cubicBezTo>
                  <a:cubicBezTo>
                    <a:pt x="12131" y="21959"/>
                    <a:pt x="12149" y="21965"/>
                    <a:pt x="12168" y="21981"/>
                  </a:cubicBezTo>
                  <a:cubicBezTo>
                    <a:pt x="12391" y="21892"/>
                    <a:pt x="12632" y="21892"/>
                    <a:pt x="12864" y="21856"/>
                  </a:cubicBezTo>
                  <a:cubicBezTo>
                    <a:pt x="12886" y="21862"/>
                    <a:pt x="12909" y="21864"/>
                    <a:pt x="12933" y="21864"/>
                  </a:cubicBezTo>
                  <a:cubicBezTo>
                    <a:pt x="13014" y="21864"/>
                    <a:pt x="13100" y="21836"/>
                    <a:pt x="13176" y="21829"/>
                  </a:cubicBezTo>
                  <a:cubicBezTo>
                    <a:pt x="13194" y="21870"/>
                    <a:pt x="13345" y="21916"/>
                    <a:pt x="13434" y="21916"/>
                  </a:cubicBezTo>
                  <a:cubicBezTo>
                    <a:pt x="13480" y="21916"/>
                    <a:pt x="13510" y="21904"/>
                    <a:pt x="13498" y="21874"/>
                  </a:cubicBezTo>
                  <a:cubicBezTo>
                    <a:pt x="13649" y="21829"/>
                    <a:pt x="13792" y="21811"/>
                    <a:pt x="13944" y="21793"/>
                  </a:cubicBezTo>
                  <a:cubicBezTo>
                    <a:pt x="13970" y="21820"/>
                    <a:pt x="14015" y="21838"/>
                    <a:pt x="14069" y="21838"/>
                  </a:cubicBezTo>
                  <a:cubicBezTo>
                    <a:pt x="14090" y="21896"/>
                    <a:pt x="14199" y="21936"/>
                    <a:pt x="14286" y="21936"/>
                  </a:cubicBezTo>
                  <a:cubicBezTo>
                    <a:pt x="14346" y="21936"/>
                    <a:pt x="14395" y="21917"/>
                    <a:pt x="14399" y="21874"/>
                  </a:cubicBezTo>
                  <a:cubicBezTo>
                    <a:pt x="14497" y="21856"/>
                    <a:pt x="14586" y="21793"/>
                    <a:pt x="14693" y="21758"/>
                  </a:cubicBezTo>
                  <a:cubicBezTo>
                    <a:pt x="14721" y="21733"/>
                    <a:pt x="14763" y="21731"/>
                    <a:pt x="14807" y="21731"/>
                  </a:cubicBezTo>
                  <a:cubicBezTo>
                    <a:pt x="14820" y="21731"/>
                    <a:pt x="14832" y="21731"/>
                    <a:pt x="14845" y="21731"/>
                  </a:cubicBezTo>
                  <a:cubicBezTo>
                    <a:pt x="14900" y="21731"/>
                    <a:pt x="14952" y="21726"/>
                    <a:pt x="14970" y="21677"/>
                  </a:cubicBezTo>
                  <a:cubicBezTo>
                    <a:pt x="14987" y="21668"/>
                    <a:pt x="15023" y="21651"/>
                    <a:pt x="15041" y="21642"/>
                  </a:cubicBezTo>
                  <a:cubicBezTo>
                    <a:pt x="15139" y="21642"/>
                    <a:pt x="15255" y="21624"/>
                    <a:pt x="15300" y="21526"/>
                  </a:cubicBezTo>
                  <a:cubicBezTo>
                    <a:pt x="15505" y="21454"/>
                    <a:pt x="15790" y="21490"/>
                    <a:pt x="15933" y="21312"/>
                  </a:cubicBezTo>
                  <a:cubicBezTo>
                    <a:pt x="15951" y="21312"/>
                    <a:pt x="15987" y="21312"/>
                    <a:pt x="15995" y="21303"/>
                  </a:cubicBezTo>
                  <a:cubicBezTo>
                    <a:pt x="16014" y="21307"/>
                    <a:pt x="16034" y="21310"/>
                    <a:pt x="16054" y="21310"/>
                  </a:cubicBezTo>
                  <a:cubicBezTo>
                    <a:pt x="16148" y="21310"/>
                    <a:pt x="16247" y="21262"/>
                    <a:pt x="16299" y="21196"/>
                  </a:cubicBezTo>
                  <a:cubicBezTo>
                    <a:pt x="16424" y="21151"/>
                    <a:pt x="16370" y="20964"/>
                    <a:pt x="16459" y="20883"/>
                  </a:cubicBezTo>
                  <a:cubicBezTo>
                    <a:pt x="16549" y="20892"/>
                    <a:pt x="16620" y="20928"/>
                    <a:pt x="16700" y="20955"/>
                  </a:cubicBezTo>
                  <a:cubicBezTo>
                    <a:pt x="16843" y="20892"/>
                    <a:pt x="16995" y="20830"/>
                    <a:pt x="17102" y="20723"/>
                  </a:cubicBezTo>
                  <a:cubicBezTo>
                    <a:pt x="17191" y="20696"/>
                    <a:pt x="17334" y="20643"/>
                    <a:pt x="17334" y="20544"/>
                  </a:cubicBezTo>
                  <a:cubicBezTo>
                    <a:pt x="17414" y="20464"/>
                    <a:pt x="17521" y="20411"/>
                    <a:pt x="17592" y="20330"/>
                  </a:cubicBezTo>
                  <a:cubicBezTo>
                    <a:pt x="17699" y="20330"/>
                    <a:pt x="17682" y="20205"/>
                    <a:pt x="17744" y="20161"/>
                  </a:cubicBezTo>
                  <a:cubicBezTo>
                    <a:pt x="17762" y="20125"/>
                    <a:pt x="17833" y="20098"/>
                    <a:pt x="17815" y="20054"/>
                  </a:cubicBezTo>
                  <a:cubicBezTo>
                    <a:pt x="17985" y="19956"/>
                    <a:pt x="18226" y="19893"/>
                    <a:pt x="18270" y="19688"/>
                  </a:cubicBezTo>
                  <a:cubicBezTo>
                    <a:pt x="18288" y="19545"/>
                    <a:pt x="18476" y="19536"/>
                    <a:pt x="18583" y="19474"/>
                  </a:cubicBezTo>
                  <a:cubicBezTo>
                    <a:pt x="18636" y="19340"/>
                    <a:pt x="18734" y="19242"/>
                    <a:pt x="18877" y="19206"/>
                  </a:cubicBezTo>
                  <a:cubicBezTo>
                    <a:pt x="18895" y="19117"/>
                    <a:pt x="18948" y="18948"/>
                    <a:pt x="18975" y="18867"/>
                  </a:cubicBezTo>
                  <a:cubicBezTo>
                    <a:pt x="19162" y="18796"/>
                    <a:pt x="19162" y="18600"/>
                    <a:pt x="19216" y="18430"/>
                  </a:cubicBezTo>
                  <a:cubicBezTo>
                    <a:pt x="19350" y="18332"/>
                    <a:pt x="19421" y="18189"/>
                    <a:pt x="19466" y="18038"/>
                  </a:cubicBezTo>
                  <a:cubicBezTo>
                    <a:pt x="19582" y="17904"/>
                    <a:pt x="19680" y="17752"/>
                    <a:pt x="19787" y="17609"/>
                  </a:cubicBezTo>
                  <a:cubicBezTo>
                    <a:pt x="19858" y="17574"/>
                    <a:pt x="19921" y="17511"/>
                    <a:pt x="19930" y="17431"/>
                  </a:cubicBezTo>
                  <a:cubicBezTo>
                    <a:pt x="19921" y="17181"/>
                    <a:pt x="20099" y="16976"/>
                    <a:pt x="20117" y="16735"/>
                  </a:cubicBezTo>
                  <a:cubicBezTo>
                    <a:pt x="20420" y="15914"/>
                    <a:pt x="20465" y="15031"/>
                    <a:pt x="20777" y="14219"/>
                  </a:cubicBezTo>
                  <a:cubicBezTo>
                    <a:pt x="20857" y="14041"/>
                    <a:pt x="20840" y="13836"/>
                    <a:pt x="20741" y="13666"/>
                  </a:cubicBezTo>
                  <a:cubicBezTo>
                    <a:pt x="20715" y="13283"/>
                    <a:pt x="20965" y="12926"/>
                    <a:pt x="20875" y="12551"/>
                  </a:cubicBezTo>
                  <a:cubicBezTo>
                    <a:pt x="20804" y="12462"/>
                    <a:pt x="20831" y="12373"/>
                    <a:pt x="20866" y="12284"/>
                  </a:cubicBezTo>
                  <a:lnTo>
                    <a:pt x="20902" y="12284"/>
                  </a:lnTo>
                  <a:cubicBezTo>
                    <a:pt x="20893" y="12150"/>
                    <a:pt x="20947" y="11954"/>
                    <a:pt x="20822" y="11882"/>
                  </a:cubicBezTo>
                  <a:cubicBezTo>
                    <a:pt x="20777" y="11784"/>
                    <a:pt x="20670" y="11704"/>
                    <a:pt x="20581" y="11641"/>
                  </a:cubicBezTo>
                  <a:cubicBezTo>
                    <a:pt x="20626" y="11606"/>
                    <a:pt x="20626" y="11543"/>
                    <a:pt x="20626" y="11490"/>
                  </a:cubicBezTo>
                  <a:cubicBezTo>
                    <a:pt x="20724" y="11445"/>
                    <a:pt x="20626" y="11222"/>
                    <a:pt x="20661" y="11133"/>
                  </a:cubicBezTo>
                  <a:lnTo>
                    <a:pt x="20697" y="11133"/>
                  </a:lnTo>
                  <a:cubicBezTo>
                    <a:pt x="20706" y="10954"/>
                    <a:pt x="20759" y="10785"/>
                    <a:pt x="20795" y="10606"/>
                  </a:cubicBezTo>
                  <a:cubicBezTo>
                    <a:pt x="20884" y="10571"/>
                    <a:pt x="20768" y="10392"/>
                    <a:pt x="20733" y="10312"/>
                  </a:cubicBezTo>
                  <a:cubicBezTo>
                    <a:pt x="20697" y="10116"/>
                    <a:pt x="20947" y="9893"/>
                    <a:pt x="20786" y="9750"/>
                  </a:cubicBezTo>
                  <a:cubicBezTo>
                    <a:pt x="20786" y="9723"/>
                    <a:pt x="20786" y="9688"/>
                    <a:pt x="20786" y="9670"/>
                  </a:cubicBezTo>
                  <a:lnTo>
                    <a:pt x="20741" y="9670"/>
                  </a:lnTo>
                  <a:cubicBezTo>
                    <a:pt x="20741" y="9652"/>
                    <a:pt x="20733" y="9616"/>
                    <a:pt x="20733" y="9598"/>
                  </a:cubicBezTo>
                  <a:cubicBezTo>
                    <a:pt x="20750" y="9393"/>
                    <a:pt x="20741" y="9188"/>
                    <a:pt x="20733" y="8983"/>
                  </a:cubicBezTo>
                  <a:cubicBezTo>
                    <a:pt x="20822" y="8876"/>
                    <a:pt x="20857" y="8742"/>
                    <a:pt x="20813" y="8608"/>
                  </a:cubicBezTo>
                  <a:cubicBezTo>
                    <a:pt x="20724" y="8510"/>
                    <a:pt x="20581" y="8430"/>
                    <a:pt x="20581" y="8278"/>
                  </a:cubicBezTo>
                  <a:cubicBezTo>
                    <a:pt x="20590" y="8225"/>
                    <a:pt x="20563" y="8171"/>
                    <a:pt x="20501" y="8171"/>
                  </a:cubicBezTo>
                  <a:cubicBezTo>
                    <a:pt x="20376" y="7975"/>
                    <a:pt x="20224" y="7796"/>
                    <a:pt x="20099" y="7600"/>
                  </a:cubicBezTo>
                  <a:cubicBezTo>
                    <a:pt x="19983" y="7431"/>
                    <a:pt x="20028" y="7190"/>
                    <a:pt x="19930" y="7020"/>
                  </a:cubicBezTo>
                  <a:cubicBezTo>
                    <a:pt x="19903" y="6904"/>
                    <a:pt x="19814" y="6815"/>
                    <a:pt x="19733" y="6735"/>
                  </a:cubicBezTo>
                  <a:cubicBezTo>
                    <a:pt x="19742" y="6663"/>
                    <a:pt x="19733" y="6628"/>
                    <a:pt x="19689" y="6619"/>
                  </a:cubicBezTo>
                  <a:cubicBezTo>
                    <a:pt x="19698" y="6538"/>
                    <a:pt x="19644" y="6485"/>
                    <a:pt x="19609" y="6423"/>
                  </a:cubicBezTo>
                  <a:cubicBezTo>
                    <a:pt x="19626" y="6217"/>
                    <a:pt x="19457" y="6039"/>
                    <a:pt x="19439" y="5825"/>
                  </a:cubicBezTo>
                  <a:lnTo>
                    <a:pt x="19403" y="5825"/>
                  </a:lnTo>
                  <a:cubicBezTo>
                    <a:pt x="19377" y="5655"/>
                    <a:pt x="19154" y="5629"/>
                    <a:pt x="19109" y="5459"/>
                  </a:cubicBezTo>
                  <a:cubicBezTo>
                    <a:pt x="18975" y="5165"/>
                    <a:pt x="18752" y="4870"/>
                    <a:pt x="18476" y="4674"/>
                  </a:cubicBezTo>
                  <a:cubicBezTo>
                    <a:pt x="18288" y="4540"/>
                    <a:pt x="18163" y="4344"/>
                    <a:pt x="17967" y="4228"/>
                  </a:cubicBezTo>
                  <a:cubicBezTo>
                    <a:pt x="17690" y="3862"/>
                    <a:pt x="17369" y="3523"/>
                    <a:pt x="16977" y="3291"/>
                  </a:cubicBezTo>
                  <a:cubicBezTo>
                    <a:pt x="16629" y="2970"/>
                    <a:pt x="16192" y="2711"/>
                    <a:pt x="15799" y="2426"/>
                  </a:cubicBezTo>
                  <a:cubicBezTo>
                    <a:pt x="15639" y="2283"/>
                    <a:pt x="15487" y="2114"/>
                    <a:pt x="15282" y="2024"/>
                  </a:cubicBezTo>
                  <a:cubicBezTo>
                    <a:pt x="15224" y="1941"/>
                    <a:pt x="15096" y="1835"/>
                    <a:pt x="14971" y="1835"/>
                  </a:cubicBezTo>
                  <a:cubicBezTo>
                    <a:pt x="14961" y="1835"/>
                    <a:pt x="14952" y="1836"/>
                    <a:pt x="14943" y="1837"/>
                  </a:cubicBezTo>
                  <a:lnTo>
                    <a:pt x="14952" y="1801"/>
                  </a:lnTo>
                  <a:cubicBezTo>
                    <a:pt x="14791" y="1721"/>
                    <a:pt x="14702" y="1525"/>
                    <a:pt x="14515" y="1507"/>
                  </a:cubicBezTo>
                  <a:cubicBezTo>
                    <a:pt x="14506" y="1498"/>
                    <a:pt x="14488" y="1480"/>
                    <a:pt x="14470" y="1471"/>
                  </a:cubicBezTo>
                  <a:cubicBezTo>
                    <a:pt x="14452" y="1391"/>
                    <a:pt x="14327" y="1400"/>
                    <a:pt x="14283" y="1338"/>
                  </a:cubicBezTo>
                  <a:cubicBezTo>
                    <a:pt x="14211" y="1248"/>
                    <a:pt x="14086" y="1257"/>
                    <a:pt x="13988" y="1230"/>
                  </a:cubicBezTo>
                  <a:cubicBezTo>
                    <a:pt x="13944" y="1168"/>
                    <a:pt x="13854" y="1168"/>
                    <a:pt x="13792" y="1150"/>
                  </a:cubicBezTo>
                  <a:cubicBezTo>
                    <a:pt x="13658" y="1043"/>
                    <a:pt x="13444" y="999"/>
                    <a:pt x="13292" y="891"/>
                  </a:cubicBezTo>
                  <a:cubicBezTo>
                    <a:pt x="13284" y="767"/>
                    <a:pt x="13052" y="704"/>
                    <a:pt x="12945" y="668"/>
                  </a:cubicBezTo>
                  <a:cubicBezTo>
                    <a:pt x="12918" y="633"/>
                    <a:pt x="12882" y="597"/>
                    <a:pt x="12846" y="570"/>
                  </a:cubicBezTo>
                  <a:cubicBezTo>
                    <a:pt x="12837" y="571"/>
                    <a:pt x="12828" y="572"/>
                    <a:pt x="12820" y="572"/>
                  </a:cubicBezTo>
                  <a:cubicBezTo>
                    <a:pt x="12692" y="572"/>
                    <a:pt x="12585" y="473"/>
                    <a:pt x="12461" y="473"/>
                  </a:cubicBezTo>
                  <a:cubicBezTo>
                    <a:pt x="12441" y="473"/>
                    <a:pt x="12421" y="475"/>
                    <a:pt x="12400" y="481"/>
                  </a:cubicBezTo>
                  <a:cubicBezTo>
                    <a:pt x="12324" y="458"/>
                    <a:pt x="12247" y="395"/>
                    <a:pt x="12164" y="395"/>
                  </a:cubicBezTo>
                  <a:cubicBezTo>
                    <a:pt x="12151" y="395"/>
                    <a:pt x="12137" y="397"/>
                    <a:pt x="12124" y="401"/>
                  </a:cubicBezTo>
                  <a:cubicBezTo>
                    <a:pt x="11874" y="347"/>
                    <a:pt x="11633" y="285"/>
                    <a:pt x="11392" y="213"/>
                  </a:cubicBezTo>
                  <a:cubicBezTo>
                    <a:pt x="11437" y="124"/>
                    <a:pt x="11294" y="169"/>
                    <a:pt x="11250" y="142"/>
                  </a:cubicBezTo>
                  <a:cubicBezTo>
                    <a:pt x="10928" y="115"/>
                    <a:pt x="10616" y="98"/>
                    <a:pt x="10295" y="53"/>
                  </a:cubicBezTo>
                  <a:cubicBezTo>
                    <a:pt x="10203" y="14"/>
                    <a:pt x="10108" y="1"/>
                    <a:pt x="10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0" name="Google Shape;190;p21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 flipH="1">
            <a:off x="8423998" y="785251"/>
            <a:ext cx="475213" cy="1919519"/>
            <a:chOff x="340888" y="1431951"/>
            <a:chExt cx="475213" cy="1919519"/>
          </a:xfrm>
        </p:grpSpPr>
        <p:sp>
          <p:nvSpPr>
            <p:cNvPr id="192" name="Google Shape;192;p21"/>
            <p:cNvSpPr/>
            <p:nvPr/>
          </p:nvSpPr>
          <p:spPr>
            <a:xfrm rot="-5182940">
              <a:off x="249633" y="2323026"/>
              <a:ext cx="511279" cy="297101"/>
            </a:xfrm>
            <a:custGeom>
              <a:avLst/>
              <a:gdLst/>
              <a:ahLst/>
              <a:cxnLst/>
              <a:rect l="l" t="t" r="r" b="b"/>
              <a:pathLst>
                <a:path w="41493" h="16693" extrusionOk="0">
                  <a:moveTo>
                    <a:pt x="17883" y="1"/>
                  </a:moveTo>
                  <a:cubicBezTo>
                    <a:pt x="17746" y="1"/>
                    <a:pt x="17639" y="116"/>
                    <a:pt x="17504" y="116"/>
                  </a:cubicBezTo>
                  <a:cubicBezTo>
                    <a:pt x="17470" y="116"/>
                    <a:pt x="17435" y="109"/>
                    <a:pt x="17396" y="90"/>
                  </a:cubicBezTo>
                  <a:cubicBezTo>
                    <a:pt x="17183" y="33"/>
                    <a:pt x="16964" y="14"/>
                    <a:pt x="16744" y="14"/>
                  </a:cubicBezTo>
                  <a:cubicBezTo>
                    <a:pt x="16551" y="14"/>
                    <a:pt x="16357" y="29"/>
                    <a:pt x="16165" y="46"/>
                  </a:cubicBezTo>
                  <a:cubicBezTo>
                    <a:pt x="16120" y="33"/>
                    <a:pt x="16077" y="28"/>
                    <a:pt x="16035" y="28"/>
                  </a:cubicBezTo>
                  <a:cubicBezTo>
                    <a:pt x="15867" y="28"/>
                    <a:pt x="15715" y="112"/>
                    <a:pt x="15559" y="162"/>
                  </a:cubicBezTo>
                  <a:cubicBezTo>
                    <a:pt x="15378" y="146"/>
                    <a:pt x="15211" y="68"/>
                    <a:pt x="15040" y="68"/>
                  </a:cubicBezTo>
                  <a:cubicBezTo>
                    <a:pt x="15016" y="68"/>
                    <a:pt x="14993" y="69"/>
                    <a:pt x="14970" y="73"/>
                  </a:cubicBezTo>
                  <a:cubicBezTo>
                    <a:pt x="14949" y="74"/>
                    <a:pt x="14928" y="75"/>
                    <a:pt x="14907" y="75"/>
                  </a:cubicBezTo>
                  <a:cubicBezTo>
                    <a:pt x="14736" y="75"/>
                    <a:pt x="14551" y="24"/>
                    <a:pt x="14379" y="24"/>
                  </a:cubicBezTo>
                  <a:cubicBezTo>
                    <a:pt x="14250" y="24"/>
                    <a:pt x="14128" y="53"/>
                    <a:pt x="14024" y="153"/>
                  </a:cubicBezTo>
                  <a:cubicBezTo>
                    <a:pt x="13825" y="83"/>
                    <a:pt x="13609" y="29"/>
                    <a:pt x="13396" y="29"/>
                  </a:cubicBezTo>
                  <a:cubicBezTo>
                    <a:pt x="13257" y="29"/>
                    <a:pt x="13120" y="52"/>
                    <a:pt x="12989" y="108"/>
                  </a:cubicBezTo>
                  <a:cubicBezTo>
                    <a:pt x="12964" y="110"/>
                    <a:pt x="12938" y="110"/>
                    <a:pt x="12912" y="110"/>
                  </a:cubicBezTo>
                  <a:cubicBezTo>
                    <a:pt x="12713" y="110"/>
                    <a:pt x="12510" y="76"/>
                    <a:pt x="12309" y="76"/>
                  </a:cubicBezTo>
                  <a:cubicBezTo>
                    <a:pt x="12181" y="76"/>
                    <a:pt x="12053" y="90"/>
                    <a:pt x="11928" y="135"/>
                  </a:cubicBezTo>
                  <a:cubicBezTo>
                    <a:pt x="11913" y="146"/>
                    <a:pt x="11896" y="149"/>
                    <a:pt x="11877" y="149"/>
                  </a:cubicBezTo>
                  <a:cubicBezTo>
                    <a:pt x="11822" y="149"/>
                    <a:pt x="11756" y="115"/>
                    <a:pt x="11707" y="115"/>
                  </a:cubicBezTo>
                  <a:cubicBezTo>
                    <a:pt x="11676" y="115"/>
                    <a:pt x="11651" y="130"/>
                    <a:pt x="11642" y="180"/>
                  </a:cubicBezTo>
                  <a:cubicBezTo>
                    <a:pt x="11616" y="171"/>
                    <a:pt x="11589" y="166"/>
                    <a:pt x="11562" y="166"/>
                  </a:cubicBezTo>
                  <a:cubicBezTo>
                    <a:pt x="11535" y="166"/>
                    <a:pt x="11509" y="171"/>
                    <a:pt x="11482" y="180"/>
                  </a:cubicBezTo>
                  <a:cubicBezTo>
                    <a:pt x="11418" y="204"/>
                    <a:pt x="11352" y="212"/>
                    <a:pt x="11286" y="212"/>
                  </a:cubicBezTo>
                  <a:cubicBezTo>
                    <a:pt x="11160" y="212"/>
                    <a:pt x="11032" y="184"/>
                    <a:pt x="10908" y="184"/>
                  </a:cubicBezTo>
                  <a:cubicBezTo>
                    <a:pt x="10813" y="184"/>
                    <a:pt x="10721" y="200"/>
                    <a:pt x="10634" y="260"/>
                  </a:cubicBezTo>
                  <a:cubicBezTo>
                    <a:pt x="10544" y="339"/>
                    <a:pt x="10442" y="363"/>
                    <a:pt x="10335" y="363"/>
                  </a:cubicBezTo>
                  <a:cubicBezTo>
                    <a:pt x="10170" y="363"/>
                    <a:pt x="9992" y="307"/>
                    <a:pt x="9824" y="307"/>
                  </a:cubicBezTo>
                  <a:cubicBezTo>
                    <a:pt x="9743" y="307"/>
                    <a:pt x="9665" y="320"/>
                    <a:pt x="9591" y="358"/>
                  </a:cubicBezTo>
                  <a:cubicBezTo>
                    <a:pt x="9543" y="392"/>
                    <a:pt x="9491" y="403"/>
                    <a:pt x="9437" y="403"/>
                  </a:cubicBezTo>
                  <a:cubicBezTo>
                    <a:pt x="9341" y="403"/>
                    <a:pt x="9239" y="368"/>
                    <a:pt x="9142" y="368"/>
                  </a:cubicBezTo>
                  <a:cubicBezTo>
                    <a:pt x="9080" y="368"/>
                    <a:pt x="9021" y="383"/>
                    <a:pt x="8966" y="429"/>
                  </a:cubicBezTo>
                  <a:cubicBezTo>
                    <a:pt x="8776" y="486"/>
                    <a:pt x="8578" y="502"/>
                    <a:pt x="8377" y="502"/>
                  </a:cubicBezTo>
                  <a:cubicBezTo>
                    <a:pt x="8163" y="502"/>
                    <a:pt x="7947" y="483"/>
                    <a:pt x="7735" y="474"/>
                  </a:cubicBezTo>
                  <a:cubicBezTo>
                    <a:pt x="7587" y="561"/>
                    <a:pt x="7473" y="724"/>
                    <a:pt x="7286" y="724"/>
                  </a:cubicBezTo>
                  <a:cubicBezTo>
                    <a:pt x="7281" y="724"/>
                    <a:pt x="7276" y="724"/>
                    <a:pt x="7271" y="724"/>
                  </a:cubicBezTo>
                  <a:cubicBezTo>
                    <a:pt x="7102" y="697"/>
                    <a:pt x="6914" y="724"/>
                    <a:pt x="6780" y="608"/>
                  </a:cubicBezTo>
                  <a:cubicBezTo>
                    <a:pt x="6656" y="644"/>
                    <a:pt x="6415" y="572"/>
                    <a:pt x="6379" y="724"/>
                  </a:cubicBezTo>
                  <a:cubicBezTo>
                    <a:pt x="6361" y="733"/>
                    <a:pt x="6334" y="760"/>
                    <a:pt x="6325" y="768"/>
                  </a:cubicBezTo>
                  <a:cubicBezTo>
                    <a:pt x="6111" y="822"/>
                    <a:pt x="5799" y="751"/>
                    <a:pt x="5683" y="983"/>
                  </a:cubicBezTo>
                  <a:cubicBezTo>
                    <a:pt x="5639" y="1223"/>
                    <a:pt x="5282" y="1018"/>
                    <a:pt x="5201" y="1250"/>
                  </a:cubicBezTo>
                  <a:cubicBezTo>
                    <a:pt x="5085" y="1589"/>
                    <a:pt x="5068" y="1973"/>
                    <a:pt x="5005" y="2330"/>
                  </a:cubicBezTo>
                  <a:lnTo>
                    <a:pt x="4961" y="2330"/>
                  </a:lnTo>
                  <a:cubicBezTo>
                    <a:pt x="4961" y="2419"/>
                    <a:pt x="4961" y="2597"/>
                    <a:pt x="4961" y="2678"/>
                  </a:cubicBezTo>
                  <a:cubicBezTo>
                    <a:pt x="4871" y="2722"/>
                    <a:pt x="4853" y="2829"/>
                    <a:pt x="4916" y="3008"/>
                  </a:cubicBezTo>
                  <a:cubicBezTo>
                    <a:pt x="4898" y="3213"/>
                    <a:pt x="4925" y="3418"/>
                    <a:pt x="4996" y="3614"/>
                  </a:cubicBezTo>
                  <a:cubicBezTo>
                    <a:pt x="4934" y="3864"/>
                    <a:pt x="4916" y="4132"/>
                    <a:pt x="4898" y="4390"/>
                  </a:cubicBezTo>
                  <a:cubicBezTo>
                    <a:pt x="4871" y="4515"/>
                    <a:pt x="4764" y="4560"/>
                    <a:pt x="4648" y="4578"/>
                  </a:cubicBezTo>
                  <a:cubicBezTo>
                    <a:pt x="4587" y="4619"/>
                    <a:pt x="4518" y="4631"/>
                    <a:pt x="4445" y="4631"/>
                  </a:cubicBezTo>
                  <a:cubicBezTo>
                    <a:pt x="4343" y="4631"/>
                    <a:pt x="4235" y="4606"/>
                    <a:pt x="4137" y="4606"/>
                  </a:cubicBezTo>
                  <a:cubicBezTo>
                    <a:pt x="4032" y="4606"/>
                    <a:pt x="3937" y="4634"/>
                    <a:pt x="3872" y="4747"/>
                  </a:cubicBezTo>
                  <a:cubicBezTo>
                    <a:pt x="3851" y="4746"/>
                    <a:pt x="3831" y="4745"/>
                    <a:pt x="3810" y="4745"/>
                  </a:cubicBezTo>
                  <a:cubicBezTo>
                    <a:pt x="3557" y="4745"/>
                    <a:pt x="3318" y="4842"/>
                    <a:pt x="3078" y="4917"/>
                  </a:cubicBezTo>
                  <a:cubicBezTo>
                    <a:pt x="2956" y="4884"/>
                    <a:pt x="2841" y="4844"/>
                    <a:pt x="2721" y="4844"/>
                  </a:cubicBezTo>
                  <a:cubicBezTo>
                    <a:pt x="2709" y="4844"/>
                    <a:pt x="2697" y="4845"/>
                    <a:pt x="2686" y="4845"/>
                  </a:cubicBezTo>
                  <a:cubicBezTo>
                    <a:pt x="2638" y="4814"/>
                    <a:pt x="2584" y="4802"/>
                    <a:pt x="2530" y="4802"/>
                  </a:cubicBezTo>
                  <a:cubicBezTo>
                    <a:pt x="2444" y="4802"/>
                    <a:pt x="2356" y="4834"/>
                    <a:pt x="2284" y="4872"/>
                  </a:cubicBezTo>
                  <a:cubicBezTo>
                    <a:pt x="1999" y="4917"/>
                    <a:pt x="1722" y="4988"/>
                    <a:pt x="1455" y="5086"/>
                  </a:cubicBezTo>
                  <a:cubicBezTo>
                    <a:pt x="1312" y="5140"/>
                    <a:pt x="1044" y="5068"/>
                    <a:pt x="955" y="5238"/>
                  </a:cubicBezTo>
                  <a:cubicBezTo>
                    <a:pt x="848" y="5291"/>
                    <a:pt x="866" y="5434"/>
                    <a:pt x="812" y="5523"/>
                  </a:cubicBezTo>
                  <a:cubicBezTo>
                    <a:pt x="714" y="5595"/>
                    <a:pt x="589" y="5648"/>
                    <a:pt x="562" y="5773"/>
                  </a:cubicBezTo>
                  <a:cubicBezTo>
                    <a:pt x="322" y="6157"/>
                    <a:pt x="322" y="6630"/>
                    <a:pt x="322" y="7067"/>
                  </a:cubicBezTo>
                  <a:cubicBezTo>
                    <a:pt x="250" y="7147"/>
                    <a:pt x="232" y="7263"/>
                    <a:pt x="286" y="7415"/>
                  </a:cubicBezTo>
                  <a:cubicBezTo>
                    <a:pt x="179" y="7539"/>
                    <a:pt x="232" y="7709"/>
                    <a:pt x="232" y="7861"/>
                  </a:cubicBezTo>
                  <a:lnTo>
                    <a:pt x="188" y="7852"/>
                  </a:lnTo>
                  <a:cubicBezTo>
                    <a:pt x="179" y="8128"/>
                    <a:pt x="179" y="8414"/>
                    <a:pt x="179" y="8690"/>
                  </a:cubicBezTo>
                  <a:cubicBezTo>
                    <a:pt x="63" y="8726"/>
                    <a:pt x="161" y="8967"/>
                    <a:pt x="134" y="9092"/>
                  </a:cubicBezTo>
                  <a:cubicBezTo>
                    <a:pt x="134" y="9110"/>
                    <a:pt x="143" y="9154"/>
                    <a:pt x="143" y="9172"/>
                  </a:cubicBezTo>
                  <a:cubicBezTo>
                    <a:pt x="90" y="9805"/>
                    <a:pt x="0" y="10466"/>
                    <a:pt x="259" y="11072"/>
                  </a:cubicBezTo>
                  <a:cubicBezTo>
                    <a:pt x="286" y="11456"/>
                    <a:pt x="322" y="11839"/>
                    <a:pt x="295" y="12223"/>
                  </a:cubicBezTo>
                  <a:cubicBezTo>
                    <a:pt x="509" y="12669"/>
                    <a:pt x="1107" y="12678"/>
                    <a:pt x="1463" y="12981"/>
                  </a:cubicBezTo>
                  <a:cubicBezTo>
                    <a:pt x="1517" y="12955"/>
                    <a:pt x="1568" y="12943"/>
                    <a:pt x="1617" y="12943"/>
                  </a:cubicBezTo>
                  <a:cubicBezTo>
                    <a:pt x="1700" y="12943"/>
                    <a:pt x="1778" y="12976"/>
                    <a:pt x="1856" y="13026"/>
                  </a:cubicBezTo>
                  <a:cubicBezTo>
                    <a:pt x="2284" y="12999"/>
                    <a:pt x="2712" y="12919"/>
                    <a:pt x="3132" y="12883"/>
                  </a:cubicBezTo>
                  <a:cubicBezTo>
                    <a:pt x="3141" y="13008"/>
                    <a:pt x="3141" y="13142"/>
                    <a:pt x="3132" y="13276"/>
                  </a:cubicBezTo>
                  <a:lnTo>
                    <a:pt x="3096" y="13276"/>
                  </a:lnTo>
                  <a:cubicBezTo>
                    <a:pt x="3034" y="13534"/>
                    <a:pt x="3069" y="13802"/>
                    <a:pt x="3078" y="14061"/>
                  </a:cubicBezTo>
                  <a:cubicBezTo>
                    <a:pt x="2935" y="14462"/>
                    <a:pt x="3007" y="14890"/>
                    <a:pt x="3096" y="15292"/>
                  </a:cubicBezTo>
                  <a:cubicBezTo>
                    <a:pt x="3248" y="15649"/>
                    <a:pt x="3051" y="16068"/>
                    <a:pt x="3248" y="16416"/>
                  </a:cubicBezTo>
                  <a:cubicBezTo>
                    <a:pt x="3408" y="16692"/>
                    <a:pt x="3756" y="16657"/>
                    <a:pt x="4024" y="16675"/>
                  </a:cubicBezTo>
                  <a:cubicBezTo>
                    <a:pt x="4064" y="16682"/>
                    <a:pt x="4103" y="16685"/>
                    <a:pt x="4142" y="16685"/>
                  </a:cubicBezTo>
                  <a:cubicBezTo>
                    <a:pt x="4423" y="16685"/>
                    <a:pt x="4674" y="16521"/>
                    <a:pt x="4959" y="16521"/>
                  </a:cubicBezTo>
                  <a:cubicBezTo>
                    <a:pt x="4977" y="16521"/>
                    <a:pt x="4996" y="16521"/>
                    <a:pt x="5014" y="16523"/>
                  </a:cubicBezTo>
                  <a:cubicBezTo>
                    <a:pt x="5020" y="16523"/>
                    <a:pt x="5026" y="16523"/>
                    <a:pt x="5031" y="16523"/>
                  </a:cubicBezTo>
                  <a:cubicBezTo>
                    <a:pt x="5304" y="16523"/>
                    <a:pt x="5545" y="16326"/>
                    <a:pt x="5826" y="16326"/>
                  </a:cubicBezTo>
                  <a:cubicBezTo>
                    <a:pt x="5832" y="16326"/>
                    <a:pt x="5838" y="16326"/>
                    <a:pt x="5844" y="16327"/>
                  </a:cubicBezTo>
                  <a:cubicBezTo>
                    <a:pt x="6279" y="16201"/>
                    <a:pt x="6731" y="16075"/>
                    <a:pt x="7191" y="16075"/>
                  </a:cubicBezTo>
                  <a:cubicBezTo>
                    <a:pt x="7220" y="16075"/>
                    <a:pt x="7250" y="16076"/>
                    <a:pt x="7280" y="16077"/>
                  </a:cubicBezTo>
                  <a:cubicBezTo>
                    <a:pt x="7309" y="16087"/>
                    <a:pt x="7338" y="16091"/>
                    <a:pt x="7366" y="16091"/>
                  </a:cubicBezTo>
                  <a:cubicBezTo>
                    <a:pt x="7496" y="16091"/>
                    <a:pt x="7615" y="16002"/>
                    <a:pt x="7747" y="16002"/>
                  </a:cubicBezTo>
                  <a:cubicBezTo>
                    <a:pt x="7761" y="16002"/>
                    <a:pt x="7775" y="16003"/>
                    <a:pt x="7788" y="16005"/>
                  </a:cubicBezTo>
                  <a:cubicBezTo>
                    <a:pt x="7845" y="16025"/>
                    <a:pt x="7901" y="16033"/>
                    <a:pt x="7955" y="16033"/>
                  </a:cubicBezTo>
                  <a:cubicBezTo>
                    <a:pt x="8177" y="16033"/>
                    <a:pt x="8387" y="15904"/>
                    <a:pt x="8609" y="15890"/>
                  </a:cubicBezTo>
                  <a:cubicBezTo>
                    <a:pt x="8626" y="15891"/>
                    <a:pt x="8642" y="15892"/>
                    <a:pt x="8659" y="15892"/>
                  </a:cubicBezTo>
                  <a:cubicBezTo>
                    <a:pt x="8861" y="15892"/>
                    <a:pt x="9038" y="15770"/>
                    <a:pt x="9241" y="15770"/>
                  </a:cubicBezTo>
                  <a:cubicBezTo>
                    <a:pt x="9277" y="15770"/>
                    <a:pt x="9313" y="15774"/>
                    <a:pt x="9350" y="15782"/>
                  </a:cubicBezTo>
                  <a:cubicBezTo>
                    <a:pt x="9375" y="15788"/>
                    <a:pt x="9400" y="15791"/>
                    <a:pt x="9425" y="15791"/>
                  </a:cubicBezTo>
                  <a:cubicBezTo>
                    <a:pt x="9602" y="15791"/>
                    <a:pt x="9764" y="15662"/>
                    <a:pt x="9940" y="15662"/>
                  </a:cubicBezTo>
                  <a:cubicBezTo>
                    <a:pt x="9972" y="15662"/>
                    <a:pt x="10004" y="15666"/>
                    <a:pt x="10037" y="15675"/>
                  </a:cubicBezTo>
                  <a:cubicBezTo>
                    <a:pt x="10153" y="15666"/>
                    <a:pt x="10260" y="15649"/>
                    <a:pt x="10367" y="15631"/>
                  </a:cubicBezTo>
                  <a:cubicBezTo>
                    <a:pt x="10902" y="15622"/>
                    <a:pt x="11446" y="15533"/>
                    <a:pt x="11964" y="15399"/>
                  </a:cubicBezTo>
                  <a:cubicBezTo>
                    <a:pt x="12276" y="15399"/>
                    <a:pt x="12588" y="15345"/>
                    <a:pt x="12900" y="15310"/>
                  </a:cubicBezTo>
                  <a:cubicBezTo>
                    <a:pt x="12958" y="15315"/>
                    <a:pt x="13015" y="15318"/>
                    <a:pt x="13073" y="15318"/>
                  </a:cubicBezTo>
                  <a:cubicBezTo>
                    <a:pt x="13599" y="15318"/>
                    <a:pt x="14112" y="15110"/>
                    <a:pt x="14638" y="15110"/>
                  </a:cubicBezTo>
                  <a:cubicBezTo>
                    <a:pt x="14710" y="15110"/>
                    <a:pt x="14782" y="15114"/>
                    <a:pt x="14854" y="15122"/>
                  </a:cubicBezTo>
                  <a:cubicBezTo>
                    <a:pt x="14938" y="15087"/>
                    <a:pt x="15033" y="15063"/>
                    <a:pt x="15127" y="15063"/>
                  </a:cubicBezTo>
                  <a:cubicBezTo>
                    <a:pt x="15152" y="15063"/>
                    <a:pt x="15177" y="15065"/>
                    <a:pt x="15202" y="15069"/>
                  </a:cubicBezTo>
                  <a:cubicBezTo>
                    <a:pt x="15216" y="15069"/>
                    <a:pt x="15229" y="15069"/>
                    <a:pt x="15243" y="15069"/>
                  </a:cubicBezTo>
                  <a:cubicBezTo>
                    <a:pt x="15933" y="15069"/>
                    <a:pt x="16598" y="14855"/>
                    <a:pt x="17280" y="14846"/>
                  </a:cubicBezTo>
                  <a:cubicBezTo>
                    <a:pt x="17289" y="14837"/>
                    <a:pt x="17312" y="14835"/>
                    <a:pt x="17343" y="14835"/>
                  </a:cubicBezTo>
                  <a:cubicBezTo>
                    <a:pt x="17372" y="14835"/>
                    <a:pt x="17407" y="14837"/>
                    <a:pt x="17443" y="14837"/>
                  </a:cubicBezTo>
                  <a:cubicBezTo>
                    <a:pt x="17534" y="14837"/>
                    <a:pt x="17628" y="14826"/>
                    <a:pt x="17628" y="14748"/>
                  </a:cubicBezTo>
                  <a:lnTo>
                    <a:pt x="17664" y="14739"/>
                  </a:lnTo>
                  <a:cubicBezTo>
                    <a:pt x="17748" y="14749"/>
                    <a:pt x="17831" y="14753"/>
                    <a:pt x="17915" y="14753"/>
                  </a:cubicBezTo>
                  <a:cubicBezTo>
                    <a:pt x="18117" y="14753"/>
                    <a:pt x="18319" y="14728"/>
                    <a:pt x="18521" y="14703"/>
                  </a:cubicBezTo>
                  <a:cubicBezTo>
                    <a:pt x="18578" y="14699"/>
                    <a:pt x="18637" y="14698"/>
                    <a:pt x="18695" y="14698"/>
                  </a:cubicBezTo>
                  <a:cubicBezTo>
                    <a:pt x="18844" y="14698"/>
                    <a:pt x="18995" y="14706"/>
                    <a:pt x="19145" y="14706"/>
                  </a:cubicBezTo>
                  <a:cubicBezTo>
                    <a:pt x="19368" y="14706"/>
                    <a:pt x="19589" y="14688"/>
                    <a:pt x="19796" y="14596"/>
                  </a:cubicBezTo>
                  <a:cubicBezTo>
                    <a:pt x="20181" y="14513"/>
                    <a:pt x="20573" y="14507"/>
                    <a:pt x="20965" y="14507"/>
                  </a:cubicBezTo>
                  <a:cubicBezTo>
                    <a:pt x="21036" y="14507"/>
                    <a:pt x="21108" y="14507"/>
                    <a:pt x="21179" y="14507"/>
                  </a:cubicBezTo>
                  <a:cubicBezTo>
                    <a:pt x="21246" y="14484"/>
                    <a:pt x="21312" y="14477"/>
                    <a:pt x="21377" y="14477"/>
                  </a:cubicBezTo>
                  <a:cubicBezTo>
                    <a:pt x="21529" y="14477"/>
                    <a:pt x="21678" y="14519"/>
                    <a:pt x="21832" y="14519"/>
                  </a:cubicBezTo>
                  <a:cubicBezTo>
                    <a:pt x="21875" y="14519"/>
                    <a:pt x="21919" y="14516"/>
                    <a:pt x="21964" y="14507"/>
                  </a:cubicBezTo>
                  <a:cubicBezTo>
                    <a:pt x="22357" y="14435"/>
                    <a:pt x="22758" y="14489"/>
                    <a:pt x="23151" y="14409"/>
                  </a:cubicBezTo>
                  <a:cubicBezTo>
                    <a:pt x="23252" y="14435"/>
                    <a:pt x="23354" y="14446"/>
                    <a:pt x="23457" y="14446"/>
                  </a:cubicBezTo>
                  <a:cubicBezTo>
                    <a:pt x="23830" y="14446"/>
                    <a:pt x="24207" y="14303"/>
                    <a:pt x="24578" y="14275"/>
                  </a:cubicBezTo>
                  <a:cubicBezTo>
                    <a:pt x="24846" y="14346"/>
                    <a:pt x="25131" y="14319"/>
                    <a:pt x="25399" y="14337"/>
                  </a:cubicBezTo>
                  <a:cubicBezTo>
                    <a:pt x="25496" y="14293"/>
                    <a:pt x="25592" y="14280"/>
                    <a:pt x="25690" y="14280"/>
                  </a:cubicBezTo>
                  <a:cubicBezTo>
                    <a:pt x="25833" y="14280"/>
                    <a:pt x="25977" y="14308"/>
                    <a:pt x="26122" y="14308"/>
                  </a:cubicBezTo>
                  <a:cubicBezTo>
                    <a:pt x="26178" y="14308"/>
                    <a:pt x="26234" y="14304"/>
                    <a:pt x="26291" y="14293"/>
                  </a:cubicBezTo>
                  <a:cubicBezTo>
                    <a:pt x="26626" y="14201"/>
                    <a:pt x="26970" y="14178"/>
                    <a:pt x="27315" y="14178"/>
                  </a:cubicBezTo>
                  <a:cubicBezTo>
                    <a:pt x="27540" y="14178"/>
                    <a:pt x="27764" y="14187"/>
                    <a:pt x="27986" y="14195"/>
                  </a:cubicBezTo>
                  <a:cubicBezTo>
                    <a:pt x="28036" y="14208"/>
                    <a:pt x="28087" y="14214"/>
                    <a:pt x="28138" y="14214"/>
                  </a:cubicBezTo>
                  <a:cubicBezTo>
                    <a:pt x="28279" y="14214"/>
                    <a:pt x="28421" y="14174"/>
                    <a:pt x="28563" y="14174"/>
                  </a:cubicBezTo>
                  <a:cubicBezTo>
                    <a:pt x="28632" y="14174"/>
                    <a:pt x="28702" y="14184"/>
                    <a:pt x="28771" y="14212"/>
                  </a:cubicBezTo>
                  <a:cubicBezTo>
                    <a:pt x="29074" y="14096"/>
                    <a:pt x="29413" y="14230"/>
                    <a:pt x="29707" y="14070"/>
                  </a:cubicBezTo>
                  <a:cubicBezTo>
                    <a:pt x="29750" y="14094"/>
                    <a:pt x="29795" y="14104"/>
                    <a:pt x="29842" y="14104"/>
                  </a:cubicBezTo>
                  <a:cubicBezTo>
                    <a:pt x="29912" y="14104"/>
                    <a:pt x="29985" y="14082"/>
                    <a:pt x="30055" y="14061"/>
                  </a:cubicBezTo>
                  <a:cubicBezTo>
                    <a:pt x="30115" y="14084"/>
                    <a:pt x="30176" y="14093"/>
                    <a:pt x="30239" y="14093"/>
                  </a:cubicBezTo>
                  <a:cubicBezTo>
                    <a:pt x="30416" y="14093"/>
                    <a:pt x="30602" y="14020"/>
                    <a:pt x="30787" y="14007"/>
                  </a:cubicBezTo>
                  <a:lnTo>
                    <a:pt x="30787" y="14061"/>
                  </a:lnTo>
                  <a:cubicBezTo>
                    <a:pt x="30804" y="14061"/>
                    <a:pt x="30821" y="14061"/>
                    <a:pt x="30837" y="14061"/>
                  </a:cubicBezTo>
                  <a:cubicBezTo>
                    <a:pt x="31377" y="14061"/>
                    <a:pt x="31916" y="13934"/>
                    <a:pt x="32455" y="13934"/>
                  </a:cubicBezTo>
                  <a:cubicBezTo>
                    <a:pt x="32488" y="13934"/>
                    <a:pt x="32521" y="13935"/>
                    <a:pt x="32553" y="13936"/>
                  </a:cubicBezTo>
                  <a:cubicBezTo>
                    <a:pt x="32604" y="13957"/>
                    <a:pt x="32654" y="13965"/>
                    <a:pt x="32704" y="13965"/>
                  </a:cubicBezTo>
                  <a:cubicBezTo>
                    <a:pt x="32881" y="13965"/>
                    <a:pt x="33058" y="13864"/>
                    <a:pt x="33240" y="13864"/>
                  </a:cubicBezTo>
                  <a:cubicBezTo>
                    <a:pt x="33246" y="13864"/>
                    <a:pt x="33252" y="13864"/>
                    <a:pt x="33258" y="13864"/>
                  </a:cubicBezTo>
                  <a:cubicBezTo>
                    <a:pt x="33425" y="13880"/>
                    <a:pt x="33600" y="13909"/>
                    <a:pt x="33773" y="13909"/>
                  </a:cubicBezTo>
                  <a:cubicBezTo>
                    <a:pt x="33905" y="13909"/>
                    <a:pt x="34035" y="13892"/>
                    <a:pt x="34159" y="13838"/>
                  </a:cubicBezTo>
                  <a:cubicBezTo>
                    <a:pt x="34632" y="13775"/>
                    <a:pt x="35123" y="13775"/>
                    <a:pt x="35604" y="13748"/>
                  </a:cubicBezTo>
                  <a:cubicBezTo>
                    <a:pt x="35952" y="13641"/>
                    <a:pt x="36318" y="13677"/>
                    <a:pt x="36666" y="13588"/>
                  </a:cubicBezTo>
                  <a:cubicBezTo>
                    <a:pt x="37317" y="13499"/>
                    <a:pt x="37968" y="13472"/>
                    <a:pt x="38593" y="13294"/>
                  </a:cubicBezTo>
                  <a:cubicBezTo>
                    <a:pt x="38611" y="13286"/>
                    <a:pt x="38629" y="13283"/>
                    <a:pt x="38647" y="13283"/>
                  </a:cubicBezTo>
                  <a:cubicBezTo>
                    <a:pt x="38712" y="13283"/>
                    <a:pt x="38777" y="13321"/>
                    <a:pt x="38839" y="13321"/>
                  </a:cubicBezTo>
                  <a:cubicBezTo>
                    <a:pt x="38861" y="13321"/>
                    <a:pt x="38883" y="13316"/>
                    <a:pt x="38905" y="13302"/>
                  </a:cubicBezTo>
                  <a:cubicBezTo>
                    <a:pt x="39298" y="13115"/>
                    <a:pt x="39895" y="13169"/>
                    <a:pt x="40074" y="12696"/>
                  </a:cubicBezTo>
                  <a:cubicBezTo>
                    <a:pt x="40288" y="12571"/>
                    <a:pt x="40288" y="12285"/>
                    <a:pt x="40386" y="12080"/>
                  </a:cubicBezTo>
                  <a:cubicBezTo>
                    <a:pt x="40484" y="11804"/>
                    <a:pt x="40386" y="11465"/>
                    <a:pt x="40555" y="11215"/>
                  </a:cubicBezTo>
                  <a:cubicBezTo>
                    <a:pt x="40841" y="10519"/>
                    <a:pt x="41153" y="9841"/>
                    <a:pt x="41367" y="9118"/>
                  </a:cubicBezTo>
                  <a:cubicBezTo>
                    <a:pt x="41296" y="8869"/>
                    <a:pt x="41492" y="8610"/>
                    <a:pt x="41287" y="8396"/>
                  </a:cubicBezTo>
                  <a:cubicBezTo>
                    <a:pt x="41251" y="8253"/>
                    <a:pt x="41118" y="8244"/>
                    <a:pt x="41002" y="8235"/>
                  </a:cubicBezTo>
                  <a:cubicBezTo>
                    <a:pt x="40466" y="7986"/>
                    <a:pt x="39886" y="7861"/>
                    <a:pt x="39307" y="7825"/>
                  </a:cubicBezTo>
                  <a:cubicBezTo>
                    <a:pt x="38780" y="7629"/>
                    <a:pt x="38227" y="7575"/>
                    <a:pt x="37692" y="7468"/>
                  </a:cubicBezTo>
                  <a:cubicBezTo>
                    <a:pt x="37624" y="7492"/>
                    <a:pt x="37556" y="7501"/>
                    <a:pt x="37487" y="7501"/>
                  </a:cubicBezTo>
                  <a:cubicBezTo>
                    <a:pt x="37256" y="7501"/>
                    <a:pt x="37021" y="7396"/>
                    <a:pt x="36786" y="7396"/>
                  </a:cubicBezTo>
                  <a:cubicBezTo>
                    <a:pt x="36779" y="7396"/>
                    <a:pt x="36771" y="7397"/>
                    <a:pt x="36764" y="7397"/>
                  </a:cubicBezTo>
                  <a:cubicBezTo>
                    <a:pt x="36666" y="7334"/>
                    <a:pt x="36719" y="7200"/>
                    <a:pt x="36693" y="7102"/>
                  </a:cubicBezTo>
                  <a:cubicBezTo>
                    <a:pt x="36773" y="6924"/>
                    <a:pt x="36880" y="6754"/>
                    <a:pt x="36889" y="6558"/>
                  </a:cubicBezTo>
                  <a:cubicBezTo>
                    <a:pt x="37058" y="6148"/>
                    <a:pt x="37148" y="5711"/>
                    <a:pt x="37317" y="5300"/>
                  </a:cubicBezTo>
                  <a:cubicBezTo>
                    <a:pt x="37478" y="4997"/>
                    <a:pt x="37469" y="4658"/>
                    <a:pt x="37567" y="4337"/>
                  </a:cubicBezTo>
                  <a:cubicBezTo>
                    <a:pt x="37692" y="3980"/>
                    <a:pt x="37629" y="3587"/>
                    <a:pt x="37638" y="3222"/>
                  </a:cubicBezTo>
                  <a:lnTo>
                    <a:pt x="37594" y="3222"/>
                  </a:lnTo>
                  <a:cubicBezTo>
                    <a:pt x="37576" y="2874"/>
                    <a:pt x="37201" y="2793"/>
                    <a:pt x="37058" y="2526"/>
                  </a:cubicBezTo>
                  <a:cubicBezTo>
                    <a:pt x="36987" y="2392"/>
                    <a:pt x="36818" y="2401"/>
                    <a:pt x="36719" y="2321"/>
                  </a:cubicBezTo>
                  <a:cubicBezTo>
                    <a:pt x="36505" y="2169"/>
                    <a:pt x="36220" y="2223"/>
                    <a:pt x="35997" y="2107"/>
                  </a:cubicBezTo>
                  <a:cubicBezTo>
                    <a:pt x="35783" y="1991"/>
                    <a:pt x="35542" y="1973"/>
                    <a:pt x="35310" y="1910"/>
                  </a:cubicBezTo>
                  <a:cubicBezTo>
                    <a:pt x="34891" y="1840"/>
                    <a:pt x="34497" y="1642"/>
                    <a:pt x="34071" y="1642"/>
                  </a:cubicBezTo>
                  <a:cubicBezTo>
                    <a:pt x="34062" y="1642"/>
                    <a:pt x="34052" y="1642"/>
                    <a:pt x="34043" y="1643"/>
                  </a:cubicBezTo>
                  <a:cubicBezTo>
                    <a:pt x="34043" y="1594"/>
                    <a:pt x="34006" y="1582"/>
                    <a:pt x="33959" y="1582"/>
                  </a:cubicBezTo>
                  <a:cubicBezTo>
                    <a:pt x="33915" y="1582"/>
                    <a:pt x="33863" y="1592"/>
                    <a:pt x="33824" y="1592"/>
                  </a:cubicBezTo>
                  <a:cubicBezTo>
                    <a:pt x="33812" y="1592"/>
                    <a:pt x="33802" y="1591"/>
                    <a:pt x="33793" y="1589"/>
                  </a:cubicBezTo>
                  <a:cubicBezTo>
                    <a:pt x="33787" y="1552"/>
                    <a:pt x="33764" y="1532"/>
                    <a:pt x="33721" y="1532"/>
                  </a:cubicBezTo>
                  <a:cubicBezTo>
                    <a:pt x="33702" y="1532"/>
                    <a:pt x="33678" y="1536"/>
                    <a:pt x="33651" y="1545"/>
                  </a:cubicBezTo>
                  <a:lnTo>
                    <a:pt x="33651" y="1491"/>
                  </a:lnTo>
                  <a:cubicBezTo>
                    <a:pt x="33632" y="1490"/>
                    <a:pt x="33614" y="1490"/>
                    <a:pt x="33596" y="1490"/>
                  </a:cubicBezTo>
                  <a:cubicBezTo>
                    <a:pt x="33412" y="1490"/>
                    <a:pt x="33241" y="1528"/>
                    <a:pt x="33062" y="1545"/>
                  </a:cubicBezTo>
                  <a:cubicBezTo>
                    <a:pt x="32848" y="1536"/>
                    <a:pt x="32634" y="1482"/>
                    <a:pt x="32419" y="1482"/>
                  </a:cubicBezTo>
                  <a:cubicBezTo>
                    <a:pt x="32219" y="1382"/>
                    <a:pt x="32011" y="1321"/>
                    <a:pt x="31787" y="1321"/>
                  </a:cubicBezTo>
                  <a:cubicBezTo>
                    <a:pt x="31772" y="1321"/>
                    <a:pt x="31757" y="1321"/>
                    <a:pt x="31741" y="1322"/>
                  </a:cubicBezTo>
                  <a:cubicBezTo>
                    <a:pt x="31411" y="1152"/>
                    <a:pt x="31010" y="1179"/>
                    <a:pt x="30644" y="1099"/>
                  </a:cubicBezTo>
                  <a:cubicBezTo>
                    <a:pt x="30473" y="1037"/>
                    <a:pt x="30274" y="1012"/>
                    <a:pt x="30082" y="1012"/>
                  </a:cubicBezTo>
                  <a:cubicBezTo>
                    <a:pt x="30025" y="1012"/>
                    <a:pt x="29968" y="1014"/>
                    <a:pt x="29913" y="1018"/>
                  </a:cubicBezTo>
                  <a:cubicBezTo>
                    <a:pt x="29815" y="947"/>
                    <a:pt x="29690" y="902"/>
                    <a:pt x="29556" y="902"/>
                  </a:cubicBezTo>
                  <a:cubicBezTo>
                    <a:pt x="29525" y="904"/>
                    <a:pt x="29493" y="905"/>
                    <a:pt x="29462" y="905"/>
                  </a:cubicBezTo>
                  <a:cubicBezTo>
                    <a:pt x="29147" y="905"/>
                    <a:pt x="28838" y="828"/>
                    <a:pt x="28521" y="804"/>
                  </a:cubicBezTo>
                  <a:cubicBezTo>
                    <a:pt x="28409" y="826"/>
                    <a:pt x="28298" y="834"/>
                    <a:pt x="28188" y="834"/>
                  </a:cubicBezTo>
                  <a:cubicBezTo>
                    <a:pt x="27673" y="834"/>
                    <a:pt x="27168" y="643"/>
                    <a:pt x="26646" y="643"/>
                  </a:cubicBezTo>
                  <a:cubicBezTo>
                    <a:pt x="26581" y="643"/>
                    <a:pt x="26517" y="646"/>
                    <a:pt x="26451" y="652"/>
                  </a:cubicBezTo>
                  <a:cubicBezTo>
                    <a:pt x="25992" y="644"/>
                    <a:pt x="25540" y="472"/>
                    <a:pt x="25082" y="472"/>
                  </a:cubicBezTo>
                  <a:cubicBezTo>
                    <a:pt x="25051" y="472"/>
                    <a:pt x="25020" y="472"/>
                    <a:pt x="24988" y="474"/>
                  </a:cubicBezTo>
                  <a:cubicBezTo>
                    <a:pt x="24462" y="305"/>
                    <a:pt x="23882" y="456"/>
                    <a:pt x="23382" y="233"/>
                  </a:cubicBezTo>
                  <a:cubicBezTo>
                    <a:pt x="23362" y="222"/>
                    <a:pt x="23342" y="217"/>
                    <a:pt x="23323" y="217"/>
                  </a:cubicBezTo>
                  <a:cubicBezTo>
                    <a:pt x="23265" y="217"/>
                    <a:pt x="23210" y="256"/>
                    <a:pt x="23151" y="269"/>
                  </a:cubicBezTo>
                  <a:cubicBezTo>
                    <a:pt x="23066" y="301"/>
                    <a:pt x="22981" y="312"/>
                    <a:pt x="22895" y="312"/>
                  </a:cubicBezTo>
                  <a:cubicBezTo>
                    <a:pt x="22667" y="312"/>
                    <a:pt x="22433" y="231"/>
                    <a:pt x="22203" y="231"/>
                  </a:cubicBezTo>
                  <a:cubicBezTo>
                    <a:pt x="22180" y="231"/>
                    <a:pt x="22157" y="231"/>
                    <a:pt x="22134" y="233"/>
                  </a:cubicBezTo>
                  <a:cubicBezTo>
                    <a:pt x="22102" y="249"/>
                    <a:pt x="22070" y="254"/>
                    <a:pt x="22039" y="254"/>
                  </a:cubicBezTo>
                  <a:cubicBezTo>
                    <a:pt x="21966" y="254"/>
                    <a:pt x="21893" y="225"/>
                    <a:pt x="21820" y="225"/>
                  </a:cubicBezTo>
                  <a:cubicBezTo>
                    <a:pt x="21799" y="225"/>
                    <a:pt x="21779" y="227"/>
                    <a:pt x="21759" y="233"/>
                  </a:cubicBezTo>
                  <a:cubicBezTo>
                    <a:pt x="21402" y="197"/>
                    <a:pt x="21036" y="206"/>
                    <a:pt x="20679" y="126"/>
                  </a:cubicBezTo>
                  <a:cubicBezTo>
                    <a:pt x="19922" y="81"/>
                    <a:pt x="19164" y="11"/>
                    <a:pt x="18406" y="11"/>
                  </a:cubicBezTo>
                  <a:cubicBezTo>
                    <a:pt x="18263" y="11"/>
                    <a:pt x="18120" y="13"/>
                    <a:pt x="17976" y="19"/>
                  </a:cubicBezTo>
                  <a:cubicBezTo>
                    <a:pt x="17943" y="6"/>
                    <a:pt x="17913" y="1"/>
                    <a:pt x="178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1"/>
            <p:cNvSpPr/>
            <p:nvPr/>
          </p:nvSpPr>
          <p:spPr>
            <a:xfrm rot="-4118660">
              <a:off x="293143" y="1710113"/>
              <a:ext cx="682025" cy="124044"/>
            </a:xfrm>
            <a:custGeom>
              <a:avLst/>
              <a:gdLst/>
              <a:ahLst/>
              <a:cxnLst/>
              <a:rect l="l" t="t" r="r" b="b"/>
              <a:pathLst>
                <a:path w="19981" h="3952" extrusionOk="0">
                  <a:moveTo>
                    <a:pt x="5286" y="1"/>
                  </a:moveTo>
                  <a:cubicBezTo>
                    <a:pt x="4865" y="1"/>
                    <a:pt x="4444" y="14"/>
                    <a:pt x="4024" y="53"/>
                  </a:cubicBezTo>
                  <a:cubicBezTo>
                    <a:pt x="3756" y="71"/>
                    <a:pt x="3497" y="107"/>
                    <a:pt x="3239" y="133"/>
                  </a:cubicBezTo>
                  <a:cubicBezTo>
                    <a:pt x="2320" y="249"/>
                    <a:pt x="1410" y="437"/>
                    <a:pt x="509" y="695"/>
                  </a:cubicBezTo>
                  <a:cubicBezTo>
                    <a:pt x="313" y="758"/>
                    <a:pt x="107" y="811"/>
                    <a:pt x="0" y="1061"/>
                  </a:cubicBezTo>
                  <a:cubicBezTo>
                    <a:pt x="97" y="1109"/>
                    <a:pt x="183" y="1129"/>
                    <a:pt x="270" y="1129"/>
                  </a:cubicBezTo>
                  <a:cubicBezTo>
                    <a:pt x="328" y="1129"/>
                    <a:pt x="386" y="1120"/>
                    <a:pt x="446" y="1106"/>
                  </a:cubicBezTo>
                  <a:cubicBezTo>
                    <a:pt x="1080" y="981"/>
                    <a:pt x="1713" y="847"/>
                    <a:pt x="2355" y="731"/>
                  </a:cubicBezTo>
                  <a:cubicBezTo>
                    <a:pt x="2659" y="678"/>
                    <a:pt x="2971" y="642"/>
                    <a:pt x="3283" y="615"/>
                  </a:cubicBezTo>
                  <a:cubicBezTo>
                    <a:pt x="3970" y="562"/>
                    <a:pt x="4657" y="499"/>
                    <a:pt x="5344" y="472"/>
                  </a:cubicBezTo>
                  <a:cubicBezTo>
                    <a:pt x="5397" y="469"/>
                    <a:pt x="5451" y="468"/>
                    <a:pt x="5505" y="468"/>
                  </a:cubicBezTo>
                  <a:cubicBezTo>
                    <a:pt x="5783" y="468"/>
                    <a:pt x="6066" y="502"/>
                    <a:pt x="6343" y="517"/>
                  </a:cubicBezTo>
                  <a:cubicBezTo>
                    <a:pt x="6798" y="544"/>
                    <a:pt x="7244" y="562"/>
                    <a:pt x="7690" y="615"/>
                  </a:cubicBezTo>
                  <a:cubicBezTo>
                    <a:pt x="8529" y="704"/>
                    <a:pt x="9376" y="785"/>
                    <a:pt x="10206" y="954"/>
                  </a:cubicBezTo>
                  <a:cubicBezTo>
                    <a:pt x="11223" y="1150"/>
                    <a:pt x="12258" y="1320"/>
                    <a:pt x="13266" y="1623"/>
                  </a:cubicBezTo>
                  <a:cubicBezTo>
                    <a:pt x="14122" y="1891"/>
                    <a:pt x="14997" y="2114"/>
                    <a:pt x="15853" y="2399"/>
                  </a:cubicBezTo>
                  <a:cubicBezTo>
                    <a:pt x="16406" y="2578"/>
                    <a:pt x="16932" y="2827"/>
                    <a:pt x="17477" y="3050"/>
                  </a:cubicBezTo>
                  <a:cubicBezTo>
                    <a:pt x="17503" y="3059"/>
                    <a:pt x="17512" y="3095"/>
                    <a:pt x="17575" y="3158"/>
                  </a:cubicBezTo>
                  <a:cubicBezTo>
                    <a:pt x="17378" y="3166"/>
                    <a:pt x="17227" y="3184"/>
                    <a:pt x="17075" y="3184"/>
                  </a:cubicBezTo>
                  <a:cubicBezTo>
                    <a:pt x="16602" y="3193"/>
                    <a:pt x="16174" y="3363"/>
                    <a:pt x="15764" y="3586"/>
                  </a:cubicBezTo>
                  <a:cubicBezTo>
                    <a:pt x="15675" y="3630"/>
                    <a:pt x="15603" y="3728"/>
                    <a:pt x="15469" y="3836"/>
                  </a:cubicBezTo>
                  <a:cubicBezTo>
                    <a:pt x="15603" y="3880"/>
                    <a:pt x="15675" y="3916"/>
                    <a:pt x="15746" y="3916"/>
                  </a:cubicBezTo>
                  <a:cubicBezTo>
                    <a:pt x="16228" y="3934"/>
                    <a:pt x="16709" y="3952"/>
                    <a:pt x="17191" y="3952"/>
                  </a:cubicBezTo>
                  <a:cubicBezTo>
                    <a:pt x="17646" y="3943"/>
                    <a:pt x="18110" y="3898"/>
                    <a:pt x="18565" y="3889"/>
                  </a:cubicBezTo>
                  <a:cubicBezTo>
                    <a:pt x="18694" y="3885"/>
                    <a:pt x="18825" y="3883"/>
                    <a:pt x="18956" y="3883"/>
                  </a:cubicBezTo>
                  <a:cubicBezTo>
                    <a:pt x="19142" y="3883"/>
                    <a:pt x="19328" y="3888"/>
                    <a:pt x="19511" y="3898"/>
                  </a:cubicBezTo>
                  <a:cubicBezTo>
                    <a:pt x="19517" y="3898"/>
                    <a:pt x="19523" y="3898"/>
                    <a:pt x="19529" y="3898"/>
                  </a:cubicBezTo>
                  <a:cubicBezTo>
                    <a:pt x="19829" y="3898"/>
                    <a:pt x="19980" y="3678"/>
                    <a:pt x="19832" y="3372"/>
                  </a:cubicBezTo>
                  <a:cubicBezTo>
                    <a:pt x="19760" y="3211"/>
                    <a:pt x="19680" y="3042"/>
                    <a:pt x="19573" y="2908"/>
                  </a:cubicBezTo>
                  <a:cubicBezTo>
                    <a:pt x="19154" y="2372"/>
                    <a:pt x="18672" y="1891"/>
                    <a:pt x="18101" y="1507"/>
                  </a:cubicBezTo>
                  <a:cubicBezTo>
                    <a:pt x="18003" y="1436"/>
                    <a:pt x="17914" y="1347"/>
                    <a:pt x="17807" y="1275"/>
                  </a:cubicBezTo>
                  <a:cubicBezTo>
                    <a:pt x="17712" y="1208"/>
                    <a:pt x="17611" y="1173"/>
                    <a:pt x="17528" y="1173"/>
                  </a:cubicBezTo>
                  <a:cubicBezTo>
                    <a:pt x="17478" y="1173"/>
                    <a:pt x="17435" y="1186"/>
                    <a:pt x="17405" y="1213"/>
                  </a:cubicBezTo>
                  <a:cubicBezTo>
                    <a:pt x="17307" y="1293"/>
                    <a:pt x="17316" y="1480"/>
                    <a:pt x="17450" y="1641"/>
                  </a:cubicBezTo>
                  <a:cubicBezTo>
                    <a:pt x="17664" y="1882"/>
                    <a:pt x="17887" y="2114"/>
                    <a:pt x="18110" y="2355"/>
                  </a:cubicBezTo>
                  <a:cubicBezTo>
                    <a:pt x="18164" y="2417"/>
                    <a:pt x="18217" y="2471"/>
                    <a:pt x="18297" y="2551"/>
                  </a:cubicBezTo>
                  <a:cubicBezTo>
                    <a:pt x="18268" y="2560"/>
                    <a:pt x="18241" y="2564"/>
                    <a:pt x="18216" y="2564"/>
                  </a:cubicBezTo>
                  <a:cubicBezTo>
                    <a:pt x="18121" y="2564"/>
                    <a:pt x="18058" y="2508"/>
                    <a:pt x="17994" y="2480"/>
                  </a:cubicBezTo>
                  <a:cubicBezTo>
                    <a:pt x="17262" y="2123"/>
                    <a:pt x="16504" y="1810"/>
                    <a:pt x="15719" y="1596"/>
                  </a:cubicBezTo>
                  <a:cubicBezTo>
                    <a:pt x="15425" y="1525"/>
                    <a:pt x="15121" y="1463"/>
                    <a:pt x="14827" y="1391"/>
                  </a:cubicBezTo>
                  <a:cubicBezTo>
                    <a:pt x="14069" y="1195"/>
                    <a:pt x="13310" y="990"/>
                    <a:pt x="12552" y="811"/>
                  </a:cubicBezTo>
                  <a:cubicBezTo>
                    <a:pt x="12026" y="695"/>
                    <a:pt x="11500" y="633"/>
                    <a:pt x="10973" y="526"/>
                  </a:cubicBezTo>
                  <a:cubicBezTo>
                    <a:pt x="9974" y="321"/>
                    <a:pt x="8948" y="249"/>
                    <a:pt x="7931" y="115"/>
                  </a:cubicBezTo>
                  <a:cubicBezTo>
                    <a:pt x="7512" y="53"/>
                    <a:pt x="7084" y="53"/>
                    <a:pt x="6655" y="35"/>
                  </a:cubicBezTo>
                  <a:cubicBezTo>
                    <a:pt x="6197" y="17"/>
                    <a:pt x="5741" y="1"/>
                    <a:pt x="5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1"/>
            <p:cNvSpPr/>
            <p:nvPr/>
          </p:nvSpPr>
          <p:spPr>
            <a:xfrm rot="5400000">
              <a:off x="231461" y="2947428"/>
              <a:ext cx="516870" cy="291214"/>
            </a:xfrm>
            <a:custGeom>
              <a:avLst/>
              <a:gdLst/>
              <a:ahLst/>
              <a:cxnLst/>
              <a:rect l="l" t="t" r="r" b="b"/>
              <a:pathLst>
                <a:path w="39959" h="17644" extrusionOk="0">
                  <a:moveTo>
                    <a:pt x="26777" y="1"/>
                  </a:moveTo>
                  <a:cubicBezTo>
                    <a:pt x="26689" y="1"/>
                    <a:pt x="26603" y="13"/>
                    <a:pt x="26523" y="51"/>
                  </a:cubicBezTo>
                  <a:cubicBezTo>
                    <a:pt x="26464" y="137"/>
                    <a:pt x="26381" y="161"/>
                    <a:pt x="26290" y="161"/>
                  </a:cubicBezTo>
                  <a:cubicBezTo>
                    <a:pt x="26174" y="161"/>
                    <a:pt x="26044" y="122"/>
                    <a:pt x="25934" y="122"/>
                  </a:cubicBezTo>
                  <a:cubicBezTo>
                    <a:pt x="25909" y="124"/>
                    <a:pt x="25883" y="124"/>
                    <a:pt x="25857" y="124"/>
                  </a:cubicBezTo>
                  <a:cubicBezTo>
                    <a:pt x="25638" y="124"/>
                    <a:pt x="25422" y="75"/>
                    <a:pt x="25204" y="75"/>
                  </a:cubicBezTo>
                  <a:cubicBezTo>
                    <a:pt x="25147" y="75"/>
                    <a:pt x="25091" y="78"/>
                    <a:pt x="25033" y="86"/>
                  </a:cubicBezTo>
                  <a:lnTo>
                    <a:pt x="24989" y="78"/>
                  </a:lnTo>
                  <a:lnTo>
                    <a:pt x="25007" y="42"/>
                  </a:lnTo>
                  <a:cubicBezTo>
                    <a:pt x="24953" y="37"/>
                    <a:pt x="24900" y="34"/>
                    <a:pt x="24847" y="34"/>
                  </a:cubicBezTo>
                  <a:cubicBezTo>
                    <a:pt x="24627" y="34"/>
                    <a:pt x="24408" y="71"/>
                    <a:pt x="24192" y="71"/>
                  </a:cubicBezTo>
                  <a:cubicBezTo>
                    <a:pt x="24109" y="71"/>
                    <a:pt x="24027" y="65"/>
                    <a:pt x="23945" y="51"/>
                  </a:cubicBezTo>
                  <a:cubicBezTo>
                    <a:pt x="23825" y="71"/>
                    <a:pt x="23709" y="126"/>
                    <a:pt x="23591" y="126"/>
                  </a:cubicBezTo>
                  <a:cubicBezTo>
                    <a:pt x="23552" y="126"/>
                    <a:pt x="23512" y="120"/>
                    <a:pt x="23472" y="104"/>
                  </a:cubicBezTo>
                  <a:cubicBezTo>
                    <a:pt x="23469" y="105"/>
                    <a:pt x="23466" y="105"/>
                    <a:pt x="23463" y="105"/>
                  </a:cubicBezTo>
                  <a:cubicBezTo>
                    <a:pt x="23400" y="105"/>
                    <a:pt x="23301" y="52"/>
                    <a:pt x="23237" y="52"/>
                  </a:cubicBezTo>
                  <a:cubicBezTo>
                    <a:pt x="23208" y="52"/>
                    <a:pt x="23186" y="63"/>
                    <a:pt x="23178" y="95"/>
                  </a:cubicBezTo>
                  <a:cubicBezTo>
                    <a:pt x="23155" y="85"/>
                    <a:pt x="23133" y="81"/>
                    <a:pt x="23112" y="81"/>
                  </a:cubicBezTo>
                  <a:cubicBezTo>
                    <a:pt x="23039" y="81"/>
                    <a:pt x="22972" y="128"/>
                    <a:pt x="22910" y="149"/>
                  </a:cubicBezTo>
                  <a:cubicBezTo>
                    <a:pt x="22660" y="149"/>
                    <a:pt x="22420" y="113"/>
                    <a:pt x="22170" y="95"/>
                  </a:cubicBezTo>
                  <a:cubicBezTo>
                    <a:pt x="22009" y="131"/>
                    <a:pt x="21866" y="229"/>
                    <a:pt x="21697" y="229"/>
                  </a:cubicBezTo>
                  <a:cubicBezTo>
                    <a:pt x="21629" y="215"/>
                    <a:pt x="21561" y="211"/>
                    <a:pt x="21494" y="211"/>
                  </a:cubicBezTo>
                  <a:cubicBezTo>
                    <a:pt x="21392" y="211"/>
                    <a:pt x="21290" y="220"/>
                    <a:pt x="21188" y="220"/>
                  </a:cubicBezTo>
                  <a:lnTo>
                    <a:pt x="21197" y="176"/>
                  </a:lnTo>
                  <a:cubicBezTo>
                    <a:pt x="21145" y="171"/>
                    <a:pt x="21092" y="169"/>
                    <a:pt x="21040" y="169"/>
                  </a:cubicBezTo>
                  <a:cubicBezTo>
                    <a:pt x="20774" y="169"/>
                    <a:pt x="20510" y="222"/>
                    <a:pt x="20240" y="222"/>
                  </a:cubicBezTo>
                  <a:cubicBezTo>
                    <a:pt x="20176" y="222"/>
                    <a:pt x="20112" y="219"/>
                    <a:pt x="20047" y="211"/>
                  </a:cubicBezTo>
                  <a:lnTo>
                    <a:pt x="20047" y="256"/>
                  </a:lnTo>
                  <a:cubicBezTo>
                    <a:pt x="19997" y="250"/>
                    <a:pt x="19947" y="247"/>
                    <a:pt x="19899" y="247"/>
                  </a:cubicBezTo>
                  <a:cubicBezTo>
                    <a:pt x="19677" y="247"/>
                    <a:pt x="19465" y="308"/>
                    <a:pt x="19253" y="381"/>
                  </a:cubicBezTo>
                  <a:cubicBezTo>
                    <a:pt x="19213" y="366"/>
                    <a:pt x="19174" y="360"/>
                    <a:pt x="19133" y="360"/>
                  </a:cubicBezTo>
                  <a:cubicBezTo>
                    <a:pt x="19100" y="360"/>
                    <a:pt x="19066" y="364"/>
                    <a:pt x="19030" y="372"/>
                  </a:cubicBezTo>
                  <a:cubicBezTo>
                    <a:pt x="18941" y="349"/>
                    <a:pt x="18853" y="340"/>
                    <a:pt x="18763" y="340"/>
                  </a:cubicBezTo>
                  <a:cubicBezTo>
                    <a:pt x="18545" y="340"/>
                    <a:pt x="18323" y="390"/>
                    <a:pt x="18102" y="390"/>
                  </a:cubicBezTo>
                  <a:cubicBezTo>
                    <a:pt x="18075" y="382"/>
                    <a:pt x="18049" y="378"/>
                    <a:pt x="18025" y="378"/>
                  </a:cubicBezTo>
                  <a:cubicBezTo>
                    <a:pt x="17911" y="378"/>
                    <a:pt x="17821" y="451"/>
                    <a:pt x="17718" y="488"/>
                  </a:cubicBezTo>
                  <a:cubicBezTo>
                    <a:pt x="17477" y="479"/>
                    <a:pt x="17236" y="452"/>
                    <a:pt x="17004" y="443"/>
                  </a:cubicBezTo>
                  <a:cubicBezTo>
                    <a:pt x="16933" y="479"/>
                    <a:pt x="16799" y="443"/>
                    <a:pt x="16773" y="524"/>
                  </a:cubicBezTo>
                  <a:cubicBezTo>
                    <a:pt x="16469" y="550"/>
                    <a:pt x="16148" y="550"/>
                    <a:pt x="15863" y="675"/>
                  </a:cubicBezTo>
                  <a:cubicBezTo>
                    <a:pt x="15775" y="667"/>
                    <a:pt x="15688" y="664"/>
                    <a:pt x="15601" y="664"/>
                  </a:cubicBezTo>
                  <a:cubicBezTo>
                    <a:pt x="15270" y="664"/>
                    <a:pt x="14939" y="709"/>
                    <a:pt x="14608" y="709"/>
                  </a:cubicBezTo>
                  <a:cubicBezTo>
                    <a:pt x="14535" y="709"/>
                    <a:pt x="14463" y="707"/>
                    <a:pt x="14391" y="702"/>
                  </a:cubicBezTo>
                  <a:lnTo>
                    <a:pt x="14391" y="747"/>
                  </a:lnTo>
                  <a:cubicBezTo>
                    <a:pt x="14373" y="747"/>
                    <a:pt x="14328" y="756"/>
                    <a:pt x="14310" y="756"/>
                  </a:cubicBezTo>
                  <a:cubicBezTo>
                    <a:pt x="14244" y="745"/>
                    <a:pt x="14177" y="741"/>
                    <a:pt x="14111" y="741"/>
                  </a:cubicBezTo>
                  <a:cubicBezTo>
                    <a:pt x="14008" y="741"/>
                    <a:pt x="13905" y="750"/>
                    <a:pt x="13802" y="756"/>
                  </a:cubicBezTo>
                  <a:cubicBezTo>
                    <a:pt x="13769" y="750"/>
                    <a:pt x="13735" y="746"/>
                    <a:pt x="13702" y="746"/>
                  </a:cubicBezTo>
                  <a:cubicBezTo>
                    <a:pt x="13635" y="746"/>
                    <a:pt x="13570" y="762"/>
                    <a:pt x="13516" y="809"/>
                  </a:cubicBezTo>
                  <a:cubicBezTo>
                    <a:pt x="13477" y="799"/>
                    <a:pt x="13437" y="795"/>
                    <a:pt x="13396" y="795"/>
                  </a:cubicBezTo>
                  <a:cubicBezTo>
                    <a:pt x="13257" y="795"/>
                    <a:pt x="13114" y="843"/>
                    <a:pt x="12971" y="843"/>
                  </a:cubicBezTo>
                  <a:cubicBezTo>
                    <a:pt x="12942" y="843"/>
                    <a:pt x="12912" y="841"/>
                    <a:pt x="12883" y="836"/>
                  </a:cubicBezTo>
                  <a:cubicBezTo>
                    <a:pt x="12848" y="841"/>
                    <a:pt x="12812" y="844"/>
                    <a:pt x="12775" y="844"/>
                  </a:cubicBezTo>
                  <a:cubicBezTo>
                    <a:pt x="12664" y="844"/>
                    <a:pt x="12547" y="825"/>
                    <a:pt x="12435" y="825"/>
                  </a:cubicBezTo>
                  <a:cubicBezTo>
                    <a:pt x="12346" y="825"/>
                    <a:pt x="12261" y="837"/>
                    <a:pt x="12187" y="880"/>
                  </a:cubicBezTo>
                  <a:cubicBezTo>
                    <a:pt x="11759" y="898"/>
                    <a:pt x="11331" y="943"/>
                    <a:pt x="10911" y="979"/>
                  </a:cubicBezTo>
                  <a:cubicBezTo>
                    <a:pt x="10858" y="977"/>
                    <a:pt x="10804" y="977"/>
                    <a:pt x="10751" y="977"/>
                  </a:cubicBezTo>
                  <a:cubicBezTo>
                    <a:pt x="10108" y="977"/>
                    <a:pt x="9466" y="1068"/>
                    <a:pt x="8824" y="1068"/>
                  </a:cubicBezTo>
                  <a:cubicBezTo>
                    <a:pt x="8762" y="1063"/>
                    <a:pt x="8700" y="1061"/>
                    <a:pt x="8638" y="1061"/>
                  </a:cubicBezTo>
                  <a:cubicBezTo>
                    <a:pt x="8103" y="1061"/>
                    <a:pt x="7568" y="1209"/>
                    <a:pt x="7034" y="1209"/>
                  </a:cubicBezTo>
                  <a:cubicBezTo>
                    <a:pt x="6881" y="1209"/>
                    <a:pt x="6728" y="1197"/>
                    <a:pt x="6576" y="1166"/>
                  </a:cubicBezTo>
                  <a:cubicBezTo>
                    <a:pt x="6518" y="1159"/>
                    <a:pt x="6460" y="1156"/>
                    <a:pt x="6401" y="1156"/>
                  </a:cubicBezTo>
                  <a:cubicBezTo>
                    <a:pt x="6189" y="1156"/>
                    <a:pt x="5973" y="1193"/>
                    <a:pt x="5762" y="1193"/>
                  </a:cubicBezTo>
                  <a:cubicBezTo>
                    <a:pt x="5745" y="1193"/>
                    <a:pt x="5727" y="1193"/>
                    <a:pt x="5710" y="1193"/>
                  </a:cubicBezTo>
                  <a:cubicBezTo>
                    <a:pt x="5621" y="1211"/>
                    <a:pt x="5496" y="1219"/>
                    <a:pt x="5452" y="1309"/>
                  </a:cubicBezTo>
                  <a:cubicBezTo>
                    <a:pt x="5336" y="1327"/>
                    <a:pt x="5220" y="1371"/>
                    <a:pt x="5113" y="1416"/>
                  </a:cubicBezTo>
                  <a:cubicBezTo>
                    <a:pt x="5032" y="1550"/>
                    <a:pt x="5113" y="1701"/>
                    <a:pt x="5113" y="1844"/>
                  </a:cubicBezTo>
                  <a:cubicBezTo>
                    <a:pt x="5077" y="2031"/>
                    <a:pt x="5131" y="2228"/>
                    <a:pt x="5148" y="2424"/>
                  </a:cubicBezTo>
                  <a:cubicBezTo>
                    <a:pt x="5027" y="2493"/>
                    <a:pt x="4914" y="2638"/>
                    <a:pt x="4761" y="2638"/>
                  </a:cubicBezTo>
                  <a:cubicBezTo>
                    <a:pt x="4756" y="2638"/>
                    <a:pt x="4751" y="2638"/>
                    <a:pt x="4747" y="2638"/>
                  </a:cubicBezTo>
                  <a:cubicBezTo>
                    <a:pt x="4730" y="2633"/>
                    <a:pt x="4713" y="2631"/>
                    <a:pt x="4696" y="2631"/>
                  </a:cubicBezTo>
                  <a:cubicBezTo>
                    <a:pt x="4595" y="2631"/>
                    <a:pt x="4509" y="2715"/>
                    <a:pt x="4417" y="2754"/>
                  </a:cubicBezTo>
                  <a:cubicBezTo>
                    <a:pt x="4319" y="2763"/>
                    <a:pt x="4230" y="2790"/>
                    <a:pt x="4140" y="2834"/>
                  </a:cubicBezTo>
                  <a:cubicBezTo>
                    <a:pt x="4042" y="2814"/>
                    <a:pt x="3924" y="2786"/>
                    <a:pt x="3814" y="2786"/>
                  </a:cubicBezTo>
                  <a:cubicBezTo>
                    <a:pt x="3685" y="2786"/>
                    <a:pt x="3565" y="2824"/>
                    <a:pt x="3498" y="2959"/>
                  </a:cubicBezTo>
                  <a:lnTo>
                    <a:pt x="3507" y="2995"/>
                  </a:lnTo>
                  <a:cubicBezTo>
                    <a:pt x="3364" y="2995"/>
                    <a:pt x="3070" y="3021"/>
                    <a:pt x="3034" y="3191"/>
                  </a:cubicBezTo>
                  <a:cubicBezTo>
                    <a:pt x="3028" y="3191"/>
                    <a:pt x="3022" y="3192"/>
                    <a:pt x="3016" y="3192"/>
                  </a:cubicBezTo>
                  <a:cubicBezTo>
                    <a:pt x="2952" y="3192"/>
                    <a:pt x="2860" y="3170"/>
                    <a:pt x="2786" y="3170"/>
                  </a:cubicBezTo>
                  <a:cubicBezTo>
                    <a:pt x="2729" y="3170"/>
                    <a:pt x="2683" y="3183"/>
                    <a:pt x="2668" y="3227"/>
                  </a:cubicBezTo>
                  <a:cubicBezTo>
                    <a:pt x="2664" y="3226"/>
                    <a:pt x="2659" y="3226"/>
                    <a:pt x="2654" y="3226"/>
                  </a:cubicBezTo>
                  <a:cubicBezTo>
                    <a:pt x="2563" y="3226"/>
                    <a:pt x="2494" y="3307"/>
                    <a:pt x="2401" y="3307"/>
                  </a:cubicBezTo>
                  <a:cubicBezTo>
                    <a:pt x="2368" y="3297"/>
                    <a:pt x="2337" y="3292"/>
                    <a:pt x="2308" y="3292"/>
                  </a:cubicBezTo>
                  <a:cubicBezTo>
                    <a:pt x="2063" y="3292"/>
                    <a:pt x="1957" y="3620"/>
                    <a:pt x="1713" y="3620"/>
                  </a:cubicBezTo>
                  <a:cubicBezTo>
                    <a:pt x="1708" y="3620"/>
                    <a:pt x="1702" y="3620"/>
                    <a:pt x="1696" y="3619"/>
                  </a:cubicBezTo>
                  <a:cubicBezTo>
                    <a:pt x="1682" y="3619"/>
                    <a:pt x="1668" y="3619"/>
                    <a:pt x="1655" y="3619"/>
                  </a:cubicBezTo>
                  <a:cubicBezTo>
                    <a:pt x="1339" y="3619"/>
                    <a:pt x="1033" y="3716"/>
                    <a:pt x="768" y="3887"/>
                  </a:cubicBezTo>
                  <a:cubicBezTo>
                    <a:pt x="616" y="3931"/>
                    <a:pt x="625" y="4101"/>
                    <a:pt x="581" y="4226"/>
                  </a:cubicBezTo>
                  <a:cubicBezTo>
                    <a:pt x="393" y="4253"/>
                    <a:pt x="188" y="4333"/>
                    <a:pt x="108" y="4511"/>
                  </a:cubicBezTo>
                  <a:lnTo>
                    <a:pt x="63" y="4502"/>
                  </a:lnTo>
                  <a:lnTo>
                    <a:pt x="63" y="4502"/>
                  </a:lnTo>
                  <a:cubicBezTo>
                    <a:pt x="1" y="4993"/>
                    <a:pt x="251" y="5439"/>
                    <a:pt x="295" y="5921"/>
                  </a:cubicBezTo>
                  <a:lnTo>
                    <a:pt x="340" y="5912"/>
                  </a:lnTo>
                  <a:lnTo>
                    <a:pt x="340" y="5912"/>
                  </a:lnTo>
                  <a:cubicBezTo>
                    <a:pt x="304" y="6072"/>
                    <a:pt x="313" y="6242"/>
                    <a:pt x="367" y="6403"/>
                  </a:cubicBezTo>
                  <a:cubicBezTo>
                    <a:pt x="501" y="6768"/>
                    <a:pt x="492" y="7161"/>
                    <a:pt x="625" y="7518"/>
                  </a:cubicBezTo>
                  <a:cubicBezTo>
                    <a:pt x="688" y="7562"/>
                    <a:pt x="643" y="7687"/>
                    <a:pt x="732" y="7687"/>
                  </a:cubicBezTo>
                  <a:cubicBezTo>
                    <a:pt x="741" y="7705"/>
                    <a:pt x="759" y="7750"/>
                    <a:pt x="768" y="7767"/>
                  </a:cubicBezTo>
                  <a:cubicBezTo>
                    <a:pt x="759" y="8240"/>
                    <a:pt x="938" y="8686"/>
                    <a:pt x="1214" y="9052"/>
                  </a:cubicBezTo>
                  <a:lnTo>
                    <a:pt x="1259" y="9052"/>
                  </a:lnTo>
                  <a:cubicBezTo>
                    <a:pt x="1286" y="9186"/>
                    <a:pt x="1321" y="9320"/>
                    <a:pt x="1410" y="9427"/>
                  </a:cubicBezTo>
                  <a:cubicBezTo>
                    <a:pt x="1509" y="9703"/>
                    <a:pt x="1571" y="9998"/>
                    <a:pt x="1616" y="10292"/>
                  </a:cubicBezTo>
                  <a:cubicBezTo>
                    <a:pt x="1785" y="10479"/>
                    <a:pt x="2062" y="10479"/>
                    <a:pt x="2267" y="10604"/>
                  </a:cubicBezTo>
                  <a:cubicBezTo>
                    <a:pt x="2267" y="10667"/>
                    <a:pt x="2249" y="10747"/>
                    <a:pt x="2329" y="10765"/>
                  </a:cubicBezTo>
                  <a:cubicBezTo>
                    <a:pt x="2329" y="10961"/>
                    <a:pt x="2294" y="11264"/>
                    <a:pt x="2445" y="11407"/>
                  </a:cubicBezTo>
                  <a:cubicBezTo>
                    <a:pt x="2427" y="11470"/>
                    <a:pt x="2445" y="11514"/>
                    <a:pt x="2490" y="11541"/>
                  </a:cubicBezTo>
                  <a:cubicBezTo>
                    <a:pt x="2472" y="11648"/>
                    <a:pt x="2570" y="11737"/>
                    <a:pt x="2579" y="11844"/>
                  </a:cubicBezTo>
                  <a:cubicBezTo>
                    <a:pt x="2615" y="12157"/>
                    <a:pt x="2597" y="12513"/>
                    <a:pt x="2793" y="12772"/>
                  </a:cubicBezTo>
                  <a:cubicBezTo>
                    <a:pt x="2802" y="12844"/>
                    <a:pt x="2793" y="12906"/>
                    <a:pt x="2829" y="12968"/>
                  </a:cubicBezTo>
                  <a:cubicBezTo>
                    <a:pt x="2981" y="13281"/>
                    <a:pt x="3025" y="13629"/>
                    <a:pt x="3114" y="13968"/>
                  </a:cubicBezTo>
                  <a:cubicBezTo>
                    <a:pt x="3088" y="14084"/>
                    <a:pt x="3177" y="14155"/>
                    <a:pt x="3248" y="14226"/>
                  </a:cubicBezTo>
                  <a:cubicBezTo>
                    <a:pt x="3266" y="14360"/>
                    <a:pt x="3436" y="14360"/>
                    <a:pt x="3525" y="14431"/>
                  </a:cubicBezTo>
                  <a:cubicBezTo>
                    <a:pt x="3650" y="14476"/>
                    <a:pt x="3783" y="14503"/>
                    <a:pt x="3908" y="14539"/>
                  </a:cubicBezTo>
                  <a:cubicBezTo>
                    <a:pt x="3985" y="14520"/>
                    <a:pt x="4065" y="14516"/>
                    <a:pt x="4145" y="14516"/>
                  </a:cubicBezTo>
                  <a:cubicBezTo>
                    <a:pt x="4215" y="14516"/>
                    <a:pt x="4286" y="14519"/>
                    <a:pt x="4356" y="14519"/>
                  </a:cubicBezTo>
                  <a:cubicBezTo>
                    <a:pt x="4475" y="14519"/>
                    <a:pt x="4592" y="14509"/>
                    <a:pt x="4702" y="14458"/>
                  </a:cubicBezTo>
                  <a:cubicBezTo>
                    <a:pt x="4755" y="14427"/>
                    <a:pt x="4809" y="14416"/>
                    <a:pt x="4865" y="14416"/>
                  </a:cubicBezTo>
                  <a:cubicBezTo>
                    <a:pt x="5006" y="14416"/>
                    <a:pt x="5155" y="14488"/>
                    <a:pt x="5301" y="14488"/>
                  </a:cubicBezTo>
                  <a:cubicBezTo>
                    <a:pt x="5343" y="14488"/>
                    <a:pt x="5384" y="14482"/>
                    <a:pt x="5425" y="14467"/>
                  </a:cubicBezTo>
                  <a:cubicBezTo>
                    <a:pt x="5486" y="14428"/>
                    <a:pt x="5550" y="14414"/>
                    <a:pt x="5615" y="14414"/>
                  </a:cubicBezTo>
                  <a:cubicBezTo>
                    <a:pt x="5768" y="14414"/>
                    <a:pt x="5929" y="14489"/>
                    <a:pt x="6085" y="14489"/>
                  </a:cubicBezTo>
                  <a:cubicBezTo>
                    <a:pt x="6106" y="14489"/>
                    <a:pt x="6127" y="14488"/>
                    <a:pt x="6148" y="14485"/>
                  </a:cubicBezTo>
                  <a:cubicBezTo>
                    <a:pt x="6387" y="14418"/>
                    <a:pt x="6639" y="14384"/>
                    <a:pt x="6886" y="14384"/>
                  </a:cubicBezTo>
                  <a:cubicBezTo>
                    <a:pt x="6998" y="14384"/>
                    <a:pt x="7109" y="14391"/>
                    <a:pt x="7218" y="14405"/>
                  </a:cubicBezTo>
                  <a:cubicBezTo>
                    <a:pt x="7324" y="14368"/>
                    <a:pt x="7434" y="14362"/>
                    <a:pt x="7546" y="14362"/>
                  </a:cubicBezTo>
                  <a:cubicBezTo>
                    <a:pt x="7610" y="14362"/>
                    <a:pt x="7675" y="14364"/>
                    <a:pt x="7739" y="14364"/>
                  </a:cubicBezTo>
                  <a:cubicBezTo>
                    <a:pt x="7837" y="14364"/>
                    <a:pt x="7935" y="14359"/>
                    <a:pt x="8030" y="14333"/>
                  </a:cubicBezTo>
                  <a:cubicBezTo>
                    <a:pt x="8042" y="14330"/>
                    <a:pt x="8053" y="14329"/>
                    <a:pt x="8065" y="14329"/>
                  </a:cubicBezTo>
                  <a:cubicBezTo>
                    <a:pt x="8125" y="14329"/>
                    <a:pt x="8184" y="14362"/>
                    <a:pt x="8244" y="14369"/>
                  </a:cubicBezTo>
                  <a:lnTo>
                    <a:pt x="8235" y="14414"/>
                  </a:lnTo>
                  <a:cubicBezTo>
                    <a:pt x="8380" y="14402"/>
                    <a:pt x="8521" y="14378"/>
                    <a:pt x="8660" y="14378"/>
                  </a:cubicBezTo>
                  <a:cubicBezTo>
                    <a:pt x="8745" y="14378"/>
                    <a:pt x="8829" y="14387"/>
                    <a:pt x="8913" y="14414"/>
                  </a:cubicBezTo>
                  <a:cubicBezTo>
                    <a:pt x="8868" y="14494"/>
                    <a:pt x="8752" y="14539"/>
                    <a:pt x="8744" y="14619"/>
                  </a:cubicBezTo>
                  <a:cubicBezTo>
                    <a:pt x="8949" y="14842"/>
                    <a:pt x="8761" y="15145"/>
                    <a:pt x="8877" y="15395"/>
                  </a:cubicBezTo>
                  <a:cubicBezTo>
                    <a:pt x="8860" y="15511"/>
                    <a:pt x="8895" y="15618"/>
                    <a:pt x="8913" y="15725"/>
                  </a:cubicBezTo>
                  <a:cubicBezTo>
                    <a:pt x="8924" y="15723"/>
                    <a:pt x="8934" y="15721"/>
                    <a:pt x="8943" y="15721"/>
                  </a:cubicBezTo>
                  <a:cubicBezTo>
                    <a:pt x="9039" y="15721"/>
                    <a:pt x="9079" y="15833"/>
                    <a:pt x="8949" y="15841"/>
                  </a:cubicBezTo>
                  <a:cubicBezTo>
                    <a:pt x="8895" y="15975"/>
                    <a:pt x="9091" y="15966"/>
                    <a:pt x="9091" y="16082"/>
                  </a:cubicBezTo>
                  <a:cubicBezTo>
                    <a:pt x="9190" y="16251"/>
                    <a:pt x="9154" y="16474"/>
                    <a:pt x="9332" y="16590"/>
                  </a:cubicBezTo>
                  <a:cubicBezTo>
                    <a:pt x="9599" y="16677"/>
                    <a:pt x="9776" y="16984"/>
                    <a:pt x="10070" y="16984"/>
                  </a:cubicBezTo>
                  <a:cubicBezTo>
                    <a:pt x="10110" y="16984"/>
                    <a:pt x="10153" y="16978"/>
                    <a:pt x="10198" y="16965"/>
                  </a:cubicBezTo>
                  <a:cubicBezTo>
                    <a:pt x="10251" y="17001"/>
                    <a:pt x="10305" y="17045"/>
                    <a:pt x="10367" y="17063"/>
                  </a:cubicBezTo>
                  <a:cubicBezTo>
                    <a:pt x="10387" y="17061"/>
                    <a:pt x="10407" y="17059"/>
                    <a:pt x="10426" y="17059"/>
                  </a:cubicBezTo>
                  <a:cubicBezTo>
                    <a:pt x="10718" y="17059"/>
                    <a:pt x="10927" y="17336"/>
                    <a:pt x="11223" y="17336"/>
                  </a:cubicBezTo>
                  <a:cubicBezTo>
                    <a:pt x="11247" y="17336"/>
                    <a:pt x="11271" y="17334"/>
                    <a:pt x="11295" y="17331"/>
                  </a:cubicBezTo>
                  <a:lnTo>
                    <a:pt x="11295" y="17366"/>
                  </a:lnTo>
                  <a:cubicBezTo>
                    <a:pt x="11325" y="17355"/>
                    <a:pt x="11352" y="17350"/>
                    <a:pt x="11377" y="17350"/>
                  </a:cubicBezTo>
                  <a:cubicBezTo>
                    <a:pt x="11523" y="17350"/>
                    <a:pt x="11595" y="17522"/>
                    <a:pt x="11732" y="17545"/>
                  </a:cubicBezTo>
                  <a:cubicBezTo>
                    <a:pt x="11803" y="17550"/>
                    <a:pt x="11876" y="17552"/>
                    <a:pt x="11948" y="17552"/>
                  </a:cubicBezTo>
                  <a:cubicBezTo>
                    <a:pt x="12030" y="17552"/>
                    <a:pt x="12113" y="17550"/>
                    <a:pt x="12196" y="17550"/>
                  </a:cubicBezTo>
                  <a:cubicBezTo>
                    <a:pt x="12402" y="17550"/>
                    <a:pt x="12605" y="17561"/>
                    <a:pt x="12794" y="17643"/>
                  </a:cubicBezTo>
                  <a:cubicBezTo>
                    <a:pt x="13017" y="17474"/>
                    <a:pt x="13338" y="17527"/>
                    <a:pt x="13561" y="17349"/>
                  </a:cubicBezTo>
                  <a:cubicBezTo>
                    <a:pt x="13661" y="17367"/>
                    <a:pt x="13761" y="17421"/>
                    <a:pt x="13867" y="17421"/>
                  </a:cubicBezTo>
                  <a:cubicBezTo>
                    <a:pt x="13912" y="17421"/>
                    <a:pt x="13959" y="17411"/>
                    <a:pt x="14007" y="17384"/>
                  </a:cubicBezTo>
                  <a:cubicBezTo>
                    <a:pt x="14123" y="17313"/>
                    <a:pt x="14275" y="17322"/>
                    <a:pt x="14417" y="17313"/>
                  </a:cubicBezTo>
                  <a:cubicBezTo>
                    <a:pt x="14460" y="17261"/>
                    <a:pt x="14516" y="17247"/>
                    <a:pt x="14575" y="17247"/>
                  </a:cubicBezTo>
                  <a:cubicBezTo>
                    <a:pt x="14640" y="17247"/>
                    <a:pt x="14709" y="17264"/>
                    <a:pt x="14774" y="17268"/>
                  </a:cubicBezTo>
                  <a:cubicBezTo>
                    <a:pt x="14997" y="17161"/>
                    <a:pt x="15238" y="17090"/>
                    <a:pt x="15479" y="17090"/>
                  </a:cubicBezTo>
                  <a:cubicBezTo>
                    <a:pt x="15586" y="17063"/>
                    <a:pt x="15648" y="16947"/>
                    <a:pt x="15756" y="16920"/>
                  </a:cubicBezTo>
                  <a:cubicBezTo>
                    <a:pt x="15804" y="16898"/>
                    <a:pt x="15855" y="16889"/>
                    <a:pt x="15908" y="16889"/>
                  </a:cubicBezTo>
                  <a:cubicBezTo>
                    <a:pt x="16022" y="16889"/>
                    <a:pt x="16143" y="16931"/>
                    <a:pt x="16246" y="16974"/>
                  </a:cubicBezTo>
                  <a:cubicBezTo>
                    <a:pt x="16289" y="16980"/>
                    <a:pt x="16521" y="17041"/>
                    <a:pt x="16645" y="17041"/>
                  </a:cubicBezTo>
                  <a:cubicBezTo>
                    <a:pt x="16702" y="17041"/>
                    <a:pt x="16736" y="17028"/>
                    <a:pt x="16719" y="16992"/>
                  </a:cubicBezTo>
                  <a:cubicBezTo>
                    <a:pt x="16823" y="16894"/>
                    <a:pt x="16956" y="16863"/>
                    <a:pt x="17091" y="16863"/>
                  </a:cubicBezTo>
                  <a:cubicBezTo>
                    <a:pt x="17164" y="16863"/>
                    <a:pt x="17238" y="16872"/>
                    <a:pt x="17308" y="16885"/>
                  </a:cubicBezTo>
                  <a:cubicBezTo>
                    <a:pt x="17341" y="16887"/>
                    <a:pt x="17375" y="16888"/>
                    <a:pt x="17408" y="16888"/>
                  </a:cubicBezTo>
                  <a:cubicBezTo>
                    <a:pt x="17678" y="16888"/>
                    <a:pt x="17948" y="16830"/>
                    <a:pt x="18218" y="16822"/>
                  </a:cubicBezTo>
                  <a:cubicBezTo>
                    <a:pt x="18318" y="16753"/>
                    <a:pt x="18425" y="16683"/>
                    <a:pt x="18556" y="16683"/>
                  </a:cubicBezTo>
                  <a:cubicBezTo>
                    <a:pt x="18577" y="16683"/>
                    <a:pt x="18598" y="16685"/>
                    <a:pt x="18619" y="16688"/>
                  </a:cubicBezTo>
                  <a:cubicBezTo>
                    <a:pt x="18667" y="16638"/>
                    <a:pt x="18722" y="16623"/>
                    <a:pt x="18781" y="16623"/>
                  </a:cubicBezTo>
                  <a:cubicBezTo>
                    <a:pt x="18872" y="16623"/>
                    <a:pt x="18971" y="16659"/>
                    <a:pt x="19063" y="16659"/>
                  </a:cubicBezTo>
                  <a:cubicBezTo>
                    <a:pt x="19101" y="16659"/>
                    <a:pt x="19138" y="16653"/>
                    <a:pt x="19172" y="16635"/>
                  </a:cubicBezTo>
                  <a:cubicBezTo>
                    <a:pt x="19199" y="16598"/>
                    <a:pt x="19231" y="16586"/>
                    <a:pt x="19265" y="16586"/>
                  </a:cubicBezTo>
                  <a:cubicBezTo>
                    <a:pt x="19325" y="16586"/>
                    <a:pt x="19393" y="16624"/>
                    <a:pt x="19452" y="16624"/>
                  </a:cubicBezTo>
                  <a:cubicBezTo>
                    <a:pt x="19480" y="16624"/>
                    <a:pt x="19506" y="16615"/>
                    <a:pt x="19529" y="16590"/>
                  </a:cubicBezTo>
                  <a:cubicBezTo>
                    <a:pt x="19589" y="16517"/>
                    <a:pt x="19684" y="16464"/>
                    <a:pt x="19780" y="16464"/>
                  </a:cubicBezTo>
                  <a:cubicBezTo>
                    <a:pt x="19813" y="16464"/>
                    <a:pt x="19845" y="16470"/>
                    <a:pt x="19877" y="16483"/>
                  </a:cubicBezTo>
                  <a:cubicBezTo>
                    <a:pt x="20180" y="16474"/>
                    <a:pt x="20493" y="16358"/>
                    <a:pt x="20716" y="16135"/>
                  </a:cubicBezTo>
                  <a:cubicBezTo>
                    <a:pt x="20963" y="16135"/>
                    <a:pt x="21197" y="16048"/>
                    <a:pt x="21441" y="16048"/>
                  </a:cubicBezTo>
                  <a:cubicBezTo>
                    <a:pt x="21478" y="16048"/>
                    <a:pt x="21516" y="16050"/>
                    <a:pt x="21554" y="16055"/>
                  </a:cubicBezTo>
                  <a:cubicBezTo>
                    <a:pt x="21652" y="16065"/>
                    <a:pt x="21750" y="16072"/>
                    <a:pt x="21846" y="16072"/>
                  </a:cubicBezTo>
                  <a:cubicBezTo>
                    <a:pt x="21926" y="16072"/>
                    <a:pt x="22004" y="16067"/>
                    <a:pt x="22081" y="16055"/>
                  </a:cubicBezTo>
                  <a:cubicBezTo>
                    <a:pt x="22147" y="16061"/>
                    <a:pt x="22218" y="16091"/>
                    <a:pt x="22281" y="16091"/>
                  </a:cubicBezTo>
                  <a:cubicBezTo>
                    <a:pt x="22318" y="16091"/>
                    <a:pt x="22354" y="16080"/>
                    <a:pt x="22384" y="16046"/>
                  </a:cubicBezTo>
                  <a:cubicBezTo>
                    <a:pt x="22423" y="16030"/>
                    <a:pt x="22457" y="16023"/>
                    <a:pt x="22489" y="16023"/>
                  </a:cubicBezTo>
                  <a:cubicBezTo>
                    <a:pt x="22581" y="16023"/>
                    <a:pt x="22647" y="16085"/>
                    <a:pt x="22714" y="16171"/>
                  </a:cubicBezTo>
                  <a:cubicBezTo>
                    <a:pt x="22866" y="16153"/>
                    <a:pt x="23071" y="16180"/>
                    <a:pt x="23178" y="16037"/>
                  </a:cubicBezTo>
                  <a:cubicBezTo>
                    <a:pt x="23318" y="15980"/>
                    <a:pt x="23466" y="15960"/>
                    <a:pt x="23616" y="15960"/>
                  </a:cubicBezTo>
                  <a:cubicBezTo>
                    <a:pt x="23885" y="15960"/>
                    <a:pt x="24163" y="16023"/>
                    <a:pt x="24427" y="16046"/>
                  </a:cubicBezTo>
                  <a:cubicBezTo>
                    <a:pt x="24433" y="16047"/>
                    <a:pt x="24439" y="16048"/>
                    <a:pt x="24444" y="16048"/>
                  </a:cubicBezTo>
                  <a:cubicBezTo>
                    <a:pt x="24547" y="16048"/>
                    <a:pt x="24584" y="15903"/>
                    <a:pt x="24685" y="15903"/>
                  </a:cubicBezTo>
                  <a:cubicBezTo>
                    <a:pt x="24780" y="15885"/>
                    <a:pt x="24879" y="15839"/>
                    <a:pt x="24976" y="15839"/>
                  </a:cubicBezTo>
                  <a:cubicBezTo>
                    <a:pt x="25016" y="15839"/>
                    <a:pt x="25057" y="15847"/>
                    <a:pt x="25096" y="15868"/>
                  </a:cubicBezTo>
                  <a:cubicBezTo>
                    <a:pt x="25173" y="15905"/>
                    <a:pt x="25254" y="15918"/>
                    <a:pt x="25335" y="15918"/>
                  </a:cubicBezTo>
                  <a:cubicBezTo>
                    <a:pt x="25507" y="15918"/>
                    <a:pt x="25685" y="15859"/>
                    <a:pt x="25854" y="15841"/>
                  </a:cubicBezTo>
                  <a:cubicBezTo>
                    <a:pt x="25993" y="15827"/>
                    <a:pt x="26134" y="15827"/>
                    <a:pt x="26275" y="15827"/>
                  </a:cubicBezTo>
                  <a:cubicBezTo>
                    <a:pt x="26486" y="15827"/>
                    <a:pt x="26698" y="15827"/>
                    <a:pt x="26907" y="15779"/>
                  </a:cubicBezTo>
                  <a:lnTo>
                    <a:pt x="26898" y="15734"/>
                  </a:lnTo>
                  <a:cubicBezTo>
                    <a:pt x="27166" y="15609"/>
                    <a:pt x="27487" y="15707"/>
                    <a:pt x="27745" y="15564"/>
                  </a:cubicBezTo>
                  <a:cubicBezTo>
                    <a:pt x="27811" y="15570"/>
                    <a:pt x="27878" y="15605"/>
                    <a:pt x="27938" y="15605"/>
                  </a:cubicBezTo>
                  <a:cubicBezTo>
                    <a:pt x="27968" y="15605"/>
                    <a:pt x="27996" y="15597"/>
                    <a:pt x="28022" y="15573"/>
                  </a:cubicBezTo>
                  <a:cubicBezTo>
                    <a:pt x="28052" y="15547"/>
                    <a:pt x="28086" y="15538"/>
                    <a:pt x="28122" y="15538"/>
                  </a:cubicBezTo>
                  <a:cubicBezTo>
                    <a:pt x="28202" y="15538"/>
                    <a:pt x="28290" y="15584"/>
                    <a:pt x="28363" y="15584"/>
                  </a:cubicBezTo>
                  <a:cubicBezTo>
                    <a:pt x="28409" y="15584"/>
                    <a:pt x="28449" y="15565"/>
                    <a:pt x="28477" y="15502"/>
                  </a:cubicBezTo>
                  <a:cubicBezTo>
                    <a:pt x="28511" y="15481"/>
                    <a:pt x="28546" y="15474"/>
                    <a:pt x="28581" y="15474"/>
                  </a:cubicBezTo>
                  <a:cubicBezTo>
                    <a:pt x="28661" y="15474"/>
                    <a:pt x="28741" y="15512"/>
                    <a:pt x="28817" y="15512"/>
                  </a:cubicBezTo>
                  <a:cubicBezTo>
                    <a:pt x="28838" y="15512"/>
                    <a:pt x="28858" y="15509"/>
                    <a:pt x="28878" y="15502"/>
                  </a:cubicBezTo>
                  <a:cubicBezTo>
                    <a:pt x="28932" y="15442"/>
                    <a:pt x="28995" y="15425"/>
                    <a:pt x="29063" y="15425"/>
                  </a:cubicBezTo>
                  <a:cubicBezTo>
                    <a:pt x="29165" y="15425"/>
                    <a:pt x="29278" y="15465"/>
                    <a:pt x="29383" y="15465"/>
                  </a:cubicBezTo>
                  <a:cubicBezTo>
                    <a:pt x="29418" y="15465"/>
                    <a:pt x="29452" y="15460"/>
                    <a:pt x="29485" y="15448"/>
                  </a:cubicBezTo>
                  <a:cubicBezTo>
                    <a:pt x="29772" y="15425"/>
                    <a:pt x="30052" y="15272"/>
                    <a:pt x="30338" y="15272"/>
                  </a:cubicBezTo>
                  <a:cubicBezTo>
                    <a:pt x="30372" y="15272"/>
                    <a:pt x="30406" y="15274"/>
                    <a:pt x="30440" y="15279"/>
                  </a:cubicBezTo>
                  <a:cubicBezTo>
                    <a:pt x="30633" y="15175"/>
                    <a:pt x="30848" y="15136"/>
                    <a:pt x="31064" y="15136"/>
                  </a:cubicBezTo>
                  <a:cubicBezTo>
                    <a:pt x="31127" y="15136"/>
                    <a:pt x="31189" y="15139"/>
                    <a:pt x="31251" y="15145"/>
                  </a:cubicBezTo>
                  <a:cubicBezTo>
                    <a:pt x="31277" y="15152"/>
                    <a:pt x="31302" y="15155"/>
                    <a:pt x="31327" y="15155"/>
                  </a:cubicBezTo>
                  <a:cubicBezTo>
                    <a:pt x="31490" y="15155"/>
                    <a:pt x="31634" y="15020"/>
                    <a:pt x="31804" y="15020"/>
                  </a:cubicBezTo>
                  <a:cubicBezTo>
                    <a:pt x="31858" y="14949"/>
                    <a:pt x="31903" y="14878"/>
                    <a:pt x="31947" y="14806"/>
                  </a:cubicBezTo>
                  <a:cubicBezTo>
                    <a:pt x="32019" y="14779"/>
                    <a:pt x="32090" y="14744"/>
                    <a:pt x="32161" y="14708"/>
                  </a:cubicBezTo>
                  <a:cubicBezTo>
                    <a:pt x="32224" y="14701"/>
                    <a:pt x="32276" y="14650"/>
                    <a:pt x="32339" y="14650"/>
                  </a:cubicBezTo>
                  <a:cubicBezTo>
                    <a:pt x="32356" y="14650"/>
                    <a:pt x="32374" y="14654"/>
                    <a:pt x="32393" y="14663"/>
                  </a:cubicBezTo>
                  <a:cubicBezTo>
                    <a:pt x="32590" y="14721"/>
                    <a:pt x="32779" y="14808"/>
                    <a:pt x="32988" y="14808"/>
                  </a:cubicBezTo>
                  <a:cubicBezTo>
                    <a:pt x="33007" y="14808"/>
                    <a:pt x="33026" y="14808"/>
                    <a:pt x="33044" y="14806"/>
                  </a:cubicBezTo>
                  <a:cubicBezTo>
                    <a:pt x="33089" y="14753"/>
                    <a:pt x="33187" y="14654"/>
                    <a:pt x="33241" y="14601"/>
                  </a:cubicBezTo>
                  <a:cubicBezTo>
                    <a:pt x="33294" y="14627"/>
                    <a:pt x="33334" y="14638"/>
                    <a:pt x="33363" y="14638"/>
                  </a:cubicBezTo>
                  <a:cubicBezTo>
                    <a:pt x="33465" y="14638"/>
                    <a:pt x="33443" y="14506"/>
                    <a:pt x="33464" y="14423"/>
                  </a:cubicBezTo>
                  <a:cubicBezTo>
                    <a:pt x="33499" y="14342"/>
                    <a:pt x="33544" y="14271"/>
                    <a:pt x="33580" y="14191"/>
                  </a:cubicBezTo>
                  <a:cubicBezTo>
                    <a:pt x="33705" y="14137"/>
                    <a:pt x="33714" y="13959"/>
                    <a:pt x="33785" y="13852"/>
                  </a:cubicBezTo>
                  <a:cubicBezTo>
                    <a:pt x="33892" y="13718"/>
                    <a:pt x="33865" y="13522"/>
                    <a:pt x="33981" y="13397"/>
                  </a:cubicBezTo>
                  <a:cubicBezTo>
                    <a:pt x="34070" y="13316"/>
                    <a:pt x="34061" y="13138"/>
                    <a:pt x="34142" y="13022"/>
                  </a:cubicBezTo>
                  <a:cubicBezTo>
                    <a:pt x="34186" y="12728"/>
                    <a:pt x="34338" y="12451"/>
                    <a:pt x="34285" y="12139"/>
                  </a:cubicBezTo>
                  <a:cubicBezTo>
                    <a:pt x="34383" y="12058"/>
                    <a:pt x="34356" y="11898"/>
                    <a:pt x="34409" y="11791"/>
                  </a:cubicBezTo>
                  <a:cubicBezTo>
                    <a:pt x="34516" y="11595"/>
                    <a:pt x="34445" y="11345"/>
                    <a:pt x="34588" y="11175"/>
                  </a:cubicBezTo>
                  <a:cubicBezTo>
                    <a:pt x="34704" y="11059"/>
                    <a:pt x="34704" y="10899"/>
                    <a:pt x="34686" y="10738"/>
                  </a:cubicBezTo>
                  <a:cubicBezTo>
                    <a:pt x="34784" y="10658"/>
                    <a:pt x="34784" y="10462"/>
                    <a:pt x="34811" y="10328"/>
                  </a:cubicBezTo>
                  <a:cubicBezTo>
                    <a:pt x="34927" y="10194"/>
                    <a:pt x="34909" y="9980"/>
                    <a:pt x="34954" y="9810"/>
                  </a:cubicBezTo>
                  <a:cubicBezTo>
                    <a:pt x="35078" y="9739"/>
                    <a:pt x="35043" y="9489"/>
                    <a:pt x="35123" y="9364"/>
                  </a:cubicBezTo>
                  <a:cubicBezTo>
                    <a:pt x="35355" y="9222"/>
                    <a:pt x="35641" y="9186"/>
                    <a:pt x="35890" y="9070"/>
                  </a:cubicBezTo>
                  <a:cubicBezTo>
                    <a:pt x="36095" y="9043"/>
                    <a:pt x="36310" y="9052"/>
                    <a:pt x="36506" y="8972"/>
                  </a:cubicBezTo>
                  <a:cubicBezTo>
                    <a:pt x="36818" y="8856"/>
                    <a:pt x="37193" y="8865"/>
                    <a:pt x="37478" y="8660"/>
                  </a:cubicBezTo>
                  <a:cubicBezTo>
                    <a:pt x="37576" y="8579"/>
                    <a:pt x="37773" y="8624"/>
                    <a:pt x="37826" y="8481"/>
                  </a:cubicBezTo>
                  <a:cubicBezTo>
                    <a:pt x="37915" y="8445"/>
                    <a:pt x="37969" y="8356"/>
                    <a:pt x="38040" y="8294"/>
                  </a:cubicBezTo>
                  <a:cubicBezTo>
                    <a:pt x="38046" y="8294"/>
                    <a:pt x="38052" y="8295"/>
                    <a:pt x="38058" y="8295"/>
                  </a:cubicBezTo>
                  <a:cubicBezTo>
                    <a:pt x="38233" y="8295"/>
                    <a:pt x="38311" y="8040"/>
                    <a:pt x="38406" y="7910"/>
                  </a:cubicBezTo>
                  <a:cubicBezTo>
                    <a:pt x="38531" y="7776"/>
                    <a:pt x="38513" y="7571"/>
                    <a:pt x="38638" y="7437"/>
                  </a:cubicBezTo>
                  <a:cubicBezTo>
                    <a:pt x="38754" y="7357"/>
                    <a:pt x="38700" y="7197"/>
                    <a:pt x="38718" y="7072"/>
                  </a:cubicBezTo>
                  <a:cubicBezTo>
                    <a:pt x="38834" y="6991"/>
                    <a:pt x="38915" y="6813"/>
                    <a:pt x="38879" y="6661"/>
                  </a:cubicBezTo>
                  <a:cubicBezTo>
                    <a:pt x="39120" y="6349"/>
                    <a:pt x="39111" y="5939"/>
                    <a:pt x="39271" y="5591"/>
                  </a:cubicBezTo>
                  <a:cubicBezTo>
                    <a:pt x="39316" y="5359"/>
                    <a:pt x="39378" y="5127"/>
                    <a:pt x="39432" y="4895"/>
                  </a:cubicBezTo>
                  <a:lnTo>
                    <a:pt x="39459" y="4904"/>
                  </a:lnTo>
                  <a:cubicBezTo>
                    <a:pt x="39539" y="4547"/>
                    <a:pt x="39700" y="4199"/>
                    <a:pt x="39726" y="3833"/>
                  </a:cubicBezTo>
                  <a:cubicBezTo>
                    <a:pt x="39798" y="3735"/>
                    <a:pt x="39824" y="3610"/>
                    <a:pt x="39824" y="3494"/>
                  </a:cubicBezTo>
                  <a:cubicBezTo>
                    <a:pt x="39905" y="3378"/>
                    <a:pt x="39949" y="3200"/>
                    <a:pt x="39958" y="3048"/>
                  </a:cubicBezTo>
                  <a:lnTo>
                    <a:pt x="39914" y="3048"/>
                  </a:lnTo>
                  <a:cubicBezTo>
                    <a:pt x="39896" y="2923"/>
                    <a:pt x="39807" y="2790"/>
                    <a:pt x="39682" y="2736"/>
                  </a:cubicBezTo>
                  <a:cubicBezTo>
                    <a:pt x="39682" y="2656"/>
                    <a:pt x="39646" y="2531"/>
                    <a:pt x="39548" y="2513"/>
                  </a:cubicBezTo>
                  <a:cubicBezTo>
                    <a:pt x="39441" y="2397"/>
                    <a:pt x="39191" y="2415"/>
                    <a:pt x="39022" y="2379"/>
                  </a:cubicBezTo>
                  <a:lnTo>
                    <a:pt x="39022" y="2344"/>
                  </a:lnTo>
                  <a:cubicBezTo>
                    <a:pt x="39009" y="2345"/>
                    <a:pt x="38996" y="2345"/>
                    <a:pt x="38984" y="2345"/>
                  </a:cubicBezTo>
                  <a:cubicBezTo>
                    <a:pt x="38829" y="2345"/>
                    <a:pt x="38699" y="2254"/>
                    <a:pt x="38550" y="2254"/>
                  </a:cubicBezTo>
                  <a:cubicBezTo>
                    <a:pt x="38543" y="2254"/>
                    <a:pt x="38537" y="2254"/>
                    <a:pt x="38531" y="2254"/>
                  </a:cubicBezTo>
                  <a:cubicBezTo>
                    <a:pt x="38490" y="2220"/>
                    <a:pt x="38447" y="2208"/>
                    <a:pt x="38402" y="2208"/>
                  </a:cubicBezTo>
                  <a:cubicBezTo>
                    <a:pt x="38298" y="2208"/>
                    <a:pt x="38186" y="2274"/>
                    <a:pt x="38074" y="2274"/>
                  </a:cubicBezTo>
                  <a:cubicBezTo>
                    <a:pt x="38036" y="2274"/>
                    <a:pt x="37998" y="2266"/>
                    <a:pt x="37960" y="2245"/>
                  </a:cubicBezTo>
                  <a:cubicBezTo>
                    <a:pt x="37407" y="2129"/>
                    <a:pt x="36854" y="1969"/>
                    <a:pt x="36283" y="1942"/>
                  </a:cubicBezTo>
                  <a:lnTo>
                    <a:pt x="36283" y="1897"/>
                  </a:lnTo>
                  <a:cubicBezTo>
                    <a:pt x="36163" y="1873"/>
                    <a:pt x="36044" y="1865"/>
                    <a:pt x="35925" y="1865"/>
                  </a:cubicBezTo>
                  <a:cubicBezTo>
                    <a:pt x="35681" y="1865"/>
                    <a:pt x="35437" y="1900"/>
                    <a:pt x="35191" y="1900"/>
                  </a:cubicBezTo>
                  <a:cubicBezTo>
                    <a:pt x="35157" y="1900"/>
                    <a:pt x="35122" y="1899"/>
                    <a:pt x="35087" y="1897"/>
                  </a:cubicBezTo>
                  <a:cubicBezTo>
                    <a:pt x="35061" y="1897"/>
                    <a:pt x="34998" y="1906"/>
                    <a:pt x="34971" y="1906"/>
                  </a:cubicBezTo>
                  <a:cubicBezTo>
                    <a:pt x="34762" y="1866"/>
                    <a:pt x="34556" y="1863"/>
                    <a:pt x="34351" y="1863"/>
                  </a:cubicBezTo>
                  <a:cubicBezTo>
                    <a:pt x="34317" y="1863"/>
                    <a:pt x="34283" y="1863"/>
                    <a:pt x="34249" y="1863"/>
                  </a:cubicBezTo>
                  <a:cubicBezTo>
                    <a:pt x="34130" y="1863"/>
                    <a:pt x="34011" y="1862"/>
                    <a:pt x="33892" y="1853"/>
                  </a:cubicBezTo>
                  <a:lnTo>
                    <a:pt x="33892" y="1808"/>
                  </a:lnTo>
                  <a:cubicBezTo>
                    <a:pt x="33785" y="1799"/>
                    <a:pt x="33562" y="1773"/>
                    <a:pt x="33455" y="1755"/>
                  </a:cubicBezTo>
                  <a:cubicBezTo>
                    <a:pt x="33446" y="1683"/>
                    <a:pt x="33446" y="1612"/>
                    <a:pt x="33446" y="1541"/>
                  </a:cubicBezTo>
                  <a:lnTo>
                    <a:pt x="33491" y="1541"/>
                  </a:lnTo>
                  <a:cubicBezTo>
                    <a:pt x="33482" y="1318"/>
                    <a:pt x="33580" y="1103"/>
                    <a:pt x="33580" y="880"/>
                  </a:cubicBezTo>
                  <a:cubicBezTo>
                    <a:pt x="33669" y="702"/>
                    <a:pt x="33660" y="425"/>
                    <a:pt x="33491" y="292"/>
                  </a:cubicBezTo>
                  <a:lnTo>
                    <a:pt x="33491" y="247"/>
                  </a:lnTo>
                  <a:lnTo>
                    <a:pt x="33446" y="256"/>
                  </a:lnTo>
                  <a:lnTo>
                    <a:pt x="33446" y="220"/>
                  </a:lnTo>
                  <a:cubicBezTo>
                    <a:pt x="33259" y="211"/>
                    <a:pt x="33071" y="176"/>
                    <a:pt x="32875" y="167"/>
                  </a:cubicBezTo>
                  <a:cubicBezTo>
                    <a:pt x="32835" y="107"/>
                    <a:pt x="32755" y="92"/>
                    <a:pt x="32666" y="92"/>
                  </a:cubicBezTo>
                  <a:cubicBezTo>
                    <a:pt x="32577" y="92"/>
                    <a:pt x="32479" y="107"/>
                    <a:pt x="32403" y="107"/>
                  </a:cubicBezTo>
                  <a:cubicBezTo>
                    <a:pt x="32387" y="107"/>
                    <a:pt x="32372" y="106"/>
                    <a:pt x="32358" y="104"/>
                  </a:cubicBezTo>
                  <a:cubicBezTo>
                    <a:pt x="32263" y="121"/>
                    <a:pt x="32169" y="128"/>
                    <a:pt x="32076" y="128"/>
                  </a:cubicBezTo>
                  <a:cubicBezTo>
                    <a:pt x="31780" y="128"/>
                    <a:pt x="31487" y="60"/>
                    <a:pt x="31189" y="33"/>
                  </a:cubicBezTo>
                  <a:lnTo>
                    <a:pt x="31189" y="33"/>
                  </a:lnTo>
                  <a:lnTo>
                    <a:pt x="31198" y="78"/>
                  </a:lnTo>
                  <a:cubicBezTo>
                    <a:pt x="31118" y="78"/>
                    <a:pt x="30948" y="69"/>
                    <a:pt x="30868" y="69"/>
                  </a:cubicBezTo>
                  <a:lnTo>
                    <a:pt x="30886" y="33"/>
                  </a:lnTo>
                  <a:lnTo>
                    <a:pt x="30886" y="33"/>
                  </a:lnTo>
                  <a:cubicBezTo>
                    <a:pt x="30839" y="55"/>
                    <a:pt x="30792" y="63"/>
                    <a:pt x="30746" y="63"/>
                  </a:cubicBezTo>
                  <a:cubicBezTo>
                    <a:pt x="30627" y="63"/>
                    <a:pt x="30508" y="12"/>
                    <a:pt x="30390" y="12"/>
                  </a:cubicBezTo>
                  <a:cubicBezTo>
                    <a:pt x="30350" y="12"/>
                    <a:pt x="30310" y="17"/>
                    <a:pt x="30270" y="33"/>
                  </a:cubicBezTo>
                  <a:cubicBezTo>
                    <a:pt x="29982" y="94"/>
                    <a:pt x="29693" y="135"/>
                    <a:pt x="29394" y="135"/>
                  </a:cubicBezTo>
                  <a:cubicBezTo>
                    <a:pt x="29341" y="135"/>
                    <a:pt x="29288" y="134"/>
                    <a:pt x="29235" y="131"/>
                  </a:cubicBezTo>
                  <a:cubicBezTo>
                    <a:pt x="29111" y="81"/>
                    <a:pt x="28975" y="61"/>
                    <a:pt x="28838" y="61"/>
                  </a:cubicBezTo>
                  <a:cubicBezTo>
                    <a:pt x="28659" y="61"/>
                    <a:pt x="28478" y="95"/>
                    <a:pt x="28316" y="140"/>
                  </a:cubicBezTo>
                  <a:cubicBezTo>
                    <a:pt x="28284" y="127"/>
                    <a:pt x="28251" y="100"/>
                    <a:pt x="28215" y="100"/>
                  </a:cubicBezTo>
                  <a:cubicBezTo>
                    <a:pt x="28202" y="100"/>
                    <a:pt x="28188" y="104"/>
                    <a:pt x="28174" y="113"/>
                  </a:cubicBezTo>
                  <a:cubicBezTo>
                    <a:pt x="28095" y="142"/>
                    <a:pt x="28016" y="152"/>
                    <a:pt x="27937" y="152"/>
                  </a:cubicBezTo>
                  <a:cubicBezTo>
                    <a:pt x="27675" y="152"/>
                    <a:pt x="27413" y="33"/>
                    <a:pt x="27151" y="33"/>
                  </a:cubicBezTo>
                  <a:cubicBezTo>
                    <a:pt x="27144" y="33"/>
                    <a:pt x="27137" y="33"/>
                    <a:pt x="27130" y="33"/>
                  </a:cubicBezTo>
                  <a:cubicBezTo>
                    <a:pt x="27017" y="23"/>
                    <a:pt x="26896" y="1"/>
                    <a:pt x="267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3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2" name="Google Shape;202;p23"/>
          <p:cNvGrpSpPr/>
          <p:nvPr/>
        </p:nvGrpSpPr>
        <p:grpSpPr>
          <a:xfrm>
            <a:off x="304715" y="274676"/>
            <a:ext cx="1428340" cy="529445"/>
            <a:chOff x="6225915" y="123801"/>
            <a:chExt cx="1428340" cy="529445"/>
          </a:xfrm>
        </p:grpSpPr>
        <p:sp>
          <p:nvSpPr>
            <p:cNvPr id="203" name="Google Shape;203;p23"/>
            <p:cNvSpPr/>
            <p:nvPr/>
          </p:nvSpPr>
          <p:spPr>
            <a:xfrm rot="-1057777">
              <a:off x="6272849" y="173124"/>
              <a:ext cx="382982" cy="369324"/>
            </a:xfrm>
            <a:custGeom>
              <a:avLst/>
              <a:gdLst/>
              <a:ahLst/>
              <a:cxnLst/>
              <a:rect l="l" t="t" r="r" b="b"/>
              <a:pathLst>
                <a:path w="23891" h="23039" extrusionOk="0">
                  <a:moveTo>
                    <a:pt x="6466" y="0"/>
                  </a:moveTo>
                  <a:cubicBezTo>
                    <a:pt x="6348" y="0"/>
                    <a:pt x="6244" y="58"/>
                    <a:pt x="6227" y="199"/>
                  </a:cubicBezTo>
                  <a:cubicBezTo>
                    <a:pt x="6218" y="216"/>
                    <a:pt x="6209" y="252"/>
                    <a:pt x="6201" y="261"/>
                  </a:cubicBezTo>
                  <a:cubicBezTo>
                    <a:pt x="6022" y="431"/>
                    <a:pt x="5888" y="654"/>
                    <a:pt x="5799" y="868"/>
                  </a:cubicBezTo>
                  <a:cubicBezTo>
                    <a:pt x="5719" y="912"/>
                    <a:pt x="5683" y="993"/>
                    <a:pt x="5656" y="1073"/>
                  </a:cubicBezTo>
                  <a:cubicBezTo>
                    <a:pt x="5638" y="1091"/>
                    <a:pt x="5612" y="1144"/>
                    <a:pt x="5603" y="1162"/>
                  </a:cubicBezTo>
                  <a:cubicBezTo>
                    <a:pt x="5594" y="1189"/>
                    <a:pt x="5567" y="1233"/>
                    <a:pt x="5558" y="1260"/>
                  </a:cubicBezTo>
                  <a:cubicBezTo>
                    <a:pt x="5460" y="1332"/>
                    <a:pt x="5451" y="1483"/>
                    <a:pt x="5415" y="1599"/>
                  </a:cubicBezTo>
                  <a:cubicBezTo>
                    <a:pt x="5264" y="1581"/>
                    <a:pt x="5094" y="1626"/>
                    <a:pt x="4978" y="1510"/>
                  </a:cubicBezTo>
                  <a:cubicBezTo>
                    <a:pt x="4792" y="1445"/>
                    <a:pt x="4672" y="1189"/>
                    <a:pt x="4471" y="1189"/>
                  </a:cubicBezTo>
                  <a:cubicBezTo>
                    <a:pt x="4451" y="1189"/>
                    <a:pt x="4430" y="1192"/>
                    <a:pt x="4407" y="1198"/>
                  </a:cubicBezTo>
                  <a:cubicBezTo>
                    <a:pt x="4167" y="1296"/>
                    <a:pt x="3854" y="1180"/>
                    <a:pt x="3676" y="1394"/>
                  </a:cubicBezTo>
                  <a:cubicBezTo>
                    <a:pt x="3604" y="1465"/>
                    <a:pt x="3489" y="1465"/>
                    <a:pt x="3435" y="1546"/>
                  </a:cubicBezTo>
                  <a:cubicBezTo>
                    <a:pt x="3194" y="1546"/>
                    <a:pt x="3051" y="1813"/>
                    <a:pt x="2918" y="1983"/>
                  </a:cubicBezTo>
                  <a:cubicBezTo>
                    <a:pt x="2596" y="2598"/>
                    <a:pt x="2159" y="3160"/>
                    <a:pt x="1892" y="3812"/>
                  </a:cubicBezTo>
                  <a:cubicBezTo>
                    <a:pt x="1722" y="4035"/>
                    <a:pt x="1579" y="4284"/>
                    <a:pt x="1428" y="4525"/>
                  </a:cubicBezTo>
                  <a:cubicBezTo>
                    <a:pt x="1249" y="4677"/>
                    <a:pt x="1312" y="5007"/>
                    <a:pt x="1133" y="5159"/>
                  </a:cubicBezTo>
                  <a:cubicBezTo>
                    <a:pt x="955" y="5471"/>
                    <a:pt x="705" y="5783"/>
                    <a:pt x="696" y="6167"/>
                  </a:cubicBezTo>
                  <a:lnTo>
                    <a:pt x="661" y="6176"/>
                  </a:lnTo>
                  <a:cubicBezTo>
                    <a:pt x="545" y="6702"/>
                    <a:pt x="295" y="7175"/>
                    <a:pt x="81" y="7665"/>
                  </a:cubicBezTo>
                  <a:cubicBezTo>
                    <a:pt x="99" y="7844"/>
                    <a:pt x="0" y="8103"/>
                    <a:pt x="179" y="8228"/>
                  </a:cubicBezTo>
                  <a:cubicBezTo>
                    <a:pt x="509" y="8665"/>
                    <a:pt x="1107" y="8825"/>
                    <a:pt x="1330" y="9343"/>
                  </a:cubicBezTo>
                  <a:cubicBezTo>
                    <a:pt x="1410" y="9530"/>
                    <a:pt x="1678" y="9539"/>
                    <a:pt x="1758" y="9726"/>
                  </a:cubicBezTo>
                  <a:cubicBezTo>
                    <a:pt x="1874" y="9949"/>
                    <a:pt x="2293" y="9940"/>
                    <a:pt x="2284" y="10208"/>
                  </a:cubicBezTo>
                  <a:cubicBezTo>
                    <a:pt x="2097" y="10574"/>
                    <a:pt x="1918" y="10948"/>
                    <a:pt x="1669" y="11270"/>
                  </a:cubicBezTo>
                  <a:cubicBezTo>
                    <a:pt x="1526" y="11519"/>
                    <a:pt x="1481" y="11823"/>
                    <a:pt x="1240" y="12001"/>
                  </a:cubicBezTo>
                  <a:cubicBezTo>
                    <a:pt x="1151" y="12197"/>
                    <a:pt x="991" y="12358"/>
                    <a:pt x="964" y="12581"/>
                  </a:cubicBezTo>
                  <a:cubicBezTo>
                    <a:pt x="937" y="12893"/>
                    <a:pt x="803" y="13179"/>
                    <a:pt x="669" y="13446"/>
                  </a:cubicBezTo>
                  <a:cubicBezTo>
                    <a:pt x="664" y="13445"/>
                    <a:pt x="658" y="13445"/>
                    <a:pt x="653" y="13445"/>
                  </a:cubicBezTo>
                  <a:cubicBezTo>
                    <a:pt x="560" y="13445"/>
                    <a:pt x="541" y="13584"/>
                    <a:pt x="482" y="13643"/>
                  </a:cubicBezTo>
                  <a:cubicBezTo>
                    <a:pt x="455" y="13821"/>
                    <a:pt x="348" y="14035"/>
                    <a:pt x="455" y="14205"/>
                  </a:cubicBezTo>
                  <a:cubicBezTo>
                    <a:pt x="661" y="14588"/>
                    <a:pt x="1035" y="14820"/>
                    <a:pt x="1339" y="15106"/>
                  </a:cubicBezTo>
                  <a:cubicBezTo>
                    <a:pt x="1570" y="15355"/>
                    <a:pt x="1909" y="15462"/>
                    <a:pt x="2159" y="15685"/>
                  </a:cubicBezTo>
                  <a:cubicBezTo>
                    <a:pt x="2864" y="16132"/>
                    <a:pt x="3658" y="16426"/>
                    <a:pt x="4309" y="16943"/>
                  </a:cubicBezTo>
                  <a:lnTo>
                    <a:pt x="4318" y="16988"/>
                  </a:lnTo>
                  <a:cubicBezTo>
                    <a:pt x="4532" y="17041"/>
                    <a:pt x="4693" y="17175"/>
                    <a:pt x="4853" y="17318"/>
                  </a:cubicBezTo>
                  <a:cubicBezTo>
                    <a:pt x="5112" y="17354"/>
                    <a:pt x="5291" y="17568"/>
                    <a:pt x="5514" y="17666"/>
                  </a:cubicBezTo>
                  <a:cubicBezTo>
                    <a:pt x="6040" y="17898"/>
                    <a:pt x="6548" y="18201"/>
                    <a:pt x="6994" y="18549"/>
                  </a:cubicBezTo>
                  <a:cubicBezTo>
                    <a:pt x="7093" y="18772"/>
                    <a:pt x="6736" y="18692"/>
                    <a:pt x="6718" y="18879"/>
                  </a:cubicBezTo>
                  <a:cubicBezTo>
                    <a:pt x="6788" y="19062"/>
                    <a:pt x="6774" y="19107"/>
                    <a:pt x="6727" y="19107"/>
                  </a:cubicBezTo>
                  <a:cubicBezTo>
                    <a:pt x="6682" y="19107"/>
                    <a:pt x="6605" y="19065"/>
                    <a:pt x="6539" y="19065"/>
                  </a:cubicBezTo>
                  <a:cubicBezTo>
                    <a:pt x="6533" y="19065"/>
                    <a:pt x="6527" y="19066"/>
                    <a:pt x="6522" y="19067"/>
                  </a:cubicBezTo>
                  <a:cubicBezTo>
                    <a:pt x="6513" y="19165"/>
                    <a:pt x="6548" y="19254"/>
                    <a:pt x="6575" y="19352"/>
                  </a:cubicBezTo>
                  <a:cubicBezTo>
                    <a:pt x="6504" y="19388"/>
                    <a:pt x="6361" y="19468"/>
                    <a:pt x="6290" y="19504"/>
                  </a:cubicBezTo>
                  <a:cubicBezTo>
                    <a:pt x="6388" y="19816"/>
                    <a:pt x="5942" y="19976"/>
                    <a:pt x="6067" y="20280"/>
                  </a:cubicBezTo>
                  <a:cubicBezTo>
                    <a:pt x="6031" y="20440"/>
                    <a:pt x="5817" y="20530"/>
                    <a:pt x="5763" y="20690"/>
                  </a:cubicBezTo>
                  <a:cubicBezTo>
                    <a:pt x="5808" y="20753"/>
                    <a:pt x="5915" y="20788"/>
                    <a:pt x="5888" y="20877"/>
                  </a:cubicBezTo>
                  <a:cubicBezTo>
                    <a:pt x="5799" y="20913"/>
                    <a:pt x="5710" y="20967"/>
                    <a:pt x="5763" y="21074"/>
                  </a:cubicBezTo>
                  <a:cubicBezTo>
                    <a:pt x="5906" y="21109"/>
                    <a:pt x="5870" y="21306"/>
                    <a:pt x="5977" y="21395"/>
                  </a:cubicBezTo>
                  <a:cubicBezTo>
                    <a:pt x="6325" y="21903"/>
                    <a:pt x="6923" y="22126"/>
                    <a:pt x="7449" y="22412"/>
                  </a:cubicBezTo>
                  <a:cubicBezTo>
                    <a:pt x="7472" y="22408"/>
                    <a:pt x="7495" y="22407"/>
                    <a:pt x="7517" y="22407"/>
                  </a:cubicBezTo>
                  <a:cubicBezTo>
                    <a:pt x="7763" y="22407"/>
                    <a:pt x="7992" y="22595"/>
                    <a:pt x="8238" y="22595"/>
                  </a:cubicBezTo>
                  <a:cubicBezTo>
                    <a:pt x="8260" y="22595"/>
                    <a:pt x="8283" y="22594"/>
                    <a:pt x="8306" y="22590"/>
                  </a:cubicBezTo>
                  <a:cubicBezTo>
                    <a:pt x="8805" y="22680"/>
                    <a:pt x="9296" y="22858"/>
                    <a:pt x="9814" y="22903"/>
                  </a:cubicBezTo>
                  <a:cubicBezTo>
                    <a:pt x="10095" y="22938"/>
                    <a:pt x="10376" y="23039"/>
                    <a:pt x="10655" y="23039"/>
                  </a:cubicBezTo>
                  <a:cubicBezTo>
                    <a:pt x="10792" y="23039"/>
                    <a:pt x="10928" y="23015"/>
                    <a:pt x="11062" y="22947"/>
                  </a:cubicBezTo>
                  <a:cubicBezTo>
                    <a:pt x="11155" y="22974"/>
                    <a:pt x="11223" y="23005"/>
                    <a:pt x="11314" y="23005"/>
                  </a:cubicBezTo>
                  <a:cubicBezTo>
                    <a:pt x="11345" y="23005"/>
                    <a:pt x="11380" y="23001"/>
                    <a:pt x="11419" y="22992"/>
                  </a:cubicBezTo>
                  <a:cubicBezTo>
                    <a:pt x="11767" y="22947"/>
                    <a:pt x="12151" y="22911"/>
                    <a:pt x="12427" y="22662"/>
                  </a:cubicBezTo>
                  <a:cubicBezTo>
                    <a:pt x="12677" y="22662"/>
                    <a:pt x="12865" y="22403"/>
                    <a:pt x="13105" y="22332"/>
                  </a:cubicBezTo>
                  <a:cubicBezTo>
                    <a:pt x="13248" y="22073"/>
                    <a:pt x="13525" y="21948"/>
                    <a:pt x="13712" y="21734"/>
                  </a:cubicBezTo>
                  <a:cubicBezTo>
                    <a:pt x="14105" y="21457"/>
                    <a:pt x="14390" y="21065"/>
                    <a:pt x="14711" y="20717"/>
                  </a:cubicBezTo>
                  <a:cubicBezTo>
                    <a:pt x="14754" y="20724"/>
                    <a:pt x="14803" y="20749"/>
                    <a:pt x="14853" y="20749"/>
                  </a:cubicBezTo>
                  <a:cubicBezTo>
                    <a:pt x="14865" y="20749"/>
                    <a:pt x="14877" y="20747"/>
                    <a:pt x="14890" y="20744"/>
                  </a:cubicBezTo>
                  <a:cubicBezTo>
                    <a:pt x="15023" y="20601"/>
                    <a:pt x="15148" y="20458"/>
                    <a:pt x="15327" y="20369"/>
                  </a:cubicBezTo>
                  <a:cubicBezTo>
                    <a:pt x="15532" y="20485"/>
                    <a:pt x="15773" y="20521"/>
                    <a:pt x="15960" y="20654"/>
                  </a:cubicBezTo>
                  <a:cubicBezTo>
                    <a:pt x="16103" y="20779"/>
                    <a:pt x="16317" y="20770"/>
                    <a:pt x="16486" y="20851"/>
                  </a:cubicBezTo>
                  <a:cubicBezTo>
                    <a:pt x="16568" y="20932"/>
                    <a:pt x="16680" y="20982"/>
                    <a:pt x="16796" y="20982"/>
                  </a:cubicBezTo>
                  <a:cubicBezTo>
                    <a:pt x="16832" y="20982"/>
                    <a:pt x="16869" y="20977"/>
                    <a:pt x="16906" y="20967"/>
                  </a:cubicBezTo>
                  <a:cubicBezTo>
                    <a:pt x="16987" y="20975"/>
                    <a:pt x="17067" y="20979"/>
                    <a:pt x="17148" y="20979"/>
                  </a:cubicBezTo>
                  <a:cubicBezTo>
                    <a:pt x="17487" y="20979"/>
                    <a:pt x="17825" y="20915"/>
                    <a:pt x="18164" y="20886"/>
                  </a:cubicBezTo>
                  <a:cubicBezTo>
                    <a:pt x="18190" y="20842"/>
                    <a:pt x="18262" y="20806"/>
                    <a:pt x="18262" y="20744"/>
                  </a:cubicBezTo>
                  <a:cubicBezTo>
                    <a:pt x="18324" y="20735"/>
                    <a:pt x="18387" y="20717"/>
                    <a:pt x="18458" y="20708"/>
                  </a:cubicBezTo>
                  <a:cubicBezTo>
                    <a:pt x="18506" y="20734"/>
                    <a:pt x="18545" y="20745"/>
                    <a:pt x="18578" y="20745"/>
                  </a:cubicBezTo>
                  <a:cubicBezTo>
                    <a:pt x="18734" y="20745"/>
                    <a:pt x="18748" y="20497"/>
                    <a:pt x="18895" y="20467"/>
                  </a:cubicBezTo>
                  <a:cubicBezTo>
                    <a:pt x="18928" y="20476"/>
                    <a:pt x="18959" y="20480"/>
                    <a:pt x="18988" y="20480"/>
                  </a:cubicBezTo>
                  <a:cubicBezTo>
                    <a:pt x="19224" y="20480"/>
                    <a:pt x="19332" y="20218"/>
                    <a:pt x="19546" y="20155"/>
                  </a:cubicBezTo>
                  <a:cubicBezTo>
                    <a:pt x="19814" y="19869"/>
                    <a:pt x="20207" y="19700"/>
                    <a:pt x="20394" y="19361"/>
                  </a:cubicBezTo>
                  <a:cubicBezTo>
                    <a:pt x="20572" y="19245"/>
                    <a:pt x="20760" y="19120"/>
                    <a:pt x="20885" y="18942"/>
                  </a:cubicBezTo>
                  <a:cubicBezTo>
                    <a:pt x="21081" y="18852"/>
                    <a:pt x="21206" y="18683"/>
                    <a:pt x="21322" y="18504"/>
                  </a:cubicBezTo>
                  <a:cubicBezTo>
                    <a:pt x="21518" y="18344"/>
                    <a:pt x="21723" y="18174"/>
                    <a:pt x="21875" y="17960"/>
                  </a:cubicBezTo>
                  <a:cubicBezTo>
                    <a:pt x="21928" y="17853"/>
                    <a:pt x="22080" y="17835"/>
                    <a:pt x="22116" y="17719"/>
                  </a:cubicBezTo>
                  <a:cubicBezTo>
                    <a:pt x="22365" y="17595"/>
                    <a:pt x="22499" y="17327"/>
                    <a:pt x="22696" y="17140"/>
                  </a:cubicBezTo>
                  <a:cubicBezTo>
                    <a:pt x="22999" y="16845"/>
                    <a:pt x="23302" y="16515"/>
                    <a:pt x="23543" y="16167"/>
                  </a:cubicBezTo>
                  <a:cubicBezTo>
                    <a:pt x="23561" y="16042"/>
                    <a:pt x="23579" y="15908"/>
                    <a:pt x="23695" y="15828"/>
                  </a:cubicBezTo>
                  <a:cubicBezTo>
                    <a:pt x="23748" y="15730"/>
                    <a:pt x="23891" y="15516"/>
                    <a:pt x="23713" y="15454"/>
                  </a:cubicBezTo>
                  <a:lnTo>
                    <a:pt x="23713" y="15409"/>
                  </a:lnTo>
                  <a:lnTo>
                    <a:pt x="23668" y="15418"/>
                  </a:lnTo>
                  <a:cubicBezTo>
                    <a:pt x="23623" y="15320"/>
                    <a:pt x="23507" y="15284"/>
                    <a:pt x="23516" y="15168"/>
                  </a:cubicBezTo>
                  <a:cubicBezTo>
                    <a:pt x="23489" y="14909"/>
                    <a:pt x="23035" y="14838"/>
                    <a:pt x="23150" y="14561"/>
                  </a:cubicBezTo>
                  <a:cubicBezTo>
                    <a:pt x="23195" y="14419"/>
                    <a:pt x="23052" y="14267"/>
                    <a:pt x="23115" y="14124"/>
                  </a:cubicBezTo>
                  <a:cubicBezTo>
                    <a:pt x="22606" y="13687"/>
                    <a:pt x="22125" y="13205"/>
                    <a:pt x="21554" y="12849"/>
                  </a:cubicBezTo>
                  <a:cubicBezTo>
                    <a:pt x="21571" y="12617"/>
                    <a:pt x="21340" y="12501"/>
                    <a:pt x="21152" y="12429"/>
                  </a:cubicBezTo>
                  <a:cubicBezTo>
                    <a:pt x="21036" y="12197"/>
                    <a:pt x="20706" y="12171"/>
                    <a:pt x="20554" y="11965"/>
                  </a:cubicBezTo>
                  <a:cubicBezTo>
                    <a:pt x="20421" y="11725"/>
                    <a:pt x="20073" y="11769"/>
                    <a:pt x="19921" y="11546"/>
                  </a:cubicBezTo>
                  <a:cubicBezTo>
                    <a:pt x="19796" y="11359"/>
                    <a:pt x="19653" y="11154"/>
                    <a:pt x="19421" y="11082"/>
                  </a:cubicBezTo>
                  <a:cubicBezTo>
                    <a:pt x="19413" y="11073"/>
                    <a:pt x="19377" y="11038"/>
                    <a:pt x="19368" y="11029"/>
                  </a:cubicBezTo>
                  <a:cubicBezTo>
                    <a:pt x="19404" y="10824"/>
                    <a:pt x="19582" y="10699"/>
                    <a:pt x="19698" y="10538"/>
                  </a:cubicBezTo>
                  <a:cubicBezTo>
                    <a:pt x="20082" y="10021"/>
                    <a:pt x="20519" y="9539"/>
                    <a:pt x="20840" y="8977"/>
                  </a:cubicBezTo>
                  <a:cubicBezTo>
                    <a:pt x="20885" y="8888"/>
                    <a:pt x="21018" y="8620"/>
                    <a:pt x="20858" y="8611"/>
                  </a:cubicBezTo>
                  <a:cubicBezTo>
                    <a:pt x="20876" y="8522"/>
                    <a:pt x="20885" y="8415"/>
                    <a:pt x="20777" y="8379"/>
                  </a:cubicBezTo>
                  <a:cubicBezTo>
                    <a:pt x="20653" y="8103"/>
                    <a:pt x="20331" y="8058"/>
                    <a:pt x="20144" y="7844"/>
                  </a:cubicBezTo>
                  <a:cubicBezTo>
                    <a:pt x="20073" y="7781"/>
                    <a:pt x="19992" y="7719"/>
                    <a:pt x="19903" y="7701"/>
                  </a:cubicBezTo>
                  <a:cubicBezTo>
                    <a:pt x="19627" y="7442"/>
                    <a:pt x="19252" y="7246"/>
                    <a:pt x="18913" y="7068"/>
                  </a:cubicBezTo>
                  <a:cubicBezTo>
                    <a:pt x="18699" y="6898"/>
                    <a:pt x="18494" y="6693"/>
                    <a:pt x="18235" y="6622"/>
                  </a:cubicBezTo>
                  <a:cubicBezTo>
                    <a:pt x="18092" y="6461"/>
                    <a:pt x="17896" y="6318"/>
                    <a:pt x="17691" y="6256"/>
                  </a:cubicBezTo>
                  <a:cubicBezTo>
                    <a:pt x="17379" y="6078"/>
                    <a:pt x="17057" y="5890"/>
                    <a:pt x="16727" y="5739"/>
                  </a:cubicBezTo>
                  <a:cubicBezTo>
                    <a:pt x="16344" y="5400"/>
                    <a:pt x="15853" y="5123"/>
                    <a:pt x="15362" y="4936"/>
                  </a:cubicBezTo>
                  <a:cubicBezTo>
                    <a:pt x="15139" y="4864"/>
                    <a:pt x="14997" y="4659"/>
                    <a:pt x="14774" y="4606"/>
                  </a:cubicBezTo>
                  <a:cubicBezTo>
                    <a:pt x="14506" y="4579"/>
                    <a:pt x="14417" y="4276"/>
                    <a:pt x="14194" y="4186"/>
                  </a:cubicBezTo>
                  <a:cubicBezTo>
                    <a:pt x="13962" y="4133"/>
                    <a:pt x="13819" y="3928"/>
                    <a:pt x="13587" y="3865"/>
                  </a:cubicBezTo>
                  <a:cubicBezTo>
                    <a:pt x="13623" y="3794"/>
                    <a:pt x="13507" y="3767"/>
                    <a:pt x="13462" y="3749"/>
                  </a:cubicBezTo>
                  <a:cubicBezTo>
                    <a:pt x="13123" y="3651"/>
                    <a:pt x="12775" y="3544"/>
                    <a:pt x="12499" y="3321"/>
                  </a:cubicBezTo>
                  <a:cubicBezTo>
                    <a:pt x="12320" y="3169"/>
                    <a:pt x="12044" y="3196"/>
                    <a:pt x="11865" y="3044"/>
                  </a:cubicBezTo>
                  <a:cubicBezTo>
                    <a:pt x="11482" y="2768"/>
                    <a:pt x="11098" y="2500"/>
                    <a:pt x="10652" y="2331"/>
                  </a:cubicBezTo>
                  <a:cubicBezTo>
                    <a:pt x="10536" y="2295"/>
                    <a:pt x="10465" y="2170"/>
                    <a:pt x="10340" y="2152"/>
                  </a:cubicBezTo>
                  <a:cubicBezTo>
                    <a:pt x="9724" y="1840"/>
                    <a:pt x="9180" y="1412"/>
                    <a:pt x="8547" y="1126"/>
                  </a:cubicBezTo>
                  <a:cubicBezTo>
                    <a:pt x="8377" y="930"/>
                    <a:pt x="8047" y="930"/>
                    <a:pt x="7860" y="743"/>
                  </a:cubicBezTo>
                  <a:cubicBezTo>
                    <a:pt x="7797" y="680"/>
                    <a:pt x="7708" y="671"/>
                    <a:pt x="7628" y="645"/>
                  </a:cubicBezTo>
                  <a:cubicBezTo>
                    <a:pt x="7423" y="591"/>
                    <a:pt x="7289" y="413"/>
                    <a:pt x="7102" y="341"/>
                  </a:cubicBezTo>
                  <a:lnTo>
                    <a:pt x="7057" y="350"/>
                  </a:lnTo>
                  <a:cubicBezTo>
                    <a:pt x="7012" y="270"/>
                    <a:pt x="6905" y="225"/>
                    <a:pt x="6816" y="199"/>
                  </a:cubicBezTo>
                  <a:cubicBezTo>
                    <a:pt x="6759" y="79"/>
                    <a:pt x="6603" y="0"/>
                    <a:pt x="64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3"/>
            <p:cNvSpPr/>
            <p:nvPr/>
          </p:nvSpPr>
          <p:spPr>
            <a:xfrm rot="7697233">
              <a:off x="7199172" y="203863"/>
              <a:ext cx="382982" cy="369324"/>
            </a:xfrm>
            <a:custGeom>
              <a:avLst/>
              <a:gdLst/>
              <a:ahLst/>
              <a:cxnLst/>
              <a:rect l="l" t="t" r="r" b="b"/>
              <a:pathLst>
                <a:path w="23891" h="23039" extrusionOk="0">
                  <a:moveTo>
                    <a:pt x="6466" y="0"/>
                  </a:moveTo>
                  <a:cubicBezTo>
                    <a:pt x="6348" y="0"/>
                    <a:pt x="6244" y="58"/>
                    <a:pt x="6227" y="199"/>
                  </a:cubicBezTo>
                  <a:cubicBezTo>
                    <a:pt x="6218" y="216"/>
                    <a:pt x="6209" y="252"/>
                    <a:pt x="6201" y="261"/>
                  </a:cubicBezTo>
                  <a:cubicBezTo>
                    <a:pt x="6022" y="431"/>
                    <a:pt x="5888" y="654"/>
                    <a:pt x="5799" y="868"/>
                  </a:cubicBezTo>
                  <a:cubicBezTo>
                    <a:pt x="5719" y="912"/>
                    <a:pt x="5683" y="993"/>
                    <a:pt x="5656" y="1073"/>
                  </a:cubicBezTo>
                  <a:cubicBezTo>
                    <a:pt x="5638" y="1091"/>
                    <a:pt x="5612" y="1144"/>
                    <a:pt x="5603" y="1162"/>
                  </a:cubicBezTo>
                  <a:cubicBezTo>
                    <a:pt x="5594" y="1189"/>
                    <a:pt x="5567" y="1233"/>
                    <a:pt x="5558" y="1260"/>
                  </a:cubicBezTo>
                  <a:cubicBezTo>
                    <a:pt x="5460" y="1332"/>
                    <a:pt x="5451" y="1483"/>
                    <a:pt x="5415" y="1599"/>
                  </a:cubicBezTo>
                  <a:cubicBezTo>
                    <a:pt x="5264" y="1581"/>
                    <a:pt x="5094" y="1626"/>
                    <a:pt x="4978" y="1510"/>
                  </a:cubicBezTo>
                  <a:cubicBezTo>
                    <a:pt x="4792" y="1445"/>
                    <a:pt x="4672" y="1189"/>
                    <a:pt x="4471" y="1189"/>
                  </a:cubicBezTo>
                  <a:cubicBezTo>
                    <a:pt x="4451" y="1189"/>
                    <a:pt x="4430" y="1192"/>
                    <a:pt x="4407" y="1198"/>
                  </a:cubicBezTo>
                  <a:cubicBezTo>
                    <a:pt x="4167" y="1296"/>
                    <a:pt x="3854" y="1180"/>
                    <a:pt x="3676" y="1394"/>
                  </a:cubicBezTo>
                  <a:cubicBezTo>
                    <a:pt x="3604" y="1465"/>
                    <a:pt x="3489" y="1465"/>
                    <a:pt x="3435" y="1546"/>
                  </a:cubicBezTo>
                  <a:cubicBezTo>
                    <a:pt x="3194" y="1546"/>
                    <a:pt x="3051" y="1813"/>
                    <a:pt x="2918" y="1983"/>
                  </a:cubicBezTo>
                  <a:cubicBezTo>
                    <a:pt x="2596" y="2598"/>
                    <a:pt x="2159" y="3160"/>
                    <a:pt x="1892" y="3812"/>
                  </a:cubicBezTo>
                  <a:cubicBezTo>
                    <a:pt x="1722" y="4035"/>
                    <a:pt x="1579" y="4284"/>
                    <a:pt x="1428" y="4525"/>
                  </a:cubicBezTo>
                  <a:cubicBezTo>
                    <a:pt x="1249" y="4677"/>
                    <a:pt x="1312" y="5007"/>
                    <a:pt x="1133" y="5159"/>
                  </a:cubicBezTo>
                  <a:cubicBezTo>
                    <a:pt x="955" y="5471"/>
                    <a:pt x="705" y="5783"/>
                    <a:pt x="696" y="6167"/>
                  </a:cubicBezTo>
                  <a:lnTo>
                    <a:pt x="661" y="6176"/>
                  </a:lnTo>
                  <a:cubicBezTo>
                    <a:pt x="545" y="6702"/>
                    <a:pt x="295" y="7175"/>
                    <a:pt x="81" y="7665"/>
                  </a:cubicBezTo>
                  <a:cubicBezTo>
                    <a:pt x="99" y="7844"/>
                    <a:pt x="0" y="8103"/>
                    <a:pt x="179" y="8228"/>
                  </a:cubicBezTo>
                  <a:cubicBezTo>
                    <a:pt x="509" y="8665"/>
                    <a:pt x="1107" y="8825"/>
                    <a:pt x="1330" y="9343"/>
                  </a:cubicBezTo>
                  <a:cubicBezTo>
                    <a:pt x="1410" y="9530"/>
                    <a:pt x="1678" y="9539"/>
                    <a:pt x="1758" y="9726"/>
                  </a:cubicBezTo>
                  <a:cubicBezTo>
                    <a:pt x="1874" y="9949"/>
                    <a:pt x="2293" y="9940"/>
                    <a:pt x="2284" y="10208"/>
                  </a:cubicBezTo>
                  <a:cubicBezTo>
                    <a:pt x="2097" y="10574"/>
                    <a:pt x="1918" y="10948"/>
                    <a:pt x="1669" y="11270"/>
                  </a:cubicBezTo>
                  <a:cubicBezTo>
                    <a:pt x="1526" y="11519"/>
                    <a:pt x="1481" y="11823"/>
                    <a:pt x="1240" y="12001"/>
                  </a:cubicBezTo>
                  <a:cubicBezTo>
                    <a:pt x="1151" y="12197"/>
                    <a:pt x="991" y="12358"/>
                    <a:pt x="964" y="12581"/>
                  </a:cubicBezTo>
                  <a:cubicBezTo>
                    <a:pt x="937" y="12893"/>
                    <a:pt x="803" y="13179"/>
                    <a:pt x="669" y="13446"/>
                  </a:cubicBezTo>
                  <a:cubicBezTo>
                    <a:pt x="664" y="13445"/>
                    <a:pt x="658" y="13445"/>
                    <a:pt x="653" y="13445"/>
                  </a:cubicBezTo>
                  <a:cubicBezTo>
                    <a:pt x="560" y="13445"/>
                    <a:pt x="541" y="13584"/>
                    <a:pt x="482" y="13643"/>
                  </a:cubicBezTo>
                  <a:cubicBezTo>
                    <a:pt x="455" y="13821"/>
                    <a:pt x="348" y="14035"/>
                    <a:pt x="455" y="14205"/>
                  </a:cubicBezTo>
                  <a:cubicBezTo>
                    <a:pt x="661" y="14588"/>
                    <a:pt x="1035" y="14820"/>
                    <a:pt x="1339" y="15106"/>
                  </a:cubicBezTo>
                  <a:cubicBezTo>
                    <a:pt x="1570" y="15355"/>
                    <a:pt x="1909" y="15462"/>
                    <a:pt x="2159" y="15685"/>
                  </a:cubicBezTo>
                  <a:cubicBezTo>
                    <a:pt x="2864" y="16132"/>
                    <a:pt x="3658" y="16426"/>
                    <a:pt x="4309" y="16943"/>
                  </a:cubicBezTo>
                  <a:lnTo>
                    <a:pt x="4318" y="16988"/>
                  </a:lnTo>
                  <a:cubicBezTo>
                    <a:pt x="4532" y="17041"/>
                    <a:pt x="4693" y="17175"/>
                    <a:pt x="4853" y="17318"/>
                  </a:cubicBezTo>
                  <a:cubicBezTo>
                    <a:pt x="5112" y="17354"/>
                    <a:pt x="5291" y="17568"/>
                    <a:pt x="5514" y="17666"/>
                  </a:cubicBezTo>
                  <a:cubicBezTo>
                    <a:pt x="6040" y="17898"/>
                    <a:pt x="6548" y="18201"/>
                    <a:pt x="6994" y="18549"/>
                  </a:cubicBezTo>
                  <a:cubicBezTo>
                    <a:pt x="7093" y="18772"/>
                    <a:pt x="6736" y="18692"/>
                    <a:pt x="6718" y="18879"/>
                  </a:cubicBezTo>
                  <a:cubicBezTo>
                    <a:pt x="6788" y="19062"/>
                    <a:pt x="6774" y="19107"/>
                    <a:pt x="6727" y="19107"/>
                  </a:cubicBezTo>
                  <a:cubicBezTo>
                    <a:pt x="6682" y="19107"/>
                    <a:pt x="6605" y="19065"/>
                    <a:pt x="6539" y="19065"/>
                  </a:cubicBezTo>
                  <a:cubicBezTo>
                    <a:pt x="6533" y="19065"/>
                    <a:pt x="6527" y="19066"/>
                    <a:pt x="6522" y="19067"/>
                  </a:cubicBezTo>
                  <a:cubicBezTo>
                    <a:pt x="6513" y="19165"/>
                    <a:pt x="6548" y="19254"/>
                    <a:pt x="6575" y="19352"/>
                  </a:cubicBezTo>
                  <a:cubicBezTo>
                    <a:pt x="6504" y="19388"/>
                    <a:pt x="6361" y="19468"/>
                    <a:pt x="6290" y="19504"/>
                  </a:cubicBezTo>
                  <a:cubicBezTo>
                    <a:pt x="6388" y="19816"/>
                    <a:pt x="5942" y="19976"/>
                    <a:pt x="6067" y="20280"/>
                  </a:cubicBezTo>
                  <a:cubicBezTo>
                    <a:pt x="6031" y="20440"/>
                    <a:pt x="5817" y="20530"/>
                    <a:pt x="5763" y="20690"/>
                  </a:cubicBezTo>
                  <a:cubicBezTo>
                    <a:pt x="5808" y="20753"/>
                    <a:pt x="5915" y="20788"/>
                    <a:pt x="5888" y="20877"/>
                  </a:cubicBezTo>
                  <a:cubicBezTo>
                    <a:pt x="5799" y="20913"/>
                    <a:pt x="5710" y="20967"/>
                    <a:pt x="5763" y="21074"/>
                  </a:cubicBezTo>
                  <a:cubicBezTo>
                    <a:pt x="5906" y="21109"/>
                    <a:pt x="5870" y="21306"/>
                    <a:pt x="5977" y="21395"/>
                  </a:cubicBezTo>
                  <a:cubicBezTo>
                    <a:pt x="6325" y="21903"/>
                    <a:pt x="6923" y="22126"/>
                    <a:pt x="7449" y="22412"/>
                  </a:cubicBezTo>
                  <a:cubicBezTo>
                    <a:pt x="7472" y="22408"/>
                    <a:pt x="7495" y="22407"/>
                    <a:pt x="7517" y="22407"/>
                  </a:cubicBezTo>
                  <a:cubicBezTo>
                    <a:pt x="7763" y="22407"/>
                    <a:pt x="7992" y="22595"/>
                    <a:pt x="8238" y="22595"/>
                  </a:cubicBezTo>
                  <a:cubicBezTo>
                    <a:pt x="8260" y="22595"/>
                    <a:pt x="8283" y="22594"/>
                    <a:pt x="8306" y="22590"/>
                  </a:cubicBezTo>
                  <a:cubicBezTo>
                    <a:pt x="8805" y="22680"/>
                    <a:pt x="9296" y="22858"/>
                    <a:pt x="9814" y="22903"/>
                  </a:cubicBezTo>
                  <a:cubicBezTo>
                    <a:pt x="10095" y="22938"/>
                    <a:pt x="10376" y="23039"/>
                    <a:pt x="10655" y="23039"/>
                  </a:cubicBezTo>
                  <a:cubicBezTo>
                    <a:pt x="10792" y="23039"/>
                    <a:pt x="10928" y="23015"/>
                    <a:pt x="11062" y="22947"/>
                  </a:cubicBezTo>
                  <a:cubicBezTo>
                    <a:pt x="11155" y="22974"/>
                    <a:pt x="11223" y="23005"/>
                    <a:pt x="11314" y="23005"/>
                  </a:cubicBezTo>
                  <a:cubicBezTo>
                    <a:pt x="11345" y="23005"/>
                    <a:pt x="11380" y="23001"/>
                    <a:pt x="11419" y="22992"/>
                  </a:cubicBezTo>
                  <a:cubicBezTo>
                    <a:pt x="11767" y="22947"/>
                    <a:pt x="12151" y="22911"/>
                    <a:pt x="12427" y="22662"/>
                  </a:cubicBezTo>
                  <a:cubicBezTo>
                    <a:pt x="12677" y="22662"/>
                    <a:pt x="12865" y="22403"/>
                    <a:pt x="13105" y="22332"/>
                  </a:cubicBezTo>
                  <a:cubicBezTo>
                    <a:pt x="13248" y="22073"/>
                    <a:pt x="13525" y="21948"/>
                    <a:pt x="13712" y="21734"/>
                  </a:cubicBezTo>
                  <a:cubicBezTo>
                    <a:pt x="14105" y="21457"/>
                    <a:pt x="14390" y="21065"/>
                    <a:pt x="14711" y="20717"/>
                  </a:cubicBezTo>
                  <a:cubicBezTo>
                    <a:pt x="14754" y="20724"/>
                    <a:pt x="14803" y="20749"/>
                    <a:pt x="14853" y="20749"/>
                  </a:cubicBezTo>
                  <a:cubicBezTo>
                    <a:pt x="14865" y="20749"/>
                    <a:pt x="14877" y="20747"/>
                    <a:pt x="14890" y="20744"/>
                  </a:cubicBezTo>
                  <a:cubicBezTo>
                    <a:pt x="15023" y="20601"/>
                    <a:pt x="15148" y="20458"/>
                    <a:pt x="15327" y="20369"/>
                  </a:cubicBezTo>
                  <a:cubicBezTo>
                    <a:pt x="15532" y="20485"/>
                    <a:pt x="15773" y="20521"/>
                    <a:pt x="15960" y="20654"/>
                  </a:cubicBezTo>
                  <a:cubicBezTo>
                    <a:pt x="16103" y="20779"/>
                    <a:pt x="16317" y="20770"/>
                    <a:pt x="16486" y="20851"/>
                  </a:cubicBezTo>
                  <a:cubicBezTo>
                    <a:pt x="16568" y="20932"/>
                    <a:pt x="16680" y="20982"/>
                    <a:pt x="16796" y="20982"/>
                  </a:cubicBezTo>
                  <a:cubicBezTo>
                    <a:pt x="16832" y="20982"/>
                    <a:pt x="16869" y="20977"/>
                    <a:pt x="16906" y="20967"/>
                  </a:cubicBezTo>
                  <a:cubicBezTo>
                    <a:pt x="16987" y="20975"/>
                    <a:pt x="17067" y="20979"/>
                    <a:pt x="17148" y="20979"/>
                  </a:cubicBezTo>
                  <a:cubicBezTo>
                    <a:pt x="17487" y="20979"/>
                    <a:pt x="17825" y="20915"/>
                    <a:pt x="18164" y="20886"/>
                  </a:cubicBezTo>
                  <a:cubicBezTo>
                    <a:pt x="18190" y="20842"/>
                    <a:pt x="18262" y="20806"/>
                    <a:pt x="18262" y="20744"/>
                  </a:cubicBezTo>
                  <a:cubicBezTo>
                    <a:pt x="18324" y="20735"/>
                    <a:pt x="18387" y="20717"/>
                    <a:pt x="18458" y="20708"/>
                  </a:cubicBezTo>
                  <a:cubicBezTo>
                    <a:pt x="18506" y="20734"/>
                    <a:pt x="18545" y="20745"/>
                    <a:pt x="18578" y="20745"/>
                  </a:cubicBezTo>
                  <a:cubicBezTo>
                    <a:pt x="18734" y="20745"/>
                    <a:pt x="18748" y="20497"/>
                    <a:pt x="18895" y="20467"/>
                  </a:cubicBezTo>
                  <a:cubicBezTo>
                    <a:pt x="18928" y="20476"/>
                    <a:pt x="18959" y="20480"/>
                    <a:pt x="18988" y="20480"/>
                  </a:cubicBezTo>
                  <a:cubicBezTo>
                    <a:pt x="19224" y="20480"/>
                    <a:pt x="19332" y="20218"/>
                    <a:pt x="19546" y="20155"/>
                  </a:cubicBezTo>
                  <a:cubicBezTo>
                    <a:pt x="19814" y="19869"/>
                    <a:pt x="20207" y="19700"/>
                    <a:pt x="20394" y="19361"/>
                  </a:cubicBezTo>
                  <a:cubicBezTo>
                    <a:pt x="20572" y="19245"/>
                    <a:pt x="20760" y="19120"/>
                    <a:pt x="20885" y="18942"/>
                  </a:cubicBezTo>
                  <a:cubicBezTo>
                    <a:pt x="21081" y="18852"/>
                    <a:pt x="21206" y="18683"/>
                    <a:pt x="21322" y="18504"/>
                  </a:cubicBezTo>
                  <a:cubicBezTo>
                    <a:pt x="21518" y="18344"/>
                    <a:pt x="21723" y="18174"/>
                    <a:pt x="21875" y="17960"/>
                  </a:cubicBezTo>
                  <a:cubicBezTo>
                    <a:pt x="21928" y="17853"/>
                    <a:pt x="22080" y="17835"/>
                    <a:pt x="22116" y="17719"/>
                  </a:cubicBezTo>
                  <a:cubicBezTo>
                    <a:pt x="22365" y="17595"/>
                    <a:pt x="22499" y="17327"/>
                    <a:pt x="22696" y="17140"/>
                  </a:cubicBezTo>
                  <a:cubicBezTo>
                    <a:pt x="22999" y="16845"/>
                    <a:pt x="23302" y="16515"/>
                    <a:pt x="23543" y="16167"/>
                  </a:cubicBezTo>
                  <a:cubicBezTo>
                    <a:pt x="23561" y="16042"/>
                    <a:pt x="23579" y="15908"/>
                    <a:pt x="23695" y="15828"/>
                  </a:cubicBezTo>
                  <a:cubicBezTo>
                    <a:pt x="23748" y="15730"/>
                    <a:pt x="23891" y="15516"/>
                    <a:pt x="23713" y="15454"/>
                  </a:cubicBezTo>
                  <a:lnTo>
                    <a:pt x="23713" y="15409"/>
                  </a:lnTo>
                  <a:lnTo>
                    <a:pt x="23668" y="15418"/>
                  </a:lnTo>
                  <a:cubicBezTo>
                    <a:pt x="23623" y="15320"/>
                    <a:pt x="23507" y="15284"/>
                    <a:pt x="23516" y="15168"/>
                  </a:cubicBezTo>
                  <a:cubicBezTo>
                    <a:pt x="23489" y="14909"/>
                    <a:pt x="23035" y="14838"/>
                    <a:pt x="23150" y="14561"/>
                  </a:cubicBezTo>
                  <a:cubicBezTo>
                    <a:pt x="23195" y="14419"/>
                    <a:pt x="23052" y="14267"/>
                    <a:pt x="23115" y="14124"/>
                  </a:cubicBezTo>
                  <a:cubicBezTo>
                    <a:pt x="22606" y="13687"/>
                    <a:pt x="22125" y="13205"/>
                    <a:pt x="21554" y="12849"/>
                  </a:cubicBezTo>
                  <a:cubicBezTo>
                    <a:pt x="21571" y="12617"/>
                    <a:pt x="21340" y="12501"/>
                    <a:pt x="21152" y="12429"/>
                  </a:cubicBezTo>
                  <a:cubicBezTo>
                    <a:pt x="21036" y="12197"/>
                    <a:pt x="20706" y="12171"/>
                    <a:pt x="20554" y="11965"/>
                  </a:cubicBezTo>
                  <a:cubicBezTo>
                    <a:pt x="20421" y="11725"/>
                    <a:pt x="20073" y="11769"/>
                    <a:pt x="19921" y="11546"/>
                  </a:cubicBezTo>
                  <a:cubicBezTo>
                    <a:pt x="19796" y="11359"/>
                    <a:pt x="19653" y="11154"/>
                    <a:pt x="19421" y="11082"/>
                  </a:cubicBezTo>
                  <a:cubicBezTo>
                    <a:pt x="19413" y="11073"/>
                    <a:pt x="19377" y="11038"/>
                    <a:pt x="19368" y="11029"/>
                  </a:cubicBezTo>
                  <a:cubicBezTo>
                    <a:pt x="19404" y="10824"/>
                    <a:pt x="19582" y="10699"/>
                    <a:pt x="19698" y="10538"/>
                  </a:cubicBezTo>
                  <a:cubicBezTo>
                    <a:pt x="20082" y="10021"/>
                    <a:pt x="20519" y="9539"/>
                    <a:pt x="20840" y="8977"/>
                  </a:cubicBezTo>
                  <a:cubicBezTo>
                    <a:pt x="20885" y="8888"/>
                    <a:pt x="21018" y="8620"/>
                    <a:pt x="20858" y="8611"/>
                  </a:cubicBezTo>
                  <a:cubicBezTo>
                    <a:pt x="20876" y="8522"/>
                    <a:pt x="20885" y="8415"/>
                    <a:pt x="20777" y="8379"/>
                  </a:cubicBezTo>
                  <a:cubicBezTo>
                    <a:pt x="20653" y="8103"/>
                    <a:pt x="20331" y="8058"/>
                    <a:pt x="20144" y="7844"/>
                  </a:cubicBezTo>
                  <a:cubicBezTo>
                    <a:pt x="20073" y="7781"/>
                    <a:pt x="19992" y="7719"/>
                    <a:pt x="19903" y="7701"/>
                  </a:cubicBezTo>
                  <a:cubicBezTo>
                    <a:pt x="19627" y="7442"/>
                    <a:pt x="19252" y="7246"/>
                    <a:pt x="18913" y="7068"/>
                  </a:cubicBezTo>
                  <a:cubicBezTo>
                    <a:pt x="18699" y="6898"/>
                    <a:pt x="18494" y="6693"/>
                    <a:pt x="18235" y="6622"/>
                  </a:cubicBezTo>
                  <a:cubicBezTo>
                    <a:pt x="18092" y="6461"/>
                    <a:pt x="17896" y="6318"/>
                    <a:pt x="17691" y="6256"/>
                  </a:cubicBezTo>
                  <a:cubicBezTo>
                    <a:pt x="17379" y="6078"/>
                    <a:pt x="17057" y="5890"/>
                    <a:pt x="16727" y="5739"/>
                  </a:cubicBezTo>
                  <a:cubicBezTo>
                    <a:pt x="16344" y="5400"/>
                    <a:pt x="15853" y="5123"/>
                    <a:pt x="15362" y="4936"/>
                  </a:cubicBezTo>
                  <a:cubicBezTo>
                    <a:pt x="15139" y="4864"/>
                    <a:pt x="14997" y="4659"/>
                    <a:pt x="14774" y="4606"/>
                  </a:cubicBezTo>
                  <a:cubicBezTo>
                    <a:pt x="14506" y="4579"/>
                    <a:pt x="14417" y="4276"/>
                    <a:pt x="14194" y="4186"/>
                  </a:cubicBezTo>
                  <a:cubicBezTo>
                    <a:pt x="13962" y="4133"/>
                    <a:pt x="13819" y="3928"/>
                    <a:pt x="13587" y="3865"/>
                  </a:cubicBezTo>
                  <a:cubicBezTo>
                    <a:pt x="13623" y="3794"/>
                    <a:pt x="13507" y="3767"/>
                    <a:pt x="13462" y="3749"/>
                  </a:cubicBezTo>
                  <a:cubicBezTo>
                    <a:pt x="13123" y="3651"/>
                    <a:pt x="12775" y="3544"/>
                    <a:pt x="12499" y="3321"/>
                  </a:cubicBezTo>
                  <a:cubicBezTo>
                    <a:pt x="12320" y="3169"/>
                    <a:pt x="12044" y="3196"/>
                    <a:pt x="11865" y="3044"/>
                  </a:cubicBezTo>
                  <a:cubicBezTo>
                    <a:pt x="11482" y="2768"/>
                    <a:pt x="11098" y="2500"/>
                    <a:pt x="10652" y="2331"/>
                  </a:cubicBezTo>
                  <a:cubicBezTo>
                    <a:pt x="10536" y="2295"/>
                    <a:pt x="10465" y="2170"/>
                    <a:pt x="10340" y="2152"/>
                  </a:cubicBezTo>
                  <a:cubicBezTo>
                    <a:pt x="9724" y="1840"/>
                    <a:pt x="9180" y="1412"/>
                    <a:pt x="8547" y="1126"/>
                  </a:cubicBezTo>
                  <a:cubicBezTo>
                    <a:pt x="8377" y="930"/>
                    <a:pt x="8047" y="930"/>
                    <a:pt x="7860" y="743"/>
                  </a:cubicBezTo>
                  <a:cubicBezTo>
                    <a:pt x="7797" y="680"/>
                    <a:pt x="7708" y="671"/>
                    <a:pt x="7628" y="645"/>
                  </a:cubicBezTo>
                  <a:cubicBezTo>
                    <a:pt x="7423" y="591"/>
                    <a:pt x="7289" y="413"/>
                    <a:pt x="7102" y="341"/>
                  </a:cubicBezTo>
                  <a:lnTo>
                    <a:pt x="7057" y="350"/>
                  </a:lnTo>
                  <a:cubicBezTo>
                    <a:pt x="7012" y="270"/>
                    <a:pt x="6905" y="225"/>
                    <a:pt x="6816" y="199"/>
                  </a:cubicBezTo>
                  <a:cubicBezTo>
                    <a:pt x="6759" y="79"/>
                    <a:pt x="6603" y="0"/>
                    <a:pt x="64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6702775" y="203863"/>
              <a:ext cx="424304" cy="369316"/>
            </a:xfrm>
            <a:custGeom>
              <a:avLst/>
              <a:gdLst/>
              <a:ahLst/>
              <a:cxnLst/>
              <a:rect l="l" t="t" r="r" b="b"/>
              <a:pathLst>
                <a:path w="24445" h="21277" extrusionOk="0">
                  <a:moveTo>
                    <a:pt x="9627" y="0"/>
                  </a:moveTo>
                  <a:cubicBezTo>
                    <a:pt x="9564" y="0"/>
                    <a:pt x="9439" y="0"/>
                    <a:pt x="9368" y="9"/>
                  </a:cubicBezTo>
                  <a:lnTo>
                    <a:pt x="9377" y="45"/>
                  </a:lnTo>
                  <a:cubicBezTo>
                    <a:pt x="9314" y="80"/>
                    <a:pt x="9243" y="87"/>
                    <a:pt x="9170" y="87"/>
                  </a:cubicBezTo>
                  <a:cubicBezTo>
                    <a:pt x="9127" y="87"/>
                    <a:pt x="9083" y="85"/>
                    <a:pt x="9040" y="85"/>
                  </a:cubicBezTo>
                  <a:cubicBezTo>
                    <a:pt x="9012" y="85"/>
                    <a:pt x="8984" y="86"/>
                    <a:pt x="8957" y="89"/>
                  </a:cubicBezTo>
                  <a:lnTo>
                    <a:pt x="8975" y="116"/>
                  </a:lnTo>
                  <a:cubicBezTo>
                    <a:pt x="8850" y="179"/>
                    <a:pt x="8770" y="303"/>
                    <a:pt x="8690" y="419"/>
                  </a:cubicBezTo>
                  <a:cubicBezTo>
                    <a:pt x="8675" y="445"/>
                    <a:pt x="8645" y="453"/>
                    <a:pt x="8609" y="453"/>
                  </a:cubicBezTo>
                  <a:cubicBezTo>
                    <a:pt x="8542" y="453"/>
                    <a:pt x="8452" y="425"/>
                    <a:pt x="8391" y="425"/>
                  </a:cubicBezTo>
                  <a:cubicBezTo>
                    <a:pt x="8347" y="425"/>
                    <a:pt x="8318" y="440"/>
                    <a:pt x="8324" y="491"/>
                  </a:cubicBezTo>
                  <a:cubicBezTo>
                    <a:pt x="8286" y="518"/>
                    <a:pt x="8248" y="528"/>
                    <a:pt x="8209" y="528"/>
                  </a:cubicBezTo>
                  <a:cubicBezTo>
                    <a:pt x="8096" y="528"/>
                    <a:pt x="7979" y="445"/>
                    <a:pt x="7872" y="445"/>
                  </a:cubicBezTo>
                  <a:cubicBezTo>
                    <a:pt x="7830" y="445"/>
                    <a:pt x="7791" y="457"/>
                    <a:pt x="7753" y="491"/>
                  </a:cubicBezTo>
                  <a:cubicBezTo>
                    <a:pt x="7673" y="509"/>
                    <a:pt x="7593" y="526"/>
                    <a:pt x="7521" y="544"/>
                  </a:cubicBezTo>
                  <a:cubicBezTo>
                    <a:pt x="7475" y="529"/>
                    <a:pt x="7430" y="521"/>
                    <a:pt x="7387" y="521"/>
                  </a:cubicBezTo>
                  <a:cubicBezTo>
                    <a:pt x="7208" y="521"/>
                    <a:pt x="7049" y="640"/>
                    <a:pt x="6941" y="776"/>
                  </a:cubicBezTo>
                  <a:cubicBezTo>
                    <a:pt x="6665" y="1249"/>
                    <a:pt x="6326" y="1695"/>
                    <a:pt x="6130" y="2195"/>
                  </a:cubicBezTo>
                  <a:cubicBezTo>
                    <a:pt x="5969" y="2445"/>
                    <a:pt x="5799" y="2703"/>
                    <a:pt x="5675" y="2971"/>
                  </a:cubicBezTo>
                  <a:cubicBezTo>
                    <a:pt x="5541" y="3096"/>
                    <a:pt x="5478" y="3292"/>
                    <a:pt x="5425" y="3470"/>
                  </a:cubicBezTo>
                  <a:lnTo>
                    <a:pt x="5407" y="3453"/>
                  </a:lnTo>
                  <a:cubicBezTo>
                    <a:pt x="5282" y="3890"/>
                    <a:pt x="4907" y="4238"/>
                    <a:pt x="4854" y="4702"/>
                  </a:cubicBezTo>
                  <a:cubicBezTo>
                    <a:pt x="4800" y="4764"/>
                    <a:pt x="4684" y="4791"/>
                    <a:pt x="4666" y="4880"/>
                  </a:cubicBezTo>
                  <a:cubicBezTo>
                    <a:pt x="4452" y="5049"/>
                    <a:pt x="4363" y="5362"/>
                    <a:pt x="4211" y="5594"/>
                  </a:cubicBezTo>
                  <a:cubicBezTo>
                    <a:pt x="4149" y="5603"/>
                    <a:pt x="4122" y="5638"/>
                    <a:pt x="4131" y="5692"/>
                  </a:cubicBezTo>
                  <a:cubicBezTo>
                    <a:pt x="4122" y="5710"/>
                    <a:pt x="4104" y="5745"/>
                    <a:pt x="4096" y="5772"/>
                  </a:cubicBezTo>
                  <a:cubicBezTo>
                    <a:pt x="3935" y="5843"/>
                    <a:pt x="3926" y="6058"/>
                    <a:pt x="3819" y="6182"/>
                  </a:cubicBezTo>
                  <a:cubicBezTo>
                    <a:pt x="3757" y="6289"/>
                    <a:pt x="3614" y="6361"/>
                    <a:pt x="3605" y="6504"/>
                  </a:cubicBezTo>
                  <a:cubicBezTo>
                    <a:pt x="3587" y="6539"/>
                    <a:pt x="3569" y="6575"/>
                    <a:pt x="3560" y="6620"/>
                  </a:cubicBezTo>
                  <a:cubicBezTo>
                    <a:pt x="3489" y="6771"/>
                    <a:pt x="3346" y="6878"/>
                    <a:pt x="3310" y="7039"/>
                  </a:cubicBezTo>
                  <a:cubicBezTo>
                    <a:pt x="3239" y="7039"/>
                    <a:pt x="3230" y="7155"/>
                    <a:pt x="3186" y="7199"/>
                  </a:cubicBezTo>
                  <a:cubicBezTo>
                    <a:pt x="3070" y="7271"/>
                    <a:pt x="3025" y="7467"/>
                    <a:pt x="2963" y="7601"/>
                  </a:cubicBezTo>
                  <a:cubicBezTo>
                    <a:pt x="3025" y="7788"/>
                    <a:pt x="2811" y="7949"/>
                    <a:pt x="2847" y="8136"/>
                  </a:cubicBezTo>
                  <a:lnTo>
                    <a:pt x="2838" y="8163"/>
                  </a:lnTo>
                  <a:cubicBezTo>
                    <a:pt x="2775" y="8172"/>
                    <a:pt x="2740" y="8225"/>
                    <a:pt x="2757" y="8288"/>
                  </a:cubicBezTo>
                  <a:lnTo>
                    <a:pt x="2722" y="8297"/>
                  </a:lnTo>
                  <a:cubicBezTo>
                    <a:pt x="2615" y="8529"/>
                    <a:pt x="2365" y="8734"/>
                    <a:pt x="2383" y="9019"/>
                  </a:cubicBezTo>
                  <a:cubicBezTo>
                    <a:pt x="2222" y="9117"/>
                    <a:pt x="2249" y="9358"/>
                    <a:pt x="2160" y="9519"/>
                  </a:cubicBezTo>
                  <a:cubicBezTo>
                    <a:pt x="2088" y="9742"/>
                    <a:pt x="1937" y="9929"/>
                    <a:pt x="1874" y="10161"/>
                  </a:cubicBezTo>
                  <a:cubicBezTo>
                    <a:pt x="1855" y="10158"/>
                    <a:pt x="1837" y="10156"/>
                    <a:pt x="1819" y="10156"/>
                  </a:cubicBezTo>
                  <a:cubicBezTo>
                    <a:pt x="1495" y="10156"/>
                    <a:pt x="1386" y="10671"/>
                    <a:pt x="1589" y="10866"/>
                  </a:cubicBezTo>
                  <a:cubicBezTo>
                    <a:pt x="1717" y="10934"/>
                    <a:pt x="1788" y="11117"/>
                    <a:pt x="1950" y="11117"/>
                  </a:cubicBezTo>
                  <a:cubicBezTo>
                    <a:pt x="1957" y="11117"/>
                    <a:pt x="1965" y="11116"/>
                    <a:pt x="1972" y="11116"/>
                  </a:cubicBezTo>
                  <a:cubicBezTo>
                    <a:pt x="1995" y="11101"/>
                    <a:pt x="2016" y="11095"/>
                    <a:pt x="2036" y="11095"/>
                  </a:cubicBezTo>
                  <a:cubicBezTo>
                    <a:pt x="2111" y="11095"/>
                    <a:pt x="2172" y="11179"/>
                    <a:pt x="2260" y="11179"/>
                  </a:cubicBezTo>
                  <a:cubicBezTo>
                    <a:pt x="2276" y="11179"/>
                    <a:pt x="2293" y="11176"/>
                    <a:pt x="2311" y="11169"/>
                  </a:cubicBezTo>
                  <a:cubicBezTo>
                    <a:pt x="2365" y="11223"/>
                    <a:pt x="2445" y="11258"/>
                    <a:pt x="2463" y="11339"/>
                  </a:cubicBezTo>
                  <a:cubicBezTo>
                    <a:pt x="2463" y="11464"/>
                    <a:pt x="2632" y="11473"/>
                    <a:pt x="2713" y="11544"/>
                  </a:cubicBezTo>
                  <a:cubicBezTo>
                    <a:pt x="2713" y="11606"/>
                    <a:pt x="2686" y="11678"/>
                    <a:pt x="2668" y="11740"/>
                  </a:cubicBezTo>
                  <a:cubicBezTo>
                    <a:pt x="2597" y="11776"/>
                    <a:pt x="2570" y="11856"/>
                    <a:pt x="2534" y="11928"/>
                  </a:cubicBezTo>
                  <a:cubicBezTo>
                    <a:pt x="2472" y="12044"/>
                    <a:pt x="2329" y="12124"/>
                    <a:pt x="2311" y="12267"/>
                  </a:cubicBezTo>
                  <a:cubicBezTo>
                    <a:pt x="2231" y="12293"/>
                    <a:pt x="2195" y="12374"/>
                    <a:pt x="2151" y="12436"/>
                  </a:cubicBezTo>
                  <a:cubicBezTo>
                    <a:pt x="2079" y="12534"/>
                    <a:pt x="1963" y="12588"/>
                    <a:pt x="1937" y="12713"/>
                  </a:cubicBezTo>
                  <a:cubicBezTo>
                    <a:pt x="1794" y="12918"/>
                    <a:pt x="1633" y="13141"/>
                    <a:pt x="1499" y="13364"/>
                  </a:cubicBezTo>
                  <a:cubicBezTo>
                    <a:pt x="1384" y="13417"/>
                    <a:pt x="1259" y="13596"/>
                    <a:pt x="1259" y="13738"/>
                  </a:cubicBezTo>
                  <a:cubicBezTo>
                    <a:pt x="1152" y="13837"/>
                    <a:pt x="1053" y="13953"/>
                    <a:pt x="1018" y="14095"/>
                  </a:cubicBezTo>
                  <a:cubicBezTo>
                    <a:pt x="893" y="14220"/>
                    <a:pt x="813" y="14416"/>
                    <a:pt x="732" y="14586"/>
                  </a:cubicBezTo>
                  <a:cubicBezTo>
                    <a:pt x="474" y="14648"/>
                    <a:pt x="349" y="14934"/>
                    <a:pt x="224" y="15139"/>
                  </a:cubicBezTo>
                  <a:cubicBezTo>
                    <a:pt x="72" y="15335"/>
                    <a:pt x="1" y="15594"/>
                    <a:pt x="36" y="15844"/>
                  </a:cubicBezTo>
                  <a:cubicBezTo>
                    <a:pt x="44" y="15845"/>
                    <a:pt x="52" y="15846"/>
                    <a:pt x="59" y="15846"/>
                  </a:cubicBezTo>
                  <a:cubicBezTo>
                    <a:pt x="153" y="15846"/>
                    <a:pt x="225" y="15760"/>
                    <a:pt x="322" y="15760"/>
                  </a:cubicBezTo>
                  <a:cubicBezTo>
                    <a:pt x="334" y="15760"/>
                    <a:pt x="345" y="15761"/>
                    <a:pt x="358" y="15764"/>
                  </a:cubicBezTo>
                  <a:cubicBezTo>
                    <a:pt x="438" y="15799"/>
                    <a:pt x="500" y="15880"/>
                    <a:pt x="598" y="15888"/>
                  </a:cubicBezTo>
                  <a:cubicBezTo>
                    <a:pt x="634" y="15924"/>
                    <a:pt x="661" y="15996"/>
                    <a:pt x="723" y="15996"/>
                  </a:cubicBezTo>
                  <a:cubicBezTo>
                    <a:pt x="732" y="16049"/>
                    <a:pt x="777" y="16076"/>
                    <a:pt x="813" y="16111"/>
                  </a:cubicBezTo>
                  <a:cubicBezTo>
                    <a:pt x="993" y="16144"/>
                    <a:pt x="1165" y="16230"/>
                    <a:pt x="1351" y="16230"/>
                  </a:cubicBezTo>
                  <a:cubicBezTo>
                    <a:pt x="1368" y="16230"/>
                    <a:pt x="1385" y="16229"/>
                    <a:pt x="1401" y="16227"/>
                  </a:cubicBezTo>
                  <a:cubicBezTo>
                    <a:pt x="1794" y="16424"/>
                    <a:pt x="2249" y="16442"/>
                    <a:pt x="2641" y="16647"/>
                  </a:cubicBezTo>
                  <a:cubicBezTo>
                    <a:pt x="2720" y="16726"/>
                    <a:pt x="2819" y="16738"/>
                    <a:pt x="2923" y="16738"/>
                  </a:cubicBezTo>
                  <a:cubicBezTo>
                    <a:pt x="2971" y="16738"/>
                    <a:pt x="3020" y="16735"/>
                    <a:pt x="3068" y="16735"/>
                  </a:cubicBezTo>
                  <a:cubicBezTo>
                    <a:pt x="3162" y="16735"/>
                    <a:pt x="3253" y="16746"/>
                    <a:pt x="3328" y="16807"/>
                  </a:cubicBezTo>
                  <a:cubicBezTo>
                    <a:pt x="3358" y="16798"/>
                    <a:pt x="3386" y="16794"/>
                    <a:pt x="3413" y="16794"/>
                  </a:cubicBezTo>
                  <a:cubicBezTo>
                    <a:pt x="3563" y="16794"/>
                    <a:pt x="3674" y="16922"/>
                    <a:pt x="3810" y="16968"/>
                  </a:cubicBezTo>
                  <a:cubicBezTo>
                    <a:pt x="3840" y="16953"/>
                    <a:pt x="3871" y="16949"/>
                    <a:pt x="3902" y="16949"/>
                  </a:cubicBezTo>
                  <a:cubicBezTo>
                    <a:pt x="3937" y="16949"/>
                    <a:pt x="3973" y="16954"/>
                    <a:pt x="4008" y="16954"/>
                  </a:cubicBezTo>
                  <a:cubicBezTo>
                    <a:pt x="4035" y="16954"/>
                    <a:pt x="4061" y="16951"/>
                    <a:pt x="4087" y="16941"/>
                  </a:cubicBezTo>
                  <a:cubicBezTo>
                    <a:pt x="4096" y="16941"/>
                    <a:pt x="4113" y="16950"/>
                    <a:pt x="4122" y="16959"/>
                  </a:cubicBezTo>
                  <a:cubicBezTo>
                    <a:pt x="4176" y="17057"/>
                    <a:pt x="4256" y="17111"/>
                    <a:pt x="4229" y="17253"/>
                  </a:cubicBezTo>
                  <a:cubicBezTo>
                    <a:pt x="4292" y="17289"/>
                    <a:pt x="4372" y="17298"/>
                    <a:pt x="4452" y="17316"/>
                  </a:cubicBezTo>
                  <a:cubicBezTo>
                    <a:pt x="4539" y="17386"/>
                    <a:pt x="4597" y="17492"/>
                    <a:pt x="4720" y="17492"/>
                  </a:cubicBezTo>
                  <a:cubicBezTo>
                    <a:pt x="4736" y="17492"/>
                    <a:pt x="4754" y="17490"/>
                    <a:pt x="4774" y="17485"/>
                  </a:cubicBezTo>
                  <a:cubicBezTo>
                    <a:pt x="4979" y="17601"/>
                    <a:pt x="5228" y="17601"/>
                    <a:pt x="5434" y="17708"/>
                  </a:cubicBezTo>
                  <a:cubicBezTo>
                    <a:pt x="5481" y="17739"/>
                    <a:pt x="5517" y="17751"/>
                    <a:pt x="5546" y="17751"/>
                  </a:cubicBezTo>
                  <a:cubicBezTo>
                    <a:pt x="5650" y="17751"/>
                    <a:pt x="5652" y="17587"/>
                    <a:pt x="5764" y="17566"/>
                  </a:cubicBezTo>
                  <a:cubicBezTo>
                    <a:pt x="5862" y="17592"/>
                    <a:pt x="5969" y="17601"/>
                    <a:pt x="6022" y="17690"/>
                  </a:cubicBezTo>
                  <a:cubicBezTo>
                    <a:pt x="6147" y="17878"/>
                    <a:pt x="6415" y="17780"/>
                    <a:pt x="6584" y="17896"/>
                  </a:cubicBezTo>
                  <a:cubicBezTo>
                    <a:pt x="6665" y="17922"/>
                    <a:pt x="6700" y="18012"/>
                    <a:pt x="6772" y="18029"/>
                  </a:cubicBezTo>
                  <a:cubicBezTo>
                    <a:pt x="6834" y="18137"/>
                    <a:pt x="6986" y="18145"/>
                    <a:pt x="7084" y="18208"/>
                  </a:cubicBezTo>
                  <a:cubicBezTo>
                    <a:pt x="7164" y="18386"/>
                    <a:pt x="7396" y="18404"/>
                    <a:pt x="7512" y="18547"/>
                  </a:cubicBezTo>
                  <a:cubicBezTo>
                    <a:pt x="7646" y="18654"/>
                    <a:pt x="7860" y="18556"/>
                    <a:pt x="7949" y="18725"/>
                  </a:cubicBezTo>
                  <a:cubicBezTo>
                    <a:pt x="7967" y="18754"/>
                    <a:pt x="7986" y="18765"/>
                    <a:pt x="8006" y="18765"/>
                  </a:cubicBezTo>
                  <a:cubicBezTo>
                    <a:pt x="8061" y="18765"/>
                    <a:pt x="8124" y="18679"/>
                    <a:pt x="8186" y="18679"/>
                  </a:cubicBezTo>
                  <a:cubicBezTo>
                    <a:pt x="8191" y="18679"/>
                    <a:pt x="8195" y="18680"/>
                    <a:pt x="8199" y="18681"/>
                  </a:cubicBezTo>
                  <a:cubicBezTo>
                    <a:pt x="8422" y="18752"/>
                    <a:pt x="8699" y="18788"/>
                    <a:pt x="8806" y="19046"/>
                  </a:cubicBezTo>
                  <a:cubicBezTo>
                    <a:pt x="8818" y="19109"/>
                    <a:pt x="8846" y="19128"/>
                    <a:pt x="8882" y="19128"/>
                  </a:cubicBezTo>
                  <a:cubicBezTo>
                    <a:pt x="8937" y="19128"/>
                    <a:pt x="9009" y="19084"/>
                    <a:pt x="9070" y="19084"/>
                  </a:cubicBezTo>
                  <a:cubicBezTo>
                    <a:pt x="9112" y="19084"/>
                    <a:pt x="9148" y="19104"/>
                    <a:pt x="9172" y="19171"/>
                  </a:cubicBezTo>
                  <a:cubicBezTo>
                    <a:pt x="9350" y="19323"/>
                    <a:pt x="9564" y="19421"/>
                    <a:pt x="9743" y="19573"/>
                  </a:cubicBezTo>
                  <a:cubicBezTo>
                    <a:pt x="9992" y="19591"/>
                    <a:pt x="10215" y="19698"/>
                    <a:pt x="10474" y="19698"/>
                  </a:cubicBezTo>
                  <a:lnTo>
                    <a:pt x="10465" y="19662"/>
                  </a:lnTo>
                  <a:cubicBezTo>
                    <a:pt x="10475" y="19659"/>
                    <a:pt x="10485" y="19658"/>
                    <a:pt x="10493" y="19658"/>
                  </a:cubicBezTo>
                  <a:cubicBezTo>
                    <a:pt x="10576" y="19658"/>
                    <a:pt x="10595" y="19765"/>
                    <a:pt x="10644" y="19814"/>
                  </a:cubicBezTo>
                  <a:cubicBezTo>
                    <a:pt x="10654" y="19816"/>
                    <a:pt x="10664" y="19817"/>
                    <a:pt x="10674" y="19817"/>
                  </a:cubicBezTo>
                  <a:cubicBezTo>
                    <a:pt x="10737" y="19817"/>
                    <a:pt x="10796" y="19777"/>
                    <a:pt x="10859" y="19777"/>
                  </a:cubicBezTo>
                  <a:cubicBezTo>
                    <a:pt x="10865" y="19777"/>
                    <a:pt x="10870" y="19777"/>
                    <a:pt x="10876" y="19778"/>
                  </a:cubicBezTo>
                  <a:cubicBezTo>
                    <a:pt x="10965" y="19840"/>
                    <a:pt x="11072" y="19867"/>
                    <a:pt x="11152" y="19948"/>
                  </a:cubicBezTo>
                  <a:cubicBezTo>
                    <a:pt x="11190" y="19974"/>
                    <a:pt x="11244" y="20005"/>
                    <a:pt x="11292" y="20005"/>
                  </a:cubicBezTo>
                  <a:cubicBezTo>
                    <a:pt x="11324" y="20005"/>
                    <a:pt x="11354" y="19992"/>
                    <a:pt x="11375" y="19956"/>
                  </a:cubicBezTo>
                  <a:cubicBezTo>
                    <a:pt x="11473" y="19992"/>
                    <a:pt x="11580" y="20046"/>
                    <a:pt x="11687" y="20072"/>
                  </a:cubicBezTo>
                  <a:cubicBezTo>
                    <a:pt x="11678" y="20251"/>
                    <a:pt x="11955" y="20206"/>
                    <a:pt x="12053" y="20313"/>
                  </a:cubicBezTo>
                  <a:cubicBezTo>
                    <a:pt x="12133" y="20483"/>
                    <a:pt x="12374" y="20465"/>
                    <a:pt x="12526" y="20483"/>
                  </a:cubicBezTo>
                  <a:cubicBezTo>
                    <a:pt x="12577" y="20526"/>
                    <a:pt x="12621" y="20593"/>
                    <a:pt x="12689" y="20593"/>
                  </a:cubicBezTo>
                  <a:cubicBezTo>
                    <a:pt x="12704" y="20593"/>
                    <a:pt x="12721" y="20589"/>
                    <a:pt x="12740" y="20581"/>
                  </a:cubicBezTo>
                  <a:cubicBezTo>
                    <a:pt x="12783" y="20565"/>
                    <a:pt x="12827" y="20562"/>
                    <a:pt x="12872" y="20562"/>
                  </a:cubicBezTo>
                  <a:cubicBezTo>
                    <a:pt x="12914" y="20562"/>
                    <a:pt x="12957" y="20565"/>
                    <a:pt x="13001" y="20565"/>
                  </a:cubicBezTo>
                  <a:cubicBezTo>
                    <a:pt x="13018" y="20565"/>
                    <a:pt x="13035" y="20564"/>
                    <a:pt x="13052" y="20563"/>
                  </a:cubicBezTo>
                  <a:cubicBezTo>
                    <a:pt x="13097" y="20661"/>
                    <a:pt x="13186" y="20750"/>
                    <a:pt x="13302" y="20768"/>
                  </a:cubicBezTo>
                  <a:cubicBezTo>
                    <a:pt x="13552" y="20947"/>
                    <a:pt x="13873" y="20929"/>
                    <a:pt x="14167" y="20956"/>
                  </a:cubicBezTo>
                  <a:cubicBezTo>
                    <a:pt x="14198" y="20941"/>
                    <a:pt x="14226" y="20934"/>
                    <a:pt x="14252" y="20934"/>
                  </a:cubicBezTo>
                  <a:cubicBezTo>
                    <a:pt x="14389" y="20934"/>
                    <a:pt x="14457" y="21117"/>
                    <a:pt x="14597" y="21117"/>
                  </a:cubicBezTo>
                  <a:cubicBezTo>
                    <a:pt x="14602" y="21117"/>
                    <a:pt x="14608" y="21117"/>
                    <a:pt x="14613" y="21116"/>
                  </a:cubicBezTo>
                  <a:cubicBezTo>
                    <a:pt x="14685" y="21110"/>
                    <a:pt x="14765" y="21068"/>
                    <a:pt x="14840" y="21068"/>
                  </a:cubicBezTo>
                  <a:cubicBezTo>
                    <a:pt x="14876" y="21068"/>
                    <a:pt x="14911" y="21078"/>
                    <a:pt x="14944" y="21107"/>
                  </a:cubicBezTo>
                  <a:cubicBezTo>
                    <a:pt x="15033" y="21169"/>
                    <a:pt x="15139" y="21232"/>
                    <a:pt x="15249" y="21232"/>
                  </a:cubicBezTo>
                  <a:cubicBezTo>
                    <a:pt x="15281" y="21232"/>
                    <a:pt x="15313" y="21226"/>
                    <a:pt x="15345" y="21214"/>
                  </a:cubicBezTo>
                  <a:cubicBezTo>
                    <a:pt x="15434" y="21223"/>
                    <a:pt x="15523" y="21277"/>
                    <a:pt x="15622" y="21277"/>
                  </a:cubicBezTo>
                  <a:cubicBezTo>
                    <a:pt x="15695" y="21247"/>
                    <a:pt x="15772" y="21238"/>
                    <a:pt x="15849" y="21238"/>
                  </a:cubicBezTo>
                  <a:cubicBezTo>
                    <a:pt x="15960" y="21238"/>
                    <a:pt x="16073" y="21257"/>
                    <a:pt x="16184" y="21268"/>
                  </a:cubicBezTo>
                  <a:cubicBezTo>
                    <a:pt x="16222" y="21232"/>
                    <a:pt x="16277" y="21221"/>
                    <a:pt x="16340" y="21221"/>
                  </a:cubicBezTo>
                  <a:cubicBezTo>
                    <a:pt x="16434" y="21221"/>
                    <a:pt x="16545" y="21245"/>
                    <a:pt x="16639" y="21245"/>
                  </a:cubicBezTo>
                  <a:cubicBezTo>
                    <a:pt x="16745" y="21245"/>
                    <a:pt x="16829" y="21214"/>
                    <a:pt x="16844" y="21080"/>
                  </a:cubicBezTo>
                  <a:cubicBezTo>
                    <a:pt x="16875" y="21074"/>
                    <a:pt x="16908" y="21072"/>
                    <a:pt x="16940" y="21072"/>
                  </a:cubicBezTo>
                  <a:cubicBezTo>
                    <a:pt x="17069" y="21072"/>
                    <a:pt x="17203" y="21110"/>
                    <a:pt x="17330" y="21110"/>
                  </a:cubicBezTo>
                  <a:cubicBezTo>
                    <a:pt x="17406" y="21110"/>
                    <a:pt x="17480" y="21097"/>
                    <a:pt x="17548" y="21054"/>
                  </a:cubicBezTo>
                  <a:cubicBezTo>
                    <a:pt x="17616" y="21054"/>
                    <a:pt x="17699" y="21070"/>
                    <a:pt x="17776" y="21070"/>
                  </a:cubicBezTo>
                  <a:cubicBezTo>
                    <a:pt x="17863" y="21070"/>
                    <a:pt x="17943" y="21050"/>
                    <a:pt x="17986" y="20964"/>
                  </a:cubicBezTo>
                  <a:cubicBezTo>
                    <a:pt x="18021" y="20947"/>
                    <a:pt x="18048" y="20920"/>
                    <a:pt x="18066" y="20875"/>
                  </a:cubicBezTo>
                  <a:cubicBezTo>
                    <a:pt x="18235" y="20786"/>
                    <a:pt x="18458" y="20795"/>
                    <a:pt x="18583" y="20625"/>
                  </a:cubicBezTo>
                  <a:cubicBezTo>
                    <a:pt x="18681" y="20518"/>
                    <a:pt x="18878" y="20492"/>
                    <a:pt x="18878" y="20313"/>
                  </a:cubicBezTo>
                  <a:cubicBezTo>
                    <a:pt x="19270" y="19930"/>
                    <a:pt x="19707" y="19582"/>
                    <a:pt x="20046" y="19171"/>
                  </a:cubicBezTo>
                  <a:cubicBezTo>
                    <a:pt x="20144" y="19136"/>
                    <a:pt x="20189" y="19020"/>
                    <a:pt x="20296" y="19002"/>
                  </a:cubicBezTo>
                  <a:cubicBezTo>
                    <a:pt x="20466" y="18948"/>
                    <a:pt x="20483" y="18734"/>
                    <a:pt x="20591" y="18609"/>
                  </a:cubicBezTo>
                  <a:cubicBezTo>
                    <a:pt x="20706" y="18529"/>
                    <a:pt x="20840" y="18449"/>
                    <a:pt x="20903" y="18315"/>
                  </a:cubicBezTo>
                  <a:cubicBezTo>
                    <a:pt x="20912" y="18306"/>
                    <a:pt x="20930" y="18288"/>
                    <a:pt x="20947" y="18279"/>
                  </a:cubicBezTo>
                  <a:cubicBezTo>
                    <a:pt x="21072" y="18172"/>
                    <a:pt x="21161" y="18003"/>
                    <a:pt x="21322" y="17922"/>
                  </a:cubicBezTo>
                  <a:cubicBezTo>
                    <a:pt x="21429" y="17735"/>
                    <a:pt x="21661" y="17619"/>
                    <a:pt x="21715" y="17423"/>
                  </a:cubicBezTo>
                  <a:cubicBezTo>
                    <a:pt x="21929" y="17289"/>
                    <a:pt x="22089" y="17057"/>
                    <a:pt x="22259" y="16870"/>
                  </a:cubicBezTo>
                  <a:cubicBezTo>
                    <a:pt x="22348" y="16870"/>
                    <a:pt x="22366" y="16682"/>
                    <a:pt x="22277" y="16682"/>
                  </a:cubicBezTo>
                  <a:cubicBezTo>
                    <a:pt x="22437" y="16513"/>
                    <a:pt x="22357" y="16254"/>
                    <a:pt x="22410" y="16040"/>
                  </a:cubicBezTo>
                  <a:cubicBezTo>
                    <a:pt x="22384" y="15924"/>
                    <a:pt x="22410" y="15772"/>
                    <a:pt x="22312" y="15683"/>
                  </a:cubicBezTo>
                  <a:cubicBezTo>
                    <a:pt x="22330" y="15451"/>
                    <a:pt x="22562" y="15344"/>
                    <a:pt x="22651" y="15157"/>
                  </a:cubicBezTo>
                  <a:cubicBezTo>
                    <a:pt x="22964" y="14782"/>
                    <a:pt x="23320" y="14443"/>
                    <a:pt x="23588" y="14060"/>
                  </a:cubicBezTo>
                  <a:cubicBezTo>
                    <a:pt x="23624" y="14033"/>
                    <a:pt x="23650" y="14006"/>
                    <a:pt x="23677" y="13979"/>
                  </a:cubicBezTo>
                  <a:cubicBezTo>
                    <a:pt x="23677" y="13970"/>
                    <a:pt x="23686" y="13953"/>
                    <a:pt x="23695" y="13944"/>
                  </a:cubicBezTo>
                  <a:cubicBezTo>
                    <a:pt x="23757" y="13935"/>
                    <a:pt x="23757" y="13854"/>
                    <a:pt x="23784" y="13810"/>
                  </a:cubicBezTo>
                  <a:cubicBezTo>
                    <a:pt x="24025" y="13685"/>
                    <a:pt x="24177" y="13453"/>
                    <a:pt x="24320" y="13239"/>
                  </a:cubicBezTo>
                  <a:lnTo>
                    <a:pt x="24355" y="13239"/>
                  </a:lnTo>
                  <a:cubicBezTo>
                    <a:pt x="24328" y="13141"/>
                    <a:pt x="24444" y="12873"/>
                    <a:pt x="24320" y="12873"/>
                  </a:cubicBezTo>
                  <a:cubicBezTo>
                    <a:pt x="24328" y="12793"/>
                    <a:pt x="24248" y="12757"/>
                    <a:pt x="24212" y="12704"/>
                  </a:cubicBezTo>
                  <a:cubicBezTo>
                    <a:pt x="24132" y="12588"/>
                    <a:pt x="24150" y="12445"/>
                    <a:pt x="24105" y="12320"/>
                  </a:cubicBezTo>
                  <a:cubicBezTo>
                    <a:pt x="23989" y="12177"/>
                    <a:pt x="23820" y="12088"/>
                    <a:pt x="23677" y="11972"/>
                  </a:cubicBezTo>
                  <a:cubicBezTo>
                    <a:pt x="23588" y="11919"/>
                    <a:pt x="23668" y="11776"/>
                    <a:pt x="23561" y="11731"/>
                  </a:cubicBezTo>
                  <a:cubicBezTo>
                    <a:pt x="23490" y="11606"/>
                    <a:pt x="23320" y="11624"/>
                    <a:pt x="23267" y="11490"/>
                  </a:cubicBezTo>
                  <a:cubicBezTo>
                    <a:pt x="23204" y="11321"/>
                    <a:pt x="23044" y="11250"/>
                    <a:pt x="22910" y="11160"/>
                  </a:cubicBezTo>
                  <a:cubicBezTo>
                    <a:pt x="22696" y="10911"/>
                    <a:pt x="22464" y="10688"/>
                    <a:pt x="22161" y="10554"/>
                  </a:cubicBezTo>
                  <a:lnTo>
                    <a:pt x="22170" y="10518"/>
                  </a:lnTo>
                  <a:lnTo>
                    <a:pt x="22125" y="10518"/>
                  </a:lnTo>
                  <a:cubicBezTo>
                    <a:pt x="22098" y="10464"/>
                    <a:pt x="22036" y="10456"/>
                    <a:pt x="21991" y="10429"/>
                  </a:cubicBezTo>
                  <a:cubicBezTo>
                    <a:pt x="22018" y="10375"/>
                    <a:pt x="21911" y="10384"/>
                    <a:pt x="21884" y="10366"/>
                  </a:cubicBezTo>
                  <a:cubicBezTo>
                    <a:pt x="21652" y="10108"/>
                    <a:pt x="21269" y="10054"/>
                    <a:pt x="21054" y="9769"/>
                  </a:cubicBezTo>
                  <a:cubicBezTo>
                    <a:pt x="21072" y="9671"/>
                    <a:pt x="21063" y="9537"/>
                    <a:pt x="21179" y="9492"/>
                  </a:cubicBezTo>
                  <a:cubicBezTo>
                    <a:pt x="21242" y="9430"/>
                    <a:pt x="21358" y="9412"/>
                    <a:pt x="21358" y="9305"/>
                  </a:cubicBezTo>
                  <a:cubicBezTo>
                    <a:pt x="21384" y="9162"/>
                    <a:pt x="21465" y="9046"/>
                    <a:pt x="21554" y="8939"/>
                  </a:cubicBezTo>
                  <a:cubicBezTo>
                    <a:pt x="21563" y="8930"/>
                    <a:pt x="21581" y="8903"/>
                    <a:pt x="21590" y="8894"/>
                  </a:cubicBezTo>
                  <a:cubicBezTo>
                    <a:pt x="21723" y="8859"/>
                    <a:pt x="21723" y="8680"/>
                    <a:pt x="21822" y="8600"/>
                  </a:cubicBezTo>
                  <a:cubicBezTo>
                    <a:pt x="21920" y="8439"/>
                    <a:pt x="22062" y="8297"/>
                    <a:pt x="22125" y="8127"/>
                  </a:cubicBezTo>
                  <a:cubicBezTo>
                    <a:pt x="22205" y="8091"/>
                    <a:pt x="22241" y="8002"/>
                    <a:pt x="22241" y="7922"/>
                  </a:cubicBezTo>
                  <a:cubicBezTo>
                    <a:pt x="22366" y="7842"/>
                    <a:pt x="22428" y="7699"/>
                    <a:pt x="22517" y="7583"/>
                  </a:cubicBezTo>
                  <a:cubicBezTo>
                    <a:pt x="22571" y="7467"/>
                    <a:pt x="22705" y="7369"/>
                    <a:pt x="22696" y="7235"/>
                  </a:cubicBezTo>
                  <a:lnTo>
                    <a:pt x="22696" y="7235"/>
                  </a:lnTo>
                  <a:lnTo>
                    <a:pt x="22660" y="7244"/>
                  </a:lnTo>
                  <a:cubicBezTo>
                    <a:pt x="22696" y="6923"/>
                    <a:pt x="22446" y="6700"/>
                    <a:pt x="22277" y="6477"/>
                  </a:cubicBezTo>
                  <a:cubicBezTo>
                    <a:pt x="22098" y="6361"/>
                    <a:pt x="21938" y="6227"/>
                    <a:pt x="21759" y="6138"/>
                  </a:cubicBezTo>
                  <a:cubicBezTo>
                    <a:pt x="21518" y="6022"/>
                    <a:pt x="21304" y="5808"/>
                    <a:pt x="21037" y="5763"/>
                  </a:cubicBezTo>
                  <a:cubicBezTo>
                    <a:pt x="20885" y="5719"/>
                    <a:pt x="20760" y="5576"/>
                    <a:pt x="20617" y="5531"/>
                  </a:cubicBezTo>
                  <a:cubicBezTo>
                    <a:pt x="20528" y="5406"/>
                    <a:pt x="20341" y="5344"/>
                    <a:pt x="20207" y="5255"/>
                  </a:cubicBezTo>
                  <a:cubicBezTo>
                    <a:pt x="19930" y="5192"/>
                    <a:pt x="19707" y="5032"/>
                    <a:pt x="19484" y="4871"/>
                  </a:cubicBezTo>
                  <a:cubicBezTo>
                    <a:pt x="19350" y="4764"/>
                    <a:pt x="19163" y="4693"/>
                    <a:pt x="19003" y="4639"/>
                  </a:cubicBezTo>
                  <a:cubicBezTo>
                    <a:pt x="18887" y="4461"/>
                    <a:pt x="18655" y="4389"/>
                    <a:pt x="18467" y="4345"/>
                  </a:cubicBezTo>
                  <a:cubicBezTo>
                    <a:pt x="18316" y="4282"/>
                    <a:pt x="18164" y="4166"/>
                    <a:pt x="18012" y="4086"/>
                  </a:cubicBezTo>
                  <a:cubicBezTo>
                    <a:pt x="17709" y="3997"/>
                    <a:pt x="17486" y="3693"/>
                    <a:pt x="17174" y="3658"/>
                  </a:cubicBezTo>
                  <a:cubicBezTo>
                    <a:pt x="17022" y="3542"/>
                    <a:pt x="16817" y="3444"/>
                    <a:pt x="16665" y="3310"/>
                  </a:cubicBezTo>
                  <a:cubicBezTo>
                    <a:pt x="16353" y="3158"/>
                    <a:pt x="16076" y="2908"/>
                    <a:pt x="15729" y="2864"/>
                  </a:cubicBezTo>
                  <a:cubicBezTo>
                    <a:pt x="15559" y="2739"/>
                    <a:pt x="15336" y="2739"/>
                    <a:pt x="15184" y="2605"/>
                  </a:cubicBezTo>
                  <a:cubicBezTo>
                    <a:pt x="14649" y="2311"/>
                    <a:pt x="14158" y="1882"/>
                    <a:pt x="13543" y="1767"/>
                  </a:cubicBezTo>
                  <a:cubicBezTo>
                    <a:pt x="13311" y="1722"/>
                    <a:pt x="13133" y="1517"/>
                    <a:pt x="12901" y="1472"/>
                  </a:cubicBezTo>
                  <a:cubicBezTo>
                    <a:pt x="12544" y="1213"/>
                    <a:pt x="12124" y="1089"/>
                    <a:pt x="11741" y="892"/>
                  </a:cubicBezTo>
                  <a:cubicBezTo>
                    <a:pt x="11669" y="848"/>
                    <a:pt x="11571" y="803"/>
                    <a:pt x="11482" y="776"/>
                  </a:cubicBezTo>
                  <a:cubicBezTo>
                    <a:pt x="11161" y="607"/>
                    <a:pt x="10768" y="473"/>
                    <a:pt x="10403" y="402"/>
                  </a:cubicBezTo>
                  <a:cubicBezTo>
                    <a:pt x="10322" y="250"/>
                    <a:pt x="10144" y="179"/>
                    <a:pt x="9992" y="179"/>
                  </a:cubicBezTo>
                  <a:cubicBezTo>
                    <a:pt x="9867" y="125"/>
                    <a:pt x="9769" y="9"/>
                    <a:pt x="96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4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8" name="Google Shape;208;p24"/>
          <p:cNvGrpSpPr/>
          <p:nvPr/>
        </p:nvGrpSpPr>
        <p:grpSpPr>
          <a:xfrm>
            <a:off x="8596935" y="254440"/>
            <a:ext cx="286906" cy="1209182"/>
            <a:chOff x="8150749" y="1413265"/>
            <a:chExt cx="286906" cy="1209182"/>
          </a:xfrm>
        </p:grpSpPr>
        <p:sp>
          <p:nvSpPr>
            <p:cNvPr id="209" name="Google Shape;209;p24"/>
            <p:cNvSpPr/>
            <p:nvPr/>
          </p:nvSpPr>
          <p:spPr>
            <a:xfrm>
              <a:off x="8150749" y="1413265"/>
              <a:ext cx="286894" cy="316005"/>
            </a:xfrm>
            <a:custGeom>
              <a:avLst/>
              <a:gdLst/>
              <a:ahLst/>
              <a:cxnLst/>
              <a:rect l="l" t="t" r="r" b="b"/>
              <a:pathLst>
                <a:path w="19868" h="21884" extrusionOk="0">
                  <a:moveTo>
                    <a:pt x="8172" y="0"/>
                  </a:moveTo>
                  <a:cubicBezTo>
                    <a:pt x="7459" y="188"/>
                    <a:pt x="6700" y="116"/>
                    <a:pt x="6022" y="411"/>
                  </a:cubicBezTo>
                  <a:cubicBezTo>
                    <a:pt x="5755" y="589"/>
                    <a:pt x="5434" y="634"/>
                    <a:pt x="5130" y="714"/>
                  </a:cubicBezTo>
                  <a:cubicBezTo>
                    <a:pt x="5059" y="767"/>
                    <a:pt x="4916" y="794"/>
                    <a:pt x="4907" y="892"/>
                  </a:cubicBezTo>
                  <a:cubicBezTo>
                    <a:pt x="4874" y="883"/>
                    <a:pt x="4840" y="879"/>
                    <a:pt x="4807" y="879"/>
                  </a:cubicBezTo>
                  <a:cubicBezTo>
                    <a:pt x="4613" y="879"/>
                    <a:pt x="4430" y="1017"/>
                    <a:pt x="4247" y="1071"/>
                  </a:cubicBezTo>
                  <a:cubicBezTo>
                    <a:pt x="4087" y="1205"/>
                    <a:pt x="3881" y="1249"/>
                    <a:pt x="3730" y="1392"/>
                  </a:cubicBezTo>
                  <a:cubicBezTo>
                    <a:pt x="3569" y="1436"/>
                    <a:pt x="3391" y="1445"/>
                    <a:pt x="3239" y="1517"/>
                  </a:cubicBezTo>
                  <a:cubicBezTo>
                    <a:pt x="3195" y="1597"/>
                    <a:pt x="3087" y="1633"/>
                    <a:pt x="3052" y="1731"/>
                  </a:cubicBezTo>
                  <a:cubicBezTo>
                    <a:pt x="3007" y="1856"/>
                    <a:pt x="2829" y="1856"/>
                    <a:pt x="2740" y="1954"/>
                  </a:cubicBezTo>
                  <a:cubicBezTo>
                    <a:pt x="2490" y="2195"/>
                    <a:pt x="2186" y="2373"/>
                    <a:pt x="1910" y="2569"/>
                  </a:cubicBezTo>
                  <a:cubicBezTo>
                    <a:pt x="1669" y="2962"/>
                    <a:pt x="1321" y="3283"/>
                    <a:pt x="1134" y="3711"/>
                  </a:cubicBezTo>
                  <a:cubicBezTo>
                    <a:pt x="1062" y="3925"/>
                    <a:pt x="875" y="4086"/>
                    <a:pt x="813" y="4309"/>
                  </a:cubicBezTo>
                  <a:cubicBezTo>
                    <a:pt x="714" y="4407"/>
                    <a:pt x="643" y="4532"/>
                    <a:pt x="634" y="4666"/>
                  </a:cubicBezTo>
                  <a:cubicBezTo>
                    <a:pt x="545" y="4782"/>
                    <a:pt x="483" y="4907"/>
                    <a:pt x="438" y="5041"/>
                  </a:cubicBezTo>
                  <a:cubicBezTo>
                    <a:pt x="393" y="5504"/>
                    <a:pt x="215" y="5968"/>
                    <a:pt x="242" y="6441"/>
                  </a:cubicBezTo>
                  <a:cubicBezTo>
                    <a:pt x="144" y="6593"/>
                    <a:pt x="10" y="6736"/>
                    <a:pt x="117" y="6941"/>
                  </a:cubicBezTo>
                  <a:cubicBezTo>
                    <a:pt x="45" y="7467"/>
                    <a:pt x="63" y="7993"/>
                    <a:pt x="1" y="8529"/>
                  </a:cubicBezTo>
                  <a:cubicBezTo>
                    <a:pt x="72" y="8743"/>
                    <a:pt x="10" y="8966"/>
                    <a:pt x="1" y="9189"/>
                  </a:cubicBezTo>
                  <a:cubicBezTo>
                    <a:pt x="63" y="9376"/>
                    <a:pt x="19" y="9581"/>
                    <a:pt x="1" y="9769"/>
                  </a:cubicBezTo>
                  <a:cubicBezTo>
                    <a:pt x="36" y="10126"/>
                    <a:pt x="36" y="10482"/>
                    <a:pt x="108" y="10830"/>
                  </a:cubicBezTo>
                  <a:cubicBezTo>
                    <a:pt x="117" y="11098"/>
                    <a:pt x="304" y="11312"/>
                    <a:pt x="304" y="11580"/>
                  </a:cubicBezTo>
                  <a:cubicBezTo>
                    <a:pt x="268" y="11794"/>
                    <a:pt x="420" y="11972"/>
                    <a:pt x="402" y="12186"/>
                  </a:cubicBezTo>
                  <a:cubicBezTo>
                    <a:pt x="518" y="12276"/>
                    <a:pt x="545" y="12418"/>
                    <a:pt x="545" y="12561"/>
                  </a:cubicBezTo>
                  <a:cubicBezTo>
                    <a:pt x="554" y="12766"/>
                    <a:pt x="679" y="12936"/>
                    <a:pt x="732" y="13123"/>
                  </a:cubicBezTo>
                  <a:cubicBezTo>
                    <a:pt x="679" y="13266"/>
                    <a:pt x="697" y="13489"/>
                    <a:pt x="830" y="13569"/>
                  </a:cubicBezTo>
                  <a:cubicBezTo>
                    <a:pt x="1009" y="13953"/>
                    <a:pt x="1134" y="14354"/>
                    <a:pt x="1285" y="14756"/>
                  </a:cubicBezTo>
                  <a:cubicBezTo>
                    <a:pt x="1464" y="14889"/>
                    <a:pt x="1446" y="15139"/>
                    <a:pt x="1544" y="15326"/>
                  </a:cubicBezTo>
                  <a:cubicBezTo>
                    <a:pt x="1615" y="15532"/>
                    <a:pt x="1767" y="15701"/>
                    <a:pt x="1874" y="15880"/>
                  </a:cubicBezTo>
                  <a:cubicBezTo>
                    <a:pt x="2106" y="16129"/>
                    <a:pt x="2133" y="16504"/>
                    <a:pt x="2383" y="16745"/>
                  </a:cubicBezTo>
                  <a:cubicBezTo>
                    <a:pt x="2499" y="16834"/>
                    <a:pt x="2552" y="16959"/>
                    <a:pt x="2570" y="17093"/>
                  </a:cubicBezTo>
                  <a:cubicBezTo>
                    <a:pt x="2784" y="17459"/>
                    <a:pt x="3096" y="17744"/>
                    <a:pt x="3364" y="18074"/>
                  </a:cubicBezTo>
                  <a:cubicBezTo>
                    <a:pt x="3614" y="18199"/>
                    <a:pt x="3703" y="18502"/>
                    <a:pt x="3962" y="18618"/>
                  </a:cubicBezTo>
                  <a:cubicBezTo>
                    <a:pt x="4096" y="18645"/>
                    <a:pt x="4051" y="18824"/>
                    <a:pt x="4176" y="18850"/>
                  </a:cubicBezTo>
                  <a:cubicBezTo>
                    <a:pt x="4390" y="18939"/>
                    <a:pt x="4488" y="19189"/>
                    <a:pt x="4720" y="19278"/>
                  </a:cubicBezTo>
                  <a:cubicBezTo>
                    <a:pt x="4836" y="19314"/>
                    <a:pt x="4907" y="19439"/>
                    <a:pt x="5032" y="19457"/>
                  </a:cubicBezTo>
                  <a:cubicBezTo>
                    <a:pt x="5211" y="19582"/>
                    <a:pt x="5416" y="19716"/>
                    <a:pt x="5639" y="19760"/>
                  </a:cubicBezTo>
                  <a:cubicBezTo>
                    <a:pt x="5844" y="19948"/>
                    <a:pt x="6138" y="20028"/>
                    <a:pt x="6370" y="20180"/>
                  </a:cubicBezTo>
                  <a:cubicBezTo>
                    <a:pt x="6718" y="20313"/>
                    <a:pt x="7013" y="20545"/>
                    <a:pt x="7370" y="20652"/>
                  </a:cubicBezTo>
                  <a:cubicBezTo>
                    <a:pt x="7682" y="20813"/>
                    <a:pt x="8039" y="20911"/>
                    <a:pt x="8333" y="21107"/>
                  </a:cubicBezTo>
                  <a:cubicBezTo>
                    <a:pt x="8761" y="21277"/>
                    <a:pt x="9181" y="21464"/>
                    <a:pt x="9600" y="21643"/>
                  </a:cubicBezTo>
                  <a:cubicBezTo>
                    <a:pt x="9841" y="21651"/>
                    <a:pt x="10082" y="21687"/>
                    <a:pt x="10305" y="21785"/>
                  </a:cubicBezTo>
                  <a:cubicBezTo>
                    <a:pt x="10545" y="21830"/>
                    <a:pt x="10813" y="21767"/>
                    <a:pt x="11045" y="21883"/>
                  </a:cubicBezTo>
                  <a:cubicBezTo>
                    <a:pt x="11106" y="21836"/>
                    <a:pt x="11170" y="21821"/>
                    <a:pt x="11237" y="21821"/>
                  </a:cubicBezTo>
                  <a:cubicBezTo>
                    <a:pt x="11359" y="21821"/>
                    <a:pt x="11489" y="21873"/>
                    <a:pt x="11618" y="21873"/>
                  </a:cubicBezTo>
                  <a:cubicBezTo>
                    <a:pt x="11644" y="21873"/>
                    <a:pt x="11670" y="21871"/>
                    <a:pt x="11696" y="21866"/>
                  </a:cubicBezTo>
                  <a:cubicBezTo>
                    <a:pt x="11764" y="21832"/>
                    <a:pt x="11837" y="21814"/>
                    <a:pt x="11911" y="21814"/>
                  </a:cubicBezTo>
                  <a:cubicBezTo>
                    <a:pt x="11993" y="21814"/>
                    <a:pt x="12076" y="21836"/>
                    <a:pt x="12151" y="21883"/>
                  </a:cubicBezTo>
                  <a:cubicBezTo>
                    <a:pt x="12247" y="21836"/>
                    <a:pt x="12349" y="21815"/>
                    <a:pt x="12451" y="21815"/>
                  </a:cubicBezTo>
                  <a:cubicBezTo>
                    <a:pt x="12558" y="21815"/>
                    <a:pt x="12666" y="21838"/>
                    <a:pt x="12767" y="21874"/>
                  </a:cubicBezTo>
                  <a:cubicBezTo>
                    <a:pt x="12892" y="21776"/>
                    <a:pt x="13061" y="21883"/>
                    <a:pt x="13124" y="21714"/>
                  </a:cubicBezTo>
                  <a:cubicBezTo>
                    <a:pt x="13148" y="21717"/>
                    <a:pt x="13172" y="21719"/>
                    <a:pt x="13196" y="21719"/>
                  </a:cubicBezTo>
                  <a:cubicBezTo>
                    <a:pt x="13376" y="21719"/>
                    <a:pt x="13549" y="21633"/>
                    <a:pt x="13659" y="21491"/>
                  </a:cubicBezTo>
                  <a:cubicBezTo>
                    <a:pt x="13730" y="21393"/>
                    <a:pt x="13846" y="21393"/>
                    <a:pt x="13962" y="21393"/>
                  </a:cubicBezTo>
                  <a:cubicBezTo>
                    <a:pt x="14221" y="21286"/>
                    <a:pt x="14587" y="21295"/>
                    <a:pt x="14765" y="21045"/>
                  </a:cubicBezTo>
                  <a:lnTo>
                    <a:pt x="14756" y="21000"/>
                  </a:lnTo>
                  <a:cubicBezTo>
                    <a:pt x="14836" y="20956"/>
                    <a:pt x="14988" y="20956"/>
                    <a:pt x="15024" y="20858"/>
                  </a:cubicBezTo>
                  <a:cubicBezTo>
                    <a:pt x="15104" y="20840"/>
                    <a:pt x="15095" y="20706"/>
                    <a:pt x="15167" y="20652"/>
                  </a:cubicBezTo>
                  <a:cubicBezTo>
                    <a:pt x="15398" y="20474"/>
                    <a:pt x="15729" y="20420"/>
                    <a:pt x="15907" y="20162"/>
                  </a:cubicBezTo>
                  <a:cubicBezTo>
                    <a:pt x="16076" y="19912"/>
                    <a:pt x="16415" y="19849"/>
                    <a:pt x="16576" y="19582"/>
                  </a:cubicBezTo>
                  <a:cubicBezTo>
                    <a:pt x="16674" y="19359"/>
                    <a:pt x="17067" y="19332"/>
                    <a:pt x="16933" y="19011"/>
                  </a:cubicBezTo>
                  <a:cubicBezTo>
                    <a:pt x="17067" y="18877"/>
                    <a:pt x="17361" y="18895"/>
                    <a:pt x="17370" y="18663"/>
                  </a:cubicBezTo>
                  <a:cubicBezTo>
                    <a:pt x="17432" y="18618"/>
                    <a:pt x="17513" y="18574"/>
                    <a:pt x="17575" y="18511"/>
                  </a:cubicBezTo>
                  <a:cubicBezTo>
                    <a:pt x="17602" y="18351"/>
                    <a:pt x="17691" y="18226"/>
                    <a:pt x="17852" y="18163"/>
                  </a:cubicBezTo>
                  <a:cubicBezTo>
                    <a:pt x="18173" y="18038"/>
                    <a:pt x="18039" y="17619"/>
                    <a:pt x="18173" y="17378"/>
                  </a:cubicBezTo>
                  <a:cubicBezTo>
                    <a:pt x="18209" y="17253"/>
                    <a:pt x="18405" y="17289"/>
                    <a:pt x="18423" y="17146"/>
                  </a:cubicBezTo>
                  <a:cubicBezTo>
                    <a:pt x="18423" y="17013"/>
                    <a:pt x="18557" y="16932"/>
                    <a:pt x="18565" y="16798"/>
                  </a:cubicBezTo>
                  <a:cubicBezTo>
                    <a:pt x="18583" y="16611"/>
                    <a:pt x="18797" y="16522"/>
                    <a:pt x="18797" y="16326"/>
                  </a:cubicBezTo>
                  <a:cubicBezTo>
                    <a:pt x="18922" y="16183"/>
                    <a:pt x="19127" y="16067"/>
                    <a:pt x="19056" y="15826"/>
                  </a:cubicBezTo>
                  <a:cubicBezTo>
                    <a:pt x="19136" y="15416"/>
                    <a:pt x="19252" y="15005"/>
                    <a:pt x="19270" y="14586"/>
                  </a:cubicBezTo>
                  <a:cubicBezTo>
                    <a:pt x="19181" y="14381"/>
                    <a:pt x="19413" y="14283"/>
                    <a:pt x="19404" y="14104"/>
                  </a:cubicBezTo>
                  <a:cubicBezTo>
                    <a:pt x="19440" y="13667"/>
                    <a:pt x="19681" y="13266"/>
                    <a:pt x="19627" y="12820"/>
                  </a:cubicBezTo>
                  <a:cubicBezTo>
                    <a:pt x="19725" y="12766"/>
                    <a:pt x="19672" y="12579"/>
                    <a:pt x="19698" y="12463"/>
                  </a:cubicBezTo>
                  <a:cubicBezTo>
                    <a:pt x="19823" y="12204"/>
                    <a:pt x="19431" y="12079"/>
                    <a:pt x="19600" y="11821"/>
                  </a:cubicBezTo>
                  <a:cubicBezTo>
                    <a:pt x="19600" y="11482"/>
                    <a:pt x="19707" y="11151"/>
                    <a:pt x="19707" y="10821"/>
                  </a:cubicBezTo>
                  <a:lnTo>
                    <a:pt x="19752" y="10830"/>
                  </a:lnTo>
                  <a:cubicBezTo>
                    <a:pt x="19752" y="10491"/>
                    <a:pt x="19770" y="10152"/>
                    <a:pt x="19743" y="9822"/>
                  </a:cubicBezTo>
                  <a:cubicBezTo>
                    <a:pt x="19761" y="9653"/>
                    <a:pt x="19761" y="9483"/>
                    <a:pt x="19725" y="9314"/>
                  </a:cubicBezTo>
                  <a:cubicBezTo>
                    <a:pt x="19627" y="9225"/>
                    <a:pt x="19868" y="8859"/>
                    <a:pt x="19716" y="8841"/>
                  </a:cubicBezTo>
                  <a:cubicBezTo>
                    <a:pt x="19725" y="8645"/>
                    <a:pt x="19707" y="8457"/>
                    <a:pt x="19716" y="8261"/>
                  </a:cubicBezTo>
                  <a:lnTo>
                    <a:pt x="19672" y="8261"/>
                  </a:lnTo>
                  <a:cubicBezTo>
                    <a:pt x="19672" y="8181"/>
                    <a:pt x="19672" y="8100"/>
                    <a:pt x="19645" y="8029"/>
                  </a:cubicBezTo>
                  <a:cubicBezTo>
                    <a:pt x="19582" y="7860"/>
                    <a:pt x="19672" y="7681"/>
                    <a:pt x="19672" y="7512"/>
                  </a:cubicBezTo>
                  <a:lnTo>
                    <a:pt x="19627" y="7512"/>
                  </a:lnTo>
                  <a:cubicBezTo>
                    <a:pt x="19582" y="7298"/>
                    <a:pt x="19440" y="7110"/>
                    <a:pt x="19368" y="6896"/>
                  </a:cubicBezTo>
                  <a:cubicBezTo>
                    <a:pt x="19404" y="6807"/>
                    <a:pt x="19413" y="6709"/>
                    <a:pt x="19395" y="6620"/>
                  </a:cubicBezTo>
                  <a:cubicBezTo>
                    <a:pt x="19413" y="6405"/>
                    <a:pt x="19458" y="6111"/>
                    <a:pt x="19217" y="6013"/>
                  </a:cubicBezTo>
                  <a:cubicBezTo>
                    <a:pt x="19127" y="5879"/>
                    <a:pt x="19181" y="5656"/>
                    <a:pt x="19020" y="5549"/>
                  </a:cubicBezTo>
                  <a:cubicBezTo>
                    <a:pt x="19003" y="5344"/>
                    <a:pt x="19127" y="5049"/>
                    <a:pt x="18913" y="4898"/>
                  </a:cubicBezTo>
                  <a:cubicBezTo>
                    <a:pt x="18888" y="4838"/>
                    <a:pt x="18870" y="4754"/>
                    <a:pt x="18792" y="4754"/>
                  </a:cubicBezTo>
                  <a:cubicBezTo>
                    <a:pt x="18788" y="4754"/>
                    <a:pt x="18784" y="4755"/>
                    <a:pt x="18780" y="4755"/>
                  </a:cubicBezTo>
                  <a:cubicBezTo>
                    <a:pt x="18780" y="4657"/>
                    <a:pt x="18708" y="4577"/>
                    <a:pt x="18655" y="4496"/>
                  </a:cubicBezTo>
                  <a:cubicBezTo>
                    <a:pt x="18646" y="4407"/>
                    <a:pt x="18619" y="4273"/>
                    <a:pt x="18521" y="4238"/>
                  </a:cubicBezTo>
                  <a:cubicBezTo>
                    <a:pt x="18405" y="4122"/>
                    <a:pt x="18360" y="3952"/>
                    <a:pt x="18253" y="3836"/>
                  </a:cubicBezTo>
                  <a:cubicBezTo>
                    <a:pt x="18271" y="3765"/>
                    <a:pt x="18253" y="3720"/>
                    <a:pt x="18209" y="3702"/>
                  </a:cubicBezTo>
                  <a:cubicBezTo>
                    <a:pt x="18262" y="3533"/>
                    <a:pt x="18244" y="3301"/>
                    <a:pt x="18075" y="3221"/>
                  </a:cubicBezTo>
                  <a:cubicBezTo>
                    <a:pt x="18048" y="3158"/>
                    <a:pt x="18021" y="3060"/>
                    <a:pt x="17941" y="3051"/>
                  </a:cubicBezTo>
                  <a:cubicBezTo>
                    <a:pt x="17896" y="2944"/>
                    <a:pt x="17763" y="2900"/>
                    <a:pt x="17682" y="2819"/>
                  </a:cubicBezTo>
                  <a:cubicBezTo>
                    <a:pt x="17673" y="2614"/>
                    <a:pt x="17459" y="2569"/>
                    <a:pt x="17334" y="2462"/>
                  </a:cubicBezTo>
                  <a:cubicBezTo>
                    <a:pt x="17156" y="2213"/>
                    <a:pt x="16924" y="2016"/>
                    <a:pt x="16737" y="1775"/>
                  </a:cubicBezTo>
                  <a:cubicBezTo>
                    <a:pt x="16540" y="1731"/>
                    <a:pt x="16415" y="1544"/>
                    <a:pt x="16219" y="1490"/>
                  </a:cubicBezTo>
                  <a:cubicBezTo>
                    <a:pt x="16005" y="1383"/>
                    <a:pt x="15871" y="1151"/>
                    <a:pt x="15639" y="1053"/>
                  </a:cubicBezTo>
                  <a:cubicBezTo>
                    <a:pt x="15470" y="990"/>
                    <a:pt x="15309" y="892"/>
                    <a:pt x="15140" y="803"/>
                  </a:cubicBezTo>
                  <a:cubicBezTo>
                    <a:pt x="14792" y="758"/>
                    <a:pt x="14462" y="651"/>
                    <a:pt x="14114" y="589"/>
                  </a:cubicBezTo>
                  <a:cubicBezTo>
                    <a:pt x="13480" y="509"/>
                    <a:pt x="12856" y="402"/>
                    <a:pt x="12223" y="357"/>
                  </a:cubicBezTo>
                  <a:lnTo>
                    <a:pt x="12160" y="357"/>
                  </a:lnTo>
                  <a:cubicBezTo>
                    <a:pt x="12097" y="306"/>
                    <a:pt x="12020" y="296"/>
                    <a:pt x="11941" y="296"/>
                  </a:cubicBezTo>
                  <a:cubicBezTo>
                    <a:pt x="11894" y="296"/>
                    <a:pt x="11847" y="300"/>
                    <a:pt x="11800" y="300"/>
                  </a:cubicBezTo>
                  <a:cubicBezTo>
                    <a:pt x="11748" y="300"/>
                    <a:pt x="11697" y="295"/>
                    <a:pt x="11652" y="277"/>
                  </a:cubicBezTo>
                  <a:cubicBezTo>
                    <a:pt x="11259" y="170"/>
                    <a:pt x="10858" y="232"/>
                    <a:pt x="10465" y="134"/>
                  </a:cubicBezTo>
                  <a:cubicBezTo>
                    <a:pt x="10444" y="134"/>
                    <a:pt x="10422" y="135"/>
                    <a:pt x="10401" y="135"/>
                  </a:cubicBezTo>
                  <a:cubicBezTo>
                    <a:pt x="10036" y="135"/>
                    <a:pt x="9682" y="75"/>
                    <a:pt x="9320" y="75"/>
                  </a:cubicBezTo>
                  <a:cubicBezTo>
                    <a:pt x="9262" y="75"/>
                    <a:pt x="9203" y="77"/>
                    <a:pt x="9145" y="81"/>
                  </a:cubicBezTo>
                  <a:lnTo>
                    <a:pt x="9145" y="36"/>
                  </a:lnTo>
                  <a:cubicBezTo>
                    <a:pt x="9013" y="36"/>
                    <a:pt x="8882" y="39"/>
                    <a:pt x="8752" y="39"/>
                  </a:cubicBezTo>
                  <a:cubicBezTo>
                    <a:pt x="8558" y="39"/>
                    <a:pt x="8365" y="32"/>
                    <a:pt x="81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4"/>
            <p:cNvSpPr/>
            <p:nvPr/>
          </p:nvSpPr>
          <p:spPr>
            <a:xfrm>
              <a:off x="8150749" y="1879867"/>
              <a:ext cx="286890" cy="286743"/>
            </a:xfrm>
            <a:custGeom>
              <a:avLst/>
              <a:gdLst/>
              <a:ahLst/>
              <a:cxnLst/>
              <a:rect l="l" t="t" r="r" b="b"/>
              <a:pathLst>
                <a:path w="21510" h="21499" extrusionOk="0">
                  <a:moveTo>
                    <a:pt x="11164" y="0"/>
                  </a:moveTo>
                  <a:cubicBezTo>
                    <a:pt x="11086" y="0"/>
                    <a:pt x="10992" y="29"/>
                    <a:pt x="10947" y="74"/>
                  </a:cubicBezTo>
                  <a:cubicBezTo>
                    <a:pt x="10884" y="217"/>
                    <a:pt x="10706" y="217"/>
                    <a:pt x="10563" y="226"/>
                  </a:cubicBezTo>
                  <a:cubicBezTo>
                    <a:pt x="10545" y="208"/>
                    <a:pt x="10510" y="190"/>
                    <a:pt x="10483" y="181"/>
                  </a:cubicBezTo>
                  <a:cubicBezTo>
                    <a:pt x="10491" y="143"/>
                    <a:pt x="10466" y="135"/>
                    <a:pt x="10433" y="135"/>
                  </a:cubicBezTo>
                  <a:cubicBezTo>
                    <a:pt x="10407" y="135"/>
                    <a:pt x="10375" y="140"/>
                    <a:pt x="10350" y="140"/>
                  </a:cubicBezTo>
                  <a:cubicBezTo>
                    <a:pt x="10339" y="140"/>
                    <a:pt x="10330" y="139"/>
                    <a:pt x="10322" y="136"/>
                  </a:cubicBezTo>
                  <a:cubicBezTo>
                    <a:pt x="10318" y="101"/>
                    <a:pt x="10274" y="90"/>
                    <a:pt x="10219" y="90"/>
                  </a:cubicBezTo>
                  <a:cubicBezTo>
                    <a:pt x="10149" y="90"/>
                    <a:pt x="10063" y="108"/>
                    <a:pt x="10028" y="118"/>
                  </a:cubicBezTo>
                  <a:cubicBezTo>
                    <a:pt x="9936" y="142"/>
                    <a:pt x="9890" y="291"/>
                    <a:pt x="9798" y="291"/>
                  </a:cubicBezTo>
                  <a:cubicBezTo>
                    <a:pt x="9784" y="291"/>
                    <a:pt x="9768" y="288"/>
                    <a:pt x="9751" y="279"/>
                  </a:cubicBezTo>
                  <a:cubicBezTo>
                    <a:pt x="9719" y="266"/>
                    <a:pt x="9689" y="261"/>
                    <a:pt x="9659" y="261"/>
                  </a:cubicBezTo>
                  <a:cubicBezTo>
                    <a:pt x="9468" y="261"/>
                    <a:pt x="9317" y="491"/>
                    <a:pt x="9130" y="491"/>
                  </a:cubicBezTo>
                  <a:cubicBezTo>
                    <a:pt x="9103" y="491"/>
                    <a:pt x="9075" y="486"/>
                    <a:pt x="9047" y="475"/>
                  </a:cubicBezTo>
                  <a:cubicBezTo>
                    <a:pt x="8972" y="516"/>
                    <a:pt x="8908" y="577"/>
                    <a:pt x="8831" y="577"/>
                  </a:cubicBezTo>
                  <a:cubicBezTo>
                    <a:pt x="8806" y="577"/>
                    <a:pt x="8780" y="571"/>
                    <a:pt x="8752" y="556"/>
                  </a:cubicBezTo>
                  <a:cubicBezTo>
                    <a:pt x="8663" y="580"/>
                    <a:pt x="8572" y="586"/>
                    <a:pt x="8479" y="586"/>
                  </a:cubicBezTo>
                  <a:cubicBezTo>
                    <a:pt x="8394" y="586"/>
                    <a:pt x="8308" y="581"/>
                    <a:pt x="8221" y="581"/>
                  </a:cubicBezTo>
                  <a:cubicBezTo>
                    <a:pt x="8196" y="581"/>
                    <a:pt x="8171" y="581"/>
                    <a:pt x="8146" y="582"/>
                  </a:cubicBezTo>
                  <a:lnTo>
                    <a:pt x="8155" y="627"/>
                  </a:lnTo>
                  <a:cubicBezTo>
                    <a:pt x="8021" y="627"/>
                    <a:pt x="7896" y="672"/>
                    <a:pt x="7780" y="734"/>
                  </a:cubicBezTo>
                  <a:cubicBezTo>
                    <a:pt x="7477" y="743"/>
                    <a:pt x="7218" y="930"/>
                    <a:pt x="6915" y="957"/>
                  </a:cubicBezTo>
                  <a:cubicBezTo>
                    <a:pt x="6799" y="993"/>
                    <a:pt x="6736" y="1118"/>
                    <a:pt x="6620" y="1144"/>
                  </a:cubicBezTo>
                  <a:cubicBezTo>
                    <a:pt x="6600" y="1141"/>
                    <a:pt x="6580" y="1140"/>
                    <a:pt x="6560" y="1140"/>
                  </a:cubicBezTo>
                  <a:cubicBezTo>
                    <a:pt x="6414" y="1140"/>
                    <a:pt x="6282" y="1224"/>
                    <a:pt x="6219" y="1350"/>
                  </a:cubicBezTo>
                  <a:cubicBezTo>
                    <a:pt x="6130" y="1414"/>
                    <a:pt x="6021" y="1449"/>
                    <a:pt x="5909" y="1449"/>
                  </a:cubicBezTo>
                  <a:cubicBezTo>
                    <a:pt x="5896" y="1449"/>
                    <a:pt x="5883" y="1449"/>
                    <a:pt x="5871" y="1448"/>
                  </a:cubicBezTo>
                  <a:cubicBezTo>
                    <a:pt x="5728" y="1528"/>
                    <a:pt x="5541" y="1519"/>
                    <a:pt x="5443" y="1662"/>
                  </a:cubicBezTo>
                  <a:cubicBezTo>
                    <a:pt x="5086" y="2028"/>
                    <a:pt x="4613" y="2286"/>
                    <a:pt x="4372" y="2759"/>
                  </a:cubicBezTo>
                  <a:cubicBezTo>
                    <a:pt x="3935" y="3232"/>
                    <a:pt x="3685" y="3856"/>
                    <a:pt x="3257" y="4338"/>
                  </a:cubicBezTo>
                  <a:cubicBezTo>
                    <a:pt x="3079" y="4543"/>
                    <a:pt x="2998" y="4802"/>
                    <a:pt x="2838" y="5016"/>
                  </a:cubicBezTo>
                  <a:cubicBezTo>
                    <a:pt x="2659" y="5212"/>
                    <a:pt x="2543" y="5453"/>
                    <a:pt x="2436" y="5694"/>
                  </a:cubicBezTo>
                  <a:cubicBezTo>
                    <a:pt x="2276" y="5810"/>
                    <a:pt x="2204" y="6033"/>
                    <a:pt x="2088" y="6194"/>
                  </a:cubicBezTo>
                  <a:cubicBezTo>
                    <a:pt x="2070" y="6354"/>
                    <a:pt x="1963" y="6470"/>
                    <a:pt x="1901" y="6613"/>
                  </a:cubicBezTo>
                  <a:cubicBezTo>
                    <a:pt x="1758" y="6782"/>
                    <a:pt x="1874" y="7032"/>
                    <a:pt x="1723" y="7202"/>
                  </a:cubicBezTo>
                  <a:cubicBezTo>
                    <a:pt x="1696" y="7416"/>
                    <a:pt x="1508" y="7567"/>
                    <a:pt x="1437" y="7764"/>
                  </a:cubicBezTo>
                  <a:cubicBezTo>
                    <a:pt x="1357" y="8308"/>
                    <a:pt x="1125" y="8808"/>
                    <a:pt x="946" y="9325"/>
                  </a:cubicBezTo>
                  <a:cubicBezTo>
                    <a:pt x="982" y="9601"/>
                    <a:pt x="732" y="9816"/>
                    <a:pt x="741" y="10083"/>
                  </a:cubicBezTo>
                  <a:lnTo>
                    <a:pt x="706" y="10092"/>
                  </a:lnTo>
                  <a:cubicBezTo>
                    <a:pt x="572" y="10699"/>
                    <a:pt x="420" y="11305"/>
                    <a:pt x="268" y="11912"/>
                  </a:cubicBezTo>
                  <a:cubicBezTo>
                    <a:pt x="170" y="12162"/>
                    <a:pt x="304" y="12438"/>
                    <a:pt x="197" y="12688"/>
                  </a:cubicBezTo>
                  <a:cubicBezTo>
                    <a:pt x="117" y="12947"/>
                    <a:pt x="152" y="13214"/>
                    <a:pt x="108" y="13482"/>
                  </a:cubicBezTo>
                  <a:cubicBezTo>
                    <a:pt x="1" y="13687"/>
                    <a:pt x="224" y="13892"/>
                    <a:pt x="161" y="14098"/>
                  </a:cubicBezTo>
                  <a:cubicBezTo>
                    <a:pt x="108" y="14231"/>
                    <a:pt x="170" y="14374"/>
                    <a:pt x="143" y="14517"/>
                  </a:cubicBezTo>
                  <a:cubicBezTo>
                    <a:pt x="233" y="14829"/>
                    <a:pt x="268" y="15159"/>
                    <a:pt x="456" y="15445"/>
                  </a:cubicBezTo>
                  <a:cubicBezTo>
                    <a:pt x="554" y="15596"/>
                    <a:pt x="554" y="15802"/>
                    <a:pt x="688" y="15935"/>
                  </a:cubicBezTo>
                  <a:cubicBezTo>
                    <a:pt x="786" y="16114"/>
                    <a:pt x="982" y="16248"/>
                    <a:pt x="955" y="16480"/>
                  </a:cubicBezTo>
                  <a:cubicBezTo>
                    <a:pt x="1107" y="16845"/>
                    <a:pt x="1348" y="17184"/>
                    <a:pt x="1705" y="17372"/>
                  </a:cubicBezTo>
                  <a:cubicBezTo>
                    <a:pt x="1812" y="17461"/>
                    <a:pt x="1919" y="17550"/>
                    <a:pt x="1963" y="17684"/>
                  </a:cubicBezTo>
                  <a:cubicBezTo>
                    <a:pt x="2124" y="17773"/>
                    <a:pt x="2276" y="17880"/>
                    <a:pt x="2436" y="17969"/>
                  </a:cubicBezTo>
                  <a:cubicBezTo>
                    <a:pt x="2552" y="18139"/>
                    <a:pt x="2748" y="18157"/>
                    <a:pt x="2891" y="18282"/>
                  </a:cubicBezTo>
                  <a:cubicBezTo>
                    <a:pt x="3114" y="18344"/>
                    <a:pt x="3284" y="18531"/>
                    <a:pt x="3507" y="18603"/>
                  </a:cubicBezTo>
                  <a:cubicBezTo>
                    <a:pt x="3694" y="18799"/>
                    <a:pt x="3935" y="18942"/>
                    <a:pt x="4149" y="19120"/>
                  </a:cubicBezTo>
                  <a:cubicBezTo>
                    <a:pt x="4149" y="19218"/>
                    <a:pt x="4203" y="19352"/>
                    <a:pt x="4327" y="19352"/>
                  </a:cubicBezTo>
                  <a:cubicBezTo>
                    <a:pt x="4729" y="19397"/>
                    <a:pt x="5068" y="19620"/>
                    <a:pt x="5362" y="19878"/>
                  </a:cubicBezTo>
                  <a:cubicBezTo>
                    <a:pt x="5496" y="19994"/>
                    <a:pt x="5683" y="19950"/>
                    <a:pt x="5844" y="20003"/>
                  </a:cubicBezTo>
                  <a:cubicBezTo>
                    <a:pt x="5942" y="20075"/>
                    <a:pt x="6031" y="20164"/>
                    <a:pt x="6138" y="20226"/>
                  </a:cubicBezTo>
                  <a:cubicBezTo>
                    <a:pt x="6326" y="20280"/>
                    <a:pt x="6531" y="20289"/>
                    <a:pt x="6700" y="20396"/>
                  </a:cubicBezTo>
                  <a:cubicBezTo>
                    <a:pt x="6879" y="20548"/>
                    <a:pt x="7147" y="20530"/>
                    <a:pt x="7316" y="20708"/>
                  </a:cubicBezTo>
                  <a:cubicBezTo>
                    <a:pt x="7352" y="20797"/>
                    <a:pt x="7441" y="20833"/>
                    <a:pt x="7521" y="20869"/>
                  </a:cubicBezTo>
                  <a:cubicBezTo>
                    <a:pt x="7547" y="20884"/>
                    <a:pt x="7572" y="20890"/>
                    <a:pt x="7596" y="20890"/>
                  </a:cubicBezTo>
                  <a:cubicBezTo>
                    <a:pt x="7687" y="20890"/>
                    <a:pt x="7765" y="20803"/>
                    <a:pt x="7851" y="20803"/>
                  </a:cubicBezTo>
                  <a:cubicBezTo>
                    <a:pt x="7874" y="20803"/>
                    <a:pt x="7898" y="20809"/>
                    <a:pt x="7923" y="20824"/>
                  </a:cubicBezTo>
                  <a:cubicBezTo>
                    <a:pt x="8095" y="20853"/>
                    <a:pt x="8273" y="20951"/>
                    <a:pt x="8452" y="20951"/>
                  </a:cubicBezTo>
                  <a:cubicBezTo>
                    <a:pt x="8496" y="20951"/>
                    <a:pt x="8539" y="20945"/>
                    <a:pt x="8583" y="20931"/>
                  </a:cubicBezTo>
                  <a:cubicBezTo>
                    <a:pt x="8708" y="21101"/>
                    <a:pt x="8957" y="21136"/>
                    <a:pt x="9047" y="21350"/>
                  </a:cubicBezTo>
                  <a:cubicBezTo>
                    <a:pt x="9189" y="21359"/>
                    <a:pt x="9341" y="21359"/>
                    <a:pt x="9457" y="21466"/>
                  </a:cubicBezTo>
                  <a:cubicBezTo>
                    <a:pt x="9488" y="21489"/>
                    <a:pt x="9515" y="21498"/>
                    <a:pt x="9540" y="21498"/>
                  </a:cubicBezTo>
                  <a:cubicBezTo>
                    <a:pt x="9619" y="21498"/>
                    <a:pt x="9672" y="21404"/>
                    <a:pt x="9760" y="21404"/>
                  </a:cubicBezTo>
                  <a:cubicBezTo>
                    <a:pt x="9948" y="21374"/>
                    <a:pt x="10130" y="21287"/>
                    <a:pt x="10321" y="21287"/>
                  </a:cubicBezTo>
                  <a:cubicBezTo>
                    <a:pt x="10357" y="21287"/>
                    <a:pt x="10393" y="21290"/>
                    <a:pt x="10429" y="21297"/>
                  </a:cubicBezTo>
                  <a:cubicBezTo>
                    <a:pt x="10441" y="21298"/>
                    <a:pt x="10452" y="21298"/>
                    <a:pt x="10463" y="21298"/>
                  </a:cubicBezTo>
                  <a:cubicBezTo>
                    <a:pt x="10519" y="21298"/>
                    <a:pt x="10577" y="21290"/>
                    <a:pt x="10632" y="21290"/>
                  </a:cubicBezTo>
                  <a:cubicBezTo>
                    <a:pt x="10699" y="21290"/>
                    <a:pt x="10764" y="21301"/>
                    <a:pt x="10822" y="21350"/>
                  </a:cubicBezTo>
                  <a:cubicBezTo>
                    <a:pt x="11018" y="21359"/>
                    <a:pt x="11215" y="21364"/>
                    <a:pt x="11411" y="21364"/>
                  </a:cubicBezTo>
                  <a:cubicBezTo>
                    <a:pt x="11607" y="21364"/>
                    <a:pt x="11803" y="21359"/>
                    <a:pt x="12000" y="21350"/>
                  </a:cubicBezTo>
                  <a:cubicBezTo>
                    <a:pt x="12106" y="21286"/>
                    <a:pt x="12221" y="21270"/>
                    <a:pt x="12340" y="21270"/>
                  </a:cubicBezTo>
                  <a:cubicBezTo>
                    <a:pt x="12459" y="21270"/>
                    <a:pt x="12581" y="21286"/>
                    <a:pt x="12700" y="21286"/>
                  </a:cubicBezTo>
                  <a:cubicBezTo>
                    <a:pt x="12740" y="21286"/>
                    <a:pt x="12781" y="21284"/>
                    <a:pt x="12820" y="21279"/>
                  </a:cubicBezTo>
                  <a:lnTo>
                    <a:pt x="12820" y="21243"/>
                  </a:lnTo>
                  <a:cubicBezTo>
                    <a:pt x="13168" y="21145"/>
                    <a:pt x="13534" y="21154"/>
                    <a:pt x="13873" y="21047"/>
                  </a:cubicBezTo>
                  <a:cubicBezTo>
                    <a:pt x="14007" y="21029"/>
                    <a:pt x="14167" y="21003"/>
                    <a:pt x="14274" y="20922"/>
                  </a:cubicBezTo>
                  <a:cubicBezTo>
                    <a:pt x="14293" y="20924"/>
                    <a:pt x="14312" y="20925"/>
                    <a:pt x="14330" y="20925"/>
                  </a:cubicBezTo>
                  <a:cubicBezTo>
                    <a:pt x="14411" y="20925"/>
                    <a:pt x="14491" y="20905"/>
                    <a:pt x="14542" y="20833"/>
                  </a:cubicBezTo>
                  <a:cubicBezTo>
                    <a:pt x="14970" y="20637"/>
                    <a:pt x="15416" y="20467"/>
                    <a:pt x="15845" y="20271"/>
                  </a:cubicBezTo>
                  <a:cubicBezTo>
                    <a:pt x="16451" y="19941"/>
                    <a:pt x="17031" y="19557"/>
                    <a:pt x="17620" y="19200"/>
                  </a:cubicBezTo>
                  <a:cubicBezTo>
                    <a:pt x="18066" y="18879"/>
                    <a:pt x="18565" y="18621"/>
                    <a:pt x="18985" y="18264"/>
                  </a:cubicBezTo>
                  <a:cubicBezTo>
                    <a:pt x="19288" y="18112"/>
                    <a:pt x="19547" y="17862"/>
                    <a:pt x="19814" y="17648"/>
                  </a:cubicBezTo>
                  <a:cubicBezTo>
                    <a:pt x="19868" y="17505"/>
                    <a:pt x="19966" y="17398"/>
                    <a:pt x="20091" y="17318"/>
                  </a:cubicBezTo>
                  <a:cubicBezTo>
                    <a:pt x="20136" y="17211"/>
                    <a:pt x="20225" y="17158"/>
                    <a:pt x="20305" y="17086"/>
                  </a:cubicBezTo>
                  <a:cubicBezTo>
                    <a:pt x="20323" y="16801"/>
                    <a:pt x="20582" y="16631"/>
                    <a:pt x="20760" y="16453"/>
                  </a:cubicBezTo>
                  <a:cubicBezTo>
                    <a:pt x="20805" y="16346"/>
                    <a:pt x="20840" y="16230"/>
                    <a:pt x="20867" y="16123"/>
                  </a:cubicBezTo>
                  <a:cubicBezTo>
                    <a:pt x="20900" y="16090"/>
                    <a:pt x="20955" y="15968"/>
                    <a:pt x="20896" y="15968"/>
                  </a:cubicBezTo>
                  <a:cubicBezTo>
                    <a:pt x="20890" y="15968"/>
                    <a:pt x="20884" y="15969"/>
                    <a:pt x="20876" y="15971"/>
                  </a:cubicBezTo>
                  <a:cubicBezTo>
                    <a:pt x="20885" y="15819"/>
                    <a:pt x="21010" y="15730"/>
                    <a:pt x="21108" y="15632"/>
                  </a:cubicBezTo>
                  <a:cubicBezTo>
                    <a:pt x="21126" y="15356"/>
                    <a:pt x="21313" y="15115"/>
                    <a:pt x="21277" y="14838"/>
                  </a:cubicBezTo>
                  <a:lnTo>
                    <a:pt x="21242" y="14838"/>
                  </a:lnTo>
                  <a:cubicBezTo>
                    <a:pt x="21242" y="14785"/>
                    <a:pt x="21242" y="14731"/>
                    <a:pt x="21242" y="14686"/>
                  </a:cubicBezTo>
                  <a:cubicBezTo>
                    <a:pt x="21313" y="14624"/>
                    <a:pt x="21242" y="14499"/>
                    <a:pt x="21331" y="14446"/>
                  </a:cubicBezTo>
                  <a:cubicBezTo>
                    <a:pt x="21429" y="14365"/>
                    <a:pt x="21456" y="14231"/>
                    <a:pt x="21483" y="14116"/>
                  </a:cubicBezTo>
                  <a:cubicBezTo>
                    <a:pt x="21500" y="14017"/>
                    <a:pt x="21376" y="13991"/>
                    <a:pt x="21358" y="13910"/>
                  </a:cubicBezTo>
                  <a:cubicBezTo>
                    <a:pt x="21322" y="13536"/>
                    <a:pt x="21509" y="13179"/>
                    <a:pt x="21411" y="12813"/>
                  </a:cubicBezTo>
                  <a:cubicBezTo>
                    <a:pt x="21376" y="12679"/>
                    <a:pt x="21438" y="12483"/>
                    <a:pt x="21313" y="12421"/>
                  </a:cubicBezTo>
                  <a:lnTo>
                    <a:pt x="21322" y="12385"/>
                  </a:lnTo>
                  <a:lnTo>
                    <a:pt x="21286" y="12385"/>
                  </a:lnTo>
                  <a:cubicBezTo>
                    <a:pt x="21045" y="12269"/>
                    <a:pt x="21099" y="11974"/>
                    <a:pt x="20938" y="11796"/>
                  </a:cubicBezTo>
                  <a:cubicBezTo>
                    <a:pt x="20974" y="11573"/>
                    <a:pt x="21099" y="11377"/>
                    <a:pt x="21010" y="11145"/>
                  </a:cubicBezTo>
                  <a:cubicBezTo>
                    <a:pt x="20965" y="10984"/>
                    <a:pt x="21144" y="10841"/>
                    <a:pt x="21090" y="10681"/>
                  </a:cubicBezTo>
                  <a:cubicBezTo>
                    <a:pt x="21037" y="10476"/>
                    <a:pt x="21170" y="10297"/>
                    <a:pt x="21233" y="10119"/>
                  </a:cubicBezTo>
                  <a:lnTo>
                    <a:pt x="21188" y="10119"/>
                  </a:lnTo>
                  <a:cubicBezTo>
                    <a:pt x="21206" y="9896"/>
                    <a:pt x="21233" y="9646"/>
                    <a:pt x="21099" y="9459"/>
                  </a:cubicBezTo>
                  <a:cubicBezTo>
                    <a:pt x="21045" y="9378"/>
                    <a:pt x="21081" y="9280"/>
                    <a:pt x="21144" y="9227"/>
                  </a:cubicBezTo>
                  <a:cubicBezTo>
                    <a:pt x="21152" y="9152"/>
                    <a:pt x="21231" y="8920"/>
                    <a:pt x="21146" y="8920"/>
                  </a:cubicBezTo>
                  <a:cubicBezTo>
                    <a:pt x="21140" y="8920"/>
                    <a:pt x="21133" y="8921"/>
                    <a:pt x="21126" y="8923"/>
                  </a:cubicBezTo>
                  <a:cubicBezTo>
                    <a:pt x="21001" y="8709"/>
                    <a:pt x="21028" y="8397"/>
                    <a:pt x="20831" y="8237"/>
                  </a:cubicBezTo>
                  <a:cubicBezTo>
                    <a:pt x="20849" y="8094"/>
                    <a:pt x="20849" y="7942"/>
                    <a:pt x="20724" y="7862"/>
                  </a:cubicBezTo>
                  <a:cubicBezTo>
                    <a:pt x="20787" y="7692"/>
                    <a:pt x="20617" y="7648"/>
                    <a:pt x="20591" y="7514"/>
                  </a:cubicBezTo>
                  <a:cubicBezTo>
                    <a:pt x="20644" y="7416"/>
                    <a:pt x="20751" y="7157"/>
                    <a:pt x="20599" y="7104"/>
                  </a:cubicBezTo>
                  <a:cubicBezTo>
                    <a:pt x="20564" y="7032"/>
                    <a:pt x="20492" y="6997"/>
                    <a:pt x="20439" y="6934"/>
                  </a:cubicBezTo>
                  <a:cubicBezTo>
                    <a:pt x="20421" y="6684"/>
                    <a:pt x="20403" y="6426"/>
                    <a:pt x="20278" y="6212"/>
                  </a:cubicBezTo>
                  <a:cubicBezTo>
                    <a:pt x="20136" y="6104"/>
                    <a:pt x="20189" y="5890"/>
                    <a:pt x="20091" y="5748"/>
                  </a:cubicBezTo>
                  <a:cubicBezTo>
                    <a:pt x="19993" y="5605"/>
                    <a:pt x="19921" y="5444"/>
                    <a:pt x="19850" y="5284"/>
                  </a:cubicBezTo>
                  <a:cubicBezTo>
                    <a:pt x="19895" y="4971"/>
                    <a:pt x="19475" y="4945"/>
                    <a:pt x="19431" y="4686"/>
                  </a:cubicBezTo>
                  <a:cubicBezTo>
                    <a:pt x="19538" y="4401"/>
                    <a:pt x="19145" y="4418"/>
                    <a:pt x="19092" y="4213"/>
                  </a:cubicBezTo>
                  <a:cubicBezTo>
                    <a:pt x="19038" y="3990"/>
                    <a:pt x="18708" y="3963"/>
                    <a:pt x="18690" y="3731"/>
                  </a:cubicBezTo>
                  <a:cubicBezTo>
                    <a:pt x="18351" y="3455"/>
                    <a:pt x="18039" y="3134"/>
                    <a:pt x="17664" y="2911"/>
                  </a:cubicBezTo>
                  <a:cubicBezTo>
                    <a:pt x="17575" y="2857"/>
                    <a:pt x="17655" y="2723"/>
                    <a:pt x="17557" y="2697"/>
                  </a:cubicBezTo>
                  <a:cubicBezTo>
                    <a:pt x="17388" y="2607"/>
                    <a:pt x="17343" y="2393"/>
                    <a:pt x="17165" y="2313"/>
                  </a:cubicBezTo>
                  <a:cubicBezTo>
                    <a:pt x="17013" y="2224"/>
                    <a:pt x="16879" y="2090"/>
                    <a:pt x="16728" y="1992"/>
                  </a:cubicBezTo>
                  <a:cubicBezTo>
                    <a:pt x="16157" y="1573"/>
                    <a:pt x="15514" y="1278"/>
                    <a:pt x="14917" y="904"/>
                  </a:cubicBezTo>
                  <a:cubicBezTo>
                    <a:pt x="14899" y="832"/>
                    <a:pt x="14783" y="850"/>
                    <a:pt x="14729" y="832"/>
                  </a:cubicBezTo>
                  <a:cubicBezTo>
                    <a:pt x="14616" y="718"/>
                    <a:pt x="14489" y="637"/>
                    <a:pt x="14333" y="637"/>
                  </a:cubicBezTo>
                  <a:cubicBezTo>
                    <a:pt x="14306" y="637"/>
                    <a:pt x="14277" y="639"/>
                    <a:pt x="14248" y="645"/>
                  </a:cubicBezTo>
                  <a:cubicBezTo>
                    <a:pt x="14105" y="556"/>
                    <a:pt x="13927" y="520"/>
                    <a:pt x="13802" y="404"/>
                  </a:cubicBezTo>
                  <a:cubicBezTo>
                    <a:pt x="13659" y="252"/>
                    <a:pt x="13400" y="333"/>
                    <a:pt x="13275" y="172"/>
                  </a:cubicBezTo>
                  <a:cubicBezTo>
                    <a:pt x="13233" y="141"/>
                    <a:pt x="13189" y="129"/>
                    <a:pt x="13145" y="129"/>
                  </a:cubicBezTo>
                  <a:cubicBezTo>
                    <a:pt x="13017" y="129"/>
                    <a:pt x="12882" y="224"/>
                    <a:pt x="12755" y="224"/>
                  </a:cubicBezTo>
                  <a:cubicBezTo>
                    <a:pt x="12710" y="224"/>
                    <a:pt x="12666" y="212"/>
                    <a:pt x="12624" y="181"/>
                  </a:cubicBezTo>
                  <a:cubicBezTo>
                    <a:pt x="12426" y="82"/>
                    <a:pt x="12189" y="13"/>
                    <a:pt x="11967" y="13"/>
                  </a:cubicBezTo>
                  <a:cubicBezTo>
                    <a:pt x="11869" y="13"/>
                    <a:pt x="11774" y="26"/>
                    <a:pt x="11687" y="56"/>
                  </a:cubicBezTo>
                  <a:cubicBezTo>
                    <a:pt x="11682" y="55"/>
                    <a:pt x="11677" y="55"/>
                    <a:pt x="11672" y="55"/>
                  </a:cubicBezTo>
                  <a:cubicBezTo>
                    <a:pt x="11620" y="55"/>
                    <a:pt x="11596" y="96"/>
                    <a:pt x="11571" y="136"/>
                  </a:cubicBezTo>
                  <a:cubicBezTo>
                    <a:pt x="11557" y="139"/>
                    <a:pt x="11543" y="140"/>
                    <a:pt x="11529" y="140"/>
                  </a:cubicBezTo>
                  <a:cubicBezTo>
                    <a:pt x="11440" y="140"/>
                    <a:pt x="11363" y="95"/>
                    <a:pt x="11286" y="56"/>
                  </a:cubicBezTo>
                  <a:cubicBezTo>
                    <a:pt x="11274" y="17"/>
                    <a:pt x="11224" y="0"/>
                    <a:pt x="111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8150749" y="2317244"/>
              <a:ext cx="286906" cy="305203"/>
            </a:xfrm>
            <a:custGeom>
              <a:avLst/>
              <a:gdLst/>
              <a:ahLst/>
              <a:cxnLst/>
              <a:rect l="l" t="t" r="r" b="b"/>
              <a:pathLst>
                <a:path w="20965" h="22302" extrusionOk="0">
                  <a:moveTo>
                    <a:pt x="10013" y="1"/>
                  </a:moveTo>
                  <a:cubicBezTo>
                    <a:pt x="9832" y="1"/>
                    <a:pt x="9646" y="47"/>
                    <a:pt x="9460" y="47"/>
                  </a:cubicBezTo>
                  <a:cubicBezTo>
                    <a:pt x="9432" y="47"/>
                    <a:pt x="9404" y="46"/>
                    <a:pt x="9376" y="44"/>
                  </a:cubicBezTo>
                  <a:lnTo>
                    <a:pt x="9376" y="44"/>
                  </a:lnTo>
                  <a:lnTo>
                    <a:pt x="9385" y="89"/>
                  </a:lnTo>
                  <a:cubicBezTo>
                    <a:pt x="9242" y="80"/>
                    <a:pt x="9100" y="77"/>
                    <a:pt x="8957" y="77"/>
                  </a:cubicBezTo>
                  <a:cubicBezTo>
                    <a:pt x="8814" y="77"/>
                    <a:pt x="8671" y="80"/>
                    <a:pt x="8529" y="80"/>
                  </a:cubicBezTo>
                  <a:cubicBezTo>
                    <a:pt x="8398" y="65"/>
                    <a:pt x="8260" y="40"/>
                    <a:pt x="8125" y="40"/>
                  </a:cubicBezTo>
                  <a:cubicBezTo>
                    <a:pt x="8011" y="40"/>
                    <a:pt x="7899" y="58"/>
                    <a:pt x="7797" y="115"/>
                  </a:cubicBezTo>
                  <a:cubicBezTo>
                    <a:pt x="7565" y="240"/>
                    <a:pt x="7289" y="213"/>
                    <a:pt x="7039" y="249"/>
                  </a:cubicBezTo>
                  <a:lnTo>
                    <a:pt x="7048" y="294"/>
                  </a:lnTo>
                  <a:cubicBezTo>
                    <a:pt x="7005" y="309"/>
                    <a:pt x="6959" y="312"/>
                    <a:pt x="6912" y="312"/>
                  </a:cubicBezTo>
                  <a:cubicBezTo>
                    <a:pt x="6880" y="312"/>
                    <a:pt x="6848" y="310"/>
                    <a:pt x="6816" y="310"/>
                  </a:cubicBezTo>
                  <a:cubicBezTo>
                    <a:pt x="6730" y="310"/>
                    <a:pt x="6649" y="321"/>
                    <a:pt x="6593" y="401"/>
                  </a:cubicBezTo>
                  <a:cubicBezTo>
                    <a:pt x="6486" y="561"/>
                    <a:pt x="6298" y="490"/>
                    <a:pt x="6156" y="570"/>
                  </a:cubicBezTo>
                  <a:cubicBezTo>
                    <a:pt x="6049" y="561"/>
                    <a:pt x="5941" y="552"/>
                    <a:pt x="5861" y="472"/>
                  </a:cubicBezTo>
                  <a:cubicBezTo>
                    <a:pt x="5832" y="446"/>
                    <a:pt x="5800" y="435"/>
                    <a:pt x="5769" y="435"/>
                  </a:cubicBezTo>
                  <a:cubicBezTo>
                    <a:pt x="5714" y="435"/>
                    <a:pt x="5664" y="472"/>
                    <a:pt x="5647" y="535"/>
                  </a:cubicBezTo>
                  <a:cubicBezTo>
                    <a:pt x="5478" y="588"/>
                    <a:pt x="5344" y="695"/>
                    <a:pt x="5201" y="776"/>
                  </a:cubicBezTo>
                  <a:cubicBezTo>
                    <a:pt x="5191" y="776"/>
                    <a:pt x="5180" y="776"/>
                    <a:pt x="5169" y="776"/>
                  </a:cubicBezTo>
                  <a:cubicBezTo>
                    <a:pt x="5093" y="776"/>
                    <a:pt x="5007" y="767"/>
                    <a:pt x="4924" y="767"/>
                  </a:cubicBezTo>
                  <a:cubicBezTo>
                    <a:pt x="4786" y="767"/>
                    <a:pt x="4654" y="793"/>
                    <a:pt x="4585" y="936"/>
                  </a:cubicBezTo>
                  <a:cubicBezTo>
                    <a:pt x="4354" y="1079"/>
                    <a:pt x="4104" y="1195"/>
                    <a:pt x="3872" y="1338"/>
                  </a:cubicBezTo>
                  <a:cubicBezTo>
                    <a:pt x="3760" y="1345"/>
                    <a:pt x="3829" y="1517"/>
                    <a:pt x="3730" y="1517"/>
                  </a:cubicBezTo>
                  <a:cubicBezTo>
                    <a:pt x="3703" y="1517"/>
                    <a:pt x="3663" y="1504"/>
                    <a:pt x="3604" y="1471"/>
                  </a:cubicBezTo>
                  <a:cubicBezTo>
                    <a:pt x="3488" y="1516"/>
                    <a:pt x="3337" y="1552"/>
                    <a:pt x="3345" y="1694"/>
                  </a:cubicBezTo>
                  <a:cubicBezTo>
                    <a:pt x="3238" y="1793"/>
                    <a:pt x="3131" y="1900"/>
                    <a:pt x="2998" y="1953"/>
                  </a:cubicBezTo>
                  <a:lnTo>
                    <a:pt x="2998" y="1998"/>
                  </a:lnTo>
                  <a:cubicBezTo>
                    <a:pt x="2935" y="2024"/>
                    <a:pt x="2855" y="2060"/>
                    <a:pt x="2801" y="2105"/>
                  </a:cubicBezTo>
                  <a:cubicBezTo>
                    <a:pt x="2819" y="2328"/>
                    <a:pt x="2641" y="2533"/>
                    <a:pt x="2436" y="2586"/>
                  </a:cubicBezTo>
                  <a:cubicBezTo>
                    <a:pt x="2587" y="2836"/>
                    <a:pt x="2088" y="2917"/>
                    <a:pt x="2266" y="3131"/>
                  </a:cubicBezTo>
                  <a:cubicBezTo>
                    <a:pt x="2159" y="3175"/>
                    <a:pt x="2141" y="3309"/>
                    <a:pt x="2034" y="3345"/>
                  </a:cubicBezTo>
                  <a:cubicBezTo>
                    <a:pt x="1918" y="3380"/>
                    <a:pt x="1882" y="3523"/>
                    <a:pt x="1829" y="3621"/>
                  </a:cubicBezTo>
                  <a:cubicBezTo>
                    <a:pt x="1722" y="3675"/>
                    <a:pt x="1579" y="3728"/>
                    <a:pt x="1543" y="3844"/>
                  </a:cubicBezTo>
                  <a:cubicBezTo>
                    <a:pt x="1427" y="3898"/>
                    <a:pt x="1445" y="4067"/>
                    <a:pt x="1365" y="4148"/>
                  </a:cubicBezTo>
                  <a:cubicBezTo>
                    <a:pt x="1294" y="4210"/>
                    <a:pt x="1258" y="4299"/>
                    <a:pt x="1240" y="4389"/>
                  </a:cubicBezTo>
                  <a:cubicBezTo>
                    <a:pt x="1097" y="4620"/>
                    <a:pt x="937" y="4879"/>
                    <a:pt x="937" y="5165"/>
                  </a:cubicBezTo>
                  <a:lnTo>
                    <a:pt x="901" y="5156"/>
                  </a:lnTo>
                  <a:cubicBezTo>
                    <a:pt x="865" y="5370"/>
                    <a:pt x="696" y="5530"/>
                    <a:pt x="687" y="5745"/>
                  </a:cubicBezTo>
                  <a:cubicBezTo>
                    <a:pt x="696" y="6003"/>
                    <a:pt x="535" y="6208"/>
                    <a:pt x="526" y="6458"/>
                  </a:cubicBezTo>
                  <a:lnTo>
                    <a:pt x="491" y="6458"/>
                  </a:lnTo>
                  <a:cubicBezTo>
                    <a:pt x="589" y="6851"/>
                    <a:pt x="223" y="7145"/>
                    <a:pt x="330" y="7529"/>
                  </a:cubicBezTo>
                  <a:cubicBezTo>
                    <a:pt x="321" y="7582"/>
                    <a:pt x="321" y="7645"/>
                    <a:pt x="294" y="7698"/>
                  </a:cubicBezTo>
                  <a:cubicBezTo>
                    <a:pt x="205" y="7823"/>
                    <a:pt x="348" y="7975"/>
                    <a:pt x="268" y="8109"/>
                  </a:cubicBezTo>
                  <a:cubicBezTo>
                    <a:pt x="187" y="8242"/>
                    <a:pt x="134" y="8421"/>
                    <a:pt x="223" y="8564"/>
                  </a:cubicBezTo>
                  <a:cubicBezTo>
                    <a:pt x="196" y="8867"/>
                    <a:pt x="152" y="9161"/>
                    <a:pt x="170" y="9465"/>
                  </a:cubicBezTo>
                  <a:cubicBezTo>
                    <a:pt x="161" y="9589"/>
                    <a:pt x="54" y="9705"/>
                    <a:pt x="98" y="9839"/>
                  </a:cubicBezTo>
                  <a:cubicBezTo>
                    <a:pt x="45" y="10312"/>
                    <a:pt x="116" y="10812"/>
                    <a:pt x="45" y="11284"/>
                  </a:cubicBezTo>
                  <a:cubicBezTo>
                    <a:pt x="107" y="11472"/>
                    <a:pt x="107" y="11659"/>
                    <a:pt x="89" y="11846"/>
                  </a:cubicBezTo>
                  <a:cubicBezTo>
                    <a:pt x="89" y="11909"/>
                    <a:pt x="27" y="11989"/>
                    <a:pt x="89" y="12034"/>
                  </a:cubicBezTo>
                  <a:cubicBezTo>
                    <a:pt x="196" y="12105"/>
                    <a:pt x="0" y="12301"/>
                    <a:pt x="116" y="12319"/>
                  </a:cubicBezTo>
                  <a:lnTo>
                    <a:pt x="125" y="12355"/>
                  </a:lnTo>
                  <a:cubicBezTo>
                    <a:pt x="98" y="12391"/>
                    <a:pt x="54" y="12453"/>
                    <a:pt x="89" y="12507"/>
                  </a:cubicBezTo>
                  <a:cubicBezTo>
                    <a:pt x="241" y="12640"/>
                    <a:pt x="116" y="12863"/>
                    <a:pt x="161" y="13033"/>
                  </a:cubicBezTo>
                  <a:lnTo>
                    <a:pt x="196" y="13033"/>
                  </a:lnTo>
                  <a:cubicBezTo>
                    <a:pt x="214" y="13042"/>
                    <a:pt x="232" y="13060"/>
                    <a:pt x="241" y="13069"/>
                  </a:cubicBezTo>
                  <a:cubicBezTo>
                    <a:pt x="268" y="13131"/>
                    <a:pt x="277" y="13194"/>
                    <a:pt x="294" y="13256"/>
                  </a:cubicBezTo>
                  <a:cubicBezTo>
                    <a:pt x="286" y="13434"/>
                    <a:pt x="303" y="13631"/>
                    <a:pt x="402" y="13791"/>
                  </a:cubicBezTo>
                  <a:cubicBezTo>
                    <a:pt x="393" y="14193"/>
                    <a:pt x="678" y="14514"/>
                    <a:pt x="776" y="14889"/>
                  </a:cubicBezTo>
                  <a:lnTo>
                    <a:pt x="821" y="14897"/>
                  </a:lnTo>
                  <a:cubicBezTo>
                    <a:pt x="830" y="14969"/>
                    <a:pt x="883" y="15031"/>
                    <a:pt x="910" y="15112"/>
                  </a:cubicBezTo>
                  <a:cubicBezTo>
                    <a:pt x="955" y="15433"/>
                    <a:pt x="1151" y="15727"/>
                    <a:pt x="1294" y="16004"/>
                  </a:cubicBezTo>
                  <a:cubicBezTo>
                    <a:pt x="1320" y="16289"/>
                    <a:pt x="1517" y="16521"/>
                    <a:pt x="1695" y="16726"/>
                  </a:cubicBezTo>
                  <a:cubicBezTo>
                    <a:pt x="1740" y="16887"/>
                    <a:pt x="1873" y="16994"/>
                    <a:pt x="1963" y="17137"/>
                  </a:cubicBezTo>
                  <a:cubicBezTo>
                    <a:pt x="2088" y="17217"/>
                    <a:pt x="2132" y="17386"/>
                    <a:pt x="2266" y="17476"/>
                  </a:cubicBezTo>
                  <a:cubicBezTo>
                    <a:pt x="2480" y="17672"/>
                    <a:pt x="2578" y="17975"/>
                    <a:pt x="2801" y="18180"/>
                  </a:cubicBezTo>
                  <a:cubicBezTo>
                    <a:pt x="3515" y="18876"/>
                    <a:pt x="4229" y="19617"/>
                    <a:pt x="5076" y="20152"/>
                  </a:cubicBezTo>
                  <a:cubicBezTo>
                    <a:pt x="5246" y="20357"/>
                    <a:pt x="5487" y="20491"/>
                    <a:pt x="5701" y="20643"/>
                  </a:cubicBezTo>
                  <a:cubicBezTo>
                    <a:pt x="5790" y="20750"/>
                    <a:pt x="5897" y="20830"/>
                    <a:pt x="6022" y="20883"/>
                  </a:cubicBezTo>
                  <a:cubicBezTo>
                    <a:pt x="6530" y="21285"/>
                    <a:pt x="7110" y="21597"/>
                    <a:pt x="7690" y="21900"/>
                  </a:cubicBezTo>
                  <a:cubicBezTo>
                    <a:pt x="7717" y="21900"/>
                    <a:pt x="7770" y="21909"/>
                    <a:pt x="7806" y="21909"/>
                  </a:cubicBezTo>
                  <a:lnTo>
                    <a:pt x="7806" y="21945"/>
                  </a:lnTo>
                  <a:cubicBezTo>
                    <a:pt x="7820" y="21942"/>
                    <a:pt x="7834" y="21941"/>
                    <a:pt x="7847" y="21941"/>
                  </a:cubicBezTo>
                  <a:cubicBezTo>
                    <a:pt x="7978" y="21941"/>
                    <a:pt x="8062" y="22064"/>
                    <a:pt x="8187" y="22064"/>
                  </a:cubicBezTo>
                  <a:cubicBezTo>
                    <a:pt x="8216" y="22064"/>
                    <a:pt x="8246" y="22058"/>
                    <a:pt x="8279" y="22043"/>
                  </a:cubicBezTo>
                  <a:cubicBezTo>
                    <a:pt x="8300" y="22040"/>
                    <a:pt x="8321" y="22039"/>
                    <a:pt x="8343" y="22039"/>
                  </a:cubicBezTo>
                  <a:cubicBezTo>
                    <a:pt x="8441" y="22039"/>
                    <a:pt x="8544" y="22065"/>
                    <a:pt x="8642" y="22065"/>
                  </a:cubicBezTo>
                  <a:cubicBezTo>
                    <a:pt x="8705" y="22065"/>
                    <a:pt x="8767" y="22054"/>
                    <a:pt x="8823" y="22016"/>
                  </a:cubicBezTo>
                  <a:lnTo>
                    <a:pt x="8877" y="22016"/>
                  </a:lnTo>
                  <a:cubicBezTo>
                    <a:pt x="8912" y="22097"/>
                    <a:pt x="9019" y="22088"/>
                    <a:pt x="9082" y="22123"/>
                  </a:cubicBezTo>
                  <a:cubicBezTo>
                    <a:pt x="9204" y="22148"/>
                    <a:pt x="9305" y="22233"/>
                    <a:pt x="9424" y="22233"/>
                  </a:cubicBezTo>
                  <a:cubicBezTo>
                    <a:pt x="9434" y="22233"/>
                    <a:pt x="9445" y="22232"/>
                    <a:pt x="9456" y="22231"/>
                  </a:cubicBezTo>
                  <a:cubicBezTo>
                    <a:pt x="9465" y="22284"/>
                    <a:pt x="9546" y="22284"/>
                    <a:pt x="9581" y="22302"/>
                  </a:cubicBezTo>
                  <a:cubicBezTo>
                    <a:pt x="9656" y="22276"/>
                    <a:pt x="9732" y="22268"/>
                    <a:pt x="9810" y="22268"/>
                  </a:cubicBezTo>
                  <a:cubicBezTo>
                    <a:pt x="9937" y="22268"/>
                    <a:pt x="10066" y="22289"/>
                    <a:pt x="10195" y="22289"/>
                  </a:cubicBezTo>
                  <a:cubicBezTo>
                    <a:pt x="10261" y="22289"/>
                    <a:pt x="10328" y="22284"/>
                    <a:pt x="10393" y="22266"/>
                  </a:cubicBezTo>
                  <a:lnTo>
                    <a:pt x="10393" y="22231"/>
                  </a:lnTo>
                  <a:cubicBezTo>
                    <a:pt x="10415" y="22231"/>
                    <a:pt x="10437" y="22232"/>
                    <a:pt x="10459" y="22232"/>
                  </a:cubicBezTo>
                  <a:cubicBezTo>
                    <a:pt x="10651" y="22232"/>
                    <a:pt x="10843" y="22198"/>
                    <a:pt x="11035" y="22150"/>
                  </a:cubicBezTo>
                  <a:cubicBezTo>
                    <a:pt x="11099" y="22199"/>
                    <a:pt x="11166" y="22218"/>
                    <a:pt x="11235" y="22218"/>
                  </a:cubicBezTo>
                  <a:cubicBezTo>
                    <a:pt x="11328" y="22218"/>
                    <a:pt x="11424" y="22183"/>
                    <a:pt x="11517" y="22141"/>
                  </a:cubicBezTo>
                  <a:cubicBezTo>
                    <a:pt x="11660" y="22141"/>
                    <a:pt x="11847" y="22141"/>
                    <a:pt x="11928" y="21999"/>
                  </a:cubicBezTo>
                  <a:cubicBezTo>
                    <a:pt x="11941" y="22005"/>
                    <a:pt x="11953" y="22008"/>
                    <a:pt x="11966" y="22008"/>
                  </a:cubicBezTo>
                  <a:cubicBezTo>
                    <a:pt x="12018" y="22008"/>
                    <a:pt x="12062" y="21959"/>
                    <a:pt x="12113" y="21959"/>
                  </a:cubicBezTo>
                  <a:cubicBezTo>
                    <a:pt x="12131" y="21959"/>
                    <a:pt x="12149" y="21965"/>
                    <a:pt x="12168" y="21981"/>
                  </a:cubicBezTo>
                  <a:cubicBezTo>
                    <a:pt x="12391" y="21892"/>
                    <a:pt x="12632" y="21892"/>
                    <a:pt x="12864" y="21856"/>
                  </a:cubicBezTo>
                  <a:cubicBezTo>
                    <a:pt x="12886" y="21862"/>
                    <a:pt x="12909" y="21864"/>
                    <a:pt x="12933" y="21864"/>
                  </a:cubicBezTo>
                  <a:cubicBezTo>
                    <a:pt x="13014" y="21864"/>
                    <a:pt x="13100" y="21836"/>
                    <a:pt x="13176" y="21829"/>
                  </a:cubicBezTo>
                  <a:cubicBezTo>
                    <a:pt x="13194" y="21870"/>
                    <a:pt x="13345" y="21916"/>
                    <a:pt x="13434" y="21916"/>
                  </a:cubicBezTo>
                  <a:cubicBezTo>
                    <a:pt x="13480" y="21916"/>
                    <a:pt x="13510" y="21904"/>
                    <a:pt x="13498" y="21874"/>
                  </a:cubicBezTo>
                  <a:cubicBezTo>
                    <a:pt x="13649" y="21829"/>
                    <a:pt x="13792" y="21811"/>
                    <a:pt x="13944" y="21793"/>
                  </a:cubicBezTo>
                  <a:cubicBezTo>
                    <a:pt x="13970" y="21820"/>
                    <a:pt x="14015" y="21838"/>
                    <a:pt x="14069" y="21838"/>
                  </a:cubicBezTo>
                  <a:cubicBezTo>
                    <a:pt x="14090" y="21896"/>
                    <a:pt x="14199" y="21936"/>
                    <a:pt x="14286" y="21936"/>
                  </a:cubicBezTo>
                  <a:cubicBezTo>
                    <a:pt x="14346" y="21936"/>
                    <a:pt x="14395" y="21917"/>
                    <a:pt x="14399" y="21874"/>
                  </a:cubicBezTo>
                  <a:cubicBezTo>
                    <a:pt x="14497" y="21856"/>
                    <a:pt x="14586" y="21793"/>
                    <a:pt x="14693" y="21758"/>
                  </a:cubicBezTo>
                  <a:cubicBezTo>
                    <a:pt x="14721" y="21733"/>
                    <a:pt x="14763" y="21731"/>
                    <a:pt x="14807" y="21731"/>
                  </a:cubicBezTo>
                  <a:cubicBezTo>
                    <a:pt x="14820" y="21731"/>
                    <a:pt x="14832" y="21731"/>
                    <a:pt x="14845" y="21731"/>
                  </a:cubicBezTo>
                  <a:cubicBezTo>
                    <a:pt x="14900" y="21731"/>
                    <a:pt x="14952" y="21726"/>
                    <a:pt x="14970" y="21677"/>
                  </a:cubicBezTo>
                  <a:cubicBezTo>
                    <a:pt x="14987" y="21668"/>
                    <a:pt x="15023" y="21651"/>
                    <a:pt x="15041" y="21642"/>
                  </a:cubicBezTo>
                  <a:cubicBezTo>
                    <a:pt x="15139" y="21642"/>
                    <a:pt x="15255" y="21624"/>
                    <a:pt x="15300" y="21526"/>
                  </a:cubicBezTo>
                  <a:cubicBezTo>
                    <a:pt x="15505" y="21454"/>
                    <a:pt x="15790" y="21490"/>
                    <a:pt x="15933" y="21312"/>
                  </a:cubicBezTo>
                  <a:cubicBezTo>
                    <a:pt x="15951" y="21312"/>
                    <a:pt x="15987" y="21312"/>
                    <a:pt x="15995" y="21303"/>
                  </a:cubicBezTo>
                  <a:cubicBezTo>
                    <a:pt x="16014" y="21307"/>
                    <a:pt x="16034" y="21310"/>
                    <a:pt x="16054" y="21310"/>
                  </a:cubicBezTo>
                  <a:cubicBezTo>
                    <a:pt x="16148" y="21310"/>
                    <a:pt x="16247" y="21262"/>
                    <a:pt x="16299" y="21196"/>
                  </a:cubicBezTo>
                  <a:cubicBezTo>
                    <a:pt x="16424" y="21151"/>
                    <a:pt x="16370" y="20964"/>
                    <a:pt x="16459" y="20883"/>
                  </a:cubicBezTo>
                  <a:cubicBezTo>
                    <a:pt x="16549" y="20892"/>
                    <a:pt x="16620" y="20928"/>
                    <a:pt x="16700" y="20955"/>
                  </a:cubicBezTo>
                  <a:cubicBezTo>
                    <a:pt x="16843" y="20892"/>
                    <a:pt x="16995" y="20830"/>
                    <a:pt x="17102" y="20723"/>
                  </a:cubicBezTo>
                  <a:cubicBezTo>
                    <a:pt x="17191" y="20696"/>
                    <a:pt x="17334" y="20643"/>
                    <a:pt x="17334" y="20544"/>
                  </a:cubicBezTo>
                  <a:cubicBezTo>
                    <a:pt x="17414" y="20464"/>
                    <a:pt x="17521" y="20411"/>
                    <a:pt x="17592" y="20330"/>
                  </a:cubicBezTo>
                  <a:cubicBezTo>
                    <a:pt x="17699" y="20330"/>
                    <a:pt x="17682" y="20205"/>
                    <a:pt x="17744" y="20161"/>
                  </a:cubicBezTo>
                  <a:cubicBezTo>
                    <a:pt x="17762" y="20125"/>
                    <a:pt x="17833" y="20098"/>
                    <a:pt x="17815" y="20054"/>
                  </a:cubicBezTo>
                  <a:cubicBezTo>
                    <a:pt x="17985" y="19956"/>
                    <a:pt x="18226" y="19893"/>
                    <a:pt x="18270" y="19688"/>
                  </a:cubicBezTo>
                  <a:cubicBezTo>
                    <a:pt x="18288" y="19545"/>
                    <a:pt x="18476" y="19536"/>
                    <a:pt x="18583" y="19474"/>
                  </a:cubicBezTo>
                  <a:cubicBezTo>
                    <a:pt x="18636" y="19340"/>
                    <a:pt x="18734" y="19242"/>
                    <a:pt x="18877" y="19206"/>
                  </a:cubicBezTo>
                  <a:cubicBezTo>
                    <a:pt x="18895" y="19117"/>
                    <a:pt x="18948" y="18948"/>
                    <a:pt x="18975" y="18867"/>
                  </a:cubicBezTo>
                  <a:cubicBezTo>
                    <a:pt x="19162" y="18796"/>
                    <a:pt x="19162" y="18600"/>
                    <a:pt x="19216" y="18430"/>
                  </a:cubicBezTo>
                  <a:cubicBezTo>
                    <a:pt x="19350" y="18332"/>
                    <a:pt x="19421" y="18189"/>
                    <a:pt x="19466" y="18038"/>
                  </a:cubicBezTo>
                  <a:cubicBezTo>
                    <a:pt x="19582" y="17904"/>
                    <a:pt x="19680" y="17752"/>
                    <a:pt x="19787" y="17609"/>
                  </a:cubicBezTo>
                  <a:cubicBezTo>
                    <a:pt x="19858" y="17574"/>
                    <a:pt x="19921" y="17511"/>
                    <a:pt x="19930" y="17431"/>
                  </a:cubicBezTo>
                  <a:cubicBezTo>
                    <a:pt x="19921" y="17181"/>
                    <a:pt x="20099" y="16976"/>
                    <a:pt x="20117" y="16735"/>
                  </a:cubicBezTo>
                  <a:cubicBezTo>
                    <a:pt x="20420" y="15914"/>
                    <a:pt x="20465" y="15031"/>
                    <a:pt x="20777" y="14219"/>
                  </a:cubicBezTo>
                  <a:cubicBezTo>
                    <a:pt x="20857" y="14041"/>
                    <a:pt x="20840" y="13836"/>
                    <a:pt x="20741" y="13666"/>
                  </a:cubicBezTo>
                  <a:cubicBezTo>
                    <a:pt x="20715" y="13283"/>
                    <a:pt x="20965" y="12926"/>
                    <a:pt x="20875" y="12551"/>
                  </a:cubicBezTo>
                  <a:cubicBezTo>
                    <a:pt x="20804" y="12462"/>
                    <a:pt x="20831" y="12373"/>
                    <a:pt x="20866" y="12284"/>
                  </a:cubicBezTo>
                  <a:lnTo>
                    <a:pt x="20902" y="12284"/>
                  </a:lnTo>
                  <a:cubicBezTo>
                    <a:pt x="20893" y="12150"/>
                    <a:pt x="20947" y="11954"/>
                    <a:pt x="20822" y="11882"/>
                  </a:cubicBezTo>
                  <a:cubicBezTo>
                    <a:pt x="20777" y="11784"/>
                    <a:pt x="20670" y="11704"/>
                    <a:pt x="20581" y="11641"/>
                  </a:cubicBezTo>
                  <a:cubicBezTo>
                    <a:pt x="20626" y="11606"/>
                    <a:pt x="20626" y="11543"/>
                    <a:pt x="20626" y="11490"/>
                  </a:cubicBezTo>
                  <a:cubicBezTo>
                    <a:pt x="20724" y="11445"/>
                    <a:pt x="20626" y="11222"/>
                    <a:pt x="20661" y="11133"/>
                  </a:cubicBezTo>
                  <a:lnTo>
                    <a:pt x="20697" y="11133"/>
                  </a:lnTo>
                  <a:cubicBezTo>
                    <a:pt x="20706" y="10954"/>
                    <a:pt x="20759" y="10785"/>
                    <a:pt x="20795" y="10606"/>
                  </a:cubicBezTo>
                  <a:cubicBezTo>
                    <a:pt x="20884" y="10571"/>
                    <a:pt x="20768" y="10392"/>
                    <a:pt x="20733" y="10312"/>
                  </a:cubicBezTo>
                  <a:cubicBezTo>
                    <a:pt x="20697" y="10116"/>
                    <a:pt x="20947" y="9893"/>
                    <a:pt x="20786" y="9750"/>
                  </a:cubicBezTo>
                  <a:cubicBezTo>
                    <a:pt x="20786" y="9723"/>
                    <a:pt x="20786" y="9688"/>
                    <a:pt x="20786" y="9670"/>
                  </a:cubicBezTo>
                  <a:lnTo>
                    <a:pt x="20741" y="9670"/>
                  </a:lnTo>
                  <a:cubicBezTo>
                    <a:pt x="20741" y="9652"/>
                    <a:pt x="20733" y="9616"/>
                    <a:pt x="20733" y="9598"/>
                  </a:cubicBezTo>
                  <a:cubicBezTo>
                    <a:pt x="20750" y="9393"/>
                    <a:pt x="20741" y="9188"/>
                    <a:pt x="20733" y="8983"/>
                  </a:cubicBezTo>
                  <a:cubicBezTo>
                    <a:pt x="20822" y="8876"/>
                    <a:pt x="20857" y="8742"/>
                    <a:pt x="20813" y="8608"/>
                  </a:cubicBezTo>
                  <a:cubicBezTo>
                    <a:pt x="20724" y="8510"/>
                    <a:pt x="20581" y="8430"/>
                    <a:pt x="20581" y="8278"/>
                  </a:cubicBezTo>
                  <a:cubicBezTo>
                    <a:pt x="20590" y="8225"/>
                    <a:pt x="20563" y="8171"/>
                    <a:pt x="20501" y="8171"/>
                  </a:cubicBezTo>
                  <a:cubicBezTo>
                    <a:pt x="20376" y="7975"/>
                    <a:pt x="20224" y="7796"/>
                    <a:pt x="20099" y="7600"/>
                  </a:cubicBezTo>
                  <a:cubicBezTo>
                    <a:pt x="19983" y="7431"/>
                    <a:pt x="20028" y="7190"/>
                    <a:pt x="19930" y="7020"/>
                  </a:cubicBezTo>
                  <a:cubicBezTo>
                    <a:pt x="19903" y="6904"/>
                    <a:pt x="19814" y="6815"/>
                    <a:pt x="19733" y="6735"/>
                  </a:cubicBezTo>
                  <a:cubicBezTo>
                    <a:pt x="19742" y="6663"/>
                    <a:pt x="19733" y="6628"/>
                    <a:pt x="19689" y="6619"/>
                  </a:cubicBezTo>
                  <a:cubicBezTo>
                    <a:pt x="19698" y="6538"/>
                    <a:pt x="19644" y="6485"/>
                    <a:pt x="19609" y="6423"/>
                  </a:cubicBezTo>
                  <a:cubicBezTo>
                    <a:pt x="19626" y="6217"/>
                    <a:pt x="19457" y="6039"/>
                    <a:pt x="19439" y="5825"/>
                  </a:cubicBezTo>
                  <a:lnTo>
                    <a:pt x="19403" y="5825"/>
                  </a:lnTo>
                  <a:cubicBezTo>
                    <a:pt x="19377" y="5655"/>
                    <a:pt x="19154" y="5629"/>
                    <a:pt x="19109" y="5459"/>
                  </a:cubicBezTo>
                  <a:cubicBezTo>
                    <a:pt x="18975" y="5165"/>
                    <a:pt x="18752" y="4870"/>
                    <a:pt x="18476" y="4674"/>
                  </a:cubicBezTo>
                  <a:cubicBezTo>
                    <a:pt x="18288" y="4540"/>
                    <a:pt x="18163" y="4344"/>
                    <a:pt x="17967" y="4228"/>
                  </a:cubicBezTo>
                  <a:cubicBezTo>
                    <a:pt x="17690" y="3862"/>
                    <a:pt x="17369" y="3523"/>
                    <a:pt x="16977" y="3291"/>
                  </a:cubicBezTo>
                  <a:cubicBezTo>
                    <a:pt x="16629" y="2970"/>
                    <a:pt x="16192" y="2711"/>
                    <a:pt x="15799" y="2426"/>
                  </a:cubicBezTo>
                  <a:cubicBezTo>
                    <a:pt x="15639" y="2283"/>
                    <a:pt x="15487" y="2114"/>
                    <a:pt x="15282" y="2024"/>
                  </a:cubicBezTo>
                  <a:cubicBezTo>
                    <a:pt x="15224" y="1941"/>
                    <a:pt x="15096" y="1835"/>
                    <a:pt x="14971" y="1835"/>
                  </a:cubicBezTo>
                  <a:cubicBezTo>
                    <a:pt x="14961" y="1835"/>
                    <a:pt x="14952" y="1836"/>
                    <a:pt x="14943" y="1837"/>
                  </a:cubicBezTo>
                  <a:lnTo>
                    <a:pt x="14952" y="1801"/>
                  </a:lnTo>
                  <a:cubicBezTo>
                    <a:pt x="14791" y="1721"/>
                    <a:pt x="14702" y="1525"/>
                    <a:pt x="14515" y="1507"/>
                  </a:cubicBezTo>
                  <a:cubicBezTo>
                    <a:pt x="14506" y="1498"/>
                    <a:pt x="14488" y="1480"/>
                    <a:pt x="14470" y="1471"/>
                  </a:cubicBezTo>
                  <a:cubicBezTo>
                    <a:pt x="14452" y="1391"/>
                    <a:pt x="14327" y="1400"/>
                    <a:pt x="14283" y="1338"/>
                  </a:cubicBezTo>
                  <a:cubicBezTo>
                    <a:pt x="14211" y="1248"/>
                    <a:pt x="14086" y="1257"/>
                    <a:pt x="13988" y="1230"/>
                  </a:cubicBezTo>
                  <a:cubicBezTo>
                    <a:pt x="13944" y="1168"/>
                    <a:pt x="13854" y="1168"/>
                    <a:pt x="13792" y="1150"/>
                  </a:cubicBezTo>
                  <a:cubicBezTo>
                    <a:pt x="13658" y="1043"/>
                    <a:pt x="13444" y="999"/>
                    <a:pt x="13292" y="891"/>
                  </a:cubicBezTo>
                  <a:cubicBezTo>
                    <a:pt x="13284" y="767"/>
                    <a:pt x="13052" y="704"/>
                    <a:pt x="12945" y="668"/>
                  </a:cubicBezTo>
                  <a:cubicBezTo>
                    <a:pt x="12918" y="633"/>
                    <a:pt x="12882" y="597"/>
                    <a:pt x="12846" y="570"/>
                  </a:cubicBezTo>
                  <a:cubicBezTo>
                    <a:pt x="12837" y="571"/>
                    <a:pt x="12828" y="572"/>
                    <a:pt x="12820" y="572"/>
                  </a:cubicBezTo>
                  <a:cubicBezTo>
                    <a:pt x="12692" y="572"/>
                    <a:pt x="12585" y="473"/>
                    <a:pt x="12461" y="473"/>
                  </a:cubicBezTo>
                  <a:cubicBezTo>
                    <a:pt x="12441" y="473"/>
                    <a:pt x="12421" y="475"/>
                    <a:pt x="12400" y="481"/>
                  </a:cubicBezTo>
                  <a:cubicBezTo>
                    <a:pt x="12324" y="458"/>
                    <a:pt x="12247" y="395"/>
                    <a:pt x="12164" y="395"/>
                  </a:cubicBezTo>
                  <a:cubicBezTo>
                    <a:pt x="12151" y="395"/>
                    <a:pt x="12137" y="397"/>
                    <a:pt x="12124" y="401"/>
                  </a:cubicBezTo>
                  <a:cubicBezTo>
                    <a:pt x="11874" y="347"/>
                    <a:pt x="11633" y="285"/>
                    <a:pt x="11392" y="213"/>
                  </a:cubicBezTo>
                  <a:cubicBezTo>
                    <a:pt x="11437" y="124"/>
                    <a:pt x="11294" y="169"/>
                    <a:pt x="11250" y="142"/>
                  </a:cubicBezTo>
                  <a:cubicBezTo>
                    <a:pt x="10928" y="115"/>
                    <a:pt x="10616" y="98"/>
                    <a:pt x="10295" y="53"/>
                  </a:cubicBezTo>
                  <a:cubicBezTo>
                    <a:pt x="10203" y="14"/>
                    <a:pt x="10108" y="1"/>
                    <a:pt x="10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5"/>
          <p:cNvPicPr preferRelativeResize="0"/>
          <p:nvPr/>
        </p:nvPicPr>
        <p:blipFill rotWithShape="1">
          <a:blip r:embed="rId2">
            <a:alphaModFix amt="40000"/>
          </a:blip>
          <a:srcRect t="2572"/>
          <a:stretch/>
        </p:blipFill>
        <p:spPr>
          <a:xfrm>
            <a:off x="175000" y="161900"/>
            <a:ext cx="8793998" cy="48196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14" name="Google Shape;214;p25"/>
          <p:cNvGrpSpPr/>
          <p:nvPr/>
        </p:nvGrpSpPr>
        <p:grpSpPr>
          <a:xfrm>
            <a:off x="259063" y="276093"/>
            <a:ext cx="579510" cy="1939302"/>
            <a:chOff x="340888" y="1487168"/>
            <a:chExt cx="579510" cy="1939302"/>
          </a:xfrm>
        </p:grpSpPr>
        <p:sp>
          <p:nvSpPr>
            <p:cNvPr id="215" name="Google Shape;215;p25"/>
            <p:cNvSpPr/>
            <p:nvPr/>
          </p:nvSpPr>
          <p:spPr>
            <a:xfrm rot="-5182940">
              <a:off x="249633" y="2398026"/>
              <a:ext cx="511279" cy="297101"/>
            </a:xfrm>
            <a:custGeom>
              <a:avLst/>
              <a:gdLst/>
              <a:ahLst/>
              <a:cxnLst/>
              <a:rect l="l" t="t" r="r" b="b"/>
              <a:pathLst>
                <a:path w="41493" h="16693" extrusionOk="0">
                  <a:moveTo>
                    <a:pt x="17883" y="1"/>
                  </a:moveTo>
                  <a:cubicBezTo>
                    <a:pt x="17746" y="1"/>
                    <a:pt x="17639" y="116"/>
                    <a:pt x="17504" y="116"/>
                  </a:cubicBezTo>
                  <a:cubicBezTo>
                    <a:pt x="17470" y="116"/>
                    <a:pt x="17435" y="109"/>
                    <a:pt x="17396" y="90"/>
                  </a:cubicBezTo>
                  <a:cubicBezTo>
                    <a:pt x="17183" y="33"/>
                    <a:pt x="16964" y="14"/>
                    <a:pt x="16744" y="14"/>
                  </a:cubicBezTo>
                  <a:cubicBezTo>
                    <a:pt x="16551" y="14"/>
                    <a:pt x="16357" y="29"/>
                    <a:pt x="16165" y="46"/>
                  </a:cubicBezTo>
                  <a:cubicBezTo>
                    <a:pt x="16120" y="33"/>
                    <a:pt x="16077" y="28"/>
                    <a:pt x="16035" y="28"/>
                  </a:cubicBezTo>
                  <a:cubicBezTo>
                    <a:pt x="15867" y="28"/>
                    <a:pt x="15715" y="112"/>
                    <a:pt x="15559" y="162"/>
                  </a:cubicBezTo>
                  <a:cubicBezTo>
                    <a:pt x="15378" y="146"/>
                    <a:pt x="15211" y="68"/>
                    <a:pt x="15040" y="68"/>
                  </a:cubicBezTo>
                  <a:cubicBezTo>
                    <a:pt x="15016" y="68"/>
                    <a:pt x="14993" y="69"/>
                    <a:pt x="14970" y="73"/>
                  </a:cubicBezTo>
                  <a:cubicBezTo>
                    <a:pt x="14949" y="74"/>
                    <a:pt x="14928" y="75"/>
                    <a:pt x="14907" y="75"/>
                  </a:cubicBezTo>
                  <a:cubicBezTo>
                    <a:pt x="14736" y="75"/>
                    <a:pt x="14551" y="24"/>
                    <a:pt x="14379" y="24"/>
                  </a:cubicBezTo>
                  <a:cubicBezTo>
                    <a:pt x="14250" y="24"/>
                    <a:pt x="14128" y="53"/>
                    <a:pt x="14024" y="153"/>
                  </a:cubicBezTo>
                  <a:cubicBezTo>
                    <a:pt x="13825" y="83"/>
                    <a:pt x="13609" y="29"/>
                    <a:pt x="13396" y="29"/>
                  </a:cubicBezTo>
                  <a:cubicBezTo>
                    <a:pt x="13257" y="29"/>
                    <a:pt x="13120" y="52"/>
                    <a:pt x="12989" y="108"/>
                  </a:cubicBezTo>
                  <a:cubicBezTo>
                    <a:pt x="12964" y="110"/>
                    <a:pt x="12938" y="110"/>
                    <a:pt x="12912" y="110"/>
                  </a:cubicBezTo>
                  <a:cubicBezTo>
                    <a:pt x="12713" y="110"/>
                    <a:pt x="12510" y="76"/>
                    <a:pt x="12309" y="76"/>
                  </a:cubicBezTo>
                  <a:cubicBezTo>
                    <a:pt x="12181" y="76"/>
                    <a:pt x="12053" y="90"/>
                    <a:pt x="11928" y="135"/>
                  </a:cubicBezTo>
                  <a:cubicBezTo>
                    <a:pt x="11913" y="146"/>
                    <a:pt x="11896" y="149"/>
                    <a:pt x="11877" y="149"/>
                  </a:cubicBezTo>
                  <a:cubicBezTo>
                    <a:pt x="11822" y="149"/>
                    <a:pt x="11756" y="115"/>
                    <a:pt x="11707" y="115"/>
                  </a:cubicBezTo>
                  <a:cubicBezTo>
                    <a:pt x="11676" y="115"/>
                    <a:pt x="11651" y="130"/>
                    <a:pt x="11642" y="180"/>
                  </a:cubicBezTo>
                  <a:cubicBezTo>
                    <a:pt x="11616" y="171"/>
                    <a:pt x="11589" y="166"/>
                    <a:pt x="11562" y="166"/>
                  </a:cubicBezTo>
                  <a:cubicBezTo>
                    <a:pt x="11535" y="166"/>
                    <a:pt x="11509" y="171"/>
                    <a:pt x="11482" y="180"/>
                  </a:cubicBezTo>
                  <a:cubicBezTo>
                    <a:pt x="11418" y="204"/>
                    <a:pt x="11352" y="212"/>
                    <a:pt x="11286" y="212"/>
                  </a:cubicBezTo>
                  <a:cubicBezTo>
                    <a:pt x="11160" y="212"/>
                    <a:pt x="11032" y="184"/>
                    <a:pt x="10908" y="184"/>
                  </a:cubicBezTo>
                  <a:cubicBezTo>
                    <a:pt x="10813" y="184"/>
                    <a:pt x="10721" y="200"/>
                    <a:pt x="10634" y="260"/>
                  </a:cubicBezTo>
                  <a:cubicBezTo>
                    <a:pt x="10544" y="339"/>
                    <a:pt x="10442" y="363"/>
                    <a:pt x="10335" y="363"/>
                  </a:cubicBezTo>
                  <a:cubicBezTo>
                    <a:pt x="10170" y="363"/>
                    <a:pt x="9992" y="307"/>
                    <a:pt x="9824" y="307"/>
                  </a:cubicBezTo>
                  <a:cubicBezTo>
                    <a:pt x="9743" y="307"/>
                    <a:pt x="9665" y="320"/>
                    <a:pt x="9591" y="358"/>
                  </a:cubicBezTo>
                  <a:cubicBezTo>
                    <a:pt x="9543" y="392"/>
                    <a:pt x="9491" y="403"/>
                    <a:pt x="9437" y="403"/>
                  </a:cubicBezTo>
                  <a:cubicBezTo>
                    <a:pt x="9341" y="403"/>
                    <a:pt x="9239" y="368"/>
                    <a:pt x="9142" y="368"/>
                  </a:cubicBezTo>
                  <a:cubicBezTo>
                    <a:pt x="9080" y="368"/>
                    <a:pt x="9021" y="383"/>
                    <a:pt x="8966" y="429"/>
                  </a:cubicBezTo>
                  <a:cubicBezTo>
                    <a:pt x="8776" y="486"/>
                    <a:pt x="8578" y="502"/>
                    <a:pt x="8377" y="502"/>
                  </a:cubicBezTo>
                  <a:cubicBezTo>
                    <a:pt x="8163" y="502"/>
                    <a:pt x="7947" y="483"/>
                    <a:pt x="7735" y="474"/>
                  </a:cubicBezTo>
                  <a:cubicBezTo>
                    <a:pt x="7587" y="561"/>
                    <a:pt x="7473" y="724"/>
                    <a:pt x="7286" y="724"/>
                  </a:cubicBezTo>
                  <a:cubicBezTo>
                    <a:pt x="7281" y="724"/>
                    <a:pt x="7276" y="724"/>
                    <a:pt x="7271" y="724"/>
                  </a:cubicBezTo>
                  <a:cubicBezTo>
                    <a:pt x="7102" y="697"/>
                    <a:pt x="6914" y="724"/>
                    <a:pt x="6780" y="608"/>
                  </a:cubicBezTo>
                  <a:cubicBezTo>
                    <a:pt x="6656" y="644"/>
                    <a:pt x="6415" y="572"/>
                    <a:pt x="6379" y="724"/>
                  </a:cubicBezTo>
                  <a:cubicBezTo>
                    <a:pt x="6361" y="733"/>
                    <a:pt x="6334" y="760"/>
                    <a:pt x="6325" y="768"/>
                  </a:cubicBezTo>
                  <a:cubicBezTo>
                    <a:pt x="6111" y="822"/>
                    <a:pt x="5799" y="751"/>
                    <a:pt x="5683" y="983"/>
                  </a:cubicBezTo>
                  <a:cubicBezTo>
                    <a:pt x="5639" y="1223"/>
                    <a:pt x="5282" y="1018"/>
                    <a:pt x="5201" y="1250"/>
                  </a:cubicBezTo>
                  <a:cubicBezTo>
                    <a:pt x="5085" y="1589"/>
                    <a:pt x="5068" y="1973"/>
                    <a:pt x="5005" y="2330"/>
                  </a:cubicBezTo>
                  <a:lnTo>
                    <a:pt x="4961" y="2330"/>
                  </a:lnTo>
                  <a:cubicBezTo>
                    <a:pt x="4961" y="2419"/>
                    <a:pt x="4961" y="2597"/>
                    <a:pt x="4961" y="2678"/>
                  </a:cubicBezTo>
                  <a:cubicBezTo>
                    <a:pt x="4871" y="2722"/>
                    <a:pt x="4853" y="2829"/>
                    <a:pt x="4916" y="3008"/>
                  </a:cubicBezTo>
                  <a:cubicBezTo>
                    <a:pt x="4898" y="3213"/>
                    <a:pt x="4925" y="3418"/>
                    <a:pt x="4996" y="3614"/>
                  </a:cubicBezTo>
                  <a:cubicBezTo>
                    <a:pt x="4934" y="3864"/>
                    <a:pt x="4916" y="4132"/>
                    <a:pt x="4898" y="4390"/>
                  </a:cubicBezTo>
                  <a:cubicBezTo>
                    <a:pt x="4871" y="4515"/>
                    <a:pt x="4764" y="4560"/>
                    <a:pt x="4648" y="4578"/>
                  </a:cubicBezTo>
                  <a:cubicBezTo>
                    <a:pt x="4587" y="4619"/>
                    <a:pt x="4518" y="4631"/>
                    <a:pt x="4445" y="4631"/>
                  </a:cubicBezTo>
                  <a:cubicBezTo>
                    <a:pt x="4343" y="4631"/>
                    <a:pt x="4235" y="4606"/>
                    <a:pt x="4137" y="4606"/>
                  </a:cubicBezTo>
                  <a:cubicBezTo>
                    <a:pt x="4032" y="4606"/>
                    <a:pt x="3937" y="4634"/>
                    <a:pt x="3872" y="4747"/>
                  </a:cubicBezTo>
                  <a:cubicBezTo>
                    <a:pt x="3851" y="4746"/>
                    <a:pt x="3831" y="4745"/>
                    <a:pt x="3810" y="4745"/>
                  </a:cubicBezTo>
                  <a:cubicBezTo>
                    <a:pt x="3557" y="4745"/>
                    <a:pt x="3318" y="4842"/>
                    <a:pt x="3078" y="4917"/>
                  </a:cubicBezTo>
                  <a:cubicBezTo>
                    <a:pt x="2956" y="4884"/>
                    <a:pt x="2841" y="4844"/>
                    <a:pt x="2721" y="4844"/>
                  </a:cubicBezTo>
                  <a:cubicBezTo>
                    <a:pt x="2709" y="4844"/>
                    <a:pt x="2697" y="4845"/>
                    <a:pt x="2686" y="4845"/>
                  </a:cubicBezTo>
                  <a:cubicBezTo>
                    <a:pt x="2638" y="4814"/>
                    <a:pt x="2584" y="4802"/>
                    <a:pt x="2530" y="4802"/>
                  </a:cubicBezTo>
                  <a:cubicBezTo>
                    <a:pt x="2444" y="4802"/>
                    <a:pt x="2356" y="4834"/>
                    <a:pt x="2284" y="4872"/>
                  </a:cubicBezTo>
                  <a:cubicBezTo>
                    <a:pt x="1999" y="4917"/>
                    <a:pt x="1722" y="4988"/>
                    <a:pt x="1455" y="5086"/>
                  </a:cubicBezTo>
                  <a:cubicBezTo>
                    <a:pt x="1312" y="5140"/>
                    <a:pt x="1044" y="5068"/>
                    <a:pt x="955" y="5238"/>
                  </a:cubicBezTo>
                  <a:cubicBezTo>
                    <a:pt x="848" y="5291"/>
                    <a:pt x="866" y="5434"/>
                    <a:pt x="812" y="5523"/>
                  </a:cubicBezTo>
                  <a:cubicBezTo>
                    <a:pt x="714" y="5595"/>
                    <a:pt x="589" y="5648"/>
                    <a:pt x="562" y="5773"/>
                  </a:cubicBezTo>
                  <a:cubicBezTo>
                    <a:pt x="322" y="6157"/>
                    <a:pt x="322" y="6630"/>
                    <a:pt x="322" y="7067"/>
                  </a:cubicBezTo>
                  <a:cubicBezTo>
                    <a:pt x="250" y="7147"/>
                    <a:pt x="232" y="7263"/>
                    <a:pt x="286" y="7415"/>
                  </a:cubicBezTo>
                  <a:cubicBezTo>
                    <a:pt x="179" y="7539"/>
                    <a:pt x="232" y="7709"/>
                    <a:pt x="232" y="7861"/>
                  </a:cubicBezTo>
                  <a:lnTo>
                    <a:pt x="188" y="7852"/>
                  </a:lnTo>
                  <a:cubicBezTo>
                    <a:pt x="179" y="8128"/>
                    <a:pt x="179" y="8414"/>
                    <a:pt x="179" y="8690"/>
                  </a:cubicBezTo>
                  <a:cubicBezTo>
                    <a:pt x="63" y="8726"/>
                    <a:pt x="161" y="8967"/>
                    <a:pt x="134" y="9092"/>
                  </a:cubicBezTo>
                  <a:cubicBezTo>
                    <a:pt x="134" y="9110"/>
                    <a:pt x="143" y="9154"/>
                    <a:pt x="143" y="9172"/>
                  </a:cubicBezTo>
                  <a:cubicBezTo>
                    <a:pt x="90" y="9805"/>
                    <a:pt x="0" y="10466"/>
                    <a:pt x="259" y="11072"/>
                  </a:cubicBezTo>
                  <a:cubicBezTo>
                    <a:pt x="286" y="11456"/>
                    <a:pt x="322" y="11839"/>
                    <a:pt x="295" y="12223"/>
                  </a:cubicBezTo>
                  <a:cubicBezTo>
                    <a:pt x="509" y="12669"/>
                    <a:pt x="1107" y="12678"/>
                    <a:pt x="1463" y="12981"/>
                  </a:cubicBezTo>
                  <a:cubicBezTo>
                    <a:pt x="1517" y="12955"/>
                    <a:pt x="1568" y="12943"/>
                    <a:pt x="1617" y="12943"/>
                  </a:cubicBezTo>
                  <a:cubicBezTo>
                    <a:pt x="1700" y="12943"/>
                    <a:pt x="1778" y="12976"/>
                    <a:pt x="1856" y="13026"/>
                  </a:cubicBezTo>
                  <a:cubicBezTo>
                    <a:pt x="2284" y="12999"/>
                    <a:pt x="2712" y="12919"/>
                    <a:pt x="3132" y="12883"/>
                  </a:cubicBezTo>
                  <a:cubicBezTo>
                    <a:pt x="3141" y="13008"/>
                    <a:pt x="3141" y="13142"/>
                    <a:pt x="3132" y="13276"/>
                  </a:cubicBezTo>
                  <a:lnTo>
                    <a:pt x="3096" y="13276"/>
                  </a:lnTo>
                  <a:cubicBezTo>
                    <a:pt x="3034" y="13534"/>
                    <a:pt x="3069" y="13802"/>
                    <a:pt x="3078" y="14061"/>
                  </a:cubicBezTo>
                  <a:cubicBezTo>
                    <a:pt x="2935" y="14462"/>
                    <a:pt x="3007" y="14890"/>
                    <a:pt x="3096" y="15292"/>
                  </a:cubicBezTo>
                  <a:cubicBezTo>
                    <a:pt x="3248" y="15649"/>
                    <a:pt x="3051" y="16068"/>
                    <a:pt x="3248" y="16416"/>
                  </a:cubicBezTo>
                  <a:cubicBezTo>
                    <a:pt x="3408" y="16692"/>
                    <a:pt x="3756" y="16657"/>
                    <a:pt x="4024" y="16675"/>
                  </a:cubicBezTo>
                  <a:cubicBezTo>
                    <a:pt x="4064" y="16682"/>
                    <a:pt x="4103" y="16685"/>
                    <a:pt x="4142" y="16685"/>
                  </a:cubicBezTo>
                  <a:cubicBezTo>
                    <a:pt x="4423" y="16685"/>
                    <a:pt x="4674" y="16521"/>
                    <a:pt x="4959" y="16521"/>
                  </a:cubicBezTo>
                  <a:cubicBezTo>
                    <a:pt x="4977" y="16521"/>
                    <a:pt x="4996" y="16521"/>
                    <a:pt x="5014" y="16523"/>
                  </a:cubicBezTo>
                  <a:cubicBezTo>
                    <a:pt x="5020" y="16523"/>
                    <a:pt x="5026" y="16523"/>
                    <a:pt x="5031" y="16523"/>
                  </a:cubicBezTo>
                  <a:cubicBezTo>
                    <a:pt x="5304" y="16523"/>
                    <a:pt x="5545" y="16326"/>
                    <a:pt x="5826" y="16326"/>
                  </a:cubicBezTo>
                  <a:cubicBezTo>
                    <a:pt x="5832" y="16326"/>
                    <a:pt x="5838" y="16326"/>
                    <a:pt x="5844" y="16327"/>
                  </a:cubicBezTo>
                  <a:cubicBezTo>
                    <a:pt x="6279" y="16201"/>
                    <a:pt x="6731" y="16075"/>
                    <a:pt x="7191" y="16075"/>
                  </a:cubicBezTo>
                  <a:cubicBezTo>
                    <a:pt x="7220" y="16075"/>
                    <a:pt x="7250" y="16076"/>
                    <a:pt x="7280" y="16077"/>
                  </a:cubicBezTo>
                  <a:cubicBezTo>
                    <a:pt x="7309" y="16087"/>
                    <a:pt x="7338" y="16091"/>
                    <a:pt x="7366" y="16091"/>
                  </a:cubicBezTo>
                  <a:cubicBezTo>
                    <a:pt x="7496" y="16091"/>
                    <a:pt x="7615" y="16002"/>
                    <a:pt x="7747" y="16002"/>
                  </a:cubicBezTo>
                  <a:cubicBezTo>
                    <a:pt x="7761" y="16002"/>
                    <a:pt x="7775" y="16003"/>
                    <a:pt x="7788" y="16005"/>
                  </a:cubicBezTo>
                  <a:cubicBezTo>
                    <a:pt x="7845" y="16025"/>
                    <a:pt x="7901" y="16033"/>
                    <a:pt x="7955" y="16033"/>
                  </a:cubicBezTo>
                  <a:cubicBezTo>
                    <a:pt x="8177" y="16033"/>
                    <a:pt x="8387" y="15904"/>
                    <a:pt x="8609" y="15890"/>
                  </a:cubicBezTo>
                  <a:cubicBezTo>
                    <a:pt x="8626" y="15891"/>
                    <a:pt x="8642" y="15892"/>
                    <a:pt x="8659" y="15892"/>
                  </a:cubicBezTo>
                  <a:cubicBezTo>
                    <a:pt x="8861" y="15892"/>
                    <a:pt x="9038" y="15770"/>
                    <a:pt x="9241" y="15770"/>
                  </a:cubicBezTo>
                  <a:cubicBezTo>
                    <a:pt x="9277" y="15770"/>
                    <a:pt x="9313" y="15774"/>
                    <a:pt x="9350" y="15782"/>
                  </a:cubicBezTo>
                  <a:cubicBezTo>
                    <a:pt x="9375" y="15788"/>
                    <a:pt x="9400" y="15791"/>
                    <a:pt x="9425" y="15791"/>
                  </a:cubicBezTo>
                  <a:cubicBezTo>
                    <a:pt x="9602" y="15791"/>
                    <a:pt x="9764" y="15662"/>
                    <a:pt x="9940" y="15662"/>
                  </a:cubicBezTo>
                  <a:cubicBezTo>
                    <a:pt x="9972" y="15662"/>
                    <a:pt x="10004" y="15666"/>
                    <a:pt x="10037" y="15675"/>
                  </a:cubicBezTo>
                  <a:cubicBezTo>
                    <a:pt x="10153" y="15666"/>
                    <a:pt x="10260" y="15649"/>
                    <a:pt x="10367" y="15631"/>
                  </a:cubicBezTo>
                  <a:cubicBezTo>
                    <a:pt x="10902" y="15622"/>
                    <a:pt x="11446" y="15533"/>
                    <a:pt x="11964" y="15399"/>
                  </a:cubicBezTo>
                  <a:cubicBezTo>
                    <a:pt x="12276" y="15399"/>
                    <a:pt x="12588" y="15345"/>
                    <a:pt x="12900" y="15310"/>
                  </a:cubicBezTo>
                  <a:cubicBezTo>
                    <a:pt x="12958" y="15315"/>
                    <a:pt x="13015" y="15318"/>
                    <a:pt x="13073" y="15318"/>
                  </a:cubicBezTo>
                  <a:cubicBezTo>
                    <a:pt x="13599" y="15318"/>
                    <a:pt x="14112" y="15110"/>
                    <a:pt x="14638" y="15110"/>
                  </a:cubicBezTo>
                  <a:cubicBezTo>
                    <a:pt x="14710" y="15110"/>
                    <a:pt x="14782" y="15114"/>
                    <a:pt x="14854" y="15122"/>
                  </a:cubicBezTo>
                  <a:cubicBezTo>
                    <a:pt x="14938" y="15087"/>
                    <a:pt x="15033" y="15063"/>
                    <a:pt x="15127" y="15063"/>
                  </a:cubicBezTo>
                  <a:cubicBezTo>
                    <a:pt x="15152" y="15063"/>
                    <a:pt x="15177" y="15065"/>
                    <a:pt x="15202" y="15069"/>
                  </a:cubicBezTo>
                  <a:cubicBezTo>
                    <a:pt x="15216" y="15069"/>
                    <a:pt x="15229" y="15069"/>
                    <a:pt x="15243" y="15069"/>
                  </a:cubicBezTo>
                  <a:cubicBezTo>
                    <a:pt x="15933" y="15069"/>
                    <a:pt x="16598" y="14855"/>
                    <a:pt x="17280" y="14846"/>
                  </a:cubicBezTo>
                  <a:cubicBezTo>
                    <a:pt x="17289" y="14837"/>
                    <a:pt x="17312" y="14835"/>
                    <a:pt x="17343" y="14835"/>
                  </a:cubicBezTo>
                  <a:cubicBezTo>
                    <a:pt x="17372" y="14835"/>
                    <a:pt x="17407" y="14837"/>
                    <a:pt x="17443" y="14837"/>
                  </a:cubicBezTo>
                  <a:cubicBezTo>
                    <a:pt x="17534" y="14837"/>
                    <a:pt x="17628" y="14826"/>
                    <a:pt x="17628" y="14748"/>
                  </a:cubicBezTo>
                  <a:lnTo>
                    <a:pt x="17664" y="14739"/>
                  </a:lnTo>
                  <a:cubicBezTo>
                    <a:pt x="17748" y="14749"/>
                    <a:pt x="17831" y="14753"/>
                    <a:pt x="17915" y="14753"/>
                  </a:cubicBezTo>
                  <a:cubicBezTo>
                    <a:pt x="18117" y="14753"/>
                    <a:pt x="18319" y="14728"/>
                    <a:pt x="18521" y="14703"/>
                  </a:cubicBezTo>
                  <a:cubicBezTo>
                    <a:pt x="18578" y="14699"/>
                    <a:pt x="18637" y="14698"/>
                    <a:pt x="18695" y="14698"/>
                  </a:cubicBezTo>
                  <a:cubicBezTo>
                    <a:pt x="18844" y="14698"/>
                    <a:pt x="18995" y="14706"/>
                    <a:pt x="19145" y="14706"/>
                  </a:cubicBezTo>
                  <a:cubicBezTo>
                    <a:pt x="19368" y="14706"/>
                    <a:pt x="19589" y="14688"/>
                    <a:pt x="19796" y="14596"/>
                  </a:cubicBezTo>
                  <a:cubicBezTo>
                    <a:pt x="20181" y="14513"/>
                    <a:pt x="20573" y="14507"/>
                    <a:pt x="20965" y="14507"/>
                  </a:cubicBezTo>
                  <a:cubicBezTo>
                    <a:pt x="21036" y="14507"/>
                    <a:pt x="21108" y="14507"/>
                    <a:pt x="21179" y="14507"/>
                  </a:cubicBezTo>
                  <a:cubicBezTo>
                    <a:pt x="21246" y="14484"/>
                    <a:pt x="21312" y="14477"/>
                    <a:pt x="21377" y="14477"/>
                  </a:cubicBezTo>
                  <a:cubicBezTo>
                    <a:pt x="21529" y="14477"/>
                    <a:pt x="21678" y="14519"/>
                    <a:pt x="21832" y="14519"/>
                  </a:cubicBezTo>
                  <a:cubicBezTo>
                    <a:pt x="21875" y="14519"/>
                    <a:pt x="21919" y="14516"/>
                    <a:pt x="21964" y="14507"/>
                  </a:cubicBezTo>
                  <a:cubicBezTo>
                    <a:pt x="22357" y="14435"/>
                    <a:pt x="22758" y="14489"/>
                    <a:pt x="23151" y="14409"/>
                  </a:cubicBezTo>
                  <a:cubicBezTo>
                    <a:pt x="23252" y="14435"/>
                    <a:pt x="23354" y="14446"/>
                    <a:pt x="23457" y="14446"/>
                  </a:cubicBezTo>
                  <a:cubicBezTo>
                    <a:pt x="23830" y="14446"/>
                    <a:pt x="24207" y="14303"/>
                    <a:pt x="24578" y="14275"/>
                  </a:cubicBezTo>
                  <a:cubicBezTo>
                    <a:pt x="24846" y="14346"/>
                    <a:pt x="25131" y="14319"/>
                    <a:pt x="25399" y="14337"/>
                  </a:cubicBezTo>
                  <a:cubicBezTo>
                    <a:pt x="25496" y="14293"/>
                    <a:pt x="25592" y="14280"/>
                    <a:pt x="25690" y="14280"/>
                  </a:cubicBezTo>
                  <a:cubicBezTo>
                    <a:pt x="25833" y="14280"/>
                    <a:pt x="25977" y="14308"/>
                    <a:pt x="26122" y="14308"/>
                  </a:cubicBezTo>
                  <a:cubicBezTo>
                    <a:pt x="26178" y="14308"/>
                    <a:pt x="26234" y="14304"/>
                    <a:pt x="26291" y="14293"/>
                  </a:cubicBezTo>
                  <a:cubicBezTo>
                    <a:pt x="26626" y="14201"/>
                    <a:pt x="26970" y="14178"/>
                    <a:pt x="27315" y="14178"/>
                  </a:cubicBezTo>
                  <a:cubicBezTo>
                    <a:pt x="27540" y="14178"/>
                    <a:pt x="27764" y="14187"/>
                    <a:pt x="27986" y="14195"/>
                  </a:cubicBezTo>
                  <a:cubicBezTo>
                    <a:pt x="28036" y="14208"/>
                    <a:pt x="28087" y="14214"/>
                    <a:pt x="28138" y="14214"/>
                  </a:cubicBezTo>
                  <a:cubicBezTo>
                    <a:pt x="28279" y="14214"/>
                    <a:pt x="28421" y="14174"/>
                    <a:pt x="28563" y="14174"/>
                  </a:cubicBezTo>
                  <a:cubicBezTo>
                    <a:pt x="28632" y="14174"/>
                    <a:pt x="28702" y="14184"/>
                    <a:pt x="28771" y="14212"/>
                  </a:cubicBezTo>
                  <a:cubicBezTo>
                    <a:pt x="29074" y="14096"/>
                    <a:pt x="29413" y="14230"/>
                    <a:pt x="29707" y="14070"/>
                  </a:cubicBezTo>
                  <a:cubicBezTo>
                    <a:pt x="29750" y="14094"/>
                    <a:pt x="29795" y="14104"/>
                    <a:pt x="29842" y="14104"/>
                  </a:cubicBezTo>
                  <a:cubicBezTo>
                    <a:pt x="29912" y="14104"/>
                    <a:pt x="29985" y="14082"/>
                    <a:pt x="30055" y="14061"/>
                  </a:cubicBezTo>
                  <a:cubicBezTo>
                    <a:pt x="30115" y="14084"/>
                    <a:pt x="30176" y="14093"/>
                    <a:pt x="30239" y="14093"/>
                  </a:cubicBezTo>
                  <a:cubicBezTo>
                    <a:pt x="30416" y="14093"/>
                    <a:pt x="30602" y="14020"/>
                    <a:pt x="30787" y="14007"/>
                  </a:cubicBezTo>
                  <a:lnTo>
                    <a:pt x="30787" y="14061"/>
                  </a:lnTo>
                  <a:cubicBezTo>
                    <a:pt x="30804" y="14061"/>
                    <a:pt x="30821" y="14061"/>
                    <a:pt x="30837" y="14061"/>
                  </a:cubicBezTo>
                  <a:cubicBezTo>
                    <a:pt x="31377" y="14061"/>
                    <a:pt x="31916" y="13934"/>
                    <a:pt x="32455" y="13934"/>
                  </a:cubicBezTo>
                  <a:cubicBezTo>
                    <a:pt x="32488" y="13934"/>
                    <a:pt x="32521" y="13935"/>
                    <a:pt x="32553" y="13936"/>
                  </a:cubicBezTo>
                  <a:cubicBezTo>
                    <a:pt x="32604" y="13957"/>
                    <a:pt x="32654" y="13965"/>
                    <a:pt x="32704" y="13965"/>
                  </a:cubicBezTo>
                  <a:cubicBezTo>
                    <a:pt x="32881" y="13965"/>
                    <a:pt x="33058" y="13864"/>
                    <a:pt x="33240" y="13864"/>
                  </a:cubicBezTo>
                  <a:cubicBezTo>
                    <a:pt x="33246" y="13864"/>
                    <a:pt x="33252" y="13864"/>
                    <a:pt x="33258" y="13864"/>
                  </a:cubicBezTo>
                  <a:cubicBezTo>
                    <a:pt x="33425" y="13880"/>
                    <a:pt x="33600" y="13909"/>
                    <a:pt x="33773" y="13909"/>
                  </a:cubicBezTo>
                  <a:cubicBezTo>
                    <a:pt x="33905" y="13909"/>
                    <a:pt x="34035" y="13892"/>
                    <a:pt x="34159" y="13838"/>
                  </a:cubicBezTo>
                  <a:cubicBezTo>
                    <a:pt x="34632" y="13775"/>
                    <a:pt x="35123" y="13775"/>
                    <a:pt x="35604" y="13748"/>
                  </a:cubicBezTo>
                  <a:cubicBezTo>
                    <a:pt x="35952" y="13641"/>
                    <a:pt x="36318" y="13677"/>
                    <a:pt x="36666" y="13588"/>
                  </a:cubicBezTo>
                  <a:cubicBezTo>
                    <a:pt x="37317" y="13499"/>
                    <a:pt x="37968" y="13472"/>
                    <a:pt x="38593" y="13294"/>
                  </a:cubicBezTo>
                  <a:cubicBezTo>
                    <a:pt x="38611" y="13286"/>
                    <a:pt x="38629" y="13283"/>
                    <a:pt x="38647" y="13283"/>
                  </a:cubicBezTo>
                  <a:cubicBezTo>
                    <a:pt x="38712" y="13283"/>
                    <a:pt x="38777" y="13321"/>
                    <a:pt x="38839" y="13321"/>
                  </a:cubicBezTo>
                  <a:cubicBezTo>
                    <a:pt x="38861" y="13321"/>
                    <a:pt x="38883" y="13316"/>
                    <a:pt x="38905" y="13302"/>
                  </a:cubicBezTo>
                  <a:cubicBezTo>
                    <a:pt x="39298" y="13115"/>
                    <a:pt x="39895" y="13169"/>
                    <a:pt x="40074" y="12696"/>
                  </a:cubicBezTo>
                  <a:cubicBezTo>
                    <a:pt x="40288" y="12571"/>
                    <a:pt x="40288" y="12285"/>
                    <a:pt x="40386" y="12080"/>
                  </a:cubicBezTo>
                  <a:cubicBezTo>
                    <a:pt x="40484" y="11804"/>
                    <a:pt x="40386" y="11465"/>
                    <a:pt x="40555" y="11215"/>
                  </a:cubicBezTo>
                  <a:cubicBezTo>
                    <a:pt x="40841" y="10519"/>
                    <a:pt x="41153" y="9841"/>
                    <a:pt x="41367" y="9118"/>
                  </a:cubicBezTo>
                  <a:cubicBezTo>
                    <a:pt x="41296" y="8869"/>
                    <a:pt x="41492" y="8610"/>
                    <a:pt x="41287" y="8396"/>
                  </a:cubicBezTo>
                  <a:cubicBezTo>
                    <a:pt x="41251" y="8253"/>
                    <a:pt x="41118" y="8244"/>
                    <a:pt x="41002" y="8235"/>
                  </a:cubicBezTo>
                  <a:cubicBezTo>
                    <a:pt x="40466" y="7986"/>
                    <a:pt x="39886" y="7861"/>
                    <a:pt x="39307" y="7825"/>
                  </a:cubicBezTo>
                  <a:cubicBezTo>
                    <a:pt x="38780" y="7629"/>
                    <a:pt x="38227" y="7575"/>
                    <a:pt x="37692" y="7468"/>
                  </a:cubicBezTo>
                  <a:cubicBezTo>
                    <a:pt x="37624" y="7492"/>
                    <a:pt x="37556" y="7501"/>
                    <a:pt x="37487" y="7501"/>
                  </a:cubicBezTo>
                  <a:cubicBezTo>
                    <a:pt x="37256" y="7501"/>
                    <a:pt x="37021" y="7396"/>
                    <a:pt x="36786" y="7396"/>
                  </a:cubicBezTo>
                  <a:cubicBezTo>
                    <a:pt x="36779" y="7396"/>
                    <a:pt x="36771" y="7397"/>
                    <a:pt x="36764" y="7397"/>
                  </a:cubicBezTo>
                  <a:cubicBezTo>
                    <a:pt x="36666" y="7334"/>
                    <a:pt x="36719" y="7200"/>
                    <a:pt x="36693" y="7102"/>
                  </a:cubicBezTo>
                  <a:cubicBezTo>
                    <a:pt x="36773" y="6924"/>
                    <a:pt x="36880" y="6754"/>
                    <a:pt x="36889" y="6558"/>
                  </a:cubicBezTo>
                  <a:cubicBezTo>
                    <a:pt x="37058" y="6148"/>
                    <a:pt x="37148" y="5711"/>
                    <a:pt x="37317" y="5300"/>
                  </a:cubicBezTo>
                  <a:cubicBezTo>
                    <a:pt x="37478" y="4997"/>
                    <a:pt x="37469" y="4658"/>
                    <a:pt x="37567" y="4337"/>
                  </a:cubicBezTo>
                  <a:cubicBezTo>
                    <a:pt x="37692" y="3980"/>
                    <a:pt x="37629" y="3587"/>
                    <a:pt x="37638" y="3222"/>
                  </a:cubicBezTo>
                  <a:lnTo>
                    <a:pt x="37594" y="3222"/>
                  </a:lnTo>
                  <a:cubicBezTo>
                    <a:pt x="37576" y="2874"/>
                    <a:pt x="37201" y="2793"/>
                    <a:pt x="37058" y="2526"/>
                  </a:cubicBezTo>
                  <a:cubicBezTo>
                    <a:pt x="36987" y="2392"/>
                    <a:pt x="36818" y="2401"/>
                    <a:pt x="36719" y="2321"/>
                  </a:cubicBezTo>
                  <a:cubicBezTo>
                    <a:pt x="36505" y="2169"/>
                    <a:pt x="36220" y="2223"/>
                    <a:pt x="35997" y="2107"/>
                  </a:cubicBezTo>
                  <a:cubicBezTo>
                    <a:pt x="35783" y="1991"/>
                    <a:pt x="35542" y="1973"/>
                    <a:pt x="35310" y="1910"/>
                  </a:cubicBezTo>
                  <a:cubicBezTo>
                    <a:pt x="34891" y="1840"/>
                    <a:pt x="34497" y="1642"/>
                    <a:pt x="34071" y="1642"/>
                  </a:cubicBezTo>
                  <a:cubicBezTo>
                    <a:pt x="34062" y="1642"/>
                    <a:pt x="34052" y="1642"/>
                    <a:pt x="34043" y="1643"/>
                  </a:cubicBezTo>
                  <a:cubicBezTo>
                    <a:pt x="34043" y="1594"/>
                    <a:pt x="34006" y="1582"/>
                    <a:pt x="33959" y="1582"/>
                  </a:cubicBezTo>
                  <a:cubicBezTo>
                    <a:pt x="33915" y="1582"/>
                    <a:pt x="33863" y="1592"/>
                    <a:pt x="33824" y="1592"/>
                  </a:cubicBezTo>
                  <a:cubicBezTo>
                    <a:pt x="33812" y="1592"/>
                    <a:pt x="33802" y="1591"/>
                    <a:pt x="33793" y="1589"/>
                  </a:cubicBezTo>
                  <a:cubicBezTo>
                    <a:pt x="33787" y="1552"/>
                    <a:pt x="33764" y="1532"/>
                    <a:pt x="33721" y="1532"/>
                  </a:cubicBezTo>
                  <a:cubicBezTo>
                    <a:pt x="33702" y="1532"/>
                    <a:pt x="33678" y="1536"/>
                    <a:pt x="33651" y="1545"/>
                  </a:cubicBezTo>
                  <a:lnTo>
                    <a:pt x="33651" y="1491"/>
                  </a:lnTo>
                  <a:cubicBezTo>
                    <a:pt x="33632" y="1490"/>
                    <a:pt x="33614" y="1490"/>
                    <a:pt x="33596" y="1490"/>
                  </a:cubicBezTo>
                  <a:cubicBezTo>
                    <a:pt x="33412" y="1490"/>
                    <a:pt x="33241" y="1528"/>
                    <a:pt x="33062" y="1545"/>
                  </a:cubicBezTo>
                  <a:cubicBezTo>
                    <a:pt x="32848" y="1536"/>
                    <a:pt x="32634" y="1482"/>
                    <a:pt x="32419" y="1482"/>
                  </a:cubicBezTo>
                  <a:cubicBezTo>
                    <a:pt x="32219" y="1382"/>
                    <a:pt x="32011" y="1321"/>
                    <a:pt x="31787" y="1321"/>
                  </a:cubicBezTo>
                  <a:cubicBezTo>
                    <a:pt x="31772" y="1321"/>
                    <a:pt x="31757" y="1321"/>
                    <a:pt x="31741" y="1322"/>
                  </a:cubicBezTo>
                  <a:cubicBezTo>
                    <a:pt x="31411" y="1152"/>
                    <a:pt x="31010" y="1179"/>
                    <a:pt x="30644" y="1099"/>
                  </a:cubicBezTo>
                  <a:cubicBezTo>
                    <a:pt x="30473" y="1037"/>
                    <a:pt x="30274" y="1012"/>
                    <a:pt x="30082" y="1012"/>
                  </a:cubicBezTo>
                  <a:cubicBezTo>
                    <a:pt x="30025" y="1012"/>
                    <a:pt x="29968" y="1014"/>
                    <a:pt x="29913" y="1018"/>
                  </a:cubicBezTo>
                  <a:cubicBezTo>
                    <a:pt x="29815" y="947"/>
                    <a:pt x="29690" y="902"/>
                    <a:pt x="29556" y="902"/>
                  </a:cubicBezTo>
                  <a:cubicBezTo>
                    <a:pt x="29525" y="904"/>
                    <a:pt x="29493" y="905"/>
                    <a:pt x="29462" y="905"/>
                  </a:cubicBezTo>
                  <a:cubicBezTo>
                    <a:pt x="29147" y="905"/>
                    <a:pt x="28838" y="828"/>
                    <a:pt x="28521" y="804"/>
                  </a:cubicBezTo>
                  <a:cubicBezTo>
                    <a:pt x="28409" y="826"/>
                    <a:pt x="28298" y="834"/>
                    <a:pt x="28188" y="834"/>
                  </a:cubicBezTo>
                  <a:cubicBezTo>
                    <a:pt x="27673" y="834"/>
                    <a:pt x="27168" y="643"/>
                    <a:pt x="26646" y="643"/>
                  </a:cubicBezTo>
                  <a:cubicBezTo>
                    <a:pt x="26581" y="643"/>
                    <a:pt x="26517" y="646"/>
                    <a:pt x="26451" y="652"/>
                  </a:cubicBezTo>
                  <a:cubicBezTo>
                    <a:pt x="25992" y="644"/>
                    <a:pt x="25540" y="472"/>
                    <a:pt x="25082" y="472"/>
                  </a:cubicBezTo>
                  <a:cubicBezTo>
                    <a:pt x="25051" y="472"/>
                    <a:pt x="25020" y="472"/>
                    <a:pt x="24988" y="474"/>
                  </a:cubicBezTo>
                  <a:cubicBezTo>
                    <a:pt x="24462" y="305"/>
                    <a:pt x="23882" y="456"/>
                    <a:pt x="23382" y="233"/>
                  </a:cubicBezTo>
                  <a:cubicBezTo>
                    <a:pt x="23362" y="222"/>
                    <a:pt x="23342" y="217"/>
                    <a:pt x="23323" y="217"/>
                  </a:cubicBezTo>
                  <a:cubicBezTo>
                    <a:pt x="23265" y="217"/>
                    <a:pt x="23210" y="256"/>
                    <a:pt x="23151" y="269"/>
                  </a:cubicBezTo>
                  <a:cubicBezTo>
                    <a:pt x="23066" y="301"/>
                    <a:pt x="22981" y="312"/>
                    <a:pt x="22895" y="312"/>
                  </a:cubicBezTo>
                  <a:cubicBezTo>
                    <a:pt x="22667" y="312"/>
                    <a:pt x="22433" y="231"/>
                    <a:pt x="22203" y="231"/>
                  </a:cubicBezTo>
                  <a:cubicBezTo>
                    <a:pt x="22180" y="231"/>
                    <a:pt x="22157" y="231"/>
                    <a:pt x="22134" y="233"/>
                  </a:cubicBezTo>
                  <a:cubicBezTo>
                    <a:pt x="22102" y="249"/>
                    <a:pt x="22070" y="254"/>
                    <a:pt x="22039" y="254"/>
                  </a:cubicBezTo>
                  <a:cubicBezTo>
                    <a:pt x="21966" y="254"/>
                    <a:pt x="21893" y="225"/>
                    <a:pt x="21820" y="225"/>
                  </a:cubicBezTo>
                  <a:cubicBezTo>
                    <a:pt x="21799" y="225"/>
                    <a:pt x="21779" y="227"/>
                    <a:pt x="21759" y="233"/>
                  </a:cubicBezTo>
                  <a:cubicBezTo>
                    <a:pt x="21402" y="197"/>
                    <a:pt x="21036" y="206"/>
                    <a:pt x="20679" y="126"/>
                  </a:cubicBezTo>
                  <a:cubicBezTo>
                    <a:pt x="19922" y="81"/>
                    <a:pt x="19164" y="11"/>
                    <a:pt x="18406" y="11"/>
                  </a:cubicBezTo>
                  <a:cubicBezTo>
                    <a:pt x="18263" y="11"/>
                    <a:pt x="18120" y="13"/>
                    <a:pt x="17976" y="19"/>
                  </a:cubicBezTo>
                  <a:cubicBezTo>
                    <a:pt x="17943" y="6"/>
                    <a:pt x="17913" y="1"/>
                    <a:pt x="178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5"/>
            <p:cNvSpPr/>
            <p:nvPr/>
          </p:nvSpPr>
          <p:spPr>
            <a:xfrm rot="-3135783">
              <a:off x="321652" y="1732774"/>
              <a:ext cx="681990" cy="124044"/>
            </a:xfrm>
            <a:custGeom>
              <a:avLst/>
              <a:gdLst/>
              <a:ahLst/>
              <a:cxnLst/>
              <a:rect l="l" t="t" r="r" b="b"/>
              <a:pathLst>
                <a:path w="19981" h="3952" extrusionOk="0">
                  <a:moveTo>
                    <a:pt x="5286" y="1"/>
                  </a:moveTo>
                  <a:cubicBezTo>
                    <a:pt x="4865" y="1"/>
                    <a:pt x="4444" y="14"/>
                    <a:pt x="4024" y="53"/>
                  </a:cubicBezTo>
                  <a:cubicBezTo>
                    <a:pt x="3756" y="71"/>
                    <a:pt x="3497" y="107"/>
                    <a:pt x="3239" y="133"/>
                  </a:cubicBezTo>
                  <a:cubicBezTo>
                    <a:pt x="2320" y="249"/>
                    <a:pt x="1410" y="437"/>
                    <a:pt x="509" y="695"/>
                  </a:cubicBezTo>
                  <a:cubicBezTo>
                    <a:pt x="313" y="758"/>
                    <a:pt x="107" y="811"/>
                    <a:pt x="0" y="1061"/>
                  </a:cubicBezTo>
                  <a:cubicBezTo>
                    <a:pt x="97" y="1109"/>
                    <a:pt x="183" y="1129"/>
                    <a:pt x="270" y="1129"/>
                  </a:cubicBezTo>
                  <a:cubicBezTo>
                    <a:pt x="328" y="1129"/>
                    <a:pt x="386" y="1120"/>
                    <a:pt x="446" y="1106"/>
                  </a:cubicBezTo>
                  <a:cubicBezTo>
                    <a:pt x="1080" y="981"/>
                    <a:pt x="1713" y="847"/>
                    <a:pt x="2355" y="731"/>
                  </a:cubicBezTo>
                  <a:cubicBezTo>
                    <a:pt x="2659" y="678"/>
                    <a:pt x="2971" y="642"/>
                    <a:pt x="3283" y="615"/>
                  </a:cubicBezTo>
                  <a:cubicBezTo>
                    <a:pt x="3970" y="562"/>
                    <a:pt x="4657" y="499"/>
                    <a:pt x="5344" y="472"/>
                  </a:cubicBezTo>
                  <a:cubicBezTo>
                    <a:pt x="5397" y="469"/>
                    <a:pt x="5451" y="468"/>
                    <a:pt x="5505" y="468"/>
                  </a:cubicBezTo>
                  <a:cubicBezTo>
                    <a:pt x="5783" y="468"/>
                    <a:pt x="6066" y="502"/>
                    <a:pt x="6343" y="517"/>
                  </a:cubicBezTo>
                  <a:cubicBezTo>
                    <a:pt x="6798" y="544"/>
                    <a:pt x="7244" y="562"/>
                    <a:pt x="7690" y="615"/>
                  </a:cubicBezTo>
                  <a:cubicBezTo>
                    <a:pt x="8529" y="704"/>
                    <a:pt x="9376" y="785"/>
                    <a:pt x="10206" y="954"/>
                  </a:cubicBezTo>
                  <a:cubicBezTo>
                    <a:pt x="11223" y="1150"/>
                    <a:pt x="12258" y="1320"/>
                    <a:pt x="13266" y="1623"/>
                  </a:cubicBezTo>
                  <a:cubicBezTo>
                    <a:pt x="14122" y="1891"/>
                    <a:pt x="14997" y="2114"/>
                    <a:pt x="15853" y="2399"/>
                  </a:cubicBezTo>
                  <a:cubicBezTo>
                    <a:pt x="16406" y="2578"/>
                    <a:pt x="16932" y="2827"/>
                    <a:pt x="17477" y="3050"/>
                  </a:cubicBezTo>
                  <a:cubicBezTo>
                    <a:pt x="17503" y="3059"/>
                    <a:pt x="17512" y="3095"/>
                    <a:pt x="17575" y="3158"/>
                  </a:cubicBezTo>
                  <a:cubicBezTo>
                    <a:pt x="17378" y="3166"/>
                    <a:pt x="17227" y="3184"/>
                    <a:pt x="17075" y="3184"/>
                  </a:cubicBezTo>
                  <a:cubicBezTo>
                    <a:pt x="16602" y="3193"/>
                    <a:pt x="16174" y="3363"/>
                    <a:pt x="15764" y="3586"/>
                  </a:cubicBezTo>
                  <a:cubicBezTo>
                    <a:pt x="15675" y="3630"/>
                    <a:pt x="15603" y="3728"/>
                    <a:pt x="15469" y="3836"/>
                  </a:cubicBezTo>
                  <a:cubicBezTo>
                    <a:pt x="15603" y="3880"/>
                    <a:pt x="15675" y="3916"/>
                    <a:pt x="15746" y="3916"/>
                  </a:cubicBezTo>
                  <a:cubicBezTo>
                    <a:pt x="16228" y="3934"/>
                    <a:pt x="16709" y="3952"/>
                    <a:pt x="17191" y="3952"/>
                  </a:cubicBezTo>
                  <a:cubicBezTo>
                    <a:pt x="17646" y="3943"/>
                    <a:pt x="18110" y="3898"/>
                    <a:pt x="18565" y="3889"/>
                  </a:cubicBezTo>
                  <a:cubicBezTo>
                    <a:pt x="18694" y="3885"/>
                    <a:pt x="18825" y="3883"/>
                    <a:pt x="18956" y="3883"/>
                  </a:cubicBezTo>
                  <a:cubicBezTo>
                    <a:pt x="19142" y="3883"/>
                    <a:pt x="19328" y="3888"/>
                    <a:pt x="19511" y="3898"/>
                  </a:cubicBezTo>
                  <a:cubicBezTo>
                    <a:pt x="19517" y="3898"/>
                    <a:pt x="19523" y="3898"/>
                    <a:pt x="19529" y="3898"/>
                  </a:cubicBezTo>
                  <a:cubicBezTo>
                    <a:pt x="19829" y="3898"/>
                    <a:pt x="19980" y="3678"/>
                    <a:pt x="19832" y="3372"/>
                  </a:cubicBezTo>
                  <a:cubicBezTo>
                    <a:pt x="19760" y="3211"/>
                    <a:pt x="19680" y="3042"/>
                    <a:pt x="19573" y="2908"/>
                  </a:cubicBezTo>
                  <a:cubicBezTo>
                    <a:pt x="19154" y="2372"/>
                    <a:pt x="18672" y="1891"/>
                    <a:pt x="18101" y="1507"/>
                  </a:cubicBezTo>
                  <a:cubicBezTo>
                    <a:pt x="18003" y="1436"/>
                    <a:pt x="17914" y="1347"/>
                    <a:pt x="17807" y="1275"/>
                  </a:cubicBezTo>
                  <a:cubicBezTo>
                    <a:pt x="17712" y="1208"/>
                    <a:pt x="17611" y="1173"/>
                    <a:pt x="17528" y="1173"/>
                  </a:cubicBezTo>
                  <a:cubicBezTo>
                    <a:pt x="17478" y="1173"/>
                    <a:pt x="17435" y="1186"/>
                    <a:pt x="17405" y="1213"/>
                  </a:cubicBezTo>
                  <a:cubicBezTo>
                    <a:pt x="17307" y="1293"/>
                    <a:pt x="17316" y="1480"/>
                    <a:pt x="17450" y="1641"/>
                  </a:cubicBezTo>
                  <a:cubicBezTo>
                    <a:pt x="17664" y="1882"/>
                    <a:pt x="17887" y="2114"/>
                    <a:pt x="18110" y="2355"/>
                  </a:cubicBezTo>
                  <a:cubicBezTo>
                    <a:pt x="18164" y="2417"/>
                    <a:pt x="18217" y="2471"/>
                    <a:pt x="18297" y="2551"/>
                  </a:cubicBezTo>
                  <a:cubicBezTo>
                    <a:pt x="18268" y="2560"/>
                    <a:pt x="18241" y="2564"/>
                    <a:pt x="18216" y="2564"/>
                  </a:cubicBezTo>
                  <a:cubicBezTo>
                    <a:pt x="18121" y="2564"/>
                    <a:pt x="18058" y="2508"/>
                    <a:pt x="17994" y="2480"/>
                  </a:cubicBezTo>
                  <a:cubicBezTo>
                    <a:pt x="17262" y="2123"/>
                    <a:pt x="16504" y="1810"/>
                    <a:pt x="15719" y="1596"/>
                  </a:cubicBezTo>
                  <a:cubicBezTo>
                    <a:pt x="15425" y="1525"/>
                    <a:pt x="15121" y="1463"/>
                    <a:pt x="14827" y="1391"/>
                  </a:cubicBezTo>
                  <a:cubicBezTo>
                    <a:pt x="14069" y="1195"/>
                    <a:pt x="13310" y="990"/>
                    <a:pt x="12552" y="811"/>
                  </a:cubicBezTo>
                  <a:cubicBezTo>
                    <a:pt x="12026" y="695"/>
                    <a:pt x="11500" y="633"/>
                    <a:pt x="10973" y="526"/>
                  </a:cubicBezTo>
                  <a:cubicBezTo>
                    <a:pt x="9974" y="321"/>
                    <a:pt x="8948" y="249"/>
                    <a:pt x="7931" y="115"/>
                  </a:cubicBezTo>
                  <a:cubicBezTo>
                    <a:pt x="7512" y="53"/>
                    <a:pt x="7084" y="53"/>
                    <a:pt x="6655" y="35"/>
                  </a:cubicBezTo>
                  <a:cubicBezTo>
                    <a:pt x="6197" y="17"/>
                    <a:pt x="5741" y="1"/>
                    <a:pt x="5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5"/>
            <p:cNvSpPr/>
            <p:nvPr/>
          </p:nvSpPr>
          <p:spPr>
            <a:xfrm rot="5400000">
              <a:off x="231461" y="3022428"/>
              <a:ext cx="516870" cy="291214"/>
            </a:xfrm>
            <a:custGeom>
              <a:avLst/>
              <a:gdLst/>
              <a:ahLst/>
              <a:cxnLst/>
              <a:rect l="l" t="t" r="r" b="b"/>
              <a:pathLst>
                <a:path w="39959" h="17644" extrusionOk="0">
                  <a:moveTo>
                    <a:pt x="26777" y="1"/>
                  </a:moveTo>
                  <a:cubicBezTo>
                    <a:pt x="26689" y="1"/>
                    <a:pt x="26603" y="13"/>
                    <a:pt x="26523" y="51"/>
                  </a:cubicBezTo>
                  <a:cubicBezTo>
                    <a:pt x="26464" y="137"/>
                    <a:pt x="26381" y="161"/>
                    <a:pt x="26290" y="161"/>
                  </a:cubicBezTo>
                  <a:cubicBezTo>
                    <a:pt x="26174" y="161"/>
                    <a:pt x="26044" y="122"/>
                    <a:pt x="25934" y="122"/>
                  </a:cubicBezTo>
                  <a:cubicBezTo>
                    <a:pt x="25909" y="124"/>
                    <a:pt x="25883" y="124"/>
                    <a:pt x="25857" y="124"/>
                  </a:cubicBezTo>
                  <a:cubicBezTo>
                    <a:pt x="25638" y="124"/>
                    <a:pt x="25422" y="75"/>
                    <a:pt x="25204" y="75"/>
                  </a:cubicBezTo>
                  <a:cubicBezTo>
                    <a:pt x="25147" y="75"/>
                    <a:pt x="25091" y="78"/>
                    <a:pt x="25033" y="86"/>
                  </a:cubicBezTo>
                  <a:lnTo>
                    <a:pt x="24989" y="78"/>
                  </a:lnTo>
                  <a:lnTo>
                    <a:pt x="25007" y="42"/>
                  </a:lnTo>
                  <a:cubicBezTo>
                    <a:pt x="24953" y="37"/>
                    <a:pt x="24900" y="34"/>
                    <a:pt x="24847" y="34"/>
                  </a:cubicBezTo>
                  <a:cubicBezTo>
                    <a:pt x="24627" y="34"/>
                    <a:pt x="24408" y="71"/>
                    <a:pt x="24192" y="71"/>
                  </a:cubicBezTo>
                  <a:cubicBezTo>
                    <a:pt x="24109" y="71"/>
                    <a:pt x="24027" y="65"/>
                    <a:pt x="23945" y="51"/>
                  </a:cubicBezTo>
                  <a:cubicBezTo>
                    <a:pt x="23825" y="71"/>
                    <a:pt x="23709" y="126"/>
                    <a:pt x="23591" y="126"/>
                  </a:cubicBezTo>
                  <a:cubicBezTo>
                    <a:pt x="23552" y="126"/>
                    <a:pt x="23512" y="120"/>
                    <a:pt x="23472" y="104"/>
                  </a:cubicBezTo>
                  <a:cubicBezTo>
                    <a:pt x="23469" y="105"/>
                    <a:pt x="23466" y="105"/>
                    <a:pt x="23463" y="105"/>
                  </a:cubicBezTo>
                  <a:cubicBezTo>
                    <a:pt x="23400" y="105"/>
                    <a:pt x="23301" y="52"/>
                    <a:pt x="23237" y="52"/>
                  </a:cubicBezTo>
                  <a:cubicBezTo>
                    <a:pt x="23208" y="52"/>
                    <a:pt x="23186" y="63"/>
                    <a:pt x="23178" y="95"/>
                  </a:cubicBezTo>
                  <a:cubicBezTo>
                    <a:pt x="23155" y="85"/>
                    <a:pt x="23133" y="81"/>
                    <a:pt x="23112" y="81"/>
                  </a:cubicBezTo>
                  <a:cubicBezTo>
                    <a:pt x="23039" y="81"/>
                    <a:pt x="22972" y="128"/>
                    <a:pt x="22910" y="149"/>
                  </a:cubicBezTo>
                  <a:cubicBezTo>
                    <a:pt x="22660" y="149"/>
                    <a:pt x="22420" y="113"/>
                    <a:pt x="22170" y="95"/>
                  </a:cubicBezTo>
                  <a:cubicBezTo>
                    <a:pt x="22009" y="131"/>
                    <a:pt x="21866" y="229"/>
                    <a:pt x="21697" y="229"/>
                  </a:cubicBezTo>
                  <a:cubicBezTo>
                    <a:pt x="21629" y="215"/>
                    <a:pt x="21561" y="211"/>
                    <a:pt x="21494" y="211"/>
                  </a:cubicBezTo>
                  <a:cubicBezTo>
                    <a:pt x="21392" y="211"/>
                    <a:pt x="21290" y="220"/>
                    <a:pt x="21188" y="220"/>
                  </a:cubicBezTo>
                  <a:lnTo>
                    <a:pt x="21197" y="176"/>
                  </a:lnTo>
                  <a:cubicBezTo>
                    <a:pt x="21145" y="171"/>
                    <a:pt x="21092" y="169"/>
                    <a:pt x="21040" y="169"/>
                  </a:cubicBezTo>
                  <a:cubicBezTo>
                    <a:pt x="20774" y="169"/>
                    <a:pt x="20510" y="222"/>
                    <a:pt x="20240" y="222"/>
                  </a:cubicBezTo>
                  <a:cubicBezTo>
                    <a:pt x="20176" y="222"/>
                    <a:pt x="20112" y="219"/>
                    <a:pt x="20047" y="211"/>
                  </a:cubicBezTo>
                  <a:lnTo>
                    <a:pt x="20047" y="256"/>
                  </a:lnTo>
                  <a:cubicBezTo>
                    <a:pt x="19997" y="250"/>
                    <a:pt x="19947" y="247"/>
                    <a:pt x="19899" y="247"/>
                  </a:cubicBezTo>
                  <a:cubicBezTo>
                    <a:pt x="19677" y="247"/>
                    <a:pt x="19465" y="308"/>
                    <a:pt x="19253" y="381"/>
                  </a:cubicBezTo>
                  <a:cubicBezTo>
                    <a:pt x="19213" y="366"/>
                    <a:pt x="19174" y="360"/>
                    <a:pt x="19133" y="360"/>
                  </a:cubicBezTo>
                  <a:cubicBezTo>
                    <a:pt x="19100" y="360"/>
                    <a:pt x="19066" y="364"/>
                    <a:pt x="19030" y="372"/>
                  </a:cubicBezTo>
                  <a:cubicBezTo>
                    <a:pt x="18941" y="349"/>
                    <a:pt x="18853" y="340"/>
                    <a:pt x="18763" y="340"/>
                  </a:cubicBezTo>
                  <a:cubicBezTo>
                    <a:pt x="18545" y="340"/>
                    <a:pt x="18323" y="390"/>
                    <a:pt x="18102" y="390"/>
                  </a:cubicBezTo>
                  <a:cubicBezTo>
                    <a:pt x="18075" y="382"/>
                    <a:pt x="18049" y="378"/>
                    <a:pt x="18025" y="378"/>
                  </a:cubicBezTo>
                  <a:cubicBezTo>
                    <a:pt x="17911" y="378"/>
                    <a:pt x="17821" y="451"/>
                    <a:pt x="17718" y="488"/>
                  </a:cubicBezTo>
                  <a:cubicBezTo>
                    <a:pt x="17477" y="479"/>
                    <a:pt x="17236" y="452"/>
                    <a:pt x="17004" y="443"/>
                  </a:cubicBezTo>
                  <a:cubicBezTo>
                    <a:pt x="16933" y="479"/>
                    <a:pt x="16799" y="443"/>
                    <a:pt x="16773" y="524"/>
                  </a:cubicBezTo>
                  <a:cubicBezTo>
                    <a:pt x="16469" y="550"/>
                    <a:pt x="16148" y="550"/>
                    <a:pt x="15863" y="675"/>
                  </a:cubicBezTo>
                  <a:cubicBezTo>
                    <a:pt x="15775" y="667"/>
                    <a:pt x="15688" y="664"/>
                    <a:pt x="15601" y="664"/>
                  </a:cubicBezTo>
                  <a:cubicBezTo>
                    <a:pt x="15270" y="664"/>
                    <a:pt x="14939" y="709"/>
                    <a:pt x="14608" y="709"/>
                  </a:cubicBezTo>
                  <a:cubicBezTo>
                    <a:pt x="14535" y="709"/>
                    <a:pt x="14463" y="707"/>
                    <a:pt x="14391" y="702"/>
                  </a:cubicBezTo>
                  <a:lnTo>
                    <a:pt x="14391" y="747"/>
                  </a:lnTo>
                  <a:cubicBezTo>
                    <a:pt x="14373" y="747"/>
                    <a:pt x="14328" y="756"/>
                    <a:pt x="14310" y="756"/>
                  </a:cubicBezTo>
                  <a:cubicBezTo>
                    <a:pt x="14244" y="745"/>
                    <a:pt x="14177" y="741"/>
                    <a:pt x="14111" y="741"/>
                  </a:cubicBezTo>
                  <a:cubicBezTo>
                    <a:pt x="14008" y="741"/>
                    <a:pt x="13905" y="750"/>
                    <a:pt x="13802" y="756"/>
                  </a:cubicBezTo>
                  <a:cubicBezTo>
                    <a:pt x="13769" y="750"/>
                    <a:pt x="13735" y="746"/>
                    <a:pt x="13702" y="746"/>
                  </a:cubicBezTo>
                  <a:cubicBezTo>
                    <a:pt x="13635" y="746"/>
                    <a:pt x="13570" y="762"/>
                    <a:pt x="13516" y="809"/>
                  </a:cubicBezTo>
                  <a:cubicBezTo>
                    <a:pt x="13477" y="799"/>
                    <a:pt x="13437" y="795"/>
                    <a:pt x="13396" y="795"/>
                  </a:cubicBezTo>
                  <a:cubicBezTo>
                    <a:pt x="13257" y="795"/>
                    <a:pt x="13114" y="843"/>
                    <a:pt x="12971" y="843"/>
                  </a:cubicBezTo>
                  <a:cubicBezTo>
                    <a:pt x="12942" y="843"/>
                    <a:pt x="12912" y="841"/>
                    <a:pt x="12883" y="836"/>
                  </a:cubicBezTo>
                  <a:cubicBezTo>
                    <a:pt x="12848" y="841"/>
                    <a:pt x="12812" y="844"/>
                    <a:pt x="12775" y="844"/>
                  </a:cubicBezTo>
                  <a:cubicBezTo>
                    <a:pt x="12664" y="844"/>
                    <a:pt x="12547" y="825"/>
                    <a:pt x="12435" y="825"/>
                  </a:cubicBezTo>
                  <a:cubicBezTo>
                    <a:pt x="12346" y="825"/>
                    <a:pt x="12261" y="837"/>
                    <a:pt x="12187" y="880"/>
                  </a:cubicBezTo>
                  <a:cubicBezTo>
                    <a:pt x="11759" y="898"/>
                    <a:pt x="11331" y="943"/>
                    <a:pt x="10911" y="979"/>
                  </a:cubicBezTo>
                  <a:cubicBezTo>
                    <a:pt x="10858" y="977"/>
                    <a:pt x="10804" y="977"/>
                    <a:pt x="10751" y="977"/>
                  </a:cubicBezTo>
                  <a:cubicBezTo>
                    <a:pt x="10108" y="977"/>
                    <a:pt x="9466" y="1068"/>
                    <a:pt x="8824" y="1068"/>
                  </a:cubicBezTo>
                  <a:cubicBezTo>
                    <a:pt x="8762" y="1063"/>
                    <a:pt x="8700" y="1061"/>
                    <a:pt x="8638" y="1061"/>
                  </a:cubicBezTo>
                  <a:cubicBezTo>
                    <a:pt x="8103" y="1061"/>
                    <a:pt x="7568" y="1209"/>
                    <a:pt x="7034" y="1209"/>
                  </a:cubicBezTo>
                  <a:cubicBezTo>
                    <a:pt x="6881" y="1209"/>
                    <a:pt x="6728" y="1197"/>
                    <a:pt x="6576" y="1166"/>
                  </a:cubicBezTo>
                  <a:cubicBezTo>
                    <a:pt x="6518" y="1159"/>
                    <a:pt x="6460" y="1156"/>
                    <a:pt x="6401" y="1156"/>
                  </a:cubicBezTo>
                  <a:cubicBezTo>
                    <a:pt x="6189" y="1156"/>
                    <a:pt x="5973" y="1193"/>
                    <a:pt x="5762" y="1193"/>
                  </a:cubicBezTo>
                  <a:cubicBezTo>
                    <a:pt x="5745" y="1193"/>
                    <a:pt x="5727" y="1193"/>
                    <a:pt x="5710" y="1193"/>
                  </a:cubicBezTo>
                  <a:cubicBezTo>
                    <a:pt x="5621" y="1211"/>
                    <a:pt x="5496" y="1219"/>
                    <a:pt x="5452" y="1309"/>
                  </a:cubicBezTo>
                  <a:cubicBezTo>
                    <a:pt x="5336" y="1327"/>
                    <a:pt x="5220" y="1371"/>
                    <a:pt x="5113" y="1416"/>
                  </a:cubicBezTo>
                  <a:cubicBezTo>
                    <a:pt x="5032" y="1550"/>
                    <a:pt x="5113" y="1701"/>
                    <a:pt x="5113" y="1844"/>
                  </a:cubicBezTo>
                  <a:cubicBezTo>
                    <a:pt x="5077" y="2031"/>
                    <a:pt x="5131" y="2228"/>
                    <a:pt x="5148" y="2424"/>
                  </a:cubicBezTo>
                  <a:cubicBezTo>
                    <a:pt x="5027" y="2493"/>
                    <a:pt x="4914" y="2638"/>
                    <a:pt x="4761" y="2638"/>
                  </a:cubicBezTo>
                  <a:cubicBezTo>
                    <a:pt x="4756" y="2638"/>
                    <a:pt x="4751" y="2638"/>
                    <a:pt x="4747" y="2638"/>
                  </a:cubicBezTo>
                  <a:cubicBezTo>
                    <a:pt x="4730" y="2633"/>
                    <a:pt x="4713" y="2631"/>
                    <a:pt x="4696" y="2631"/>
                  </a:cubicBezTo>
                  <a:cubicBezTo>
                    <a:pt x="4595" y="2631"/>
                    <a:pt x="4509" y="2715"/>
                    <a:pt x="4417" y="2754"/>
                  </a:cubicBezTo>
                  <a:cubicBezTo>
                    <a:pt x="4319" y="2763"/>
                    <a:pt x="4230" y="2790"/>
                    <a:pt x="4140" y="2834"/>
                  </a:cubicBezTo>
                  <a:cubicBezTo>
                    <a:pt x="4042" y="2814"/>
                    <a:pt x="3924" y="2786"/>
                    <a:pt x="3814" y="2786"/>
                  </a:cubicBezTo>
                  <a:cubicBezTo>
                    <a:pt x="3685" y="2786"/>
                    <a:pt x="3565" y="2824"/>
                    <a:pt x="3498" y="2959"/>
                  </a:cubicBezTo>
                  <a:lnTo>
                    <a:pt x="3507" y="2995"/>
                  </a:lnTo>
                  <a:cubicBezTo>
                    <a:pt x="3364" y="2995"/>
                    <a:pt x="3070" y="3021"/>
                    <a:pt x="3034" y="3191"/>
                  </a:cubicBezTo>
                  <a:cubicBezTo>
                    <a:pt x="3028" y="3191"/>
                    <a:pt x="3022" y="3192"/>
                    <a:pt x="3016" y="3192"/>
                  </a:cubicBezTo>
                  <a:cubicBezTo>
                    <a:pt x="2952" y="3192"/>
                    <a:pt x="2860" y="3170"/>
                    <a:pt x="2786" y="3170"/>
                  </a:cubicBezTo>
                  <a:cubicBezTo>
                    <a:pt x="2729" y="3170"/>
                    <a:pt x="2683" y="3183"/>
                    <a:pt x="2668" y="3227"/>
                  </a:cubicBezTo>
                  <a:cubicBezTo>
                    <a:pt x="2664" y="3226"/>
                    <a:pt x="2659" y="3226"/>
                    <a:pt x="2654" y="3226"/>
                  </a:cubicBezTo>
                  <a:cubicBezTo>
                    <a:pt x="2563" y="3226"/>
                    <a:pt x="2494" y="3307"/>
                    <a:pt x="2401" y="3307"/>
                  </a:cubicBezTo>
                  <a:cubicBezTo>
                    <a:pt x="2368" y="3297"/>
                    <a:pt x="2337" y="3292"/>
                    <a:pt x="2308" y="3292"/>
                  </a:cubicBezTo>
                  <a:cubicBezTo>
                    <a:pt x="2063" y="3292"/>
                    <a:pt x="1957" y="3620"/>
                    <a:pt x="1713" y="3620"/>
                  </a:cubicBezTo>
                  <a:cubicBezTo>
                    <a:pt x="1708" y="3620"/>
                    <a:pt x="1702" y="3620"/>
                    <a:pt x="1696" y="3619"/>
                  </a:cubicBezTo>
                  <a:cubicBezTo>
                    <a:pt x="1682" y="3619"/>
                    <a:pt x="1668" y="3619"/>
                    <a:pt x="1655" y="3619"/>
                  </a:cubicBezTo>
                  <a:cubicBezTo>
                    <a:pt x="1339" y="3619"/>
                    <a:pt x="1033" y="3716"/>
                    <a:pt x="768" y="3887"/>
                  </a:cubicBezTo>
                  <a:cubicBezTo>
                    <a:pt x="616" y="3931"/>
                    <a:pt x="625" y="4101"/>
                    <a:pt x="581" y="4226"/>
                  </a:cubicBezTo>
                  <a:cubicBezTo>
                    <a:pt x="393" y="4253"/>
                    <a:pt x="188" y="4333"/>
                    <a:pt x="108" y="4511"/>
                  </a:cubicBezTo>
                  <a:lnTo>
                    <a:pt x="63" y="4502"/>
                  </a:lnTo>
                  <a:lnTo>
                    <a:pt x="63" y="4502"/>
                  </a:lnTo>
                  <a:cubicBezTo>
                    <a:pt x="1" y="4993"/>
                    <a:pt x="251" y="5439"/>
                    <a:pt x="295" y="5921"/>
                  </a:cubicBezTo>
                  <a:lnTo>
                    <a:pt x="340" y="5912"/>
                  </a:lnTo>
                  <a:lnTo>
                    <a:pt x="340" y="5912"/>
                  </a:lnTo>
                  <a:cubicBezTo>
                    <a:pt x="304" y="6072"/>
                    <a:pt x="313" y="6242"/>
                    <a:pt x="367" y="6403"/>
                  </a:cubicBezTo>
                  <a:cubicBezTo>
                    <a:pt x="501" y="6768"/>
                    <a:pt x="492" y="7161"/>
                    <a:pt x="625" y="7518"/>
                  </a:cubicBezTo>
                  <a:cubicBezTo>
                    <a:pt x="688" y="7562"/>
                    <a:pt x="643" y="7687"/>
                    <a:pt x="732" y="7687"/>
                  </a:cubicBezTo>
                  <a:cubicBezTo>
                    <a:pt x="741" y="7705"/>
                    <a:pt x="759" y="7750"/>
                    <a:pt x="768" y="7767"/>
                  </a:cubicBezTo>
                  <a:cubicBezTo>
                    <a:pt x="759" y="8240"/>
                    <a:pt x="938" y="8686"/>
                    <a:pt x="1214" y="9052"/>
                  </a:cubicBezTo>
                  <a:lnTo>
                    <a:pt x="1259" y="9052"/>
                  </a:lnTo>
                  <a:cubicBezTo>
                    <a:pt x="1286" y="9186"/>
                    <a:pt x="1321" y="9320"/>
                    <a:pt x="1410" y="9427"/>
                  </a:cubicBezTo>
                  <a:cubicBezTo>
                    <a:pt x="1509" y="9703"/>
                    <a:pt x="1571" y="9998"/>
                    <a:pt x="1616" y="10292"/>
                  </a:cubicBezTo>
                  <a:cubicBezTo>
                    <a:pt x="1785" y="10479"/>
                    <a:pt x="2062" y="10479"/>
                    <a:pt x="2267" y="10604"/>
                  </a:cubicBezTo>
                  <a:cubicBezTo>
                    <a:pt x="2267" y="10667"/>
                    <a:pt x="2249" y="10747"/>
                    <a:pt x="2329" y="10765"/>
                  </a:cubicBezTo>
                  <a:cubicBezTo>
                    <a:pt x="2329" y="10961"/>
                    <a:pt x="2294" y="11264"/>
                    <a:pt x="2445" y="11407"/>
                  </a:cubicBezTo>
                  <a:cubicBezTo>
                    <a:pt x="2427" y="11470"/>
                    <a:pt x="2445" y="11514"/>
                    <a:pt x="2490" y="11541"/>
                  </a:cubicBezTo>
                  <a:cubicBezTo>
                    <a:pt x="2472" y="11648"/>
                    <a:pt x="2570" y="11737"/>
                    <a:pt x="2579" y="11844"/>
                  </a:cubicBezTo>
                  <a:cubicBezTo>
                    <a:pt x="2615" y="12157"/>
                    <a:pt x="2597" y="12513"/>
                    <a:pt x="2793" y="12772"/>
                  </a:cubicBezTo>
                  <a:cubicBezTo>
                    <a:pt x="2802" y="12844"/>
                    <a:pt x="2793" y="12906"/>
                    <a:pt x="2829" y="12968"/>
                  </a:cubicBezTo>
                  <a:cubicBezTo>
                    <a:pt x="2981" y="13281"/>
                    <a:pt x="3025" y="13629"/>
                    <a:pt x="3114" y="13968"/>
                  </a:cubicBezTo>
                  <a:cubicBezTo>
                    <a:pt x="3088" y="14084"/>
                    <a:pt x="3177" y="14155"/>
                    <a:pt x="3248" y="14226"/>
                  </a:cubicBezTo>
                  <a:cubicBezTo>
                    <a:pt x="3266" y="14360"/>
                    <a:pt x="3436" y="14360"/>
                    <a:pt x="3525" y="14431"/>
                  </a:cubicBezTo>
                  <a:cubicBezTo>
                    <a:pt x="3650" y="14476"/>
                    <a:pt x="3783" y="14503"/>
                    <a:pt x="3908" y="14539"/>
                  </a:cubicBezTo>
                  <a:cubicBezTo>
                    <a:pt x="3985" y="14520"/>
                    <a:pt x="4065" y="14516"/>
                    <a:pt x="4145" y="14516"/>
                  </a:cubicBezTo>
                  <a:cubicBezTo>
                    <a:pt x="4215" y="14516"/>
                    <a:pt x="4286" y="14519"/>
                    <a:pt x="4356" y="14519"/>
                  </a:cubicBezTo>
                  <a:cubicBezTo>
                    <a:pt x="4475" y="14519"/>
                    <a:pt x="4592" y="14509"/>
                    <a:pt x="4702" y="14458"/>
                  </a:cubicBezTo>
                  <a:cubicBezTo>
                    <a:pt x="4755" y="14427"/>
                    <a:pt x="4809" y="14416"/>
                    <a:pt x="4865" y="14416"/>
                  </a:cubicBezTo>
                  <a:cubicBezTo>
                    <a:pt x="5006" y="14416"/>
                    <a:pt x="5155" y="14488"/>
                    <a:pt x="5301" y="14488"/>
                  </a:cubicBezTo>
                  <a:cubicBezTo>
                    <a:pt x="5343" y="14488"/>
                    <a:pt x="5384" y="14482"/>
                    <a:pt x="5425" y="14467"/>
                  </a:cubicBezTo>
                  <a:cubicBezTo>
                    <a:pt x="5486" y="14428"/>
                    <a:pt x="5550" y="14414"/>
                    <a:pt x="5615" y="14414"/>
                  </a:cubicBezTo>
                  <a:cubicBezTo>
                    <a:pt x="5768" y="14414"/>
                    <a:pt x="5929" y="14489"/>
                    <a:pt x="6085" y="14489"/>
                  </a:cubicBezTo>
                  <a:cubicBezTo>
                    <a:pt x="6106" y="14489"/>
                    <a:pt x="6127" y="14488"/>
                    <a:pt x="6148" y="14485"/>
                  </a:cubicBezTo>
                  <a:cubicBezTo>
                    <a:pt x="6387" y="14418"/>
                    <a:pt x="6639" y="14384"/>
                    <a:pt x="6886" y="14384"/>
                  </a:cubicBezTo>
                  <a:cubicBezTo>
                    <a:pt x="6998" y="14384"/>
                    <a:pt x="7109" y="14391"/>
                    <a:pt x="7218" y="14405"/>
                  </a:cubicBezTo>
                  <a:cubicBezTo>
                    <a:pt x="7324" y="14368"/>
                    <a:pt x="7434" y="14362"/>
                    <a:pt x="7546" y="14362"/>
                  </a:cubicBezTo>
                  <a:cubicBezTo>
                    <a:pt x="7610" y="14362"/>
                    <a:pt x="7675" y="14364"/>
                    <a:pt x="7739" y="14364"/>
                  </a:cubicBezTo>
                  <a:cubicBezTo>
                    <a:pt x="7837" y="14364"/>
                    <a:pt x="7935" y="14359"/>
                    <a:pt x="8030" y="14333"/>
                  </a:cubicBezTo>
                  <a:cubicBezTo>
                    <a:pt x="8042" y="14330"/>
                    <a:pt x="8053" y="14329"/>
                    <a:pt x="8065" y="14329"/>
                  </a:cubicBezTo>
                  <a:cubicBezTo>
                    <a:pt x="8125" y="14329"/>
                    <a:pt x="8184" y="14362"/>
                    <a:pt x="8244" y="14369"/>
                  </a:cubicBezTo>
                  <a:lnTo>
                    <a:pt x="8235" y="14414"/>
                  </a:lnTo>
                  <a:cubicBezTo>
                    <a:pt x="8380" y="14402"/>
                    <a:pt x="8521" y="14378"/>
                    <a:pt x="8660" y="14378"/>
                  </a:cubicBezTo>
                  <a:cubicBezTo>
                    <a:pt x="8745" y="14378"/>
                    <a:pt x="8829" y="14387"/>
                    <a:pt x="8913" y="14414"/>
                  </a:cubicBezTo>
                  <a:cubicBezTo>
                    <a:pt x="8868" y="14494"/>
                    <a:pt x="8752" y="14539"/>
                    <a:pt x="8744" y="14619"/>
                  </a:cubicBezTo>
                  <a:cubicBezTo>
                    <a:pt x="8949" y="14842"/>
                    <a:pt x="8761" y="15145"/>
                    <a:pt x="8877" y="15395"/>
                  </a:cubicBezTo>
                  <a:cubicBezTo>
                    <a:pt x="8860" y="15511"/>
                    <a:pt x="8895" y="15618"/>
                    <a:pt x="8913" y="15725"/>
                  </a:cubicBezTo>
                  <a:cubicBezTo>
                    <a:pt x="8924" y="15723"/>
                    <a:pt x="8934" y="15721"/>
                    <a:pt x="8943" y="15721"/>
                  </a:cubicBezTo>
                  <a:cubicBezTo>
                    <a:pt x="9039" y="15721"/>
                    <a:pt x="9079" y="15833"/>
                    <a:pt x="8949" y="15841"/>
                  </a:cubicBezTo>
                  <a:cubicBezTo>
                    <a:pt x="8895" y="15975"/>
                    <a:pt x="9091" y="15966"/>
                    <a:pt x="9091" y="16082"/>
                  </a:cubicBezTo>
                  <a:cubicBezTo>
                    <a:pt x="9190" y="16251"/>
                    <a:pt x="9154" y="16474"/>
                    <a:pt x="9332" y="16590"/>
                  </a:cubicBezTo>
                  <a:cubicBezTo>
                    <a:pt x="9599" y="16677"/>
                    <a:pt x="9776" y="16984"/>
                    <a:pt x="10070" y="16984"/>
                  </a:cubicBezTo>
                  <a:cubicBezTo>
                    <a:pt x="10110" y="16984"/>
                    <a:pt x="10153" y="16978"/>
                    <a:pt x="10198" y="16965"/>
                  </a:cubicBezTo>
                  <a:cubicBezTo>
                    <a:pt x="10251" y="17001"/>
                    <a:pt x="10305" y="17045"/>
                    <a:pt x="10367" y="17063"/>
                  </a:cubicBezTo>
                  <a:cubicBezTo>
                    <a:pt x="10387" y="17061"/>
                    <a:pt x="10407" y="17059"/>
                    <a:pt x="10426" y="17059"/>
                  </a:cubicBezTo>
                  <a:cubicBezTo>
                    <a:pt x="10718" y="17059"/>
                    <a:pt x="10927" y="17336"/>
                    <a:pt x="11223" y="17336"/>
                  </a:cubicBezTo>
                  <a:cubicBezTo>
                    <a:pt x="11247" y="17336"/>
                    <a:pt x="11271" y="17334"/>
                    <a:pt x="11295" y="17331"/>
                  </a:cubicBezTo>
                  <a:lnTo>
                    <a:pt x="11295" y="17366"/>
                  </a:lnTo>
                  <a:cubicBezTo>
                    <a:pt x="11325" y="17355"/>
                    <a:pt x="11352" y="17350"/>
                    <a:pt x="11377" y="17350"/>
                  </a:cubicBezTo>
                  <a:cubicBezTo>
                    <a:pt x="11523" y="17350"/>
                    <a:pt x="11595" y="17522"/>
                    <a:pt x="11732" y="17545"/>
                  </a:cubicBezTo>
                  <a:cubicBezTo>
                    <a:pt x="11803" y="17550"/>
                    <a:pt x="11876" y="17552"/>
                    <a:pt x="11948" y="17552"/>
                  </a:cubicBezTo>
                  <a:cubicBezTo>
                    <a:pt x="12030" y="17552"/>
                    <a:pt x="12113" y="17550"/>
                    <a:pt x="12196" y="17550"/>
                  </a:cubicBezTo>
                  <a:cubicBezTo>
                    <a:pt x="12402" y="17550"/>
                    <a:pt x="12605" y="17561"/>
                    <a:pt x="12794" y="17643"/>
                  </a:cubicBezTo>
                  <a:cubicBezTo>
                    <a:pt x="13017" y="17474"/>
                    <a:pt x="13338" y="17527"/>
                    <a:pt x="13561" y="17349"/>
                  </a:cubicBezTo>
                  <a:cubicBezTo>
                    <a:pt x="13661" y="17367"/>
                    <a:pt x="13761" y="17421"/>
                    <a:pt x="13867" y="17421"/>
                  </a:cubicBezTo>
                  <a:cubicBezTo>
                    <a:pt x="13912" y="17421"/>
                    <a:pt x="13959" y="17411"/>
                    <a:pt x="14007" y="17384"/>
                  </a:cubicBezTo>
                  <a:cubicBezTo>
                    <a:pt x="14123" y="17313"/>
                    <a:pt x="14275" y="17322"/>
                    <a:pt x="14417" y="17313"/>
                  </a:cubicBezTo>
                  <a:cubicBezTo>
                    <a:pt x="14460" y="17261"/>
                    <a:pt x="14516" y="17247"/>
                    <a:pt x="14575" y="17247"/>
                  </a:cubicBezTo>
                  <a:cubicBezTo>
                    <a:pt x="14640" y="17247"/>
                    <a:pt x="14709" y="17264"/>
                    <a:pt x="14774" y="17268"/>
                  </a:cubicBezTo>
                  <a:cubicBezTo>
                    <a:pt x="14997" y="17161"/>
                    <a:pt x="15238" y="17090"/>
                    <a:pt x="15479" y="17090"/>
                  </a:cubicBezTo>
                  <a:cubicBezTo>
                    <a:pt x="15586" y="17063"/>
                    <a:pt x="15648" y="16947"/>
                    <a:pt x="15756" y="16920"/>
                  </a:cubicBezTo>
                  <a:cubicBezTo>
                    <a:pt x="15804" y="16898"/>
                    <a:pt x="15855" y="16889"/>
                    <a:pt x="15908" y="16889"/>
                  </a:cubicBezTo>
                  <a:cubicBezTo>
                    <a:pt x="16022" y="16889"/>
                    <a:pt x="16143" y="16931"/>
                    <a:pt x="16246" y="16974"/>
                  </a:cubicBezTo>
                  <a:cubicBezTo>
                    <a:pt x="16289" y="16980"/>
                    <a:pt x="16521" y="17041"/>
                    <a:pt x="16645" y="17041"/>
                  </a:cubicBezTo>
                  <a:cubicBezTo>
                    <a:pt x="16702" y="17041"/>
                    <a:pt x="16736" y="17028"/>
                    <a:pt x="16719" y="16992"/>
                  </a:cubicBezTo>
                  <a:cubicBezTo>
                    <a:pt x="16823" y="16894"/>
                    <a:pt x="16956" y="16863"/>
                    <a:pt x="17091" y="16863"/>
                  </a:cubicBezTo>
                  <a:cubicBezTo>
                    <a:pt x="17164" y="16863"/>
                    <a:pt x="17238" y="16872"/>
                    <a:pt x="17308" y="16885"/>
                  </a:cubicBezTo>
                  <a:cubicBezTo>
                    <a:pt x="17341" y="16887"/>
                    <a:pt x="17375" y="16888"/>
                    <a:pt x="17408" y="16888"/>
                  </a:cubicBezTo>
                  <a:cubicBezTo>
                    <a:pt x="17678" y="16888"/>
                    <a:pt x="17948" y="16830"/>
                    <a:pt x="18218" y="16822"/>
                  </a:cubicBezTo>
                  <a:cubicBezTo>
                    <a:pt x="18318" y="16753"/>
                    <a:pt x="18425" y="16683"/>
                    <a:pt x="18556" y="16683"/>
                  </a:cubicBezTo>
                  <a:cubicBezTo>
                    <a:pt x="18577" y="16683"/>
                    <a:pt x="18598" y="16685"/>
                    <a:pt x="18619" y="16688"/>
                  </a:cubicBezTo>
                  <a:cubicBezTo>
                    <a:pt x="18667" y="16638"/>
                    <a:pt x="18722" y="16623"/>
                    <a:pt x="18781" y="16623"/>
                  </a:cubicBezTo>
                  <a:cubicBezTo>
                    <a:pt x="18872" y="16623"/>
                    <a:pt x="18971" y="16659"/>
                    <a:pt x="19063" y="16659"/>
                  </a:cubicBezTo>
                  <a:cubicBezTo>
                    <a:pt x="19101" y="16659"/>
                    <a:pt x="19138" y="16653"/>
                    <a:pt x="19172" y="16635"/>
                  </a:cubicBezTo>
                  <a:cubicBezTo>
                    <a:pt x="19199" y="16598"/>
                    <a:pt x="19231" y="16586"/>
                    <a:pt x="19265" y="16586"/>
                  </a:cubicBezTo>
                  <a:cubicBezTo>
                    <a:pt x="19325" y="16586"/>
                    <a:pt x="19393" y="16624"/>
                    <a:pt x="19452" y="16624"/>
                  </a:cubicBezTo>
                  <a:cubicBezTo>
                    <a:pt x="19480" y="16624"/>
                    <a:pt x="19506" y="16615"/>
                    <a:pt x="19529" y="16590"/>
                  </a:cubicBezTo>
                  <a:cubicBezTo>
                    <a:pt x="19589" y="16517"/>
                    <a:pt x="19684" y="16464"/>
                    <a:pt x="19780" y="16464"/>
                  </a:cubicBezTo>
                  <a:cubicBezTo>
                    <a:pt x="19813" y="16464"/>
                    <a:pt x="19845" y="16470"/>
                    <a:pt x="19877" y="16483"/>
                  </a:cubicBezTo>
                  <a:cubicBezTo>
                    <a:pt x="20180" y="16474"/>
                    <a:pt x="20493" y="16358"/>
                    <a:pt x="20716" y="16135"/>
                  </a:cubicBezTo>
                  <a:cubicBezTo>
                    <a:pt x="20963" y="16135"/>
                    <a:pt x="21197" y="16048"/>
                    <a:pt x="21441" y="16048"/>
                  </a:cubicBezTo>
                  <a:cubicBezTo>
                    <a:pt x="21478" y="16048"/>
                    <a:pt x="21516" y="16050"/>
                    <a:pt x="21554" y="16055"/>
                  </a:cubicBezTo>
                  <a:cubicBezTo>
                    <a:pt x="21652" y="16065"/>
                    <a:pt x="21750" y="16072"/>
                    <a:pt x="21846" y="16072"/>
                  </a:cubicBezTo>
                  <a:cubicBezTo>
                    <a:pt x="21926" y="16072"/>
                    <a:pt x="22004" y="16067"/>
                    <a:pt x="22081" y="16055"/>
                  </a:cubicBezTo>
                  <a:cubicBezTo>
                    <a:pt x="22147" y="16061"/>
                    <a:pt x="22218" y="16091"/>
                    <a:pt x="22281" y="16091"/>
                  </a:cubicBezTo>
                  <a:cubicBezTo>
                    <a:pt x="22318" y="16091"/>
                    <a:pt x="22354" y="16080"/>
                    <a:pt x="22384" y="16046"/>
                  </a:cubicBezTo>
                  <a:cubicBezTo>
                    <a:pt x="22423" y="16030"/>
                    <a:pt x="22457" y="16023"/>
                    <a:pt x="22489" y="16023"/>
                  </a:cubicBezTo>
                  <a:cubicBezTo>
                    <a:pt x="22581" y="16023"/>
                    <a:pt x="22647" y="16085"/>
                    <a:pt x="22714" y="16171"/>
                  </a:cubicBezTo>
                  <a:cubicBezTo>
                    <a:pt x="22866" y="16153"/>
                    <a:pt x="23071" y="16180"/>
                    <a:pt x="23178" y="16037"/>
                  </a:cubicBezTo>
                  <a:cubicBezTo>
                    <a:pt x="23318" y="15980"/>
                    <a:pt x="23466" y="15960"/>
                    <a:pt x="23616" y="15960"/>
                  </a:cubicBezTo>
                  <a:cubicBezTo>
                    <a:pt x="23885" y="15960"/>
                    <a:pt x="24163" y="16023"/>
                    <a:pt x="24427" y="16046"/>
                  </a:cubicBezTo>
                  <a:cubicBezTo>
                    <a:pt x="24433" y="16047"/>
                    <a:pt x="24439" y="16048"/>
                    <a:pt x="24444" y="16048"/>
                  </a:cubicBezTo>
                  <a:cubicBezTo>
                    <a:pt x="24547" y="16048"/>
                    <a:pt x="24584" y="15903"/>
                    <a:pt x="24685" y="15903"/>
                  </a:cubicBezTo>
                  <a:cubicBezTo>
                    <a:pt x="24780" y="15885"/>
                    <a:pt x="24879" y="15839"/>
                    <a:pt x="24976" y="15839"/>
                  </a:cubicBezTo>
                  <a:cubicBezTo>
                    <a:pt x="25016" y="15839"/>
                    <a:pt x="25057" y="15847"/>
                    <a:pt x="25096" y="15868"/>
                  </a:cubicBezTo>
                  <a:cubicBezTo>
                    <a:pt x="25173" y="15905"/>
                    <a:pt x="25254" y="15918"/>
                    <a:pt x="25335" y="15918"/>
                  </a:cubicBezTo>
                  <a:cubicBezTo>
                    <a:pt x="25507" y="15918"/>
                    <a:pt x="25685" y="15859"/>
                    <a:pt x="25854" y="15841"/>
                  </a:cubicBezTo>
                  <a:cubicBezTo>
                    <a:pt x="25993" y="15827"/>
                    <a:pt x="26134" y="15827"/>
                    <a:pt x="26275" y="15827"/>
                  </a:cubicBezTo>
                  <a:cubicBezTo>
                    <a:pt x="26486" y="15827"/>
                    <a:pt x="26698" y="15827"/>
                    <a:pt x="26907" y="15779"/>
                  </a:cubicBezTo>
                  <a:lnTo>
                    <a:pt x="26898" y="15734"/>
                  </a:lnTo>
                  <a:cubicBezTo>
                    <a:pt x="27166" y="15609"/>
                    <a:pt x="27487" y="15707"/>
                    <a:pt x="27745" y="15564"/>
                  </a:cubicBezTo>
                  <a:cubicBezTo>
                    <a:pt x="27811" y="15570"/>
                    <a:pt x="27878" y="15605"/>
                    <a:pt x="27938" y="15605"/>
                  </a:cubicBezTo>
                  <a:cubicBezTo>
                    <a:pt x="27968" y="15605"/>
                    <a:pt x="27996" y="15597"/>
                    <a:pt x="28022" y="15573"/>
                  </a:cubicBezTo>
                  <a:cubicBezTo>
                    <a:pt x="28052" y="15547"/>
                    <a:pt x="28086" y="15538"/>
                    <a:pt x="28122" y="15538"/>
                  </a:cubicBezTo>
                  <a:cubicBezTo>
                    <a:pt x="28202" y="15538"/>
                    <a:pt x="28290" y="15584"/>
                    <a:pt x="28363" y="15584"/>
                  </a:cubicBezTo>
                  <a:cubicBezTo>
                    <a:pt x="28409" y="15584"/>
                    <a:pt x="28449" y="15565"/>
                    <a:pt x="28477" y="15502"/>
                  </a:cubicBezTo>
                  <a:cubicBezTo>
                    <a:pt x="28511" y="15481"/>
                    <a:pt x="28546" y="15474"/>
                    <a:pt x="28581" y="15474"/>
                  </a:cubicBezTo>
                  <a:cubicBezTo>
                    <a:pt x="28661" y="15474"/>
                    <a:pt x="28741" y="15512"/>
                    <a:pt x="28817" y="15512"/>
                  </a:cubicBezTo>
                  <a:cubicBezTo>
                    <a:pt x="28838" y="15512"/>
                    <a:pt x="28858" y="15509"/>
                    <a:pt x="28878" y="15502"/>
                  </a:cubicBezTo>
                  <a:cubicBezTo>
                    <a:pt x="28932" y="15442"/>
                    <a:pt x="28995" y="15425"/>
                    <a:pt x="29063" y="15425"/>
                  </a:cubicBezTo>
                  <a:cubicBezTo>
                    <a:pt x="29165" y="15425"/>
                    <a:pt x="29278" y="15465"/>
                    <a:pt x="29383" y="15465"/>
                  </a:cubicBezTo>
                  <a:cubicBezTo>
                    <a:pt x="29418" y="15465"/>
                    <a:pt x="29452" y="15460"/>
                    <a:pt x="29485" y="15448"/>
                  </a:cubicBezTo>
                  <a:cubicBezTo>
                    <a:pt x="29772" y="15425"/>
                    <a:pt x="30052" y="15272"/>
                    <a:pt x="30338" y="15272"/>
                  </a:cubicBezTo>
                  <a:cubicBezTo>
                    <a:pt x="30372" y="15272"/>
                    <a:pt x="30406" y="15274"/>
                    <a:pt x="30440" y="15279"/>
                  </a:cubicBezTo>
                  <a:cubicBezTo>
                    <a:pt x="30633" y="15175"/>
                    <a:pt x="30848" y="15136"/>
                    <a:pt x="31064" y="15136"/>
                  </a:cubicBezTo>
                  <a:cubicBezTo>
                    <a:pt x="31127" y="15136"/>
                    <a:pt x="31189" y="15139"/>
                    <a:pt x="31251" y="15145"/>
                  </a:cubicBezTo>
                  <a:cubicBezTo>
                    <a:pt x="31277" y="15152"/>
                    <a:pt x="31302" y="15155"/>
                    <a:pt x="31327" y="15155"/>
                  </a:cubicBezTo>
                  <a:cubicBezTo>
                    <a:pt x="31490" y="15155"/>
                    <a:pt x="31634" y="15020"/>
                    <a:pt x="31804" y="15020"/>
                  </a:cubicBezTo>
                  <a:cubicBezTo>
                    <a:pt x="31858" y="14949"/>
                    <a:pt x="31903" y="14878"/>
                    <a:pt x="31947" y="14806"/>
                  </a:cubicBezTo>
                  <a:cubicBezTo>
                    <a:pt x="32019" y="14779"/>
                    <a:pt x="32090" y="14744"/>
                    <a:pt x="32161" y="14708"/>
                  </a:cubicBezTo>
                  <a:cubicBezTo>
                    <a:pt x="32224" y="14701"/>
                    <a:pt x="32276" y="14650"/>
                    <a:pt x="32339" y="14650"/>
                  </a:cubicBezTo>
                  <a:cubicBezTo>
                    <a:pt x="32356" y="14650"/>
                    <a:pt x="32374" y="14654"/>
                    <a:pt x="32393" y="14663"/>
                  </a:cubicBezTo>
                  <a:cubicBezTo>
                    <a:pt x="32590" y="14721"/>
                    <a:pt x="32779" y="14808"/>
                    <a:pt x="32988" y="14808"/>
                  </a:cubicBezTo>
                  <a:cubicBezTo>
                    <a:pt x="33007" y="14808"/>
                    <a:pt x="33026" y="14808"/>
                    <a:pt x="33044" y="14806"/>
                  </a:cubicBezTo>
                  <a:cubicBezTo>
                    <a:pt x="33089" y="14753"/>
                    <a:pt x="33187" y="14654"/>
                    <a:pt x="33241" y="14601"/>
                  </a:cubicBezTo>
                  <a:cubicBezTo>
                    <a:pt x="33294" y="14627"/>
                    <a:pt x="33334" y="14638"/>
                    <a:pt x="33363" y="14638"/>
                  </a:cubicBezTo>
                  <a:cubicBezTo>
                    <a:pt x="33465" y="14638"/>
                    <a:pt x="33443" y="14506"/>
                    <a:pt x="33464" y="14423"/>
                  </a:cubicBezTo>
                  <a:cubicBezTo>
                    <a:pt x="33499" y="14342"/>
                    <a:pt x="33544" y="14271"/>
                    <a:pt x="33580" y="14191"/>
                  </a:cubicBezTo>
                  <a:cubicBezTo>
                    <a:pt x="33705" y="14137"/>
                    <a:pt x="33714" y="13959"/>
                    <a:pt x="33785" y="13852"/>
                  </a:cubicBezTo>
                  <a:cubicBezTo>
                    <a:pt x="33892" y="13718"/>
                    <a:pt x="33865" y="13522"/>
                    <a:pt x="33981" y="13397"/>
                  </a:cubicBezTo>
                  <a:cubicBezTo>
                    <a:pt x="34070" y="13316"/>
                    <a:pt x="34061" y="13138"/>
                    <a:pt x="34142" y="13022"/>
                  </a:cubicBezTo>
                  <a:cubicBezTo>
                    <a:pt x="34186" y="12728"/>
                    <a:pt x="34338" y="12451"/>
                    <a:pt x="34285" y="12139"/>
                  </a:cubicBezTo>
                  <a:cubicBezTo>
                    <a:pt x="34383" y="12058"/>
                    <a:pt x="34356" y="11898"/>
                    <a:pt x="34409" y="11791"/>
                  </a:cubicBezTo>
                  <a:cubicBezTo>
                    <a:pt x="34516" y="11595"/>
                    <a:pt x="34445" y="11345"/>
                    <a:pt x="34588" y="11175"/>
                  </a:cubicBezTo>
                  <a:cubicBezTo>
                    <a:pt x="34704" y="11059"/>
                    <a:pt x="34704" y="10899"/>
                    <a:pt x="34686" y="10738"/>
                  </a:cubicBezTo>
                  <a:cubicBezTo>
                    <a:pt x="34784" y="10658"/>
                    <a:pt x="34784" y="10462"/>
                    <a:pt x="34811" y="10328"/>
                  </a:cubicBezTo>
                  <a:cubicBezTo>
                    <a:pt x="34927" y="10194"/>
                    <a:pt x="34909" y="9980"/>
                    <a:pt x="34954" y="9810"/>
                  </a:cubicBezTo>
                  <a:cubicBezTo>
                    <a:pt x="35078" y="9739"/>
                    <a:pt x="35043" y="9489"/>
                    <a:pt x="35123" y="9364"/>
                  </a:cubicBezTo>
                  <a:cubicBezTo>
                    <a:pt x="35355" y="9222"/>
                    <a:pt x="35641" y="9186"/>
                    <a:pt x="35890" y="9070"/>
                  </a:cubicBezTo>
                  <a:cubicBezTo>
                    <a:pt x="36095" y="9043"/>
                    <a:pt x="36310" y="9052"/>
                    <a:pt x="36506" y="8972"/>
                  </a:cubicBezTo>
                  <a:cubicBezTo>
                    <a:pt x="36818" y="8856"/>
                    <a:pt x="37193" y="8865"/>
                    <a:pt x="37478" y="8660"/>
                  </a:cubicBezTo>
                  <a:cubicBezTo>
                    <a:pt x="37576" y="8579"/>
                    <a:pt x="37773" y="8624"/>
                    <a:pt x="37826" y="8481"/>
                  </a:cubicBezTo>
                  <a:cubicBezTo>
                    <a:pt x="37915" y="8445"/>
                    <a:pt x="37969" y="8356"/>
                    <a:pt x="38040" y="8294"/>
                  </a:cubicBezTo>
                  <a:cubicBezTo>
                    <a:pt x="38046" y="8294"/>
                    <a:pt x="38052" y="8295"/>
                    <a:pt x="38058" y="8295"/>
                  </a:cubicBezTo>
                  <a:cubicBezTo>
                    <a:pt x="38233" y="8295"/>
                    <a:pt x="38311" y="8040"/>
                    <a:pt x="38406" y="7910"/>
                  </a:cubicBezTo>
                  <a:cubicBezTo>
                    <a:pt x="38531" y="7776"/>
                    <a:pt x="38513" y="7571"/>
                    <a:pt x="38638" y="7437"/>
                  </a:cubicBezTo>
                  <a:cubicBezTo>
                    <a:pt x="38754" y="7357"/>
                    <a:pt x="38700" y="7197"/>
                    <a:pt x="38718" y="7072"/>
                  </a:cubicBezTo>
                  <a:cubicBezTo>
                    <a:pt x="38834" y="6991"/>
                    <a:pt x="38915" y="6813"/>
                    <a:pt x="38879" y="6661"/>
                  </a:cubicBezTo>
                  <a:cubicBezTo>
                    <a:pt x="39120" y="6349"/>
                    <a:pt x="39111" y="5939"/>
                    <a:pt x="39271" y="5591"/>
                  </a:cubicBezTo>
                  <a:cubicBezTo>
                    <a:pt x="39316" y="5359"/>
                    <a:pt x="39378" y="5127"/>
                    <a:pt x="39432" y="4895"/>
                  </a:cubicBezTo>
                  <a:lnTo>
                    <a:pt x="39459" y="4904"/>
                  </a:lnTo>
                  <a:cubicBezTo>
                    <a:pt x="39539" y="4547"/>
                    <a:pt x="39700" y="4199"/>
                    <a:pt x="39726" y="3833"/>
                  </a:cubicBezTo>
                  <a:cubicBezTo>
                    <a:pt x="39798" y="3735"/>
                    <a:pt x="39824" y="3610"/>
                    <a:pt x="39824" y="3494"/>
                  </a:cubicBezTo>
                  <a:cubicBezTo>
                    <a:pt x="39905" y="3378"/>
                    <a:pt x="39949" y="3200"/>
                    <a:pt x="39958" y="3048"/>
                  </a:cubicBezTo>
                  <a:lnTo>
                    <a:pt x="39914" y="3048"/>
                  </a:lnTo>
                  <a:cubicBezTo>
                    <a:pt x="39896" y="2923"/>
                    <a:pt x="39807" y="2790"/>
                    <a:pt x="39682" y="2736"/>
                  </a:cubicBezTo>
                  <a:cubicBezTo>
                    <a:pt x="39682" y="2656"/>
                    <a:pt x="39646" y="2531"/>
                    <a:pt x="39548" y="2513"/>
                  </a:cubicBezTo>
                  <a:cubicBezTo>
                    <a:pt x="39441" y="2397"/>
                    <a:pt x="39191" y="2415"/>
                    <a:pt x="39022" y="2379"/>
                  </a:cubicBezTo>
                  <a:lnTo>
                    <a:pt x="39022" y="2344"/>
                  </a:lnTo>
                  <a:cubicBezTo>
                    <a:pt x="39009" y="2345"/>
                    <a:pt x="38996" y="2345"/>
                    <a:pt x="38984" y="2345"/>
                  </a:cubicBezTo>
                  <a:cubicBezTo>
                    <a:pt x="38829" y="2345"/>
                    <a:pt x="38699" y="2254"/>
                    <a:pt x="38550" y="2254"/>
                  </a:cubicBezTo>
                  <a:cubicBezTo>
                    <a:pt x="38543" y="2254"/>
                    <a:pt x="38537" y="2254"/>
                    <a:pt x="38531" y="2254"/>
                  </a:cubicBezTo>
                  <a:cubicBezTo>
                    <a:pt x="38490" y="2220"/>
                    <a:pt x="38447" y="2208"/>
                    <a:pt x="38402" y="2208"/>
                  </a:cubicBezTo>
                  <a:cubicBezTo>
                    <a:pt x="38298" y="2208"/>
                    <a:pt x="38186" y="2274"/>
                    <a:pt x="38074" y="2274"/>
                  </a:cubicBezTo>
                  <a:cubicBezTo>
                    <a:pt x="38036" y="2274"/>
                    <a:pt x="37998" y="2266"/>
                    <a:pt x="37960" y="2245"/>
                  </a:cubicBezTo>
                  <a:cubicBezTo>
                    <a:pt x="37407" y="2129"/>
                    <a:pt x="36854" y="1969"/>
                    <a:pt x="36283" y="1942"/>
                  </a:cubicBezTo>
                  <a:lnTo>
                    <a:pt x="36283" y="1897"/>
                  </a:lnTo>
                  <a:cubicBezTo>
                    <a:pt x="36163" y="1873"/>
                    <a:pt x="36044" y="1865"/>
                    <a:pt x="35925" y="1865"/>
                  </a:cubicBezTo>
                  <a:cubicBezTo>
                    <a:pt x="35681" y="1865"/>
                    <a:pt x="35437" y="1900"/>
                    <a:pt x="35191" y="1900"/>
                  </a:cubicBezTo>
                  <a:cubicBezTo>
                    <a:pt x="35157" y="1900"/>
                    <a:pt x="35122" y="1899"/>
                    <a:pt x="35087" y="1897"/>
                  </a:cubicBezTo>
                  <a:cubicBezTo>
                    <a:pt x="35061" y="1897"/>
                    <a:pt x="34998" y="1906"/>
                    <a:pt x="34971" y="1906"/>
                  </a:cubicBezTo>
                  <a:cubicBezTo>
                    <a:pt x="34762" y="1866"/>
                    <a:pt x="34556" y="1863"/>
                    <a:pt x="34351" y="1863"/>
                  </a:cubicBezTo>
                  <a:cubicBezTo>
                    <a:pt x="34317" y="1863"/>
                    <a:pt x="34283" y="1863"/>
                    <a:pt x="34249" y="1863"/>
                  </a:cubicBezTo>
                  <a:cubicBezTo>
                    <a:pt x="34130" y="1863"/>
                    <a:pt x="34011" y="1862"/>
                    <a:pt x="33892" y="1853"/>
                  </a:cubicBezTo>
                  <a:lnTo>
                    <a:pt x="33892" y="1808"/>
                  </a:lnTo>
                  <a:cubicBezTo>
                    <a:pt x="33785" y="1799"/>
                    <a:pt x="33562" y="1773"/>
                    <a:pt x="33455" y="1755"/>
                  </a:cubicBezTo>
                  <a:cubicBezTo>
                    <a:pt x="33446" y="1683"/>
                    <a:pt x="33446" y="1612"/>
                    <a:pt x="33446" y="1541"/>
                  </a:cubicBezTo>
                  <a:lnTo>
                    <a:pt x="33491" y="1541"/>
                  </a:lnTo>
                  <a:cubicBezTo>
                    <a:pt x="33482" y="1318"/>
                    <a:pt x="33580" y="1103"/>
                    <a:pt x="33580" y="880"/>
                  </a:cubicBezTo>
                  <a:cubicBezTo>
                    <a:pt x="33669" y="702"/>
                    <a:pt x="33660" y="425"/>
                    <a:pt x="33491" y="292"/>
                  </a:cubicBezTo>
                  <a:lnTo>
                    <a:pt x="33491" y="247"/>
                  </a:lnTo>
                  <a:lnTo>
                    <a:pt x="33446" y="256"/>
                  </a:lnTo>
                  <a:lnTo>
                    <a:pt x="33446" y="220"/>
                  </a:lnTo>
                  <a:cubicBezTo>
                    <a:pt x="33259" y="211"/>
                    <a:pt x="33071" y="176"/>
                    <a:pt x="32875" y="167"/>
                  </a:cubicBezTo>
                  <a:cubicBezTo>
                    <a:pt x="32835" y="107"/>
                    <a:pt x="32755" y="92"/>
                    <a:pt x="32666" y="92"/>
                  </a:cubicBezTo>
                  <a:cubicBezTo>
                    <a:pt x="32577" y="92"/>
                    <a:pt x="32479" y="107"/>
                    <a:pt x="32403" y="107"/>
                  </a:cubicBezTo>
                  <a:cubicBezTo>
                    <a:pt x="32387" y="107"/>
                    <a:pt x="32372" y="106"/>
                    <a:pt x="32358" y="104"/>
                  </a:cubicBezTo>
                  <a:cubicBezTo>
                    <a:pt x="32263" y="121"/>
                    <a:pt x="32169" y="128"/>
                    <a:pt x="32076" y="128"/>
                  </a:cubicBezTo>
                  <a:cubicBezTo>
                    <a:pt x="31780" y="128"/>
                    <a:pt x="31487" y="60"/>
                    <a:pt x="31189" y="33"/>
                  </a:cubicBezTo>
                  <a:lnTo>
                    <a:pt x="31189" y="33"/>
                  </a:lnTo>
                  <a:lnTo>
                    <a:pt x="31198" y="78"/>
                  </a:lnTo>
                  <a:cubicBezTo>
                    <a:pt x="31118" y="78"/>
                    <a:pt x="30948" y="69"/>
                    <a:pt x="30868" y="69"/>
                  </a:cubicBezTo>
                  <a:lnTo>
                    <a:pt x="30886" y="33"/>
                  </a:lnTo>
                  <a:lnTo>
                    <a:pt x="30886" y="33"/>
                  </a:lnTo>
                  <a:cubicBezTo>
                    <a:pt x="30839" y="55"/>
                    <a:pt x="30792" y="63"/>
                    <a:pt x="30746" y="63"/>
                  </a:cubicBezTo>
                  <a:cubicBezTo>
                    <a:pt x="30627" y="63"/>
                    <a:pt x="30508" y="12"/>
                    <a:pt x="30390" y="12"/>
                  </a:cubicBezTo>
                  <a:cubicBezTo>
                    <a:pt x="30350" y="12"/>
                    <a:pt x="30310" y="17"/>
                    <a:pt x="30270" y="33"/>
                  </a:cubicBezTo>
                  <a:cubicBezTo>
                    <a:pt x="29982" y="94"/>
                    <a:pt x="29693" y="135"/>
                    <a:pt x="29394" y="135"/>
                  </a:cubicBezTo>
                  <a:cubicBezTo>
                    <a:pt x="29341" y="135"/>
                    <a:pt x="29288" y="134"/>
                    <a:pt x="29235" y="131"/>
                  </a:cubicBezTo>
                  <a:cubicBezTo>
                    <a:pt x="29111" y="81"/>
                    <a:pt x="28975" y="61"/>
                    <a:pt x="28838" y="61"/>
                  </a:cubicBezTo>
                  <a:cubicBezTo>
                    <a:pt x="28659" y="61"/>
                    <a:pt x="28478" y="95"/>
                    <a:pt x="28316" y="140"/>
                  </a:cubicBezTo>
                  <a:cubicBezTo>
                    <a:pt x="28284" y="127"/>
                    <a:pt x="28251" y="100"/>
                    <a:pt x="28215" y="100"/>
                  </a:cubicBezTo>
                  <a:cubicBezTo>
                    <a:pt x="28202" y="100"/>
                    <a:pt x="28188" y="104"/>
                    <a:pt x="28174" y="113"/>
                  </a:cubicBezTo>
                  <a:cubicBezTo>
                    <a:pt x="28095" y="142"/>
                    <a:pt x="28016" y="152"/>
                    <a:pt x="27937" y="152"/>
                  </a:cubicBezTo>
                  <a:cubicBezTo>
                    <a:pt x="27675" y="152"/>
                    <a:pt x="27413" y="33"/>
                    <a:pt x="27151" y="33"/>
                  </a:cubicBezTo>
                  <a:cubicBezTo>
                    <a:pt x="27144" y="33"/>
                    <a:pt x="27137" y="33"/>
                    <a:pt x="27130" y="33"/>
                  </a:cubicBezTo>
                  <a:cubicBezTo>
                    <a:pt x="27017" y="23"/>
                    <a:pt x="26896" y="1"/>
                    <a:pt x="267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60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9" r:id="rId16"/>
    <p:sldLayoutId id="2147483670" r:id="rId17"/>
    <p:sldLayoutId id="2147483671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>
            <a:spLocks noGrp="1"/>
          </p:cNvSpPr>
          <p:nvPr>
            <p:ph type="ctrTitle"/>
          </p:nvPr>
        </p:nvSpPr>
        <p:spPr>
          <a:xfrm>
            <a:off x="713225" y="1524000"/>
            <a:ext cx="4572284" cy="20503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Building &amp; Managing Online </a:t>
            </a:r>
            <a:r>
              <a:rPr lang="en" sz="5600" dirty="0">
                <a:latin typeface="Ms Madi"/>
                <a:ea typeface="Ms Madi"/>
                <a:cs typeface="Ms Madi"/>
                <a:sym typeface="Ms Madi"/>
              </a:rPr>
              <a:t>Reputation</a:t>
            </a:r>
            <a:endParaRPr sz="5600" dirty="0">
              <a:latin typeface="Ms Madi"/>
              <a:ea typeface="Ms Madi"/>
              <a:cs typeface="Ms Madi"/>
              <a:sym typeface="Ms Madi"/>
            </a:endParaRPr>
          </a:p>
        </p:txBody>
      </p:sp>
      <p:sp>
        <p:nvSpPr>
          <p:cNvPr id="229" name="Google Shape;229;p29"/>
          <p:cNvSpPr txBox="1">
            <a:spLocks noGrp="1"/>
          </p:cNvSpPr>
          <p:nvPr>
            <p:ph type="subTitle" idx="1"/>
          </p:nvPr>
        </p:nvSpPr>
        <p:spPr>
          <a:xfrm>
            <a:off x="713225" y="3574327"/>
            <a:ext cx="3858900" cy="3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G</a:t>
            </a:r>
            <a:r>
              <a:rPr lang="en" dirty="0"/>
              <a:t>uided by Chhavi Patel Ma’am </a:t>
            </a:r>
            <a:endParaRPr dirty="0"/>
          </a:p>
        </p:txBody>
      </p:sp>
      <p:grpSp>
        <p:nvGrpSpPr>
          <p:cNvPr id="230" name="Google Shape;230;p29"/>
          <p:cNvGrpSpPr/>
          <p:nvPr/>
        </p:nvGrpSpPr>
        <p:grpSpPr>
          <a:xfrm>
            <a:off x="5392307" y="539399"/>
            <a:ext cx="3301658" cy="4335771"/>
            <a:chOff x="5135997" y="539399"/>
            <a:chExt cx="3301658" cy="4335771"/>
          </a:xfrm>
        </p:grpSpPr>
        <p:grpSp>
          <p:nvGrpSpPr>
            <p:cNvPr id="231" name="Google Shape;231;p29"/>
            <p:cNvGrpSpPr/>
            <p:nvPr/>
          </p:nvGrpSpPr>
          <p:grpSpPr>
            <a:xfrm>
              <a:off x="5135997" y="1304138"/>
              <a:ext cx="978744" cy="3301419"/>
              <a:chOff x="6299462" y="421359"/>
              <a:chExt cx="563825" cy="1901849"/>
            </a:xfrm>
          </p:grpSpPr>
          <p:sp>
            <p:nvSpPr>
              <p:cNvPr id="232" name="Google Shape;232;p29"/>
              <p:cNvSpPr/>
              <p:nvPr/>
            </p:nvSpPr>
            <p:spPr>
              <a:xfrm>
                <a:off x="6541515" y="507895"/>
                <a:ext cx="141275" cy="180972"/>
              </a:xfrm>
              <a:custGeom>
                <a:avLst/>
                <a:gdLst/>
                <a:ahLst/>
                <a:cxnLst/>
                <a:rect l="l" t="t" r="r" b="b"/>
                <a:pathLst>
                  <a:path w="3275" h="4195" extrusionOk="0">
                    <a:moveTo>
                      <a:pt x="3212" y="1"/>
                    </a:moveTo>
                    <a:cubicBezTo>
                      <a:pt x="3212" y="1"/>
                      <a:pt x="3212" y="125"/>
                      <a:pt x="3212" y="349"/>
                    </a:cubicBezTo>
                    <a:cubicBezTo>
                      <a:pt x="3212" y="572"/>
                      <a:pt x="3212" y="902"/>
                      <a:pt x="3186" y="1303"/>
                    </a:cubicBezTo>
                    <a:cubicBezTo>
                      <a:pt x="3177" y="1499"/>
                      <a:pt x="3159" y="1722"/>
                      <a:pt x="3132" y="1954"/>
                    </a:cubicBezTo>
                    <a:cubicBezTo>
                      <a:pt x="3114" y="2186"/>
                      <a:pt x="3087" y="2436"/>
                      <a:pt x="3007" y="2677"/>
                    </a:cubicBezTo>
                    <a:cubicBezTo>
                      <a:pt x="2918" y="2918"/>
                      <a:pt x="2757" y="3141"/>
                      <a:pt x="2588" y="3373"/>
                    </a:cubicBezTo>
                    <a:cubicBezTo>
                      <a:pt x="2418" y="3605"/>
                      <a:pt x="2240" y="3846"/>
                      <a:pt x="1981" y="3953"/>
                    </a:cubicBezTo>
                    <a:cubicBezTo>
                      <a:pt x="1856" y="4006"/>
                      <a:pt x="1714" y="4024"/>
                      <a:pt x="1571" y="4024"/>
                    </a:cubicBezTo>
                    <a:cubicBezTo>
                      <a:pt x="1520" y="4024"/>
                      <a:pt x="1470" y="4025"/>
                      <a:pt x="1421" y="4025"/>
                    </a:cubicBezTo>
                    <a:cubicBezTo>
                      <a:pt x="1323" y="4025"/>
                      <a:pt x="1232" y="4021"/>
                      <a:pt x="1160" y="3997"/>
                    </a:cubicBezTo>
                    <a:cubicBezTo>
                      <a:pt x="1044" y="3970"/>
                      <a:pt x="964" y="3863"/>
                      <a:pt x="866" y="3756"/>
                    </a:cubicBezTo>
                    <a:cubicBezTo>
                      <a:pt x="777" y="3649"/>
                      <a:pt x="688" y="3551"/>
                      <a:pt x="598" y="3444"/>
                    </a:cubicBezTo>
                    <a:cubicBezTo>
                      <a:pt x="518" y="3346"/>
                      <a:pt x="429" y="3257"/>
                      <a:pt x="366" y="3150"/>
                    </a:cubicBezTo>
                    <a:cubicBezTo>
                      <a:pt x="313" y="3052"/>
                      <a:pt x="277" y="2945"/>
                      <a:pt x="251" y="2829"/>
                    </a:cubicBezTo>
                    <a:cubicBezTo>
                      <a:pt x="197" y="2606"/>
                      <a:pt x="161" y="2382"/>
                      <a:pt x="135" y="2186"/>
                    </a:cubicBezTo>
                    <a:cubicBezTo>
                      <a:pt x="72" y="1794"/>
                      <a:pt x="45" y="1464"/>
                      <a:pt x="27" y="1241"/>
                    </a:cubicBezTo>
                    <a:cubicBezTo>
                      <a:pt x="10" y="1018"/>
                      <a:pt x="1" y="893"/>
                      <a:pt x="1" y="893"/>
                    </a:cubicBezTo>
                    <a:cubicBezTo>
                      <a:pt x="1" y="893"/>
                      <a:pt x="1" y="1018"/>
                      <a:pt x="1" y="1241"/>
                    </a:cubicBezTo>
                    <a:cubicBezTo>
                      <a:pt x="1" y="1464"/>
                      <a:pt x="10" y="1794"/>
                      <a:pt x="45" y="2195"/>
                    </a:cubicBezTo>
                    <a:cubicBezTo>
                      <a:pt x="63" y="2400"/>
                      <a:pt x="90" y="2614"/>
                      <a:pt x="135" y="2855"/>
                    </a:cubicBezTo>
                    <a:cubicBezTo>
                      <a:pt x="152" y="2971"/>
                      <a:pt x="188" y="3096"/>
                      <a:pt x="251" y="3221"/>
                    </a:cubicBezTo>
                    <a:cubicBezTo>
                      <a:pt x="322" y="3337"/>
                      <a:pt x="411" y="3444"/>
                      <a:pt x="491" y="3542"/>
                    </a:cubicBezTo>
                    <a:cubicBezTo>
                      <a:pt x="572" y="3649"/>
                      <a:pt x="661" y="3747"/>
                      <a:pt x="750" y="3854"/>
                    </a:cubicBezTo>
                    <a:cubicBezTo>
                      <a:pt x="830" y="3962"/>
                      <a:pt x="929" y="4104"/>
                      <a:pt x="1107" y="4158"/>
                    </a:cubicBezTo>
                    <a:cubicBezTo>
                      <a:pt x="1222" y="4190"/>
                      <a:pt x="1332" y="4194"/>
                      <a:pt x="1441" y="4194"/>
                    </a:cubicBezTo>
                    <a:cubicBezTo>
                      <a:pt x="1484" y="4194"/>
                      <a:pt x="1527" y="4193"/>
                      <a:pt x="1571" y="4193"/>
                    </a:cubicBezTo>
                    <a:cubicBezTo>
                      <a:pt x="1722" y="4193"/>
                      <a:pt x="1892" y="4176"/>
                      <a:pt x="2044" y="4113"/>
                    </a:cubicBezTo>
                    <a:cubicBezTo>
                      <a:pt x="2374" y="3979"/>
                      <a:pt x="2552" y="3703"/>
                      <a:pt x="2722" y="3471"/>
                    </a:cubicBezTo>
                    <a:cubicBezTo>
                      <a:pt x="2891" y="3239"/>
                      <a:pt x="3052" y="2989"/>
                      <a:pt x="3141" y="2730"/>
                    </a:cubicBezTo>
                    <a:cubicBezTo>
                      <a:pt x="3230" y="2463"/>
                      <a:pt x="3239" y="2204"/>
                      <a:pt x="3257" y="1963"/>
                    </a:cubicBezTo>
                    <a:cubicBezTo>
                      <a:pt x="3266" y="1731"/>
                      <a:pt x="3275" y="1508"/>
                      <a:pt x="3275" y="1303"/>
                    </a:cubicBezTo>
                    <a:cubicBezTo>
                      <a:pt x="3275" y="902"/>
                      <a:pt x="3257" y="572"/>
                      <a:pt x="3239" y="349"/>
                    </a:cubicBezTo>
                    <a:cubicBezTo>
                      <a:pt x="3221" y="125"/>
                      <a:pt x="3212" y="1"/>
                      <a:pt x="32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9"/>
              <p:cNvSpPr/>
              <p:nvPr/>
            </p:nvSpPr>
            <p:spPr>
              <a:xfrm>
                <a:off x="6523052" y="546374"/>
                <a:ext cx="23510" cy="58498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356" extrusionOk="0">
                    <a:moveTo>
                      <a:pt x="545" y="1276"/>
                    </a:moveTo>
                    <a:lnTo>
                      <a:pt x="545" y="1276"/>
                    </a:lnTo>
                    <a:cubicBezTo>
                      <a:pt x="542" y="1276"/>
                      <a:pt x="541" y="1278"/>
                      <a:pt x="539" y="1281"/>
                    </a:cubicBezTo>
                    <a:lnTo>
                      <a:pt x="539" y="1281"/>
                    </a:lnTo>
                    <a:cubicBezTo>
                      <a:pt x="543" y="1278"/>
                      <a:pt x="545" y="1276"/>
                      <a:pt x="545" y="1276"/>
                    </a:cubicBezTo>
                    <a:close/>
                    <a:moveTo>
                      <a:pt x="259" y="1"/>
                    </a:moveTo>
                    <a:lnTo>
                      <a:pt x="259" y="1"/>
                    </a:lnTo>
                    <a:cubicBezTo>
                      <a:pt x="259" y="1"/>
                      <a:pt x="241" y="19"/>
                      <a:pt x="206" y="45"/>
                    </a:cubicBezTo>
                    <a:cubicBezTo>
                      <a:pt x="179" y="72"/>
                      <a:pt x="143" y="126"/>
                      <a:pt x="108" y="197"/>
                    </a:cubicBezTo>
                    <a:cubicBezTo>
                      <a:pt x="36" y="331"/>
                      <a:pt x="1" y="554"/>
                      <a:pt x="54" y="777"/>
                    </a:cubicBezTo>
                    <a:cubicBezTo>
                      <a:pt x="81" y="893"/>
                      <a:pt x="116" y="1000"/>
                      <a:pt x="152" y="1089"/>
                    </a:cubicBezTo>
                    <a:cubicBezTo>
                      <a:pt x="188" y="1169"/>
                      <a:pt x="232" y="1267"/>
                      <a:pt x="304" y="1321"/>
                    </a:cubicBezTo>
                    <a:cubicBezTo>
                      <a:pt x="342" y="1346"/>
                      <a:pt x="380" y="1356"/>
                      <a:pt x="413" y="1356"/>
                    </a:cubicBezTo>
                    <a:cubicBezTo>
                      <a:pt x="450" y="1356"/>
                      <a:pt x="481" y="1344"/>
                      <a:pt x="500" y="1330"/>
                    </a:cubicBezTo>
                    <a:cubicBezTo>
                      <a:pt x="527" y="1310"/>
                      <a:pt x="533" y="1290"/>
                      <a:pt x="539" y="1281"/>
                    </a:cubicBezTo>
                    <a:lnTo>
                      <a:pt x="539" y="1281"/>
                    </a:lnTo>
                    <a:cubicBezTo>
                      <a:pt x="531" y="1287"/>
                      <a:pt x="515" y="1297"/>
                      <a:pt x="491" y="1303"/>
                    </a:cubicBezTo>
                    <a:cubicBezTo>
                      <a:pt x="485" y="1305"/>
                      <a:pt x="479" y="1305"/>
                      <a:pt x="471" y="1305"/>
                    </a:cubicBezTo>
                    <a:cubicBezTo>
                      <a:pt x="436" y="1305"/>
                      <a:pt x="389" y="1287"/>
                      <a:pt x="366" y="1250"/>
                    </a:cubicBezTo>
                    <a:cubicBezTo>
                      <a:pt x="331" y="1205"/>
                      <a:pt x="313" y="1134"/>
                      <a:pt x="295" y="1036"/>
                    </a:cubicBezTo>
                    <a:cubicBezTo>
                      <a:pt x="268" y="946"/>
                      <a:pt x="250" y="848"/>
                      <a:pt x="224" y="750"/>
                    </a:cubicBezTo>
                    <a:cubicBezTo>
                      <a:pt x="179" y="545"/>
                      <a:pt x="170" y="358"/>
                      <a:pt x="188" y="224"/>
                    </a:cubicBezTo>
                    <a:cubicBezTo>
                      <a:pt x="215" y="81"/>
                      <a:pt x="259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9"/>
              <p:cNvSpPr/>
              <p:nvPr/>
            </p:nvSpPr>
            <p:spPr>
              <a:xfrm>
                <a:off x="6678481" y="544865"/>
                <a:ext cx="19326" cy="61302"/>
              </a:xfrm>
              <a:custGeom>
                <a:avLst/>
                <a:gdLst/>
                <a:ahLst/>
                <a:cxnLst/>
                <a:rect l="l" t="t" r="r" b="b"/>
                <a:pathLst>
                  <a:path w="448" h="1421" extrusionOk="0">
                    <a:moveTo>
                      <a:pt x="2" y="1392"/>
                    </a:moveTo>
                    <a:cubicBezTo>
                      <a:pt x="0" y="1393"/>
                      <a:pt x="2" y="1394"/>
                      <a:pt x="6" y="1395"/>
                    </a:cubicBezTo>
                    <a:lnTo>
                      <a:pt x="6" y="1395"/>
                    </a:lnTo>
                    <a:cubicBezTo>
                      <a:pt x="3" y="1393"/>
                      <a:pt x="2" y="1392"/>
                      <a:pt x="2" y="1392"/>
                    </a:cubicBezTo>
                    <a:close/>
                    <a:moveTo>
                      <a:pt x="127" y="0"/>
                    </a:moveTo>
                    <a:cubicBezTo>
                      <a:pt x="127" y="0"/>
                      <a:pt x="144" y="18"/>
                      <a:pt x="171" y="54"/>
                    </a:cubicBezTo>
                    <a:cubicBezTo>
                      <a:pt x="189" y="89"/>
                      <a:pt x="225" y="134"/>
                      <a:pt x="242" y="205"/>
                    </a:cubicBezTo>
                    <a:cubicBezTo>
                      <a:pt x="269" y="339"/>
                      <a:pt x="269" y="544"/>
                      <a:pt x="269" y="758"/>
                    </a:cubicBezTo>
                    <a:cubicBezTo>
                      <a:pt x="251" y="972"/>
                      <a:pt x="234" y="1187"/>
                      <a:pt x="180" y="1294"/>
                    </a:cubicBezTo>
                    <a:cubicBezTo>
                      <a:pt x="134" y="1379"/>
                      <a:pt x="55" y="1396"/>
                      <a:pt x="19" y="1396"/>
                    </a:cubicBezTo>
                    <a:cubicBezTo>
                      <a:pt x="14" y="1396"/>
                      <a:pt x="9" y="1396"/>
                      <a:pt x="6" y="1395"/>
                    </a:cubicBezTo>
                    <a:lnTo>
                      <a:pt x="6" y="1395"/>
                    </a:lnTo>
                    <a:cubicBezTo>
                      <a:pt x="14" y="1401"/>
                      <a:pt x="32" y="1412"/>
                      <a:pt x="64" y="1418"/>
                    </a:cubicBezTo>
                    <a:cubicBezTo>
                      <a:pt x="71" y="1420"/>
                      <a:pt x="79" y="1421"/>
                      <a:pt x="88" y="1421"/>
                    </a:cubicBezTo>
                    <a:cubicBezTo>
                      <a:pt x="134" y="1421"/>
                      <a:pt x="199" y="1400"/>
                      <a:pt x="251" y="1347"/>
                    </a:cubicBezTo>
                    <a:cubicBezTo>
                      <a:pt x="314" y="1285"/>
                      <a:pt x="350" y="1187"/>
                      <a:pt x="385" y="1097"/>
                    </a:cubicBezTo>
                    <a:cubicBezTo>
                      <a:pt x="412" y="999"/>
                      <a:pt x="430" y="883"/>
                      <a:pt x="439" y="767"/>
                    </a:cubicBezTo>
                    <a:cubicBezTo>
                      <a:pt x="448" y="526"/>
                      <a:pt x="403" y="312"/>
                      <a:pt x="314" y="170"/>
                    </a:cubicBezTo>
                    <a:cubicBezTo>
                      <a:pt x="278" y="98"/>
                      <a:pt x="225" y="54"/>
                      <a:pt x="189" y="36"/>
                    </a:cubicBezTo>
                    <a:cubicBezTo>
                      <a:pt x="153" y="9"/>
                      <a:pt x="127" y="0"/>
                      <a:pt x="1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9"/>
              <p:cNvSpPr/>
              <p:nvPr/>
            </p:nvSpPr>
            <p:spPr>
              <a:xfrm>
                <a:off x="6388760" y="635671"/>
                <a:ext cx="164354" cy="119714"/>
              </a:xfrm>
              <a:custGeom>
                <a:avLst/>
                <a:gdLst/>
                <a:ahLst/>
                <a:cxnLst/>
                <a:rect l="l" t="t" r="r" b="b"/>
                <a:pathLst>
                  <a:path w="3810" h="2775" extrusionOk="0">
                    <a:moveTo>
                      <a:pt x="3738" y="0"/>
                    </a:moveTo>
                    <a:cubicBezTo>
                      <a:pt x="3738" y="0"/>
                      <a:pt x="3738" y="81"/>
                      <a:pt x="3738" y="206"/>
                    </a:cubicBezTo>
                    <a:cubicBezTo>
                      <a:pt x="3738" y="330"/>
                      <a:pt x="3747" y="518"/>
                      <a:pt x="3684" y="732"/>
                    </a:cubicBezTo>
                    <a:cubicBezTo>
                      <a:pt x="3658" y="839"/>
                      <a:pt x="3595" y="946"/>
                      <a:pt x="3515" y="1035"/>
                    </a:cubicBezTo>
                    <a:cubicBezTo>
                      <a:pt x="3426" y="1124"/>
                      <a:pt x="3301" y="1178"/>
                      <a:pt x="3158" y="1231"/>
                    </a:cubicBezTo>
                    <a:cubicBezTo>
                      <a:pt x="2882" y="1339"/>
                      <a:pt x="2569" y="1472"/>
                      <a:pt x="2248" y="1606"/>
                    </a:cubicBezTo>
                    <a:cubicBezTo>
                      <a:pt x="1597" y="1883"/>
                      <a:pt x="1026" y="2150"/>
                      <a:pt x="607" y="2347"/>
                    </a:cubicBezTo>
                    <a:cubicBezTo>
                      <a:pt x="402" y="2445"/>
                      <a:pt x="241" y="2552"/>
                      <a:pt x="143" y="2641"/>
                    </a:cubicBezTo>
                    <a:cubicBezTo>
                      <a:pt x="45" y="2721"/>
                      <a:pt x="0" y="2775"/>
                      <a:pt x="0" y="2775"/>
                    </a:cubicBezTo>
                    <a:cubicBezTo>
                      <a:pt x="0" y="2775"/>
                      <a:pt x="54" y="2730"/>
                      <a:pt x="161" y="2659"/>
                    </a:cubicBezTo>
                    <a:cubicBezTo>
                      <a:pt x="268" y="2587"/>
                      <a:pt x="428" y="2507"/>
                      <a:pt x="642" y="2427"/>
                    </a:cubicBezTo>
                    <a:cubicBezTo>
                      <a:pt x="1080" y="2266"/>
                      <a:pt x="1668" y="2043"/>
                      <a:pt x="2311" y="1767"/>
                    </a:cubicBezTo>
                    <a:cubicBezTo>
                      <a:pt x="2641" y="1624"/>
                      <a:pt x="2944" y="1490"/>
                      <a:pt x="3221" y="1365"/>
                    </a:cubicBezTo>
                    <a:cubicBezTo>
                      <a:pt x="3354" y="1303"/>
                      <a:pt x="3497" y="1231"/>
                      <a:pt x="3595" y="1115"/>
                    </a:cubicBezTo>
                    <a:cubicBezTo>
                      <a:pt x="3693" y="1000"/>
                      <a:pt x="3747" y="875"/>
                      <a:pt x="3765" y="759"/>
                    </a:cubicBezTo>
                    <a:cubicBezTo>
                      <a:pt x="3809" y="518"/>
                      <a:pt x="3783" y="330"/>
                      <a:pt x="3765" y="206"/>
                    </a:cubicBezTo>
                    <a:cubicBezTo>
                      <a:pt x="3747" y="72"/>
                      <a:pt x="3738" y="0"/>
                      <a:pt x="3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9"/>
              <p:cNvSpPr/>
              <p:nvPr/>
            </p:nvSpPr>
            <p:spPr>
              <a:xfrm>
                <a:off x="6668904" y="632953"/>
                <a:ext cx="162844" cy="133993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3106" extrusionOk="0">
                    <a:moveTo>
                      <a:pt x="108" y="1"/>
                    </a:moveTo>
                    <a:cubicBezTo>
                      <a:pt x="108" y="1"/>
                      <a:pt x="72" y="295"/>
                      <a:pt x="36" y="777"/>
                    </a:cubicBezTo>
                    <a:cubicBezTo>
                      <a:pt x="27" y="893"/>
                      <a:pt x="1" y="1054"/>
                      <a:pt x="108" y="1187"/>
                    </a:cubicBezTo>
                    <a:cubicBezTo>
                      <a:pt x="206" y="1321"/>
                      <a:pt x="357" y="1384"/>
                      <a:pt x="500" y="1455"/>
                    </a:cubicBezTo>
                    <a:cubicBezTo>
                      <a:pt x="786" y="1589"/>
                      <a:pt x="1098" y="1741"/>
                      <a:pt x="1428" y="1892"/>
                    </a:cubicBezTo>
                    <a:cubicBezTo>
                      <a:pt x="2079" y="2213"/>
                      <a:pt x="2668" y="2517"/>
                      <a:pt x="3087" y="2740"/>
                    </a:cubicBezTo>
                    <a:cubicBezTo>
                      <a:pt x="3507" y="2963"/>
                      <a:pt x="3774" y="3105"/>
                      <a:pt x="3774" y="3105"/>
                    </a:cubicBezTo>
                    <a:cubicBezTo>
                      <a:pt x="3774" y="3105"/>
                      <a:pt x="3533" y="2927"/>
                      <a:pt x="3132" y="2659"/>
                    </a:cubicBezTo>
                    <a:cubicBezTo>
                      <a:pt x="2730" y="2401"/>
                      <a:pt x="2159" y="2062"/>
                      <a:pt x="1499" y="1741"/>
                    </a:cubicBezTo>
                    <a:cubicBezTo>
                      <a:pt x="1169" y="1580"/>
                      <a:pt x="857" y="1437"/>
                      <a:pt x="563" y="1321"/>
                    </a:cubicBezTo>
                    <a:cubicBezTo>
                      <a:pt x="411" y="1259"/>
                      <a:pt x="277" y="1205"/>
                      <a:pt x="197" y="1116"/>
                    </a:cubicBezTo>
                    <a:cubicBezTo>
                      <a:pt x="117" y="1027"/>
                      <a:pt x="117" y="902"/>
                      <a:pt x="117" y="777"/>
                    </a:cubicBezTo>
                    <a:cubicBezTo>
                      <a:pt x="117" y="304"/>
                      <a:pt x="108" y="1"/>
                      <a:pt x="1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9"/>
              <p:cNvSpPr/>
              <p:nvPr/>
            </p:nvSpPr>
            <p:spPr>
              <a:xfrm>
                <a:off x="6538840" y="474204"/>
                <a:ext cx="140499" cy="87229"/>
              </a:xfrm>
              <a:custGeom>
                <a:avLst/>
                <a:gdLst/>
                <a:ahLst/>
                <a:cxnLst/>
                <a:rect l="l" t="t" r="r" b="b"/>
                <a:pathLst>
                  <a:path w="3257" h="2022" extrusionOk="0">
                    <a:moveTo>
                      <a:pt x="2696" y="0"/>
                    </a:moveTo>
                    <a:cubicBezTo>
                      <a:pt x="2674" y="0"/>
                      <a:pt x="2653" y="2"/>
                      <a:pt x="2632" y="5"/>
                    </a:cubicBezTo>
                    <a:cubicBezTo>
                      <a:pt x="2525" y="14"/>
                      <a:pt x="2427" y="41"/>
                      <a:pt x="2329" y="41"/>
                    </a:cubicBezTo>
                    <a:cubicBezTo>
                      <a:pt x="2231" y="55"/>
                      <a:pt x="2130" y="59"/>
                      <a:pt x="2026" y="59"/>
                    </a:cubicBezTo>
                    <a:cubicBezTo>
                      <a:pt x="1923" y="59"/>
                      <a:pt x="1816" y="55"/>
                      <a:pt x="1704" y="50"/>
                    </a:cubicBezTo>
                    <a:cubicBezTo>
                      <a:pt x="1490" y="41"/>
                      <a:pt x="1276" y="23"/>
                      <a:pt x="1071" y="14"/>
                    </a:cubicBezTo>
                    <a:cubicBezTo>
                      <a:pt x="934" y="14"/>
                      <a:pt x="805" y="2"/>
                      <a:pt x="671" y="2"/>
                    </a:cubicBezTo>
                    <a:cubicBezTo>
                      <a:pt x="604" y="2"/>
                      <a:pt x="536" y="5"/>
                      <a:pt x="464" y="14"/>
                    </a:cubicBezTo>
                    <a:cubicBezTo>
                      <a:pt x="357" y="32"/>
                      <a:pt x="250" y="95"/>
                      <a:pt x="188" y="184"/>
                    </a:cubicBezTo>
                    <a:cubicBezTo>
                      <a:pt x="125" y="264"/>
                      <a:pt x="98" y="362"/>
                      <a:pt x="89" y="452"/>
                    </a:cubicBezTo>
                    <a:cubicBezTo>
                      <a:pt x="72" y="630"/>
                      <a:pt x="98" y="791"/>
                      <a:pt x="107" y="933"/>
                    </a:cubicBezTo>
                    <a:cubicBezTo>
                      <a:pt x="134" y="1210"/>
                      <a:pt x="125" y="1442"/>
                      <a:pt x="89" y="1593"/>
                    </a:cubicBezTo>
                    <a:cubicBezTo>
                      <a:pt x="72" y="1674"/>
                      <a:pt x="45" y="1727"/>
                      <a:pt x="27" y="1772"/>
                    </a:cubicBezTo>
                    <a:cubicBezTo>
                      <a:pt x="9" y="1808"/>
                      <a:pt x="0" y="1825"/>
                      <a:pt x="0" y="1825"/>
                    </a:cubicBezTo>
                    <a:cubicBezTo>
                      <a:pt x="0" y="1825"/>
                      <a:pt x="9" y="1808"/>
                      <a:pt x="36" y="1772"/>
                    </a:cubicBezTo>
                    <a:cubicBezTo>
                      <a:pt x="54" y="1736"/>
                      <a:pt x="89" y="1683"/>
                      <a:pt x="116" y="1602"/>
                    </a:cubicBezTo>
                    <a:cubicBezTo>
                      <a:pt x="170" y="1451"/>
                      <a:pt x="197" y="1210"/>
                      <a:pt x="188" y="924"/>
                    </a:cubicBezTo>
                    <a:cubicBezTo>
                      <a:pt x="197" y="782"/>
                      <a:pt x="179" y="621"/>
                      <a:pt x="205" y="469"/>
                    </a:cubicBezTo>
                    <a:cubicBezTo>
                      <a:pt x="232" y="309"/>
                      <a:pt x="321" y="175"/>
                      <a:pt x="491" y="157"/>
                    </a:cubicBezTo>
                    <a:cubicBezTo>
                      <a:pt x="522" y="154"/>
                      <a:pt x="556" y="152"/>
                      <a:pt x="591" y="152"/>
                    </a:cubicBezTo>
                    <a:cubicBezTo>
                      <a:pt x="734" y="152"/>
                      <a:pt x="904" y="177"/>
                      <a:pt x="1062" y="184"/>
                    </a:cubicBezTo>
                    <a:cubicBezTo>
                      <a:pt x="1267" y="193"/>
                      <a:pt x="1481" y="211"/>
                      <a:pt x="1704" y="220"/>
                    </a:cubicBezTo>
                    <a:cubicBezTo>
                      <a:pt x="1811" y="224"/>
                      <a:pt x="1921" y="228"/>
                      <a:pt x="2029" y="228"/>
                    </a:cubicBezTo>
                    <a:cubicBezTo>
                      <a:pt x="2137" y="228"/>
                      <a:pt x="2244" y="224"/>
                      <a:pt x="2347" y="211"/>
                    </a:cubicBezTo>
                    <a:cubicBezTo>
                      <a:pt x="2480" y="194"/>
                      <a:pt x="2606" y="157"/>
                      <a:pt x="2706" y="157"/>
                    </a:cubicBezTo>
                    <a:cubicBezTo>
                      <a:pt x="2767" y="157"/>
                      <a:pt x="2818" y="170"/>
                      <a:pt x="2855" y="211"/>
                    </a:cubicBezTo>
                    <a:cubicBezTo>
                      <a:pt x="2971" y="327"/>
                      <a:pt x="3033" y="496"/>
                      <a:pt x="3051" y="648"/>
                    </a:cubicBezTo>
                    <a:cubicBezTo>
                      <a:pt x="3087" y="808"/>
                      <a:pt x="3087" y="969"/>
                      <a:pt x="3087" y="1112"/>
                    </a:cubicBezTo>
                    <a:cubicBezTo>
                      <a:pt x="3096" y="1397"/>
                      <a:pt x="3123" y="1629"/>
                      <a:pt x="3176" y="1790"/>
                    </a:cubicBezTo>
                    <a:cubicBezTo>
                      <a:pt x="3221" y="1941"/>
                      <a:pt x="3256" y="2022"/>
                      <a:pt x="3256" y="2022"/>
                    </a:cubicBezTo>
                    <a:cubicBezTo>
                      <a:pt x="3256" y="2022"/>
                      <a:pt x="3230" y="1932"/>
                      <a:pt x="3203" y="1781"/>
                    </a:cubicBezTo>
                    <a:cubicBezTo>
                      <a:pt x="3167" y="1620"/>
                      <a:pt x="3158" y="1397"/>
                      <a:pt x="3176" y="1112"/>
                    </a:cubicBezTo>
                    <a:cubicBezTo>
                      <a:pt x="3185" y="969"/>
                      <a:pt x="3194" y="808"/>
                      <a:pt x="3176" y="639"/>
                    </a:cubicBezTo>
                    <a:cubicBezTo>
                      <a:pt x="3149" y="460"/>
                      <a:pt x="3105" y="273"/>
                      <a:pt x="2962" y="104"/>
                    </a:cubicBezTo>
                    <a:cubicBezTo>
                      <a:pt x="2890" y="32"/>
                      <a:pt x="2789" y="0"/>
                      <a:pt x="26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9"/>
              <p:cNvSpPr/>
              <p:nvPr/>
            </p:nvSpPr>
            <p:spPr>
              <a:xfrm>
                <a:off x="6526891" y="421359"/>
                <a:ext cx="161679" cy="127392"/>
              </a:xfrm>
              <a:custGeom>
                <a:avLst/>
                <a:gdLst/>
                <a:ahLst/>
                <a:cxnLst/>
                <a:rect l="l" t="t" r="r" b="b"/>
                <a:pathLst>
                  <a:path w="3748" h="2953" extrusionOk="0">
                    <a:moveTo>
                      <a:pt x="2070" y="0"/>
                    </a:moveTo>
                    <a:cubicBezTo>
                      <a:pt x="1991" y="0"/>
                      <a:pt x="1912" y="7"/>
                      <a:pt x="1838" y="17"/>
                    </a:cubicBezTo>
                    <a:cubicBezTo>
                      <a:pt x="1562" y="62"/>
                      <a:pt x="1294" y="97"/>
                      <a:pt x="1036" y="205"/>
                    </a:cubicBezTo>
                    <a:cubicBezTo>
                      <a:pt x="911" y="249"/>
                      <a:pt x="786" y="321"/>
                      <a:pt x="688" y="410"/>
                    </a:cubicBezTo>
                    <a:cubicBezTo>
                      <a:pt x="590" y="499"/>
                      <a:pt x="518" y="579"/>
                      <a:pt x="420" y="633"/>
                    </a:cubicBezTo>
                    <a:cubicBezTo>
                      <a:pt x="322" y="695"/>
                      <a:pt x="197" y="758"/>
                      <a:pt x="135" y="891"/>
                    </a:cubicBezTo>
                    <a:cubicBezTo>
                      <a:pt x="72" y="1016"/>
                      <a:pt x="99" y="1141"/>
                      <a:pt x="90" y="1239"/>
                    </a:cubicBezTo>
                    <a:cubicBezTo>
                      <a:pt x="81" y="1436"/>
                      <a:pt x="1" y="1632"/>
                      <a:pt x="27" y="1828"/>
                    </a:cubicBezTo>
                    <a:cubicBezTo>
                      <a:pt x="45" y="2016"/>
                      <a:pt x="126" y="2167"/>
                      <a:pt x="161" y="2301"/>
                    </a:cubicBezTo>
                    <a:cubicBezTo>
                      <a:pt x="206" y="2435"/>
                      <a:pt x="215" y="2551"/>
                      <a:pt x="206" y="2649"/>
                    </a:cubicBezTo>
                    <a:cubicBezTo>
                      <a:pt x="188" y="2747"/>
                      <a:pt x="170" y="2827"/>
                      <a:pt x="152" y="2872"/>
                    </a:cubicBezTo>
                    <a:cubicBezTo>
                      <a:pt x="135" y="2925"/>
                      <a:pt x="117" y="2952"/>
                      <a:pt x="117" y="2952"/>
                    </a:cubicBezTo>
                    <a:cubicBezTo>
                      <a:pt x="117" y="2952"/>
                      <a:pt x="135" y="2925"/>
                      <a:pt x="161" y="2881"/>
                    </a:cubicBezTo>
                    <a:cubicBezTo>
                      <a:pt x="179" y="2827"/>
                      <a:pt x="206" y="2756"/>
                      <a:pt x="233" y="2658"/>
                    </a:cubicBezTo>
                    <a:cubicBezTo>
                      <a:pt x="251" y="2560"/>
                      <a:pt x="251" y="2426"/>
                      <a:pt x="215" y="2283"/>
                    </a:cubicBezTo>
                    <a:cubicBezTo>
                      <a:pt x="188" y="2140"/>
                      <a:pt x="126" y="1989"/>
                      <a:pt x="117" y="1819"/>
                    </a:cubicBezTo>
                    <a:cubicBezTo>
                      <a:pt x="99" y="1650"/>
                      <a:pt x="188" y="1471"/>
                      <a:pt x="206" y="1248"/>
                    </a:cubicBezTo>
                    <a:cubicBezTo>
                      <a:pt x="215" y="1132"/>
                      <a:pt x="215" y="1025"/>
                      <a:pt x="251" y="945"/>
                    </a:cubicBezTo>
                    <a:cubicBezTo>
                      <a:pt x="295" y="874"/>
                      <a:pt x="384" y="820"/>
                      <a:pt x="491" y="758"/>
                    </a:cubicBezTo>
                    <a:cubicBezTo>
                      <a:pt x="598" y="704"/>
                      <a:pt x="705" y="606"/>
                      <a:pt x="795" y="535"/>
                    </a:cubicBezTo>
                    <a:cubicBezTo>
                      <a:pt x="884" y="454"/>
                      <a:pt x="982" y="401"/>
                      <a:pt x="1098" y="356"/>
                    </a:cubicBezTo>
                    <a:cubicBezTo>
                      <a:pt x="1321" y="267"/>
                      <a:pt x="1589" y="231"/>
                      <a:pt x="1856" y="187"/>
                    </a:cubicBezTo>
                    <a:cubicBezTo>
                      <a:pt x="1923" y="178"/>
                      <a:pt x="1988" y="173"/>
                      <a:pt x="2050" y="173"/>
                    </a:cubicBezTo>
                    <a:cubicBezTo>
                      <a:pt x="2113" y="173"/>
                      <a:pt x="2173" y="178"/>
                      <a:pt x="2231" y="187"/>
                    </a:cubicBezTo>
                    <a:cubicBezTo>
                      <a:pt x="2347" y="205"/>
                      <a:pt x="2463" y="267"/>
                      <a:pt x="2570" y="329"/>
                    </a:cubicBezTo>
                    <a:cubicBezTo>
                      <a:pt x="2793" y="454"/>
                      <a:pt x="3007" y="579"/>
                      <a:pt x="3221" y="695"/>
                    </a:cubicBezTo>
                    <a:cubicBezTo>
                      <a:pt x="3319" y="758"/>
                      <a:pt x="3409" y="820"/>
                      <a:pt x="3462" y="891"/>
                    </a:cubicBezTo>
                    <a:cubicBezTo>
                      <a:pt x="3525" y="972"/>
                      <a:pt x="3542" y="1070"/>
                      <a:pt x="3560" y="1177"/>
                    </a:cubicBezTo>
                    <a:cubicBezTo>
                      <a:pt x="3605" y="1382"/>
                      <a:pt x="3632" y="1569"/>
                      <a:pt x="3649" y="1748"/>
                    </a:cubicBezTo>
                    <a:cubicBezTo>
                      <a:pt x="3685" y="2105"/>
                      <a:pt x="3667" y="2399"/>
                      <a:pt x="3649" y="2595"/>
                    </a:cubicBezTo>
                    <a:cubicBezTo>
                      <a:pt x="3632" y="2801"/>
                      <a:pt x="3614" y="2908"/>
                      <a:pt x="3614" y="2908"/>
                    </a:cubicBezTo>
                    <a:cubicBezTo>
                      <a:pt x="3614" y="2908"/>
                      <a:pt x="3641" y="2801"/>
                      <a:pt x="3676" y="2604"/>
                    </a:cubicBezTo>
                    <a:cubicBezTo>
                      <a:pt x="3712" y="2399"/>
                      <a:pt x="3748" y="2114"/>
                      <a:pt x="3739" y="1748"/>
                    </a:cubicBezTo>
                    <a:cubicBezTo>
                      <a:pt x="3730" y="1561"/>
                      <a:pt x="3712" y="1364"/>
                      <a:pt x="3685" y="1150"/>
                    </a:cubicBezTo>
                    <a:cubicBezTo>
                      <a:pt x="3667" y="1052"/>
                      <a:pt x="3649" y="927"/>
                      <a:pt x="3578" y="820"/>
                    </a:cubicBezTo>
                    <a:cubicBezTo>
                      <a:pt x="3507" y="713"/>
                      <a:pt x="3391" y="633"/>
                      <a:pt x="3293" y="570"/>
                    </a:cubicBezTo>
                    <a:cubicBezTo>
                      <a:pt x="3087" y="445"/>
                      <a:pt x="2873" y="321"/>
                      <a:pt x="2650" y="187"/>
                    </a:cubicBezTo>
                    <a:cubicBezTo>
                      <a:pt x="2543" y="115"/>
                      <a:pt x="2418" y="44"/>
                      <a:pt x="2267" y="17"/>
                    </a:cubicBezTo>
                    <a:cubicBezTo>
                      <a:pt x="2202" y="5"/>
                      <a:pt x="2136" y="0"/>
                      <a:pt x="20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9"/>
              <p:cNvSpPr/>
              <p:nvPr/>
            </p:nvSpPr>
            <p:spPr>
              <a:xfrm>
                <a:off x="6592721" y="599909"/>
                <a:ext cx="38522" cy="10914"/>
              </a:xfrm>
              <a:custGeom>
                <a:avLst/>
                <a:gdLst/>
                <a:ahLst/>
                <a:cxnLst/>
                <a:rect l="l" t="t" r="r" b="b"/>
                <a:pathLst>
                  <a:path w="893" h="253" extrusionOk="0">
                    <a:moveTo>
                      <a:pt x="190" y="1"/>
                    </a:moveTo>
                    <a:cubicBezTo>
                      <a:pt x="166" y="1"/>
                      <a:pt x="144" y="11"/>
                      <a:pt x="125" y="18"/>
                    </a:cubicBezTo>
                    <a:cubicBezTo>
                      <a:pt x="45" y="71"/>
                      <a:pt x="0" y="107"/>
                      <a:pt x="0" y="107"/>
                    </a:cubicBezTo>
                    <a:lnTo>
                      <a:pt x="143" y="107"/>
                    </a:lnTo>
                    <a:cubicBezTo>
                      <a:pt x="188" y="107"/>
                      <a:pt x="188" y="125"/>
                      <a:pt x="241" y="160"/>
                    </a:cubicBezTo>
                    <a:cubicBezTo>
                      <a:pt x="286" y="196"/>
                      <a:pt x="348" y="241"/>
                      <a:pt x="437" y="249"/>
                    </a:cubicBezTo>
                    <a:cubicBezTo>
                      <a:pt x="452" y="252"/>
                      <a:pt x="465" y="253"/>
                      <a:pt x="478" y="253"/>
                    </a:cubicBezTo>
                    <a:cubicBezTo>
                      <a:pt x="514" y="253"/>
                      <a:pt x="545" y="245"/>
                      <a:pt x="571" y="232"/>
                    </a:cubicBezTo>
                    <a:cubicBezTo>
                      <a:pt x="616" y="214"/>
                      <a:pt x="660" y="169"/>
                      <a:pt x="669" y="142"/>
                    </a:cubicBezTo>
                    <a:cubicBezTo>
                      <a:pt x="687" y="125"/>
                      <a:pt x="660" y="134"/>
                      <a:pt x="678" y="125"/>
                    </a:cubicBezTo>
                    <a:cubicBezTo>
                      <a:pt x="696" y="116"/>
                      <a:pt x="723" y="116"/>
                      <a:pt x="750" y="116"/>
                    </a:cubicBezTo>
                    <a:cubicBezTo>
                      <a:pt x="839" y="107"/>
                      <a:pt x="892" y="89"/>
                      <a:pt x="892" y="89"/>
                    </a:cubicBezTo>
                    <a:cubicBezTo>
                      <a:pt x="892" y="89"/>
                      <a:pt x="839" y="62"/>
                      <a:pt x="759" y="26"/>
                    </a:cubicBezTo>
                    <a:cubicBezTo>
                      <a:pt x="741" y="18"/>
                      <a:pt x="723" y="9"/>
                      <a:pt x="687" y="9"/>
                    </a:cubicBezTo>
                    <a:cubicBezTo>
                      <a:pt x="678" y="4"/>
                      <a:pt x="667" y="2"/>
                      <a:pt x="655" y="2"/>
                    </a:cubicBezTo>
                    <a:cubicBezTo>
                      <a:pt x="643" y="2"/>
                      <a:pt x="629" y="4"/>
                      <a:pt x="616" y="9"/>
                    </a:cubicBezTo>
                    <a:cubicBezTo>
                      <a:pt x="589" y="18"/>
                      <a:pt x="571" y="35"/>
                      <a:pt x="553" y="53"/>
                    </a:cubicBezTo>
                    <a:cubicBezTo>
                      <a:pt x="527" y="80"/>
                      <a:pt x="500" y="80"/>
                      <a:pt x="455" y="80"/>
                    </a:cubicBezTo>
                    <a:cubicBezTo>
                      <a:pt x="420" y="71"/>
                      <a:pt x="366" y="53"/>
                      <a:pt x="312" y="35"/>
                    </a:cubicBezTo>
                    <a:cubicBezTo>
                      <a:pt x="286" y="26"/>
                      <a:pt x="268" y="18"/>
                      <a:pt x="223" y="9"/>
                    </a:cubicBezTo>
                    <a:cubicBezTo>
                      <a:pt x="212" y="3"/>
                      <a:pt x="201" y="1"/>
                      <a:pt x="1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9"/>
              <p:cNvSpPr/>
              <p:nvPr/>
            </p:nvSpPr>
            <p:spPr>
              <a:xfrm>
                <a:off x="6586940" y="627043"/>
                <a:ext cx="56985" cy="10440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242" extrusionOk="0">
                    <a:moveTo>
                      <a:pt x="824" y="0"/>
                    </a:moveTo>
                    <a:cubicBezTo>
                      <a:pt x="807" y="0"/>
                      <a:pt x="789" y="1"/>
                      <a:pt x="768" y="4"/>
                    </a:cubicBezTo>
                    <a:cubicBezTo>
                      <a:pt x="696" y="22"/>
                      <a:pt x="661" y="58"/>
                      <a:pt x="643" y="67"/>
                    </a:cubicBezTo>
                    <a:cubicBezTo>
                      <a:pt x="632" y="71"/>
                      <a:pt x="620" y="72"/>
                      <a:pt x="606" y="72"/>
                    </a:cubicBezTo>
                    <a:cubicBezTo>
                      <a:pt x="560" y="72"/>
                      <a:pt x="497" y="53"/>
                      <a:pt x="429" y="40"/>
                    </a:cubicBezTo>
                    <a:cubicBezTo>
                      <a:pt x="411" y="38"/>
                      <a:pt x="393" y="37"/>
                      <a:pt x="376" y="37"/>
                    </a:cubicBezTo>
                    <a:cubicBezTo>
                      <a:pt x="302" y="37"/>
                      <a:pt x="239" y="52"/>
                      <a:pt x="188" y="67"/>
                    </a:cubicBezTo>
                    <a:cubicBezTo>
                      <a:pt x="72" y="102"/>
                      <a:pt x="0" y="147"/>
                      <a:pt x="0" y="147"/>
                    </a:cubicBezTo>
                    <a:lnTo>
                      <a:pt x="206" y="147"/>
                    </a:lnTo>
                    <a:cubicBezTo>
                      <a:pt x="259" y="156"/>
                      <a:pt x="330" y="165"/>
                      <a:pt x="393" y="183"/>
                    </a:cubicBezTo>
                    <a:cubicBezTo>
                      <a:pt x="441" y="196"/>
                      <a:pt x="510" y="242"/>
                      <a:pt x="604" y="242"/>
                    </a:cubicBezTo>
                    <a:cubicBezTo>
                      <a:pt x="633" y="242"/>
                      <a:pt x="663" y="237"/>
                      <a:pt x="696" y="227"/>
                    </a:cubicBezTo>
                    <a:cubicBezTo>
                      <a:pt x="759" y="200"/>
                      <a:pt x="794" y="174"/>
                      <a:pt x="812" y="165"/>
                    </a:cubicBezTo>
                    <a:cubicBezTo>
                      <a:pt x="821" y="160"/>
                      <a:pt x="835" y="158"/>
                      <a:pt x="851" y="158"/>
                    </a:cubicBezTo>
                    <a:cubicBezTo>
                      <a:pt x="868" y="158"/>
                      <a:pt x="888" y="160"/>
                      <a:pt x="910" y="165"/>
                    </a:cubicBezTo>
                    <a:cubicBezTo>
                      <a:pt x="991" y="165"/>
                      <a:pt x="1062" y="156"/>
                      <a:pt x="1124" y="156"/>
                    </a:cubicBezTo>
                    <a:cubicBezTo>
                      <a:pt x="1249" y="147"/>
                      <a:pt x="1321" y="138"/>
                      <a:pt x="1321" y="138"/>
                    </a:cubicBezTo>
                    <a:cubicBezTo>
                      <a:pt x="1321" y="138"/>
                      <a:pt x="1249" y="102"/>
                      <a:pt x="1133" y="67"/>
                    </a:cubicBezTo>
                    <a:cubicBezTo>
                      <a:pt x="1071" y="49"/>
                      <a:pt x="1000" y="31"/>
                      <a:pt x="928" y="13"/>
                    </a:cubicBezTo>
                    <a:cubicBezTo>
                      <a:pt x="897" y="7"/>
                      <a:pt x="865" y="0"/>
                      <a:pt x="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9"/>
              <p:cNvSpPr/>
              <p:nvPr/>
            </p:nvSpPr>
            <p:spPr>
              <a:xfrm>
                <a:off x="6587717" y="639122"/>
                <a:ext cx="51204" cy="14668"/>
              </a:xfrm>
              <a:custGeom>
                <a:avLst/>
                <a:gdLst/>
                <a:ahLst/>
                <a:cxnLst/>
                <a:rect l="l" t="t" r="r" b="b"/>
                <a:pathLst>
                  <a:path w="1187" h="340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1"/>
                      <a:pt x="54" y="45"/>
                      <a:pt x="134" y="143"/>
                    </a:cubicBezTo>
                    <a:cubicBezTo>
                      <a:pt x="170" y="188"/>
                      <a:pt x="232" y="250"/>
                      <a:pt x="312" y="277"/>
                    </a:cubicBezTo>
                    <a:cubicBezTo>
                      <a:pt x="402" y="322"/>
                      <a:pt x="500" y="331"/>
                      <a:pt x="589" y="340"/>
                    </a:cubicBezTo>
                    <a:cubicBezTo>
                      <a:pt x="678" y="340"/>
                      <a:pt x="776" y="340"/>
                      <a:pt x="866" y="304"/>
                    </a:cubicBezTo>
                    <a:cubicBezTo>
                      <a:pt x="910" y="295"/>
                      <a:pt x="946" y="259"/>
                      <a:pt x="973" y="242"/>
                    </a:cubicBezTo>
                    <a:cubicBezTo>
                      <a:pt x="1008" y="215"/>
                      <a:pt x="1035" y="188"/>
                      <a:pt x="1053" y="170"/>
                    </a:cubicBezTo>
                    <a:cubicBezTo>
                      <a:pt x="1142" y="81"/>
                      <a:pt x="1187" y="19"/>
                      <a:pt x="1187" y="18"/>
                    </a:cubicBezTo>
                    <a:lnTo>
                      <a:pt x="1187" y="18"/>
                    </a:lnTo>
                    <a:cubicBezTo>
                      <a:pt x="1187" y="19"/>
                      <a:pt x="1115" y="45"/>
                      <a:pt x="999" y="99"/>
                    </a:cubicBezTo>
                    <a:cubicBezTo>
                      <a:pt x="973" y="108"/>
                      <a:pt x="946" y="126"/>
                      <a:pt x="919" y="134"/>
                    </a:cubicBezTo>
                    <a:cubicBezTo>
                      <a:pt x="892" y="143"/>
                      <a:pt x="857" y="161"/>
                      <a:pt x="830" y="161"/>
                    </a:cubicBezTo>
                    <a:cubicBezTo>
                      <a:pt x="809" y="164"/>
                      <a:pt x="786" y="165"/>
                      <a:pt x="762" y="165"/>
                    </a:cubicBezTo>
                    <a:cubicBezTo>
                      <a:pt x="713" y="165"/>
                      <a:pt x="657" y="161"/>
                      <a:pt x="598" y="161"/>
                    </a:cubicBezTo>
                    <a:cubicBezTo>
                      <a:pt x="420" y="161"/>
                      <a:pt x="295" y="143"/>
                      <a:pt x="188" y="72"/>
                    </a:cubicBezTo>
                    <a:cubicBezTo>
                      <a:pt x="134" y="45"/>
                      <a:pt x="89" y="18"/>
                      <a:pt x="54" y="10"/>
                    </a:cubicBezTo>
                    <a:cubicBezTo>
                      <a:pt x="18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9"/>
              <p:cNvSpPr/>
              <p:nvPr/>
            </p:nvSpPr>
            <p:spPr>
              <a:xfrm>
                <a:off x="6628483" y="554830"/>
                <a:ext cx="41239" cy="12424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88" extrusionOk="0">
                    <a:moveTo>
                      <a:pt x="484" y="1"/>
                    </a:moveTo>
                    <a:cubicBezTo>
                      <a:pt x="387" y="1"/>
                      <a:pt x="294" y="31"/>
                      <a:pt x="233" y="72"/>
                    </a:cubicBezTo>
                    <a:cubicBezTo>
                      <a:pt x="144" y="126"/>
                      <a:pt x="90" y="179"/>
                      <a:pt x="54" y="215"/>
                    </a:cubicBezTo>
                    <a:cubicBezTo>
                      <a:pt x="19" y="251"/>
                      <a:pt x="1" y="269"/>
                      <a:pt x="1" y="269"/>
                    </a:cubicBezTo>
                    <a:cubicBezTo>
                      <a:pt x="26" y="282"/>
                      <a:pt x="52" y="287"/>
                      <a:pt x="80" y="287"/>
                    </a:cubicBezTo>
                    <a:cubicBezTo>
                      <a:pt x="221" y="287"/>
                      <a:pt x="393" y="144"/>
                      <a:pt x="527" y="144"/>
                    </a:cubicBezTo>
                    <a:cubicBezTo>
                      <a:pt x="616" y="144"/>
                      <a:pt x="741" y="162"/>
                      <a:pt x="813" y="162"/>
                    </a:cubicBezTo>
                    <a:cubicBezTo>
                      <a:pt x="893" y="170"/>
                      <a:pt x="955" y="170"/>
                      <a:pt x="955" y="170"/>
                    </a:cubicBezTo>
                    <a:cubicBezTo>
                      <a:pt x="822" y="108"/>
                      <a:pt x="688" y="46"/>
                      <a:pt x="572" y="10"/>
                    </a:cubicBezTo>
                    <a:cubicBezTo>
                      <a:pt x="543" y="4"/>
                      <a:pt x="513" y="1"/>
                      <a:pt x="4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9"/>
              <p:cNvSpPr/>
              <p:nvPr/>
            </p:nvSpPr>
            <p:spPr>
              <a:xfrm>
                <a:off x="6640433" y="555563"/>
                <a:ext cx="18463" cy="14366"/>
              </a:xfrm>
              <a:custGeom>
                <a:avLst/>
                <a:gdLst/>
                <a:ahLst/>
                <a:cxnLst/>
                <a:rect l="l" t="t" r="r" b="b"/>
                <a:pathLst>
                  <a:path w="428" h="333" extrusionOk="0">
                    <a:moveTo>
                      <a:pt x="339" y="1"/>
                    </a:moveTo>
                    <a:lnTo>
                      <a:pt x="339" y="1"/>
                    </a:lnTo>
                    <a:cubicBezTo>
                      <a:pt x="338" y="1"/>
                      <a:pt x="339" y="1"/>
                      <a:pt x="339" y="2"/>
                    </a:cubicBezTo>
                    <a:cubicBezTo>
                      <a:pt x="393" y="55"/>
                      <a:pt x="402" y="136"/>
                      <a:pt x="375" y="189"/>
                    </a:cubicBezTo>
                    <a:cubicBezTo>
                      <a:pt x="348" y="243"/>
                      <a:pt x="304" y="269"/>
                      <a:pt x="259" y="278"/>
                    </a:cubicBezTo>
                    <a:cubicBezTo>
                      <a:pt x="247" y="281"/>
                      <a:pt x="235" y="282"/>
                      <a:pt x="223" y="282"/>
                    </a:cubicBezTo>
                    <a:cubicBezTo>
                      <a:pt x="191" y="282"/>
                      <a:pt x="160" y="274"/>
                      <a:pt x="134" y="261"/>
                    </a:cubicBezTo>
                    <a:cubicBezTo>
                      <a:pt x="99" y="252"/>
                      <a:pt x="63" y="225"/>
                      <a:pt x="54" y="216"/>
                    </a:cubicBezTo>
                    <a:cubicBezTo>
                      <a:pt x="45" y="180"/>
                      <a:pt x="72" y="136"/>
                      <a:pt x="90" y="127"/>
                    </a:cubicBezTo>
                    <a:cubicBezTo>
                      <a:pt x="107" y="109"/>
                      <a:pt x="125" y="100"/>
                      <a:pt x="125" y="100"/>
                    </a:cubicBezTo>
                    <a:cubicBezTo>
                      <a:pt x="120" y="95"/>
                      <a:pt x="112" y="92"/>
                      <a:pt x="101" y="92"/>
                    </a:cubicBezTo>
                    <a:cubicBezTo>
                      <a:pt x="75" y="92"/>
                      <a:pt x="35" y="111"/>
                      <a:pt x="9" y="162"/>
                    </a:cubicBezTo>
                    <a:cubicBezTo>
                      <a:pt x="0" y="180"/>
                      <a:pt x="0" y="207"/>
                      <a:pt x="9" y="234"/>
                    </a:cubicBezTo>
                    <a:cubicBezTo>
                      <a:pt x="9" y="261"/>
                      <a:pt x="45" y="278"/>
                      <a:pt x="63" y="287"/>
                    </a:cubicBezTo>
                    <a:cubicBezTo>
                      <a:pt x="107" y="314"/>
                      <a:pt x="152" y="332"/>
                      <a:pt x="206" y="332"/>
                    </a:cubicBezTo>
                    <a:cubicBezTo>
                      <a:pt x="210" y="332"/>
                      <a:pt x="214" y="332"/>
                      <a:pt x="218" y="332"/>
                    </a:cubicBezTo>
                    <a:cubicBezTo>
                      <a:pt x="329" y="332"/>
                      <a:pt x="428" y="221"/>
                      <a:pt x="411" y="127"/>
                    </a:cubicBezTo>
                    <a:cubicBezTo>
                      <a:pt x="403" y="45"/>
                      <a:pt x="342" y="1"/>
                      <a:pt x="3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9"/>
              <p:cNvSpPr/>
              <p:nvPr/>
            </p:nvSpPr>
            <p:spPr>
              <a:xfrm>
                <a:off x="6634652" y="566779"/>
                <a:ext cx="32353" cy="4832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12" extrusionOk="0">
                    <a:moveTo>
                      <a:pt x="750" y="1"/>
                    </a:moveTo>
                    <a:lnTo>
                      <a:pt x="750" y="1"/>
                    </a:lnTo>
                    <a:cubicBezTo>
                      <a:pt x="612" y="43"/>
                      <a:pt x="490" y="54"/>
                      <a:pt x="386" y="54"/>
                    </a:cubicBezTo>
                    <a:cubicBezTo>
                      <a:pt x="314" y="54"/>
                      <a:pt x="251" y="49"/>
                      <a:pt x="197" y="45"/>
                    </a:cubicBezTo>
                    <a:cubicBezTo>
                      <a:pt x="72" y="27"/>
                      <a:pt x="1" y="18"/>
                      <a:pt x="1" y="18"/>
                    </a:cubicBezTo>
                    <a:lnTo>
                      <a:pt x="1" y="18"/>
                    </a:lnTo>
                    <a:cubicBezTo>
                      <a:pt x="8" y="65"/>
                      <a:pt x="150" y="111"/>
                      <a:pt x="315" y="111"/>
                    </a:cubicBezTo>
                    <a:cubicBezTo>
                      <a:pt x="341" y="111"/>
                      <a:pt x="367" y="110"/>
                      <a:pt x="393" y="108"/>
                    </a:cubicBezTo>
                    <a:cubicBezTo>
                      <a:pt x="580" y="90"/>
                      <a:pt x="750" y="1"/>
                      <a:pt x="7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9"/>
              <p:cNvSpPr/>
              <p:nvPr/>
            </p:nvSpPr>
            <p:spPr>
              <a:xfrm>
                <a:off x="6618863" y="532872"/>
                <a:ext cx="53922" cy="20060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465" extrusionOk="0">
                    <a:moveTo>
                      <a:pt x="698" y="1"/>
                    </a:moveTo>
                    <a:cubicBezTo>
                      <a:pt x="530" y="1"/>
                      <a:pt x="380" y="84"/>
                      <a:pt x="286" y="126"/>
                    </a:cubicBezTo>
                    <a:cubicBezTo>
                      <a:pt x="99" y="233"/>
                      <a:pt x="1" y="314"/>
                      <a:pt x="1" y="314"/>
                    </a:cubicBezTo>
                    <a:cubicBezTo>
                      <a:pt x="65" y="420"/>
                      <a:pt x="152" y="465"/>
                      <a:pt x="247" y="465"/>
                    </a:cubicBezTo>
                    <a:cubicBezTo>
                      <a:pt x="272" y="465"/>
                      <a:pt x="297" y="462"/>
                      <a:pt x="322" y="456"/>
                    </a:cubicBezTo>
                    <a:cubicBezTo>
                      <a:pt x="447" y="430"/>
                      <a:pt x="554" y="358"/>
                      <a:pt x="661" y="296"/>
                    </a:cubicBezTo>
                    <a:cubicBezTo>
                      <a:pt x="786" y="242"/>
                      <a:pt x="946" y="216"/>
                      <a:pt x="1054" y="171"/>
                    </a:cubicBezTo>
                    <a:cubicBezTo>
                      <a:pt x="1161" y="126"/>
                      <a:pt x="1250" y="100"/>
                      <a:pt x="1250" y="100"/>
                    </a:cubicBezTo>
                    <a:cubicBezTo>
                      <a:pt x="1062" y="46"/>
                      <a:pt x="884" y="10"/>
                      <a:pt x="723" y="1"/>
                    </a:cubicBezTo>
                    <a:cubicBezTo>
                      <a:pt x="715" y="1"/>
                      <a:pt x="707" y="1"/>
                      <a:pt x="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9"/>
              <p:cNvSpPr/>
              <p:nvPr/>
            </p:nvSpPr>
            <p:spPr>
              <a:xfrm>
                <a:off x="6548849" y="555175"/>
                <a:ext cx="44302" cy="15228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353" extrusionOk="0">
                    <a:moveTo>
                      <a:pt x="590" y="0"/>
                    </a:moveTo>
                    <a:cubicBezTo>
                      <a:pt x="558" y="0"/>
                      <a:pt x="525" y="4"/>
                      <a:pt x="491" y="11"/>
                    </a:cubicBezTo>
                    <a:cubicBezTo>
                      <a:pt x="330" y="46"/>
                      <a:pt x="232" y="118"/>
                      <a:pt x="143" y="162"/>
                    </a:cubicBezTo>
                    <a:cubicBezTo>
                      <a:pt x="63" y="216"/>
                      <a:pt x="0" y="252"/>
                      <a:pt x="0" y="252"/>
                    </a:cubicBezTo>
                    <a:cubicBezTo>
                      <a:pt x="187" y="181"/>
                      <a:pt x="342" y="155"/>
                      <a:pt x="471" y="155"/>
                    </a:cubicBezTo>
                    <a:cubicBezTo>
                      <a:pt x="827" y="155"/>
                      <a:pt x="978" y="352"/>
                      <a:pt x="1005" y="352"/>
                    </a:cubicBezTo>
                    <a:cubicBezTo>
                      <a:pt x="1006" y="352"/>
                      <a:pt x="1008" y="351"/>
                      <a:pt x="1008" y="350"/>
                    </a:cubicBezTo>
                    <a:cubicBezTo>
                      <a:pt x="1026" y="270"/>
                      <a:pt x="990" y="189"/>
                      <a:pt x="901" y="109"/>
                    </a:cubicBezTo>
                    <a:cubicBezTo>
                      <a:pt x="830" y="52"/>
                      <a:pt x="719" y="0"/>
                      <a:pt x="5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9"/>
              <p:cNvSpPr/>
              <p:nvPr/>
            </p:nvSpPr>
            <p:spPr>
              <a:xfrm>
                <a:off x="6569253" y="557547"/>
                <a:ext cx="17341" cy="12856"/>
              </a:xfrm>
              <a:custGeom>
                <a:avLst/>
                <a:gdLst/>
                <a:ahLst/>
                <a:cxnLst/>
                <a:rect l="l" t="t" r="r" b="b"/>
                <a:pathLst>
                  <a:path w="402" h="298" extrusionOk="0">
                    <a:moveTo>
                      <a:pt x="268" y="0"/>
                    </a:moveTo>
                    <a:cubicBezTo>
                      <a:pt x="268" y="27"/>
                      <a:pt x="321" y="81"/>
                      <a:pt x="321" y="152"/>
                    </a:cubicBezTo>
                    <a:cubicBezTo>
                      <a:pt x="321" y="170"/>
                      <a:pt x="321" y="188"/>
                      <a:pt x="312" y="206"/>
                    </a:cubicBezTo>
                    <a:cubicBezTo>
                      <a:pt x="303" y="215"/>
                      <a:pt x="286" y="215"/>
                      <a:pt x="268" y="223"/>
                    </a:cubicBezTo>
                    <a:cubicBezTo>
                      <a:pt x="232" y="232"/>
                      <a:pt x="187" y="250"/>
                      <a:pt x="143" y="250"/>
                    </a:cubicBezTo>
                    <a:cubicBezTo>
                      <a:pt x="71" y="241"/>
                      <a:pt x="18" y="179"/>
                      <a:pt x="27" y="134"/>
                    </a:cubicBezTo>
                    <a:cubicBezTo>
                      <a:pt x="36" y="81"/>
                      <a:pt x="62" y="72"/>
                      <a:pt x="62" y="72"/>
                    </a:cubicBezTo>
                    <a:lnTo>
                      <a:pt x="62" y="72"/>
                    </a:lnTo>
                    <a:cubicBezTo>
                      <a:pt x="27" y="81"/>
                      <a:pt x="0" y="134"/>
                      <a:pt x="9" y="179"/>
                    </a:cubicBezTo>
                    <a:cubicBezTo>
                      <a:pt x="18" y="223"/>
                      <a:pt x="54" y="259"/>
                      <a:pt x="98" y="286"/>
                    </a:cubicBezTo>
                    <a:cubicBezTo>
                      <a:pt x="120" y="295"/>
                      <a:pt x="143" y="297"/>
                      <a:pt x="165" y="297"/>
                    </a:cubicBezTo>
                    <a:cubicBezTo>
                      <a:pt x="187" y="297"/>
                      <a:pt x="210" y="295"/>
                      <a:pt x="232" y="295"/>
                    </a:cubicBezTo>
                    <a:cubicBezTo>
                      <a:pt x="268" y="286"/>
                      <a:pt x="312" y="277"/>
                      <a:pt x="348" y="241"/>
                    </a:cubicBezTo>
                    <a:cubicBezTo>
                      <a:pt x="401" y="143"/>
                      <a:pt x="348" y="81"/>
                      <a:pt x="321" y="45"/>
                    </a:cubicBezTo>
                    <a:cubicBezTo>
                      <a:pt x="294" y="9"/>
                      <a:pt x="268" y="0"/>
                      <a:pt x="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9"/>
              <p:cNvSpPr/>
              <p:nvPr/>
            </p:nvSpPr>
            <p:spPr>
              <a:xfrm>
                <a:off x="6559245" y="567555"/>
                <a:ext cx="33130" cy="4789"/>
              </a:xfrm>
              <a:custGeom>
                <a:avLst/>
                <a:gdLst/>
                <a:ahLst/>
                <a:cxnLst/>
                <a:rect l="l" t="t" r="r" b="b"/>
                <a:pathLst>
                  <a:path w="768" h="111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161" y="88"/>
                      <a:pt x="335" y="110"/>
                      <a:pt x="466" y="110"/>
                    </a:cubicBezTo>
                    <a:cubicBezTo>
                      <a:pt x="494" y="110"/>
                      <a:pt x="520" y="109"/>
                      <a:pt x="544" y="107"/>
                    </a:cubicBezTo>
                    <a:cubicBezTo>
                      <a:pt x="687" y="98"/>
                      <a:pt x="767" y="72"/>
                      <a:pt x="767" y="72"/>
                    </a:cubicBezTo>
                    <a:cubicBezTo>
                      <a:pt x="749" y="54"/>
                      <a:pt x="708" y="49"/>
                      <a:pt x="652" y="49"/>
                    </a:cubicBezTo>
                    <a:cubicBezTo>
                      <a:pt x="587" y="49"/>
                      <a:pt x="503" y="55"/>
                      <a:pt x="415" y="55"/>
                    </a:cubicBezTo>
                    <a:cubicBezTo>
                      <a:pt x="393" y="55"/>
                      <a:pt x="371" y="55"/>
                      <a:pt x="348" y="54"/>
                    </a:cubicBezTo>
                    <a:cubicBezTo>
                      <a:pt x="170" y="54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9"/>
              <p:cNvSpPr/>
              <p:nvPr/>
            </p:nvSpPr>
            <p:spPr>
              <a:xfrm>
                <a:off x="6549237" y="535547"/>
                <a:ext cx="50428" cy="21268"/>
              </a:xfrm>
              <a:custGeom>
                <a:avLst/>
                <a:gdLst/>
                <a:ahLst/>
                <a:cxnLst/>
                <a:rect l="l" t="t" r="r" b="b"/>
                <a:pathLst>
                  <a:path w="1169" h="493" extrusionOk="0">
                    <a:moveTo>
                      <a:pt x="629" y="0"/>
                    </a:moveTo>
                    <a:cubicBezTo>
                      <a:pt x="619" y="0"/>
                      <a:pt x="608" y="1"/>
                      <a:pt x="598" y="2"/>
                    </a:cubicBezTo>
                    <a:cubicBezTo>
                      <a:pt x="419" y="20"/>
                      <a:pt x="277" y="100"/>
                      <a:pt x="170" y="145"/>
                    </a:cubicBezTo>
                    <a:cubicBezTo>
                      <a:pt x="63" y="207"/>
                      <a:pt x="0" y="243"/>
                      <a:pt x="0" y="243"/>
                    </a:cubicBezTo>
                    <a:cubicBezTo>
                      <a:pt x="187" y="278"/>
                      <a:pt x="348" y="278"/>
                      <a:pt x="482" y="287"/>
                    </a:cubicBezTo>
                    <a:cubicBezTo>
                      <a:pt x="607" y="296"/>
                      <a:pt x="687" y="350"/>
                      <a:pt x="794" y="386"/>
                    </a:cubicBezTo>
                    <a:cubicBezTo>
                      <a:pt x="990" y="466"/>
                      <a:pt x="1124" y="493"/>
                      <a:pt x="1124" y="493"/>
                    </a:cubicBezTo>
                    <a:cubicBezTo>
                      <a:pt x="1169" y="341"/>
                      <a:pt x="1124" y="234"/>
                      <a:pt x="1035" y="154"/>
                    </a:cubicBezTo>
                    <a:cubicBezTo>
                      <a:pt x="981" y="109"/>
                      <a:pt x="937" y="73"/>
                      <a:pt x="857" y="47"/>
                    </a:cubicBezTo>
                    <a:cubicBezTo>
                      <a:pt x="785" y="31"/>
                      <a:pt x="713" y="0"/>
                      <a:pt x="6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9"/>
              <p:cNvSpPr/>
              <p:nvPr/>
            </p:nvSpPr>
            <p:spPr>
              <a:xfrm>
                <a:off x="6524993" y="750807"/>
                <a:ext cx="173585" cy="11648"/>
              </a:xfrm>
              <a:custGeom>
                <a:avLst/>
                <a:gdLst/>
                <a:ahLst/>
                <a:cxnLst/>
                <a:rect l="l" t="t" r="r" b="b"/>
                <a:pathLst>
                  <a:path w="4024" h="270" extrusionOk="0">
                    <a:moveTo>
                      <a:pt x="804" y="1"/>
                    </a:moveTo>
                    <a:cubicBezTo>
                      <a:pt x="707" y="1"/>
                      <a:pt x="616" y="8"/>
                      <a:pt x="544" y="17"/>
                    </a:cubicBezTo>
                    <a:cubicBezTo>
                      <a:pt x="402" y="26"/>
                      <a:pt x="286" y="43"/>
                      <a:pt x="205" y="43"/>
                    </a:cubicBezTo>
                    <a:cubicBezTo>
                      <a:pt x="182" y="45"/>
                      <a:pt x="161" y="45"/>
                      <a:pt x="143" y="45"/>
                    </a:cubicBezTo>
                    <a:cubicBezTo>
                      <a:pt x="53" y="45"/>
                      <a:pt x="20" y="33"/>
                      <a:pt x="12" y="33"/>
                    </a:cubicBezTo>
                    <a:cubicBezTo>
                      <a:pt x="10" y="33"/>
                      <a:pt x="9" y="33"/>
                      <a:pt x="9" y="34"/>
                    </a:cubicBezTo>
                    <a:cubicBezTo>
                      <a:pt x="0" y="61"/>
                      <a:pt x="54" y="88"/>
                      <a:pt x="179" y="106"/>
                    </a:cubicBezTo>
                    <a:cubicBezTo>
                      <a:pt x="218" y="108"/>
                      <a:pt x="261" y="109"/>
                      <a:pt x="307" y="109"/>
                    </a:cubicBezTo>
                    <a:cubicBezTo>
                      <a:pt x="418" y="109"/>
                      <a:pt x="548" y="103"/>
                      <a:pt x="687" y="97"/>
                    </a:cubicBezTo>
                    <a:cubicBezTo>
                      <a:pt x="713" y="96"/>
                      <a:pt x="739" y="95"/>
                      <a:pt x="764" y="95"/>
                    </a:cubicBezTo>
                    <a:cubicBezTo>
                      <a:pt x="938" y="95"/>
                      <a:pt x="1098" y="122"/>
                      <a:pt x="1285" y="168"/>
                    </a:cubicBezTo>
                    <a:cubicBezTo>
                      <a:pt x="1392" y="195"/>
                      <a:pt x="1499" y="222"/>
                      <a:pt x="1633" y="240"/>
                    </a:cubicBezTo>
                    <a:cubicBezTo>
                      <a:pt x="1733" y="260"/>
                      <a:pt x="1848" y="270"/>
                      <a:pt x="1968" y="270"/>
                    </a:cubicBezTo>
                    <a:cubicBezTo>
                      <a:pt x="2007" y="270"/>
                      <a:pt x="2047" y="269"/>
                      <a:pt x="2088" y="266"/>
                    </a:cubicBezTo>
                    <a:cubicBezTo>
                      <a:pt x="2239" y="249"/>
                      <a:pt x="2364" y="222"/>
                      <a:pt x="2462" y="204"/>
                    </a:cubicBezTo>
                    <a:cubicBezTo>
                      <a:pt x="2569" y="186"/>
                      <a:pt x="2659" y="177"/>
                      <a:pt x="2766" y="177"/>
                    </a:cubicBezTo>
                    <a:cubicBezTo>
                      <a:pt x="2962" y="177"/>
                      <a:pt x="3167" y="195"/>
                      <a:pt x="3354" y="204"/>
                    </a:cubicBezTo>
                    <a:cubicBezTo>
                      <a:pt x="3542" y="213"/>
                      <a:pt x="3711" y="222"/>
                      <a:pt x="3836" y="222"/>
                    </a:cubicBezTo>
                    <a:cubicBezTo>
                      <a:pt x="3899" y="222"/>
                      <a:pt x="3943" y="222"/>
                      <a:pt x="3979" y="213"/>
                    </a:cubicBezTo>
                    <a:lnTo>
                      <a:pt x="4024" y="213"/>
                    </a:lnTo>
                    <a:cubicBezTo>
                      <a:pt x="3658" y="213"/>
                      <a:pt x="3372" y="168"/>
                      <a:pt x="3096" y="133"/>
                    </a:cubicBezTo>
                    <a:cubicBezTo>
                      <a:pt x="2962" y="119"/>
                      <a:pt x="2828" y="110"/>
                      <a:pt x="2698" y="110"/>
                    </a:cubicBezTo>
                    <a:cubicBezTo>
                      <a:pt x="2567" y="110"/>
                      <a:pt x="2440" y="119"/>
                      <a:pt x="2320" y="141"/>
                    </a:cubicBezTo>
                    <a:cubicBezTo>
                      <a:pt x="2195" y="159"/>
                      <a:pt x="2079" y="177"/>
                      <a:pt x="1972" y="177"/>
                    </a:cubicBezTo>
                    <a:cubicBezTo>
                      <a:pt x="1856" y="177"/>
                      <a:pt x="1758" y="159"/>
                      <a:pt x="1659" y="141"/>
                    </a:cubicBezTo>
                    <a:cubicBezTo>
                      <a:pt x="1463" y="106"/>
                      <a:pt x="1294" y="52"/>
                      <a:pt x="1097" y="26"/>
                    </a:cubicBezTo>
                    <a:cubicBezTo>
                      <a:pt x="1004" y="8"/>
                      <a:pt x="901" y="1"/>
                      <a:pt x="8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9"/>
              <p:cNvSpPr/>
              <p:nvPr/>
            </p:nvSpPr>
            <p:spPr>
              <a:xfrm>
                <a:off x="6299462" y="744207"/>
                <a:ext cx="116644" cy="622338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14426" extrusionOk="0">
                    <a:moveTo>
                      <a:pt x="2703" y="0"/>
                    </a:moveTo>
                    <a:lnTo>
                      <a:pt x="2703" y="0"/>
                    </a:lnTo>
                    <a:cubicBezTo>
                      <a:pt x="2596" y="9"/>
                      <a:pt x="2284" y="107"/>
                      <a:pt x="1945" y="446"/>
                    </a:cubicBezTo>
                    <a:cubicBezTo>
                      <a:pt x="1597" y="776"/>
                      <a:pt x="1276" y="1356"/>
                      <a:pt x="1107" y="2088"/>
                    </a:cubicBezTo>
                    <a:cubicBezTo>
                      <a:pt x="937" y="2810"/>
                      <a:pt x="901" y="3658"/>
                      <a:pt x="741" y="4523"/>
                    </a:cubicBezTo>
                    <a:cubicBezTo>
                      <a:pt x="589" y="5388"/>
                      <a:pt x="375" y="6298"/>
                      <a:pt x="223" y="7217"/>
                    </a:cubicBezTo>
                    <a:cubicBezTo>
                      <a:pt x="54" y="8136"/>
                      <a:pt x="0" y="9073"/>
                      <a:pt x="18" y="9929"/>
                    </a:cubicBezTo>
                    <a:cubicBezTo>
                      <a:pt x="36" y="10794"/>
                      <a:pt x="116" y="11597"/>
                      <a:pt x="197" y="12275"/>
                    </a:cubicBezTo>
                    <a:cubicBezTo>
                      <a:pt x="241" y="12614"/>
                      <a:pt x="277" y="12918"/>
                      <a:pt x="322" y="13203"/>
                    </a:cubicBezTo>
                    <a:cubicBezTo>
                      <a:pt x="375" y="13480"/>
                      <a:pt x="446" y="13729"/>
                      <a:pt x="553" y="13917"/>
                    </a:cubicBezTo>
                    <a:cubicBezTo>
                      <a:pt x="652" y="14113"/>
                      <a:pt x="777" y="14238"/>
                      <a:pt x="875" y="14318"/>
                    </a:cubicBezTo>
                    <a:cubicBezTo>
                      <a:pt x="876" y="14320"/>
                      <a:pt x="878" y="14321"/>
                      <a:pt x="880" y="14322"/>
                    </a:cubicBezTo>
                    <a:lnTo>
                      <a:pt x="880" y="14322"/>
                    </a:lnTo>
                    <a:cubicBezTo>
                      <a:pt x="676" y="14150"/>
                      <a:pt x="554" y="13912"/>
                      <a:pt x="473" y="13685"/>
                    </a:cubicBezTo>
                    <a:cubicBezTo>
                      <a:pt x="384" y="13399"/>
                      <a:pt x="348" y="13123"/>
                      <a:pt x="313" y="12846"/>
                    </a:cubicBezTo>
                    <a:cubicBezTo>
                      <a:pt x="259" y="12302"/>
                      <a:pt x="206" y="11776"/>
                      <a:pt x="170" y="11249"/>
                    </a:cubicBezTo>
                    <a:cubicBezTo>
                      <a:pt x="107" y="10215"/>
                      <a:pt x="107" y="9215"/>
                      <a:pt x="214" y="8297"/>
                    </a:cubicBezTo>
                    <a:cubicBezTo>
                      <a:pt x="313" y="7369"/>
                      <a:pt x="509" y="6521"/>
                      <a:pt x="669" y="5727"/>
                    </a:cubicBezTo>
                    <a:cubicBezTo>
                      <a:pt x="839" y="4942"/>
                      <a:pt x="973" y="4202"/>
                      <a:pt x="1053" y="3533"/>
                    </a:cubicBezTo>
                    <a:cubicBezTo>
                      <a:pt x="1124" y="2864"/>
                      <a:pt x="1196" y="2275"/>
                      <a:pt x="1339" y="1784"/>
                    </a:cubicBezTo>
                    <a:cubicBezTo>
                      <a:pt x="1481" y="1294"/>
                      <a:pt x="1695" y="919"/>
                      <a:pt x="1901" y="642"/>
                    </a:cubicBezTo>
                    <a:cubicBezTo>
                      <a:pt x="2115" y="375"/>
                      <a:pt x="2329" y="214"/>
                      <a:pt x="2472" y="125"/>
                    </a:cubicBezTo>
                    <a:cubicBezTo>
                      <a:pt x="2543" y="80"/>
                      <a:pt x="2605" y="45"/>
                      <a:pt x="2641" y="27"/>
                    </a:cubicBezTo>
                    <a:cubicBezTo>
                      <a:pt x="2686" y="9"/>
                      <a:pt x="2703" y="0"/>
                      <a:pt x="2703" y="0"/>
                    </a:cubicBezTo>
                    <a:close/>
                    <a:moveTo>
                      <a:pt x="880" y="14322"/>
                    </a:moveTo>
                    <a:lnTo>
                      <a:pt x="880" y="14322"/>
                    </a:lnTo>
                    <a:cubicBezTo>
                      <a:pt x="906" y="14344"/>
                      <a:pt x="933" y="14365"/>
                      <a:pt x="961" y="14384"/>
                    </a:cubicBezTo>
                    <a:lnTo>
                      <a:pt x="961" y="14384"/>
                    </a:lnTo>
                    <a:cubicBezTo>
                      <a:pt x="939" y="14368"/>
                      <a:pt x="912" y="14348"/>
                      <a:pt x="880" y="14322"/>
                    </a:cubicBezTo>
                    <a:close/>
                    <a:moveTo>
                      <a:pt x="961" y="14384"/>
                    </a:moveTo>
                    <a:cubicBezTo>
                      <a:pt x="968" y="14390"/>
                      <a:pt x="975" y="14394"/>
                      <a:pt x="982" y="14399"/>
                    </a:cubicBezTo>
                    <a:cubicBezTo>
                      <a:pt x="1008" y="14416"/>
                      <a:pt x="1026" y="14425"/>
                      <a:pt x="1026" y="14425"/>
                    </a:cubicBezTo>
                    <a:cubicBezTo>
                      <a:pt x="1004" y="14412"/>
                      <a:pt x="982" y="14399"/>
                      <a:pt x="961" y="143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9"/>
              <p:cNvSpPr/>
              <p:nvPr/>
            </p:nvSpPr>
            <p:spPr>
              <a:xfrm>
                <a:off x="6819373" y="769573"/>
                <a:ext cx="43914" cy="6081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4097" extrusionOk="0">
                    <a:moveTo>
                      <a:pt x="393" y="1"/>
                    </a:moveTo>
                    <a:lnTo>
                      <a:pt x="393" y="1"/>
                    </a:lnTo>
                    <a:cubicBezTo>
                      <a:pt x="402" y="233"/>
                      <a:pt x="714" y="1205"/>
                      <a:pt x="804" y="2570"/>
                    </a:cubicBezTo>
                    <a:cubicBezTo>
                      <a:pt x="848" y="3257"/>
                      <a:pt x="848" y="4033"/>
                      <a:pt x="830" y="4854"/>
                    </a:cubicBezTo>
                    <a:cubicBezTo>
                      <a:pt x="804" y="5684"/>
                      <a:pt x="759" y="6549"/>
                      <a:pt x="768" y="7414"/>
                    </a:cubicBezTo>
                    <a:cubicBezTo>
                      <a:pt x="768" y="8280"/>
                      <a:pt x="848" y="9127"/>
                      <a:pt x="741" y="9903"/>
                    </a:cubicBezTo>
                    <a:cubicBezTo>
                      <a:pt x="652" y="10679"/>
                      <a:pt x="491" y="11411"/>
                      <a:pt x="384" y="12035"/>
                    </a:cubicBezTo>
                    <a:cubicBezTo>
                      <a:pt x="152" y="13275"/>
                      <a:pt x="1" y="14096"/>
                      <a:pt x="1" y="14096"/>
                    </a:cubicBezTo>
                    <a:cubicBezTo>
                      <a:pt x="224" y="13061"/>
                      <a:pt x="429" y="12071"/>
                      <a:pt x="634" y="11116"/>
                    </a:cubicBezTo>
                    <a:cubicBezTo>
                      <a:pt x="732" y="10644"/>
                      <a:pt x="821" y="10189"/>
                      <a:pt x="875" y="9734"/>
                    </a:cubicBezTo>
                    <a:cubicBezTo>
                      <a:pt x="929" y="9279"/>
                      <a:pt x="929" y="8833"/>
                      <a:pt x="920" y="8396"/>
                    </a:cubicBezTo>
                    <a:cubicBezTo>
                      <a:pt x="875" y="6665"/>
                      <a:pt x="1018" y="5166"/>
                      <a:pt x="1009" y="3908"/>
                    </a:cubicBezTo>
                    <a:cubicBezTo>
                      <a:pt x="1009" y="2650"/>
                      <a:pt x="875" y="1660"/>
                      <a:pt x="705" y="1000"/>
                    </a:cubicBezTo>
                    <a:cubicBezTo>
                      <a:pt x="625" y="670"/>
                      <a:pt x="545" y="420"/>
                      <a:pt x="491" y="251"/>
                    </a:cubicBezTo>
                    <a:cubicBezTo>
                      <a:pt x="429" y="81"/>
                      <a:pt x="393" y="1"/>
                      <a:pt x="3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9"/>
              <p:cNvSpPr/>
              <p:nvPr/>
            </p:nvSpPr>
            <p:spPr>
              <a:xfrm>
                <a:off x="6326424" y="1327223"/>
                <a:ext cx="72730" cy="39689"/>
              </a:xfrm>
              <a:custGeom>
                <a:avLst/>
                <a:gdLst/>
                <a:ahLst/>
                <a:cxnLst/>
                <a:rect l="l" t="t" r="r" b="b"/>
                <a:pathLst>
                  <a:path w="1686" h="920" extrusionOk="0">
                    <a:moveTo>
                      <a:pt x="1686" y="0"/>
                    </a:moveTo>
                    <a:cubicBezTo>
                      <a:pt x="1552" y="152"/>
                      <a:pt x="1383" y="197"/>
                      <a:pt x="1249" y="206"/>
                    </a:cubicBezTo>
                    <a:cubicBezTo>
                      <a:pt x="1205" y="211"/>
                      <a:pt x="1163" y="213"/>
                      <a:pt x="1123" y="213"/>
                    </a:cubicBezTo>
                    <a:cubicBezTo>
                      <a:pt x="1034" y="213"/>
                      <a:pt x="954" y="203"/>
                      <a:pt x="874" y="197"/>
                    </a:cubicBezTo>
                    <a:cubicBezTo>
                      <a:pt x="814" y="192"/>
                      <a:pt x="753" y="188"/>
                      <a:pt x="692" y="188"/>
                    </a:cubicBezTo>
                    <a:cubicBezTo>
                      <a:pt x="539" y="188"/>
                      <a:pt x="389" y="211"/>
                      <a:pt x="267" y="295"/>
                    </a:cubicBezTo>
                    <a:cubicBezTo>
                      <a:pt x="98" y="402"/>
                      <a:pt x="9" y="571"/>
                      <a:pt x="9" y="705"/>
                    </a:cubicBezTo>
                    <a:cubicBezTo>
                      <a:pt x="1" y="830"/>
                      <a:pt x="41" y="907"/>
                      <a:pt x="45" y="918"/>
                    </a:cubicBezTo>
                    <a:lnTo>
                      <a:pt x="45" y="918"/>
                    </a:lnTo>
                    <a:cubicBezTo>
                      <a:pt x="80" y="874"/>
                      <a:pt x="98" y="803"/>
                      <a:pt x="134" y="732"/>
                    </a:cubicBezTo>
                    <a:cubicBezTo>
                      <a:pt x="169" y="661"/>
                      <a:pt x="223" y="598"/>
                      <a:pt x="285" y="545"/>
                    </a:cubicBezTo>
                    <a:cubicBezTo>
                      <a:pt x="410" y="429"/>
                      <a:pt x="571" y="393"/>
                      <a:pt x="785" y="384"/>
                    </a:cubicBezTo>
                    <a:cubicBezTo>
                      <a:pt x="981" y="375"/>
                      <a:pt x="1240" y="357"/>
                      <a:pt x="1418" y="250"/>
                    </a:cubicBezTo>
                    <a:cubicBezTo>
                      <a:pt x="1516" y="206"/>
                      <a:pt x="1588" y="143"/>
                      <a:pt x="1632" y="90"/>
                    </a:cubicBezTo>
                    <a:cubicBezTo>
                      <a:pt x="1668" y="36"/>
                      <a:pt x="1686" y="0"/>
                      <a:pt x="1686" y="0"/>
                    </a:cubicBezTo>
                    <a:close/>
                    <a:moveTo>
                      <a:pt x="45" y="918"/>
                    </a:moveTo>
                    <a:cubicBezTo>
                      <a:pt x="45" y="919"/>
                      <a:pt x="45" y="919"/>
                      <a:pt x="44" y="919"/>
                    </a:cubicBezTo>
                    <a:cubicBezTo>
                      <a:pt x="45" y="920"/>
                      <a:pt x="45" y="920"/>
                      <a:pt x="45" y="920"/>
                    </a:cubicBezTo>
                    <a:cubicBezTo>
                      <a:pt x="46" y="920"/>
                      <a:pt x="45" y="919"/>
                      <a:pt x="45" y="9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9"/>
              <p:cNvSpPr/>
              <p:nvPr/>
            </p:nvSpPr>
            <p:spPr>
              <a:xfrm>
                <a:off x="6387983" y="1094405"/>
                <a:ext cx="49306" cy="237486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5505" extrusionOk="0">
                    <a:moveTo>
                      <a:pt x="1142" y="0"/>
                    </a:moveTo>
                    <a:lnTo>
                      <a:pt x="1142" y="0"/>
                    </a:lnTo>
                    <a:cubicBezTo>
                      <a:pt x="1098" y="27"/>
                      <a:pt x="1026" y="116"/>
                      <a:pt x="964" y="286"/>
                    </a:cubicBezTo>
                    <a:cubicBezTo>
                      <a:pt x="910" y="455"/>
                      <a:pt x="874" y="696"/>
                      <a:pt x="883" y="973"/>
                    </a:cubicBezTo>
                    <a:cubicBezTo>
                      <a:pt x="892" y="1249"/>
                      <a:pt x="928" y="1561"/>
                      <a:pt x="937" y="1891"/>
                    </a:cubicBezTo>
                    <a:cubicBezTo>
                      <a:pt x="955" y="2213"/>
                      <a:pt x="910" y="2561"/>
                      <a:pt x="812" y="2873"/>
                    </a:cubicBezTo>
                    <a:cubicBezTo>
                      <a:pt x="705" y="3194"/>
                      <a:pt x="553" y="3497"/>
                      <a:pt x="411" y="3783"/>
                    </a:cubicBezTo>
                    <a:cubicBezTo>
                      <a:pt x="268" y="4077"/>
                      <a:pt x="152" y="4363"/>
                      <a:pt x="98" y="4621"/>
                    </a:cubicBezTo>
                    <a:cubicBezTo>
                      <a:pt x="45" y="4880"/>
                      <a:pt x="45" y="5112"/>
                      <a:pt x="72" y="5264"/>
                    </a:cubicBezTo>
                    <a:cubicBezTo>
                      <a:pt x="89" y="5424"/>
                      <a:pt x="125" y="5504"/>
                      <a:pt x="125" y="5504"/>
                    </a:cubicBezTo>
                    <a:cubicBezTo>
                      <a:pt x="0" y="5058"/>
                      <a:pt x="116" y="4621"/>
                      <a:pt x="259" y="4264"/>
                    </a:cubicBezTo>
                    <a:cubicBezTo>
                      <a:pt x="411" y="3899"/>
                      <a:pt x="607" y="3586"/>
                      <a:pt x="759" y="3274"/>
                    </a:cubicBezTo>
                    <a:cubicBezTo>
                      <a:pt x="901" y="2962"/>
                      <a:pt x="999" y="2641"/>
                      <a:pt x="1035" y="2337"/>
                    </a:cubicBezTo>
                    <a:cubicBezTo>
                      <a:pt x="1071" y="2034"/>
                      <a:pt x="1044" y="1749"/>
                      <a:pt x="1026" y="1499"/>
                    </a:cubicBezTo>
                    <a:cubicBezTo>
                      <a:pt x="973" y="999"/>
                      <a:pt x="964" y="616"/>
                      <a:pt x="1017" y="366"/>
                    </a:cubicBezTo>
                    <a:cubicBezTo>
                      <a:pt x="1044" y="241"/>
                      <a:pt x="1071" y="152"/>
                      <a:pt x="1098" y="89"/>
                    </a:cubicBezTo>
                    <a:cubicBezTo>
                      <a:pt x="1124" y="27"/>
                      <a:pt x="1142" y="0"/>
                      <a:pt x="11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9"/>
              <p:cNvSpPr/>
              <p:nvPr/>
            </p:nvSpPr>
            <p:spPr>
              <a:xfrm>
                <a:off x="6779728" y="837688"/>
                <a:ext cx="51247" cy="78946"/>
              </a:xfrm>
              <a:custGeom>
                <a:avLst/>
                <a:gdLst/>
                <a:ahLst/>
                <a:cxnLst/>
                <a:rect l="l" t="t" r="r" b="b"/>
                <a:pathLst>
                  <a:path w="1188" h="1830" extrusionOk="0">
                    <a:moveTo>
                      <a:pt x="1187" y="1"/>
                    </a:moveTo>
                    <a:cubicBezTo>
                      <a:pt x="1125" y="37"/>
                      <a:pt x="1062" y="188"/>
                      <a:pt x="955" y="367"/>
                    </a:cubicBezTo>
                    <a:cubicBezTo>
                      <a:pt x="857" y="554"/>
                      <a:pt x="661" y="732"/>
                      <a:pt x="509" y="964"/>
                    </a:cubicBezTo>
                    <a:cubicBezTo>
                      <a:pt x="367" y="1205"/>
                      <a:pt x="277" y="1455"/>
                      <a:pt x="179" y="1607"/>
                    </a:cubicBezTo>
                    <a:cubicBezTo>
                      <a:pt x="90" y="1758"/>
                      <a:pt x="1" y="1830"/>
                      <a:pt x="1" y="1830"/>
                    </a:cubicBezTo>
                    <a:cubicBezTo>
                      <a:pt x="242" y="1669"/>
                      <a:pt x="376" y="1366"/>
                      <a:pt x="509" y="1143"/>
                    </a:cubicBezTo>
                    <a:cubicBezTo>
                      <a:pt x="643" y="911"/>
                      <a:pt x="822" y="759"/>
                      <a:pt x="938" y="590"/>
                    </a:cubicBezTo>
                    <a:cubicBezTo>
                      <a:pt x="1054" y="429"/>
                      <a:pt x="1107" y="277"/>
                      <a:pt x="1143" y="170"/>
                    </a:cubicBezTo>
                    <a:cubicBezTo>
                      <a:pt x="1178" y="63"/>
                      <a:pt x="1187" y="1"/>
                      <a:pt x="1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9"/>
              <p:cNvSpPr/>
              <p:nvPr/>
            </p:nvSpPr>
            <p:spPr>
              <a:xfrm>
                <a:off x="6542680" y="864261"/>
                <a:ext cx="250931" cy="292921"/>
              </a:xfrm>
              <a:custGeom>
                <a:avLst/>
                <a:gdLst/>
                <a:ahLst/>
                <a:cxnLst/>
                <a:rect l="l" t="t" r="r" b="b"/>
                <a:pathLst>
                  <a:path w="5817" h="6790" extrusionOk="0">
                    <a:moveTo>
                      <a:pt x="5808" y="0"/>
                    </a:moveTo>
                    <a:lnTo>
                      <a:pt x="5808" y="0"/>
                    </a:lnTo>
                    <a:cubicBezTo>
                      <a:pt x="5737" y="45"/>
                      <a:pt x="5540" y="215"/>
                      <a:pt x="5442" y="589"/>
                    </a:cubicBezTo>
                    <a:cubicBezTo>
                      <a:pt x="5335" y="955"/>
                      <a:pt x="5362" y="1472"/>
                      <a:pt x="5353" y="2061"/>
                    </a:cubicBezTo>
                    <a:cubicBezTo>
                      <a:pt x="5344" y="2650"/>
                      <a:pt x="5255" y="3310"/>
                      <a:pt x="5112" y="3997"/>
                    </a:cubicBezTo>
                    <a:cubicBezTo>
                      <a:pt x="5077" y="4175"/>
                      <a:pt x="5041" y="4345"/>
                      <a:pt x="5005" y="4523"/>
                    </a:cubicBezTo>
                    <a:cubicBezTo>
                      <a:pt x="4961" y="4702"/>
                      <a:pt x="4916" y="4871"/>
                      <a:pt x="4889" y="5068"/>
                    </a:cubicBezTo>
                    <a:cubicBezTo>
                      <a:pt x="4862" y="5255"/>
                      <a:pt x="4880" y="5460"/>
                      <a:pt x="4934" y="5639"/>
                    </a:cubicBezTo>
                    <a:cubicBezTo>
                      <a:pt x="4987" y="5826"/>
                      <a:pt x="5059" y="5995"/>
                      <a:pt x="5068" y="6165"/>
                    </a:cubicBezTo>
                    <a:cubicBezTo>
                      <a:pt x="5085" y="6325"/>
                      <a:pt x="5050" y="6504"/>
                      <a:pt x="4943" y="6611"/>
                    </a:cubicBezTo>
                    <a:cubicBezTo>
                      <a:pt x="4873" y="6687"/>
                      <a:pt x="4772" y="6709"/>
                      <a:pt x="4652" y="6709"/>
                    </a:cubicBezTo>
                    <a:cubicBezTo>
                      <a:pt x="4603" y="6709"/>
                      <a:pt x="4551" y="6705"/>
                      <a:pt x="4497" y="6700"/>
                    </a:cubicBezTo>
                    <a:cubicBezTo>
                      <a:pt x="4140" y="6682"/>
                      <a:pt x="3783" y="6664"/>
                      <a:pt x="3444" y="6638"/>
                    </a:cubicBezTo>
                    <a:cubicBezTo>
                      <a:pt x="3275" y="6629"/>
                      <a:pt x="3105" y="6629"/>
                      <a:pt x="2962" y="6593"/>
                    </a:cubicBezTo>
                    <a:cubicBezTo>
                      <a:pt x="2811" y="6566"/>
                      <a:pt x="2686" y="6495"/>
                      <a:pt x="2561" y="6406"/>
                    </a:cubicBezTo>
                    <a:cubicBezTo>
                      <a:pt x="2436" y="6325"/>
                      <a:pt x="2311" y="6227"/>
                      <a:pt x="2177" y="6147"/>
                    </a:cubicBezTo>
                    <a:cubicBezTo>
                      <a:pt x="2034" y="6076"/>
                      <a:pt x="1892" y="6031"/>
                      <a:pt x="1758" y="5995"/>
                    </a:cubicBezTo>
                    <a:cubicBezTo>
                      <a:pt x="1629" y="5967"/>
                      <a:pt x="1503" y="5957"/>
                      <a:pt x="1385" y="5957"/>
                    </a:cubicBezTo>
                    <a:cubicBezTo>
                      <a:pt x="1241" y="5957"/>
                      <a:pt x="1108" y="5972"/>
                      <a:pt x="991" y="5986"/>
                    </a:cubicBezTo>
                    <a:cubicBezTo>
                      <a:pt x="768" y="6013"/>
                      <a:pt x="580" y="6040"/>
                      <a:pt x="438" y="6040"/>
                    </a:cubicBezTo>
                    <a:cubicBezTo>
                      <a:pt x="286" y="6040"/>
                      <a:pt x="179" y="6013"/>
                      <a:pt x="108" y="5986"/>
                    </a:cubicBezTo>
                    <a:cubicBezTo>
                      <a:pt x="37" y="5969"/>
                      <a:pt x="1" y="5951"/>
                      <a:pt x="0" y="5951"/>
                    </a:cubicBezTo>
                    <a:lnTo>
                      <a:pt x="0" y="5951"/>
                    </a:lnTo>
                    <a:cubicBezTo>
                      <a:pt x="152" y="6027"/>
                      <a:pt x="330" y="6051"/>
                      <a:pt x="512" y="6051"/>
                    </a:cubicBezTo>
                    <a:cubicBezTo>
                      <a:pt x="544" y="6051"/>
                      <a:pt x="575" y="6050"/>
                      <a:pt x="607" y="6049"/>
                    </a:cubicBezTo>
                    <a:cubicBezTo>
                      <a:pt x="821" y="6031"/>
                      <a:pt x="1044" y="5995"/>
                      <a:pt x="1267" y="5986"/>
                    </a:cubicBezTo>
                    <a:cubicBezTo>
                      <a:pt x="1296" y="5985"/>
                      <a:pt x="1325" y="5984"/>
                      <a:pt x="1354" y="5984"/>
                    </a:cubicBezTo>
                    <a:cubicBezTo>
                      <a:pt x="1777" y="5984"/>
                      <a:pt x="2179" y="6164"/>
                      <a:pt x="2472" y="6415"/>
                    </a:cubicBezTo>
                    <a:cubicBezTo>
                      <a:pt x="2641" y="6540"/>
                      <a:pt x="2811" y="6638"/>
                      <a:pt x="3007" y="6673"/>
                    </a:cubicBezTo>
                    <a:cubicBezTo>
                      <a:pt x="3203" y="6700"/>
                      <a:pt x="3408" y="6709"/>
                      <a:pt x="3605" y="6727"/>
                    </a:cubicBezTo>
                    <a:cubicBezTo>
                      <a:pt x="3997" y="6745"/>
                      <a:pt x="4372" y="6789"/>
                      <a:pt x="4746" y="6789"/>
                    </a:cubicBezTo>
                    <a:cubicBezTo>
                      <a:pt x="4836" y="6789"/>
                      <a:pt x="4925" y="6754"/>
                      <a:pt x="4996" y="6691"/>
                    </a:cubicBezTo>
                    <a:cubicBezTo>
                      <a:pt x="5068" y="6629"/>
                      <a:pt x="5112" y="6540"/>
                      <a:pt x="5139" y="6450"/>
                    </a:cubicBezTo>
                    <a:cubicBezTo>
                      <a:pt x="5193" y="6281"/>
                      <a:pt x="5175" y="6093"/>
                      <a:pt x="5130" y="5924"/>
                    </a:cubicBezTo>
                    <a:cubicBezTo>
                      <a:pt x="5085" y="5754"/>
                      <a:pt x="5023" y="5594"/>
                      <a:pt x="4996" y="5433"/>
                    </a:cubicBezTo>
                    <a:cubicBezTo>
                      <a:pt x="4970" y="5273"/>
                      <a:pt x="4987" y="5112"/>
                      <a:pt x="5014" y="4952"/>
                    </a:cubicBezTo>
                    <a:cubicBezTo>
                      <a:pt x="5157" y="4336"/>
                      <a:pt x="5291" y="3747"/>
                      <a:pt x="5362" y="3221"/>
                    </a:cubicBezTo>
                    <a:cubicBezTo>
                      <a:pt x="5442" y="2686"/>
                      <a:pt x="5469" y="2204"/>
                      <a:pt x="5451" y="1785"/>
                    </a:cubicBezTo>
                    <a:cubicBezTo>
                      <a:pt x="5442" y="1365"/>
                      <a:pt x="5433" y="1017"/>
                      <a:pt x="5478" y="741"/>
                    </a:cubicBezTo>
                    <a:cubicBezTo>
                      <a:pt x="5523" y="464"/>
                      <a:pt x="5603" y="277"/>
                      <a:pt x="5683" y="161"/>
                    </a:cubicBezTo>
                    <a:cubicBezTo>
                      <a:pt x="5755" y="45"/>
                      <a:pt x="5817" y="9"/>
                      <a:pt x="58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9"/>
              <p:cNvSpPr/>
              <p:nvPr/>
            </p:nvSpPr>
            <p:spPr>
              <a:xfrm>
                <a:off x="6401443" y="896572"/>
                <a:ext cx="178201" cy="250341"/>
              </a:xfrm>
              <a:custGeom>
                <a:avLst/>
                <a:gdLst/>
                <a:ahLst/>
                <a:cxnLst/>
                <a:rect l="l" t="t" r="r" b="b"/>
                <a:pathLst>
                  <a:path w="4131" h="5803" extrusionOk="0">
                    <a:moveTo>
                      <a:pt x="27" y="1"/>
                    </a:moveTo>
                    <a:lnTo>
                      <a:pt x="27" y="1"/>
                    </a:lnTo>
                    <a:cubicBezTo>
                      <a:pt x="0" y="144"/>
                      <a:pt x="72" y="768"/>
                      <a:pt x="206" y="1615"/>
                    </a:cubicBezTo>
                    <a:cubicBezTo>
                      <a:pt x="277" y="2044"/>
                      <a:pt x="348" y="2525"/>
                      <a:pt x="438" y="3034"/>
                    </a:cubicBezTo>
                    <a:cubicBezTo>
                      <a:pt x="455" y="3159"/>
                      <a:pt x="473" y="3293"/>
                      <a:pt x="509" y="3426"/>
                    </a:cubicBezTo>
                    <a:cubicBezTo>
                      <a:pt x="545" y="3560"/>
                      <a:pt x="607" y="3694"/>
                      <a:pt x="678" y="3810"/>
                    </a:cubicBezTo>
                    <a:cubicBezTo>
                      <a:pt x="750" y="3926"/>
                      <a:pt x="812" y="4033"/>
                      <a:pt x="866" y="4158"/>
                    </a:cubicBezTo>
                    <a:cubicBezTo>
                      <a:pt x="910" y="4274"/>
                      <a:pt x="937" y="4399"/>
                      <a:pt x="946" y="4524"/>
                    </a:cubicBezTo>
                    <a:cubicBezTo>
                      <a:pt x="973" y="4782"/>
                      <a:pt x="937" y="5041"/>
                      <a:pt x="910" y="5309"/>
                    </a:cubicBezTo>
                    <a:cubicBezTo>
                      <a:pt x="910" y="5380"/>
                      <a:pt x="910" y="5460"/>
                      <a:pt x="928" y="5532"/>
                    </a:cubicBezTo>
                    <a:cubicBezTo>
                      <a:pt x="946" y="5612"/>
                      <a:pt x="982" y="5692"/>
                      <a:pt x="1062" y="5746"/>
                    </a:cubicBezTo>
                    <a:cubicBezTo>
                      <a:pt x="1125" y="5788"/>
                      <a:pt x="1199" y="5802"/>
                      <a:pt x="1262" y="5802"/>
                    </a:cubicBezTo>
                    <a:cubicBezTo>
                      <a:pt x="1280" y="5802"/>
                      <a:pt x="1296" y="5801"/>
                      <a:pt x="1312" y="5799"/>
                    </a:cubicBezTo>
                    <a:cubicBezTo>
                      <a:pt x="1383" y="5791"/>
                      <a:pt x="1446" y="5773"/>
                      <a:pt x="1499" y="5764"/>
                    </a:cubicBezTo>
                    <a:cubicBezTo>
                      <a:pt x="1990" y="5666"/>
                      <a:pt x="2445" y="5576"/>
                      <a:pt x="2837" y="5505"/>
                    </a:cubicBezTo>
                    <a:cubicBezTo>
                      <a:pt x="3613" y="5345"/>
                      <a:pt x="4131" y="5246"/>
                      <a:pt x="4131" y="5246"/>
                    </a:cubicBezTo>
                    <a:lnTo>
                      <a:pt x="4131" y="5246"/>
                    </a:lnTo>
                    <a:cubicBezTo>
                      <a:pt x="3471" y="5353"/>
                      <a:pt x="2846" y="5460"/>
                      <a:pt x="2249" y="5559"/>
                    </a:cubicBezTo>
                    <a:cubicBezTo>
                      <a:pt x="1945" y="5612"/>
                      <a:pt x="1660" y="5666"/>
                      <a:pt x="1374" y="5710"/>
                    </a:cubicBezTo>
                    <a:cubicBezTo>
                      <a:pt x="1331" y="5716"/>
                      <a:pt x="1284" y="5724"/>
                      <a:pt x="1238" y="5724"/>
                    </a:cubicBezTo>
                    <a:cubicBezTo>
                      <a:pt x="1209" y="5724"/>
                      <a:pt x="1179" y="5721"/>
                      <a:pt x="1151" y="5710"/>
                    </a:cubicBezTo>
                    <a:cubicBezTo>
                      <a:pt x="1080" y="5683"/>
                      <a:pt x="1035" y="5612"/>
                      <a:pt x="1017" y="5550"/>
                    </a:cubicBezTo>
                    <a:cubicBezTo>
                      <a:pt x="973" y="5407"/>
                      <a:pt x="1009" y="5264"/>
                      <a:pt x="1017" y="5130"/>
                    </a:cubicBezTo>
                    <a:cubicBezTo>
                      <a:pt x="1044" y="4863"/>
                      <a:pt x="1071" y="4604"/>
                      <a:pt x="1026" y="4345"/>
                    </a:cubicBezTo>
                    <a:cubicBezTo>
                      <a:pt x="982" y="4087"/>
                      <a:pt x="839" y="3873"/>
                      <a:pt x="723" y="3676"/>
                    </a:cubicBezTo>
                    <a:cubicBezTo>
                      <a:pt x="616" y="3471"/>
                      <a:pt x="580" y="3248"/>
                      <a:pt x="545" y="3043"/>
                    </a:cubicBezTo>
                    <a:cubicBezTo>
                      <a:pt x="509" y="2829"/>
                      <a:pt x="473" y="2624"/>
                      <a:pt x="447" y="2427"/>
                    </a:cubicBezTo>
                    <a:cubicBezTo>
                      <a:pt x="179" y="893"/>
                      <a:pt x="27" y="1"/>
                      <a:pt x="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9"/>
              <p:cNvSpPr/>
              <p:nvPr/>
            </p:nvSpPr>
            <p:spPr>
              <a:xfrm>
                <a:off x="6757814" y="1146343"/>
                <a:ext cx="14279" cy="133605"/>
              </a:xfrm>
              <a:custGeom>
                <a:avLst/>
                <a:gdLst/>
                <a:ahLst/>
                <a:cxnLst/>
                <a:rect l="l" t="t" r="r" b="b"/>
                <a:pathLst>
                  <a:path w="331" h="3097" extrusionOk="0">
                    <a:moveTo>
                      <a:pt x="188" y="1"/>
                    </a:moveTo>
                    <a:lnTo>
                      <a:pt x="188" y="1"/>
                    </a:lnTo>
                    <a:cubicBezTo>
                      <a:pt x="81" y="99"/>
                      <a:pt x="54" y="893"/>
                      <a:pt x="54" y="1669"/>
                    </a:cubicBezTo>
                    <a:cubicBezTo>
                      <a:pt x="54" y="1865"/>
                      <a:pt x="45" y="2043"/>
                      <a:pt x="36" y="2213"/>
                    </a:cubicBezTo>
                    <a:cubicBezTo>
                      <a:pt x="18" y="2293"/>
                      <a:pt x="0" y="2391"/>
                      <a:pt x="18" y="2498"/>
                    </a:cubicBezTo>
                    <a:cubicBezTo>
                      <a:pt x="45" y="2605"/>
                      <a:pt x="90" y="2677"/>
                      <a:pt x="134" y="2739"/>
                    </a:cubicBezTo>
                    <a:cubicBezTo>
                      <a:pt x="223" y="2864"/>
                      <a:pt x="277" y="2944"/>
                      <a:pt x="295" y="3007"/>
                    </a:cubicBezTo>
                    <a:cubicBezTo>
                      <a:pt x="319" y="3056"/>
                      <a:pt x="314" y="3090"/>
                      <a:pt x="313" y="3095"/>
                    </a:cubicBezTo>
                    <a:lnTo>
                      <a:pt x="313" y="3095"/>
                    </a:lnTo>
                    <a:cubicBezTo>
                      <a:pt x="330" y="3015"/>
                      <a:pt x="286" y="2917"/>
                      <a:pt x="232" y="2828"/>
                    </a:cubicBezTo>
                    <a:cubicBezTo>
                      <a:pt x="170" y="2730"/>
                      <a:pt x="98" y="2632"/>
                      <a:pt x="81" y="2507"/>
                    </a:cubicBezTo>
                    <a:cubicBezTo>
                      <a:pt x="54" y="2382"/>
                      <a:pt x="98" y="2284"/>
                      <a:pt x="116" y="2177"/>
                    </a:cubicBezTo>
                    <a:cubicBezTo>
                      <a:pt x="125" y="2079"/>
                      <a:pt x="134" y="1981"/>
                      <a:pt x="143" y="1883"/>
                    </a:cubicBezTo>
                    <a:cubicBezTo>
                      <a:pt x="161" y="1499"/>
                      <a:pt x="170" y="1160"/>
                      <a:pt x="179" y="875"/>
                    </a:cubicBezTo>
                    <a:cubicBezTo>
                      <a:pt x="197" y="322"/>
                      <a:pt x="188" y="1"/>
                      <a:pt x="188" y="1"/>
                    </a:cubicBezTo>
                    <a:close/>
                    <a:moveTo>
                      <a:pt x="313" y="3095"/>
                    </a:moveTo>
                    <a:cubicBezTo>
                      <a:pt x="313" y="3096"/>
                      <a:pt x="313" y="3096"/>
                      <a:pt x="313" y="3096"/>
                    </a:cubicBezTo>
                    <a:cubicBezTo>
                      <a:pt x="313" y="3096"/>
                      <a:pt x="313" y="3096"/>
                      <a:pt x="313" y="30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9"/>
              <p:cNvSpPr/>
              <p:nvPr/>
            </p:nvSpPr>
            <p:spPr>
              <a:xfrm>
                <a:off x="6781281" y="1349137"/>
                <a:ext cx="41239" cy="22778"/>
              </a:xfrm>
              <a:custGeom>
                <a:avLst/>
                <a:gdLst/>
                <a:ahLst/>
                <a:cxnLst/>
                <a:rect l="l" t="t" r="r" b="b"/>
                <a:pathLst>
                  <a:path w="956" h="528" extrusionOk="0">
                    <a:moveTo>
                      <a:pt x="9" y="1"/>
                    </a:moveTo>
                    <a:cubicBezTo>
                      <a:pt x="1" y="224"/>
                      <a:pt x="955" y="527"/>
                      <a:pt x="955" y="527"/>
                    </a:cubicBezTo>
                    <a:cubicBezTo>
                      <a:pt x="402" y="162"/>
                      <a:pt x="10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9"/>
              <p:cNvSpPr/>
              <p:nvPr/>
            </p:nvSpPr>
            <p:spPr>
              <a:xfrm>
                <a:off x="6770885" y="1364926"/>
                <a:ext cx="45467" cy="92018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2133" extrusionOk="0">
                    <a:moveTo>
                      <a:pt x="1053" y="1"/>
                    </a:moveTo>
                    <a:lnTo>
                      <a:pt x="1053" y="1"/>
                    </a:lnTo>
                    <a:cubicBezTo>
                      <a:pt x="946" y="81"/>
                      <a:pt x="902" y="696"/>
                      <a:pt x="732" y="1241"/>
                    </a:cubicBezTo>
                    <a:cubicBezTo>
                      <a:pt x="652" y="1499"/>
                      <a:pt x="393" y="1633"/>
                      <a:pt x="224" y="1794"/>
                    </a:cubicBezTo>
                    <a:cubicBezTo>
                      <a:pt x="143" y="1874"/>
                      <a:pt x="81" y="1954"/>
                      <a:pt x="45" y="2026"/>
                    </a:cubicBezTo>
                    <a:cubicBezTo>
                      <a:pt x="27" y="2052"/>
                      <a:pt x="19" y="2079"/>
                      <a:pt x="10" y="2106"/>
                    </a:cubicBezTo>
                    <a:cubicBezTo>
                      <a:pt x="1" y="2124"/>
                      <a:pt x="1" y="2133"/>
                      <a:pt x="1" y="2133"/>
                    </a:cubicBezTo>
                    <a:cubicBezTo>
                      <a:pt x="90" y="1919"/>
                      <a:pt x="259" y="1821"/>
                      <a:pt x="393" y="1731"/>
                    </a:cubicBezTo>
                    <a:cubicBezTo>
                      <a:pt x="527" y="1633"/>
                      <a:pt x="661" y="1553"/>
                      <a:pt x="750" y="1428"/>
                    </a:cubicBezTo>
                    <a:cubicBezTo>
                      <a:pt x="830" y="1303"/>
                      <a:pt x="866" y="1160"/>
                      <a:pt x="902" y="1035"/>
                    </a:cubicBezTo>
                    <a:cubicBezTo>
                      <a:pt x="937" y="911"/>
                      <a:pt x="964" y="795"/>
                      <a:pt x="982" y="688"/>
                    </a:cubicBezTo>
                    <a:cubicBezTo>
                      <a:pt x="1027" y="473"/>
                      <a:pt x="1036" y="304"/>
                      <a:pt x="1044" y="188"/>
                    </a:cubicBezTo>
                    <a:cubicBezTo>
                      <a:pt x="1053" y="63"/>
                      <a:pt x="1053" y="1"/>
                      <a:pt x="10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9"/>
              <p:cNvSpPr/>
              <p:nvPr/>
            </p:nvSpPr>
            <p:spPr>
              <a:xfrm>
                <a:off x="6777830" y="1385934"/>
                <a:ext cx="24675" cy="39214"/>
              </a:xfrm>
              <a:custGeom>
                <a:avLst/>
                <a:gdLst/>
                <a:ahLst/>
                <a:cxnLst/>
                <a:rect l="l" t="t" r="r" b="b"/>
                <a:pathLst>
                  <a:path w="572" h="909" extrusionOk="0">
                    <a:moveTo>
                      <a:pt x="550" y="1"/>
                    </a:moveTo>
                    <a:cubicBezTo>
                      <a:pt x="498" y="1"/>
                      <a:pt x="431" y="55"/>
                      <a:pt x="384" y="156"/>
                    </a:cubicBezTo>
                    <a:cubicBezTo>
                      <a:pt x="321" y="263"/>
                      <a:pt x="304" y="424"/>
                      <a:pt x="268" y="557"/>
                    </a:cubicBezTo>
                    <a:cubicBezTo>
                      <a:pt x="232" y="682"/>
                      <a:pt x="170" y="798"/>
                      <a:pt x="107" y="852"/>
                    </a:cubicBezTo>
                    <a:cubicBezTo>
                      <a:pt x="45" y="905"/>
                      <a:pt x="0" y="905"/>
                      <a:pt x="0" y="905"/>
                    </a:cubicBezTo>
                    <a:cubicBezTo>
                      <a:pt x="11" y="907"/>
                      <a:pt x="21" y="908"/>
                      <a:pt x="32" y="908"/>
                    </a:cubicBezTo>
                    <a:cubicBezTo>
                      <a:pt x="155" y="908"/>
                      <a:pt x="273" y="771"/>
                      <a:pt x="330" y="656"/>
                    </a:cubicBezTo>
                    <a:cubicBezTo>
                      <a:pt x="393" y="513"/>
                      <a:pt x="420" y="379"/>
                      <a:pt x="446" y="281"/>
                    </a:cubicBezTo>
                    <a:cubicBezTo>
                      <a:pt x="473" y="183"/>
                      <a:pt x="509" y="111"/>
                      <a:pt x="527" y="67"/>
                    </a:cubicBezTo>
                    <a:cubicBezTo>
                      <a:pt x="553" y="31"/>
                      <a:pt x="571" y="4"/>
                      <a:pt x="571" y="4"/>
                    </a:cubicBezTo>
                    <a:cubicBezTo>
                      <a:pt x="564" y="2"/>
                      <a:pt x="557" y="1"/>
                      <a:pt x="5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9"/>
              <p:cNvSpPr/>
              <p:nvPr/>
            </p:nvSpPr>
            <p:spPr>
              <a:xfrm>
                <a:off x="6473787" y="711077"/>
                <a:ext cx="123201" cy="140550"/>
              </a:xfrm>
              <a:custGeom>
                <a:avLst/>
                <a:gdLst/>
                <a:ahLst/>
                <a:cxnLst/>
                <a:rect l="l" t="t" r="r" b="b"/>
                <a:pathLst>
                  <a:path w="2856" h="3258" extrusionOk="0">
                    <a:moveTo>
                      <a:pt x="1" y="1"/>
                    </a:moveTo>
                    <a:cubicBezTo>
                      <a:pt x="1" y="81"/>
                      <a:pt x="179" y="340"/>
                      <a:pt x="465" y="652"/>
                    </a:cubicBezTo>
                    <a:cubicBezTo>
                      <a:pt x="750" y="973"/>
                      <a:pt x="1169" y="1312"/>
                      <a:pt x="1553" y="1660"/>
                    </a:cubicBezTo>
                    <a:cubicBezTo>
                      <a:pt x="1936" y="2017"/>
                      <a:pt x="2258" y="2418"/>
                      <a:pt x="2490" y="2731"/>
                    </a:cubicBezTo>
                    <a:cubicBezTo>
                      <a:pt x="2713" y="3043"/>
                      <a:pt x="2855" y="3257"/>
                      <a:pt x="2855" y="3257"/>
                    </a:cubicBezTo>
                    <a:cubicBezTo>
                      <a:pt x="2534" y="2695"/>
                      <a:pt x="2195" y="2204"/>
                      <a:pt x="1829" y="1812"/>
                    </a:cubicBezTo>
                    <a:cubicBezTo>
                      <a:pt x="1660" y="1607"/>
                      <a:pt x="1473" y="1437"/>
                      <a:pt x="1294" y="1286"/>
                    </a:cubicBezTo>
                    <a:cubicBezTo>
                      <a:pt x="1125" y="1134"/>
                      <a:pt x="973" y="991"/>
                      <a:pt x="830" y="866"/>
                    </a:cubicBezTo>
                    <a:cubicBezTo>
                      <a:pt x="545" y="608"/>
                      <a:pt x="340" y="384"/>
                      <a:pt x="206" y="233"/>
                    </a:cubicBezTo>
                    <a:cubicBezTo>
                      <a:pt x="72" y="8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29"/>
              <p:cNvSpPr/>
              <p:nvPr/>
            </p:nvSpPr>
            <p:spPr>
              <a:xfrm>
                <a:off x="6589227" y="716081"/>
                <a:ext cx="152060" cy="130887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3034" extrusionOk="0">
                    <a:moveTo>
                      <a:pt x="3525" y="1"/>
                    </a:moveTo>
                    <a:cubicBezTo>
                      <a:pt x="3436" y="37"/>
                      <a:pt x="3248" y="313"/>
                      <a:pt x="2954" y="652"/>
                    </a:cubicBezTo>
                    <a:cubicBezTo>
                      <a:pt x="2659" y="991"/>
                      <a:pt x="2249" y="1393"/>
                      <a:pt x="1812" y="1740"/>
                    </a:cubicBezTo>
                    <a:cubicBezTo>
                      <a:pt x="1375" y="2097"/>
                      <a:pt x="911" y="2418"/>
                      <a:pt x="572" y="2650"/>
                    </a:cubicBezTo>
                    <a:cubicBezTo>
                      <a:pt x="233" y="2882"/>
                      <a:pt x="1" y="3034"/>
                      <a:pt x="1" y="3034"/>
                    </a:cubicBezTo>
                    <a:cubicBezTo>
                      <a:pt x="608" y="2686"/>
                      <a:pt x="1152" y="2347"/>
                      <a:pt x="1607" y="2008"/>
                    </a:cubicBezTo>
                    <a:cubicBezTo>
                      <a:pt x="2071" y="1678"/>
                      <a:pt x="2454" y="1348"/>
                      <a:pt x="2740" y="1045"/>
                    </a:cubicBezTo>
                    <a:cubicBezTo>
                      <a:pt x="3025" y="741"/>
                      <a:pt x="3221" y="483"/>
                      <a:pt x="3346" y="295"/>
                    </a:cubicBezTo>
                    <a:cubicBezTo>
                      <a:pt x="3462" y="99"/>
                      <a:pt x="3525" y="1"/>
                      <a:pt x="352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29"/>
              <p:cNvSpPr/>
              <p:nvPr/>
            </p:nvSpPr>
            <p:spPr>
              <a:xfrm>
                <a:off x="6565371" y="848084"/>
                <a:ext cx="35459" cy="269452"/>
              </a:xfrm>
              <a:custGeom>
                <a:avLst/>
                <a:gdLst/>
                <a:ahLst/>
                <a:cxnLst/>
                <a:rect l="l" t="t" r="r" b="b"/>
                <a:pathLst>
                  <a:path w="822" h="6246" extrusionOk="0">
                    <a:moveTo>
                      <a:pt x="688" y="1"/>
                    </a:moveTo>
                    <a:cubicBezTo>
                      <a:pt x="643" y="99"/>
                      <a:pt x="661" y="545"/>
                      <a:pt x="688" y="1152"/>
                    </a:cubicBezTo>
                    <a:cubicBezTo>
                      <a:pt x="706" y="1758"/>
                      <a:pt x="732" y="2534"/>
                      <a:pt x="625" y="3284"/>
                    </a:cubicBezTo>
                    <a:cubicBezTo>
                      <a:pt x="572" y="3658"/>
                      <a:pt x="491" y="4024"/>
                      <a:pt x="376" y="4345"/>
                    </a:cubicBezTo>
                    <a:cubicBezTo>
                      <a:pt x="268" y="4675"/>
                      <a:pt x="135" y="4988"/>
                      <a:pt x="90" y="5282"/>
                    </a:cubicBezTo>
                    <a:cubicBezTo>
                      <a:pt x="45" y="5576"/>
                      <a:pt x="81" y="5826"/>
                      <a:pt x="126" y="5996"/>
                    </a:cubicBezTo>
                    <a:cubicBezTo>
                      <a:pt x="179" y="6156"/>
                      <a:pt x="233" y="6245"/>
                      <a:pt x="233" y="6245"/>
                    </a:cubicBezTo>
                    <a:cubicBezTo>
                      <a:pt x="1" y="5782"/>
                      <a:pt x="99" y="5273"/>
                      <a:pt x="251" y="4881"/>
                    </a:cubicBezTo>
                    <a:cubicBezTo>
                      <a:pt x="411" y="4479"/>
                      <a:pt x="554" y="4104"/>
                      <a:pt x="634" y="3730"/>
                    </a:cubicBezTo>
                    <a:cubicBezTo>
                      <a:pt x="804" y="2980"/>
                      <a:pt x="822" y="2293"/>
                      <a:pt x="813" y="1740"/>
                    </a:cubicBezTo>
                    <a:cubicBezTo>
                      <a:pt x="795" y="1187"/>
                      <a:pt x="759" y="750"/>
                      <a:pt x="732" y="456"/>
                    </a:cubicBezTo>
                    <a:cubicBezTo>
                      <a:pt x="706" y="161"/>
                      <a:pt x="688" y="1"/>
                      <a:pt x="6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9"/>
              <p:cNvSpPr/>
              <p:nvPr/>
            </p:nvSpPr>
            <p:spPr>
              <a:xfrm>
                <a:off x="6584999" y="833460"/>
                <a:ext cx="35071" cy="288693"/>
              </a:xfrm>
              <a:custGeom>
                <a:avLst/>
                <a:gdLst/>
                <a:ahLst/>
                <a:cxnLst/>
                <a:rect l="l" t="t" r="r" b="b"/>
                <a:pathLst>
                  <a:path w="813" h="6692" extrusionOk="0">
                    <a:moveTo>
                      <a:pt x="813" y="1"/>
                    </a:moveTo>
                    <a:cubicBezTo>
                      <a:pt x="741" y="81"/>
                      <a:pt x="590" y="545"/>
                      <a:pt x="581" y="1205"/>
                    </a:cubicBezTo>
                    <a:cubicBezTo>
                      <a:pt x="554" y="1856"/>
                      <a:pt x="652" y="2704"/>
                      <a:pt x="509" y="3498"/>
                    </a:cubicBezTo>
                    <a:cubicBezTo>
                      <a:pt x="474" y="3694"/>
                      <a:pt x="420" y="3881"/>
                      <a:pt x="349" y="4069"/>
                    </a:cubicBezTo>
                    <a:cubicBezTo>
                      <a:pt x="286" y="4256"/>
                      <a:pt x="206" y="4443"/>
                      <a:pt x="152" y="4631"/>
                    </a:cubicBezTo>
                    <a:cubicBezTo>
                      <a:pt x="36" y="5005"/>
                      <a:pt x="1" y="5371"/>
                      <a:pt x="1" y="5675"/>
                    </a:cubicBezTo>
                    <a:cubicBezTo>
                      <a:pt x="1" y="5987"/>
                      <a:pt x="45" y="6245"/>
                      <a:pt x="81" y="6415"/>
                    </a:cubicBezTo>
                    <a:cubicBezTo>
                      <a:pt x="117" y="6593"/>
                      <a:pt x="152" y="6692"/>
                      <a:pt x="152" y="6692"/>
                    </a:cubicBezTo>
                    <a:cubicBezTo>
                      <a:pt x="19" y="6192"/>
                      <a:pt x="10" y="5683"/>
                      <a:pt x="81" y="5220"/>
                    </a:cubicBezTo>
                    <a:cubicBezTo>
                      <a:pt x="117" y="4997"/>
                      <a:pt x="170" y="4773"/>
                      <a:pt x="251" y="4568"/>
                    </a:cubicBezTo>
                    <a:cubicBezTo>
                      <a:pt x="322" y="4354"/>
                      <a:pt x="411" y="4167"/>
                      <a:pt x="483" y="3971"/>
                    </a:cubicBezTo>
                    <a:cubicBezTo>
                      <a:pt x="616" y="3578"/>
                      <a:pt x="670" y="3186"/>
                      <a:pt x="688" y="2829"/>
                    </a:cubicBezTo>
                    <a:cubicBezTo>
                      <a:pt x="706" y="2472"/>
                      <a:pt x="697" y="2142"/>
                      <a:pt x="688" y="1838"/>
                    </a:cubicBezTo>
                    <a:cubicBezTo>
                      <a:pt x="670" y="1250"/>
                      <a:pt x="688" y="786"/>
                      <a:pt x="723" y="474"/>
                    </a:cubicBezTo>
                    <a:cubicBezTo>
                      <a:pt x="750" y="313"/>
                      <a:pt x="768" y="197"/>
                      <a:pt x="786" y="117"/>
                    </a:cubicBezTo>
                    <a:cubicBezTo>
                      <a:pt x="804" y="36"/>
                      <a:pt x="813" y="1"/>
                      <a:pt x="81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9"/>
              <p:cNvSpPr/>
              <p:nvPr/>
            </p:nvSpPr>
            <p:spPr>
              <a:xfrm>
                <a:off x="6409898" y="1149018"/>
                <a:ext cx="50859" cy="644296"/>
              </a:xfrm>
              <a:custGeom>
                <a:avLst/>
                <a:gdLst/>
                <a:ahLst/>
                <a:cxnLst/>
                <a:rect l="l" t="t" r="r" b="b"/>
                <a:pathLst>
                  <a:path w="1179" h="14935" extrusionOk="0">
                    <a:moveTo>
                      <a:pt x="920" y="1"/>
                    </a:moveTo>
                    <a:lnTo>
                      <a:pt x="920" y="1"/>
                    </a:lnTo>
                    <a:cubicBezTo>
                      <a:pt x="893" y="46"/>
                      <a:pt x="839" y="144"/>
                      <a:pt x="795" y="295"/>
                    </a:cubicBezTo>
                    <a:cubicBezTo>
                      <a:pt x="750" y="447"/>
                      <a:pt x="714" y="643"/>
                      <a:pt x="688" y="884"/>
                    </a:cubicBezTo>
                    <a:cubicBezTo>
                      <a:pt x="661" y="1134"/>
                      <a:pt x="652" y="1419"/>
                      <a:pt x="607" y="1732"/>
                    </a:cubicBezTo>
                    <a:cubicBezTo>
                      <a:pt x="590" y="1892"/>
                      <a:pt x="563" y="2053"/>
                      <a:pt x="509" y="2222"/>
                    </a:cubicBezTo>
                    <a:cubicBezTo>
                      <a:pt x="465" y="2392"/>
                      <a:pt x="384" y="2552"/>
                      <a:pt x="295" y="2713"/>
                    </a:cubicBezTo>
                    <a:cubicBezTo>
                      <a:pt x="251" y="2802"/>
                      <a:pt x="206" y="2891"/>
                      <a:pt x="206" y="2998"/>
                    </a:cubicBezTo>
                    <a:cubicBezTo>
                      <a:pt x="197" y="3105"/>
                      <a:pt x="242" y="3213"/>
                      <a:pt x="295" y="3293"/>
                    </a:cubicBezTo>
                    <a:cubicBezTo>
                      <a:pt x="411" y="3453"/>
                      <a:pt x="465" y="3650"/>
                      <a:pt x="474" y="3855"/>
                    </a:cubicBezTo>
                    <a:cubicBezTo>
                      <a:pt x="482" y="4060"/>
                      <a:pt x="447" y="4265"/>
                      <a:pt x="420" y="4488"/>
                    </a:cubicBezTo>
                    <a:cubicBezTo>
                      <a:pt x="393" y="4702"/>
                      <a:pt x="366" y="4925"/>
                      <a:pt x="340" y="5148"/>
                    </a:cubicBezTo>
                    <a:cubicBezTo>
                      <a:pt x="295" y="5594"/>
                      <a:pt x="215" y="6058"/>
                      <a:pt x="233" y="6540"/>
                    </a:cubicBezTo>
                    <a:cubicBezTo>
                      <a:pt x="259" y="7031"/>
                      <a:pt x="447" y="7468"/>
                      <a:pt x="482" y="7932"/>
                    </a:cubicBezTo>
                    <a:cubicBezTo>
                      <a:pt x="581" y="8860"/>
                      <a:pt x="393" y="9787"/>
                      <a:pt x="340" y="10662"/>
                    </a:cubicBezTo>
                    <a:cubicBezTo>
                      <a:pt x="331" y="10885"/>
                      <a:pt x="322" y="11099"/>
                      <a:pt x="331" y="11313"/>
                    </a:cubicBezTo>
                    <a:cubicBezTo>
                      <a:pt x="331" y="11527"/>
                      <a:pt x="366" y="11741"/>
                      <a:pt x="340" y="11911"/>
                    </a:cubicBezTo>
                    <a:cubicBezTo>
                      <a:pt x="331" y="11991"/>
                      <a:pt x="295" y="12062"/>
                      <a:pt x="242" y="12142"/>
                    </a:cubicBezTo>
                    <a:cubicBezTo>
                      <a:pt x="197" y="12214"/>
                      <a:pt x="126" y="12294"/>
                      <a:pt x="90" y="12401"/>
                    </a:cubicBezTo>
                    <a:cubicBezTo>
                      <a:pt x="1" y="12597"/>
                      <a:pt x="10" y="12812"/>
                      <a:pt x="54" y="12990"/>
                    </a:cubicBezTo>
                    <a:cubicBezTo>
                      <a:pt x="152" y="13356"/>
                      <a:pt x="358" y="13623"/>
                      <a:pt x="545" y="13837"/>
                    </a:cubicBezTo>
                    <a:cubicBezTo>
                      <a:pt x="723" y="14052"/>
                      <a:pt x="884" y="14230"/>
                      <a:pt x="982" y="14391"/>
                    </a:cubicBezTo>
                    <a:cubicBezTo>
                      <a:pt x="1089" y="14560"/>
                      <a:pt x="1143" y="14694"/>
                      <a:pt x="1160" y="14792"/>
                    </a:cubicBezTo>
                    <a:cubicBezTo>
                      <a:pt x="1163" y="14803"/>
                      <a:pt x="1165" y="14813"/>
                      <a:pt x="1167" y="14823"/>
                    </a:cubicBezTo>
                    <a:lnTo>
                      <a:pt x="1167" y="14823"/>
                    </a:lnTo>
                    <a:cubicBezTo>
                      <a:pt x="1130" y="14604"/>
                      <a:pt x="1011" y="14394"/>
                      <a:pt x="866" y="14203"/>
                    </a:cubicBezTo>
                    <a:cubicBezTo>
                      <a:pt x="705" y="13980"/>
                      <a:pt x="509" y="13784"/>
                      <a:pt x="349" y="13543"/>
                    </a:cubicBezTo>
                    <a:cubicBezTo>
                      <a:pt x="188" y="13302"/>
                      <a:pt x="63" y="13035"/>
                      <a:pt x="63" y="12740"/>
                    </a:cubicBezTo>
                    <a:cubicBezTo>
                      <a:pt x="63" y="12597"/>
                      <a:pt x="99" y="12455"/>
                      <a:pt x="179" y="12330"/>
                    </a:cubicBezTo>
                    <a:cubicBezTo>
                      <a:pt x="251" y="12205"/>
                      <a:pt x="340" y="12116"/>
                      <a:pt x="375" y="12000"/>
                    </a:cubicBezTo>
                    <a:cubicBezTo>
                      <a:pt x="411" y="11875"/>
                      <a:pt x="411" y="11750"/>
                      <a:pt x="402" y="11616"/>
                    </a:cubicBezTo>
                    <a:cubicBezTo>
                      <a:pt x="393" y="11491"/>
                      <a:pt x="393" y="11357"/>
                      <a:pt x="393" y="11224"/>
                    </a:cubicBezTo>
                    <a:cubicBezTo>
                      <a:pt x="393" y="10965"/>
                      <a:pt x="411" y="10715"/>
                      <a:pt x="429" y="10465"/>
                    </a:cubicBezTo>
                    <a:cubicBezTo>
                      <a:pt x="474" y="9957"/>
                      <a:pt x="545" y="9475"/>
                      <a:pt x="581" y="9002"/>
                    </a:cubicBezTo>
                    <a:cubicBezTo>
                      <a:pt x="616" y="8529"/>
                      <a:pt x="616" y="8066"/>
                      <a:pt x="545" y="7628"/>
                    </a:cubicBezTo>
                    <a:cubicBezTo>
                      <a:pt x="465" y="7191"/>
                      <a:pt x="313" y="6781"/>
                      <a:pt x="331" y="6371"/>
                    </a:cubicBezTo>
                    <a:cubicBezTo>
                      <a:pt x="340" y="5969"/>
                      <a:pt x="411" y="5577"/>
                      <a:pt x="447" y="5202"/>
                    </a:cubicBezTo>
                    <a:cubicBezTo>
                      <a:pt x="491" y="4827"/>
                      <a:pt x="536" y="4470"/>
                      <a:pt x="572" y="4131"/>
                    </a:cubicBezTo>
                    <a:cubicBezTo>
                      <a:pt x="590" y="3953"/>
                      <a:pt x="590" y="3783"/>
                      <a:pt x="554" y="3614"/>
                    </a:cubicBezTo>
                    <a:cubicBezTo>
                      <a:pt x="536" y="3525"/>
                      <a:pt x="509" y="3444"/>
                      <a:pt x="474" y="3373"/>
                    </a:cubicBezTo>
                    <a:cubicBezTo>
                      <a:pt x="429" y="3293"/>
                      <a:pt x="384" y="3230"/>
                      <a:pt x="349" y="3168"/>
                    </a:cubicBezTo>
                    <a:cubicBezTo>
                      <a:pt x="277" y="3052"/>
                      <a:pt x="304" y="2936"/>
                      <a:pt x="358" y="2811"/>
                    </a:cubicBezTo>
                    <a:cubicBezTo>
                      <a:pt x="420" y="2695"/>
                      <a:pt x="491" y="2561"/>
                      <a:pt x="545" y="2436"/>
                    </a:cubicBezTo>
                    <a:cubicBezTo>
                      <a:pt x="732" y="1910"/>
                      <a:pt x="714" y="1437"/>
                      <a:pt x="741" y="1071"/>
                    </a:cubicBezTo>
                    <a:cubicBezTo>
                      <a:pt x="759" y="706"/>
                      <a:pt x="795" y="438"/>
                      <a:pt x="839" y="260"/>
                    </a:cubicBezTo>
                    <a:cubicBezTo>
                      <a:pt x="866" y="170"/>
                      <a:pt x="884" y="108"/>
                      <a:pt x="902" y="63"/>
                    </a:cubicBezTo>
                    <a:cubicBezTo>
                      <a:pt x="920" y="19"/>
                      <a:pt x="920" y="1"/>
                      <a:pt x="920" y="1"/>
                    </a:cubicBezTo>
                    <a:close/>
                    <a:moveTo>
                      <a:pt x="1167" y="14823"/>
                    </a:moveTo>
                    <a:cubicBezTo>
                      <a:pt x="1173" y="14860"/>
                      <a:pt x="1177" y="14897"/>
                      <a:pt x="1178" y="14935"/>
                    </a:cubicBezTo>
                    <a:cubicBezTo>
                      <a:pt x="1178" y="14935"/>
                      <a:pt x="1178" y="14926"/>
                      <a:pt x="1178" y="14899"/>
                    </a:cubicBezTo>
                    <a:cubicBezTo>
                      <a:pt x="1178" y="14879"/>
                      <a:pt x="1173" y="14853"/>
                      <a:pt x="1167" y="14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9"/>
              <p:cNvSpPr/>
              <p:nvPr/>
            </p:nvSpPr>
            <p:spPr>
              <a:xfrm>
                <a:off x="6442986" y="1754379"/>
                <a:ext cx="47796" cy="252110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5844" extrusionOk="0">
                    <a:moveTo>
                      <a:pt x="90" y="1"/>
                    </a:moveTo>
                    <a:lnTo>
                      <a:pt x="90" y="1"/>
                    </a:lnTo>
                    <a:cubicBezTo>
                      <a:pt x="37" y="90"/>
                      <a:pt x="1" y="536"/>
                      <a:pt x="162" y="1116"/>
                    </a:cubicBezTo>
                    <a:cubicBezTo>
                      <a:pt x="197" y="1259"/>
                      <a:pt x="251" y="1410"/>
                      <a:pt x="313" y="1571"/>
                    </a:cubicBezTo>
                    <a:cubicBezTo>
                      <a:pt x="376" y="1722"/>
                      <a:pt x="456" y="1883"/>
                      <a:pt x="492" y="2044"/>
                    </a:cubicBezTo>
                    <a:cubicBezTo>
                      <a:pt x="527" y="2204"/>
                      <a:pt x="492" y="2383"/>
                      <a:pt x="474" y="2570"/>
                    </a:cubicBezTo>
                    <a:cubicBezTo>
                      <a:pt x="456" y="2757"/>
                      <a:pt x="447" y="2945"/>
                      <a:pt x="429" y="3132"/>
                    </a:cubicBezTo>
                    <a:cubicBezTo>
                      <a:pt x="411" y="3507"/>
                      <a:pt x="358" y="3872"/>
                      <a:pt x="447" y="4238"/>
                    </a:cubicBezTo>
                    <a:cubicBezTo>
                      <a:pt x="536" y="4613"/>
                      <a:pt x="777" y="4863"/>
                      <a:pt x="902" y="5086"/>
                    </a:cubicBezTo>
                    <a:cubicBezTo>
                      <a:pt x="1036" y="5309"/>
                      <a:pt x="1080" y="5514"/>
                      <a:pt x="1063" y="5648"/>
                    </a:cubicBezTo>
                    <a:cubicBezTo>
                      <a:pt x="1054" y="5719"/>
                      <a:pt x="1045" y="5764"/>
                      <a:pt x="1027" y="5799"/>
                    </a:cubicBezTo>
                    <a:cubicBezTo>
                      <a:pt x="1009" y="5826"/>
                      <a:pt x="1000" y="5844"/>
                      <a:pt x="1000" y="5844"/>
                    </a:cubicBezTo>
                    <a:cubicBezTo>
                      <a:pt x="1107" y="5692"/>
                      <a:pt x="1098" y="5469"/>
                      <a:pt x="1027" y="5273"/>
                    </a:cubicBezTo>
                    <a:cubicBezTo>
                      <a:pt x="964" y="5077"/>
                      <a:pt x="831" y="4898"/>
                      <a:pt x="724" y="4720"/>
                    </a:cubicBezTo>
                    <a:cubicBezTo>
                      <a:pt x="616" y="4541"/>
                      <a:pt x="527" y="4345"/>
                      <a:pt x="501" y="4140"/>
                    </a:cubicBezTo>
                    <a:cubicBezTo>
                      <a:pt x="474" y="3944"/>
                      <a:pt x="474" y="3748"/>
                      <a:pt x="492" y="3560"/>
                    </a:cubicBezTo>
                    <a:cubicBezTo>
                      <a:pt x="527" y="3185"/>
                      <a:pt x="554" y="2838"/>
                      <a:pt x="581" y="2516"/>
                    </a:cubicBezTo>
                    <a:cubicBezTo>
                      <a:pt x="608" y="2356"/>
                      <a:pt x="625" y="2195"/>
                      <a:pt x="599" y="2035"/>
                    </a:cubicBezTo>
                    <a:cubicBezTo>
                      <a:pt x="572" y="1883"/>
                      <a:pt x="509" y="1749"/>
                      <a:pt x="456" y="1624"/>
                    </a:cubicBezTo>
                    <a:cubicBezTo>
                      <a:pt x="233" y="1134"/>
                      <a:pt x="153" y="723"/>
                      <a:pt x="117" y="438"/>
                    </a:cubicBezTo>
                    <a:cubicBezTo>
                      <a:pt x="90" y="152"/>
                      <a:pt x="90" y="1"/>
                      <a:pt x="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9"/>
              <p:cNvSpPr/>
              <p:nvPr/>
            </p:nvSpPr>
            <p:spPr>
              <a:xfrm>
                <a:off x="6487246" y="1967224"/>
                <a:ext cx="96283" cy="43787"/>
              </a:xfrm>
              <a:custGeom>
                <a:avLst/>
                <a:gdLst/>
                <a:ahLst/>
                <a:cxnLst/>
                <a:rect l="l" t="t" r="r" b="b"/>
                <a:pathLst>
                  <a:path w="2232" h="1015" extrusionOk="0">
                    <a:moveTo>
                      <a:pt x="2231" y="0"/>
                    </a:moveTo>
                    <a:lnTo>
                      <a:pt x="2231" y="0"/>
                    </a:lnTo>
                    <a:cubicBezTo>
                      <a:pt x="2124" y="437"/>
                      <a:pt x="1794" y="687"/>
                      <a:pt x="1500" y="803"/>
                    </a:cubicBezTo>
                    <a:cubicBezTo>
                      <a:pt x="1303" y="884"/>
                      <a:pt x="1113" y="909"/>
                      <a:pt x="943" y="909"/>
                    </a:cubicBezTo>
                    <a:cubicBezTo>
                      <a:pt x="852" y="909"/>
                      <a:pt x="766" y="901"/>
                      <a:pt x="688" y="892"/>
                    </a:cubicBezTo>
                    <a:cubicBezTo>
                      <a:pt x="465" y="856"/>
                      <a:pt x="295" y="803"/>
                      <a:pt x="179" y="767"/>
                    </a:cubicBezTo>
                    <a:cubicBezTo>
                      <a:pt x="63" y="732"/>
                      <a:pt x="1" y="714"/>
                      <a:pt x="1" y="714"/>
                    </a:cubicBezTo>
                    <a:lnTo>
                      <a:pt x="1" y="714"/>
                    </a:lnTo>
                    <a:cubicBezTo>
                      <a:pt x="19" y="776"/>
                      <a:pt x="179" y="874"/>
                      <a:pt x="429" y="946"/>
                    </a:cubicBezTo>
                    <a:cubicBezTo>
                      <a:pt x="570" y="986"/>
                      <a:pt x="742" y="1015"/>
                      <a:pt x="924" y="1015"/>
                    </a:cubicBezTo>
                    <a:cubicBezTo>
                      <a:pt x="1065" y="1015"/>
                      <a:pt x="1213" y="997"/>
                      <a:pt x="1357" y="955"/>
                    </a:cubicBezTo>
                    <a:cubicBezTo>
                      <a:pt x="1687" y="865"/>
                      <a:pt x="1963" y="633"/>
                      <a:pt x="2088" y="410"/>
                    </a:cubicBezTo>
                    <a:cubicBezTo>
                      <a:pt x="2160" y="294"/>
                      <a:pt x="2195" y="196"/>
                      <a:pt x="2213" y="125"/>
                    </a:cubicBezTo>
                    <a:cubicBezTo>
                      <a:pt x="2231" y="45"/>
                      <a:pt x="2231" y="0"/>
                      <a:pt x="22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9"/>
              <p:cNvSpPr/>
              <p:nvPr/>
            </p:nvSpPr>
            <p:spPr>
              <a:xfrm>
                <a:off x="6542680" y="1583896"/>
                <a:ext cx="55863" cy="178643"/>
              </a:xfrm>
              <a:custGeom>
                <a:avLst/>
                <a:gdLst/>
                <a:ahLst/>
                <a:cxnLst/>
                <a:rect l="l" t="t" r="r" b="b"/>
                <a:pathLst>
                  <a:path w="1295" h="4141" extrusionOk="0">
                    <a:moveTo>
                      <a:pt x="1294" y="1"/>
                    </a:moveTo>
                    <a:lnTo>
                      <a:pt x="1294" y="1"/>
                    </a:lnTo>
                    <a:cubicBezTo>
                      <a:pt x="1223" y="45"/>
                      <a:pt x="1017" y="313"/>
                      <a:pt x="848" y="759"/>
                    </a:cubicBezTo>
                    <a:cubicBezTo>
                      <a:pt x="768" y="973"/>
                      <a:pt x="714" y="1250"/>
                      <a:pt x="750" y="1526"/>
                    </a:cubicBezTo>
                    <a:cubicBezTo>
                      <a:pt x="768" y="1812"/>
                      <a:pt x="803" y="2097"/>
                      <a:pt x="839" y="2392"/>
                    </a:cubicBezTo>
                    <a:cubicBezTo>
                      <a:pt x="848" y="2463"/>
                      <a:pt x="839" y="2543"/>
                      <a:pt x="884" y="2632"/>
                    </a:cubicBezTo>
                    <a:cubicBezTo>
                      <a:pt x="910" y="2677"/>
                      <a:pt x="955" y="2713"/>
                      <a:pt x="973" y="2739"/>
                    </a:cubicBezTo>
                    <a:cubicBezTo>
                      <a:pt x="1009" y="2766"/>
                      <a:pt x="1017" y="2775"/>
                      <a:pt x="1026" y="2793"/>
                    </a:cubicBezTo>
                    <a:cubicBezTo>
                      <a:pt x="1071" y="2864"/>
                      <a:pt x="1026" y="2989"/>
                      <a:pt x="955" y="3078"/>
                    </a:cubicBezTo>
                    <a:cubicBezTo>
                      <a:pt x="884" y="3177"/>
                      <a:pt x="786" y="3275"/>
                      <a:pt x="705" y="3364"/>
                    </a:cubicBezTo>
                    <a:cubicBezTo>
                      <a:pt x="625" y="3453"/>
                      <a:pt x="545" y="3533"/>
                      <a:pt x="473" y="3614"/>
                    </a:cubicBezTo>
                    <a:cubicBezTo>
                      <a:pt x="188" y="3935"/>
                      <a:pt x="0" y="4140"/>
                      <a:pt x="0" y="4140"/>
                    </a:cubicBezTo>
                    <a:cubicBezTo>
                      <a:pt x="250" y="3890"/>
                      <a:pt x="491" y="3649"/>
                      <a:pt x="732" y="3417"/>
                    </a:cubicBezTo>
                    <a:cubicBezTo>
                      <a:pt x="839" y="3301"/>
                      <a:pt x="964" y="3194"/>
                      <a:pt x="1044" y="3070"/>
                    </a:cubicBezTo>
                    <a:cubicBezTo>
                      <a:pt x="1089" y="3007"/>
                      <a:pt x="1125" y="2945"/>
                      <a:pt x="1125" y="2864"/>
                    </a:cubicBezTo>
                    <a:cubicBezTo>
                      <a:pt x="1133" y="2793"/>
                      <a:pt x="1098" y="2722"/>
                      <a:pt x="1044" y="2677"/>
                    </a:cubicBezTo>
                    <a:cubicBezTo>
                      <a:pt x="919" y="2579"/>
                      <a:pt x="946" y="2418"/>
                      <a:pt x="928" y="2284"/>
                    </a:cubicBezTo>
                    <a:cubicBezTo>
                      <a:pt x="910" y="2151"/>
                      <a:pt x="902" y="2017"/>
                      <a:pt x="893" y="1892"/>
                    </a:cubicBezTo>
                    <a:cubicBezTo>
                      <a:pt x="875" y="1767"/>
                      <a:pt x="866" y="1651"/>
                      <a:pt x="866" y="1535"/>
                    </a:cubicBezTo>
                    <a:cubicBezTo>
                      <a:pt x="857" y="1419"/>
                      <a:pt x="848" y="1312"/>
                      <a:pt x="857" y="1214"/>
                    </a:cubicBezTo>
                    <a:cubicBezTo>
                      <a:pt x="902" y="804"/>
                      <a:pt x="1053" y="509"/>
                      <a:pt x="1142" y="313"/>
                    </a:cubicBezTo>
                    <a:cubicBezTo>
                      <a:pt x="1240" y="108"/>
                      <a:pt x="1294" y="1"/>
                      <a:pt x="129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9"/>
              <p:cNvSpPr/>
              <p:nvPr/>
            </p:nvSpPr>
            <p:spPr>
              <a:xfrm>
                <a:off x="6536511" y="1720127"/>
                <a:ext cx="53922" cy="90508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2098" extrusionOk="0">
                    <a:moveTo>
                      <a:pt x="1152" y="1"/>
                    </a:moveTo>
                    <a:cubicBezTo>
                      <a:pt x="1125" y="19"/>
                      <a:pt x="1089" y="63"/>
                      <a:pt x="1062" y="143"/>
                    </a:cubicBezTo>
                    <a:cubicBezTo>
                      <a:pt x="1045" y="224"/>
                      <a:pt x="1018" y="331"/>
                      <a:pt x="1062" y="456"/>
                    </a:cubicBezTo>
                    <a:cubicBezTo>
                      <a:pt x="1089" y="518"/>
                      <a:pt x="1125" y="581"/>
                      <a:pt x="1125" y="625"/>
                    </a:cubicBezTo>
                    <a:cubicBezTo>
                      <a:pt x="1116" y="679"/>
                      <a:pt x="1080" y="723"/>
                      <a:pt x="1036" y="768"/>
                    </a:cubicBezTo>
                    <a:cubicBezTo>
                      <a:pt x="929" y="848"/>
                      <a:pt x="786" y="929"/>
                      <a:pt x="652" y="1009"/>
                    </a:cubicBezTo>
                    <a:cubicBezTo>
                      <a:pt x="527" y="1098"/>
                      <a:pt x="393" y="1196"/>
                      <a:pt x="286" y="1303"/>
                    </a:cubicBezTo>
                    <a:cubicBezTo>
                      <a:pt x="179" y="1419"/>
                      <a:pt x="108" y="1544"/>
                      <a:pt x="63" y="1669"/>
                    </a:cubicBezTo>
                    <a:cubicBezTo>
                      <a:pt x="19" y="1785"/>
                      <a:pt x="10" y="1901"/>
                      <a:pt x="19" y="1972"/>
                    </a:cubicBezTo>
                    <a:cubicBezTo>
                      <a:pt x="28" y="2053"/>
                      <a:pt x="36" y="2097"/>
                      <a:pt x="36" y="2097"/>
                    </a:cubicBezTo>
                    <a:cubicBezTo>
                      <a:pt x="1" y="1865"/>
                      <a:pt x="90" y="1669"/>
                      <a:pt x="188" y="1526"/>
                    </a:cubicBezTo>
                    <a:cubicBezTo>
                      <a:pt x="295" y="1375"/>
                      <a:pt x="429" y="1268"/>
                      <a:pt x="563" y="1187"/>
                    </a:cubicBezTo>
                    <a:cubicBezTo>
                      <a:pt x="688" y="1098"/>
                      <a:pt x="821" y="1036"/>
                      <a:pt x="937" y="964"/>
                    </a:cubicBezTo>
                    <a:cubicBezTo>
                      <a:pt x="1045" y="893"/>
                      <a:pt x="1178" y="830"/>
                      <a:pt x="1223" y="679"/>
                    </a:cubicBezTo>
                    <a:cubicBezTo>
                      <a:pt x="1250" y="607"/>
                      <a:pt x="1214" y="527"/>
                      <a:pt x="1187" y="482"/>
                    </a:cubicBezTo>
                    <a:cubicBezTo>
                      <a:pt x="1160" y="429"/>
                      <a:pt x="1152" y="402"/>
                      <a:pt x="1143" y="366"/>
                    </a:cubicBezTo>
                    <a:cubicBezTo>
                      <a:pt x="1125" y="295"/>
                      <a:pt x="1125" y="233"/>
                      <a:pt x="1125" y="179"/>
                    </a:cubicBezTo>
                    <a:cubicBezTo>
                      <a:pt x="1134" y="63"/>
                      <a:pt x="1152" y="1"/>
                      <a:pt x="11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9"/>
              <p:cNvSpPr/>
              <p:nvPr/>
            </p:nvSpPr>
            <p:spPr>
              <a:xfrm>
                <a:off x="6554974" y="1763611"/>
                <a:ext cx="23941" cy="209013"/>
              </a:xfrm>
              <a:custGeom>
                <a:avLst/>
                <a:gdLst/>
                <a:ahLst/>
                <a:cxnLst/>
                <a:rect l="l" t="t" r="r" b="b"/>
                <a:pathLst>
                  <a:path w="555" h="4845" extrusionOk="0">
                    <a:moveTo>
                      <a:pt x="393" y="1"/>
                    </a:moveTo>
                    <a:cubicBezTo>
                      <a:pt x="393" y="45"/>
                      <a:pt x="429" y="161"/>
                      <a:pt x="438" y="322"/>
                    </a:cubicBezTo>
                    <a:cubicBezTo>
                      <a:pt x="447" y="491"/>
                      <a:pt x="420" y="697"/>
                      <a:pt x="349" y="929"/>
                    </a:cubicBezTo>
                    <a:cubicBezTo>
                      <a:pt x="278" y="1152"/>
                      <a:pt x="170" y="1410"/>
                      <a:pt x="135" y="1714"/>
                    </a:cubicBezTo>
                    <a:cubicBezTo>
                      <a:pt x="108" y="2008"/>
                      <a:pt x="170" y="2320"/>
                      <a:pt x="170" y="2606"/>
                    </a:cubicBezTo>
                    <a:cubicBezTo>
                      <a:pt x="170" y="2757"/>
                      <a:pt x="153" y="2891"/>
                      <a:pt x="108" y="3025"/>
                    </a:cubicBezTo>
                    <a:cubicBezTo>
                      <a:pt x="63" y="3159"/>
                      <a:pt x="1" y="3328"/>
                      <a:pt x="81" y="3507"/>
                    </a:cubicBezTo>
                    <a:cubicBezTo>
                      <a:pt x="117" y="3596"/>
                      <a:pt x="179" y="3649"/>
                      <a:pt x="224" y="3694"/>
                    </a:cubicBezTo>
                    <a:cubicBezTo>
                      <a:pt x="269" y="3748"/>
                      <a:pt x="304" y="3783"/>
                      <a:pt x="340" y="3837"/>
                    </a:cubicBezTo>
                    <a:cubicBezTo>
                      <a:pt x="402" y="3926"/>
                      <a:pt x="438" y="4033"/>
                      <a:pt x="465" y="4131"/>
                    </a:cubicBezTo>
                    <a:cubicBezTo>
                      <a:pt x="509" y="4336"/>
                      <a:pt x="509" y="4515"/>
                      <a:pt x="518" y="4640"/>
                    </a:cubicBezTo>
                    <a:cubicBezTo>
                      <a:pt x="518" y="4765"/>
                      <a:pt x="518" y="4845"/>
                      <a:pt x="518" y="4845"/>
                    </a:cubicBezTo>
                    <a:cubicBezTo>
                      <a:pt x="545" y="4479"/>
                      <a:pt x="554" y="4113"/>
                      <a:pt x="393" y="3828"/>
                    </a:cubicBezTo>
                    <a:cubicBezTo>
                      <a:pt x="358" y="3757"/>
                      <a:pt x="313" y="3694"/>
                      <a:pt x="251" y="3632"/>
                    </a:cubicBezTo>
                    <a:cubicBezTo>
                      <a:pt x="197" y="3578"/>
                      <a:pt x="144" y="3498"/>
                      <a:pt x="126" y="3409"/>
                    </a:cubicBezTo>
                    <a:cubicBezTo>
                      <a:pt x="99" y="3239"/>
                      <a:pt x="179" y="3096"/>
                      <a:pt x="224" y="2954"/>
                    </a:cubicBezTo>
                    <a:cubicBezTo>
                      <a:pt x="304" y="2659"/>
                      <a:pt x="260" y="2356"/>
                      <a:pt x="242" y="2097"/>
                    </a:cubicBezTo>
                    <a:cubicBezTo>
                      <a:pt x="224" y="1839"/>
                      <a:pt x="251" y="1607"/>
                      <a:pt x="313" y="1401"/>
                    </a:cubicBezTo>
                    <a:cubicBezTo>
                      <a:pt x="367" y="1196"/>
                      <a:pt x="438" y="1009"/>
                      <a:pt x="474" y="839"/>
                    </a:cubicBezTo>
                    <a:cubicBezTo>
                      <a:pt x="509" y="661"/>
                      <a:pt x="518" y="509"/>
                      <a:pt x="509" y="375"/>
                    </a:cubicBezTo>
                    <a:cubicBezTo>
                      <a:pt x="501" y="251"/>
                      <a:pt x="465" y="152"/>
                      <a:pt x="438" y="90"/>
                    </a:cubicBezTo>
                    <a:cubicBezTo>
                      <a:pt x="411" y="28"/>
                      <a:pt x="394" y="1"/>
                      <a:pt x="3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9"/>
              <p:cNvSpPr/>
              <p:nvPr/>
            </p:nvSpPr>
            <p:spPr>
              <a:xfrm>
                <a:off x="6572704" y="1588512"/>
                <a:ext cx="120871" cy="586618"/>
              </a:xfrm>
              <a:custGeom>
                <a:avLst/>
                <a:gdLst/>
                <a:ahLst/>
                <a:cxnLst/>
                <a:rect l="l" t="t" r="r" b="b"/>
                <a:pathLst>
                  <a:path w="2802" h="13598" extrusionOk="0">
                    <a:moveTo>
                      <a:pt x="79" y="13159"/>
                    </a:moveTo>
                    <a:cubicBezTo>
                      <a:pt x="79" y="13159"/>
                      <a:pt x="82" y="13164"/>
                      <a:pt x="83" y="13164"/>
                    </a:cubicBezTo>
                    <a:cubicBezTo>
                      <a:pt x="83" y="13164"/>
                      <a:pt x="82" y="13163"/>
                      <a:pt x="82" y="13162"/>
                    </a:cubicBezTo>
                    <a:lnTo>
                      <a:pt x="82" y="13162"/>
                    </a:lnTo>
                    <a:cubicBezTo>
                      <a:pt x="84" y="13165"/>
                      <a:pt x="89" y="13172"/>
                      <a:pt x="98" y="13186"/>
                    </a:cubicBezTo>
                    <a:lnTo>
                      <a:pt x="81" y="13159"/>
                    </a:lnTo>
                    <a:lnTo>
                      <a:pt x="81" y="13159"/>
                    </a:lnTo>
                    <a:cubicBezTo>
                      <a:pt x="81" y="13160"/>
                      <a:pt x="81" y="13161"/>
                      <a:pt x="82" y="13162"/>
                    </a:cubicBezTo>
                    <a:lnTo>
                      <a:pt x="82" y="13162"/>
                    </a:lnTo>
                    <a:cubicBezTo>
                      <a:pt x="80" y="13159"/>
                      <a:pt x="79" y="13159"/>
                      <a:pt x="79" y="13159"/>
                    </a:cubicBezTo>
                    <a:close/>
                    <a:moveTo>
                      <a:pt x="652" y="1"/>
                    </a:moveTo>
                    <a:cubicBezTo>
                      <a:pt x="607" y="63"/>
                      <a:pt x="589" y="259"/>
                      <a:pt x="678" y="554"/>
                    </a:cubicBezTo>
                    <a:cubicBezTo>
                      <a:pt x="723" y="697"/>
                      <a:pt x="776" y="875"/>
                      <a:pt x="785" y="1071"/>
                    </a:cubicBezTo>
                    <a:cubicBezTo>
                      <a:pt x="803" y="1268"/>
                      <a:pt x="794" y="1482"/>
                      <a:pt x="768" y="1723"/>
                    </a:cubicBezTo>
                    <a:cubicBezTo>
                      <a:pt x="741" y="1954"/>
                      <a:pt x="705" y="2204"/>
                      <a:pt x="705" y="2472"/>
                    </a:cubicBezTo>
                    <a:cubicBezTo>
                      <a:pt x="705" y="2748"/>
                      <a:pt x="750" y="3034"/>
                      <a:pt x="794" y="3319"/>
                    </a:cubicBezTo>
                    <a:cubicBezTo>
                      <a:pt x="839" y="3614"/>
                      <a:pt x="884" y="3926"/>
                      <a:pt x="848" y="4229"/>
                    </a:cubicBezTo>
                    <a:cubicBezTo>
                      <a:pt x="830" y="4550"/>
                      <a:pt x="660" y="4827"/>
                      <a:pt x="553" y="5157"/>
                    </a:cubicBezTo>
                    <a:cubicBezTo>
                      <a:pt x="446" y="5496"/>
                      <a:pt x="482" y="5853"/>
                      <a:pt x="473" y="6201"/>
                    </a:cubicBezTo>
                    <a:cubicBezTo>
                      <a:pt x="473" y="6549"/>
                      <a:pt x="473" y="6897"/>
                      <a:pt x="464" y="7254"/>
                    </a:cubicBezTo>
                    <a:cubicBezTo>
                      <a:pt x="455" y="7958"/>
                      <a:pt x="420" y="8672"/>
                      <a:pt x="375" y="9359"/>
                    </a:cubicBezTo>
                    <a:cubicBezTo>
                      <a:pt x="295" y="10751"/>
                      <a:pt x="152" y="12080"/>
                      <a:pt x="9" y="13150"/>
                    </a:cubicBezTo>
                    <a:lnTo>
                      <a:pt x="0" y="13240"/>
                    </a:lnTo>
                    <a:lnTo>
                      <a:pt x="81" y="13257"/>
                    </a:lnTo>
                    <a:cubicBezTo>
                      <a:pt x="875" y="13480"/>
                      <a:pt x="1562" y="13552"/>
                      <a:pt x="2043" y="13579"/>
                    </a:cubicBezTo>
                    <a:cubicBezTo>
                      <a:pt x="2332" y="13595"/>
                      <a:pt x="2547" y="13598"/>
                      <a:pt x="2673" y="13598"/>
                    </a:cubicBezTo>
                    <a:cubicBezTo>
                      <a:pt x="2757" y="13598"/>
                      <a:pt x="2802" y="13596"/>
                      <a:pt x="2802" y="13596"/>
                    </a:cubicBezTo>
                    <a:cubicBezTo>
                      <a:pt x="1981" y="13596"/>
                      <a:pt x="1187" y="13480"/>
                      <a:pt x="669" y="13364"/>
                    </a:cubicBezTo>
                    <a:cubicBezTo>
                      <a:pt x="411" y="13302"/>
                      <a:pt x="214" y="13240"/>
                      <a:pt x="107" y="13213"/>
                    </a:cubicBezTo>
                    <a:lnTo>
                      <a:pt x="98" y="13204"/>
                    </a:lnTo>
                    <a:lnTo>
                      <a:pt x="98" y="13204"/>
                    </a:lnTo>
                    <a:cubicBezTo>
                      <a:pt x="103" y="13212"/>
                      <a:pt x="105" y="13216"/>
                      <a:pt x="105" y="13216"/>
                    </a:cubicBezTo>
                    <a:cubicBezTo>
                      <a:pt x="104" y="13216"/>
                      <a:pt x="67" y="13159"/>
                      <a:pt x="63" y="13159"/>
                    </a:cubicBezTo>
                    <a:cubicBezTo>
                      <a:pt x="63" y="13159"/>
                      <a:pt x="63" y="13159"/>
                      <a:pt x="63" y="13159"/>
                    </a:cubicBezTo>
                    <a:lnTo>
                      <a:pt x="63" y="13159"/>
                    </a:lnTo>
                    <a:lnTo>
                      <a:pt x="72" y="13141"/>
                    </a:lnTo>
                    <a:cubicBezTo>
                      <a:pt x="72" y="13132"/>
                      <a:pt x="72" y="13124"/>
                      <a:pt x="72" y="13115"/>
                    </a:cubicBezTo>
                    <a:cubicBezTo>
                      <a:pt x="81" y="13097"/>
                      <a:pt x="81" y="13088"/>
                      <a:pt x="81" y="13088"/>
                    </a:cubicBezTo>
                    <a:cubicBezTo>
                      <a:pt x="81" y="13088"/>
                      <a:pt x="81" y="13088"/>
                      <a:pt x="81" y="13106"/>
                    </a:cubicBezTo>
                    <a:cubicBezTo>
                      <a:pt x="81" y="13115"/>
                      <a:pt x="81" y="13115"/>
                      <a:pt x="81" y="13124"/>
                    </a:cubicBezTo>
                    <a:cubicBezTo>
                      <a:pt x="81" y="13132"/>
                      <a:pt x="81" y="13141"/>
                      <a:pt x="81" y="13141"/>
                    </a:cubicBezTo>
                    <a:lnTo>
                      <a:pt x="81" y="13150"/>
                    </a:lnTo>
                    <a:lnTo>
                      <a:pt x="81" y="13159"/>
                    </a:lnTo>
                    <a:cubicBezTo>
                      <a:pt x="393" y="10974"/>
                      <a:pt x="536" y="9047"/>
                      <a:pt x="580" y="7378"/>
                    </a:cubicBezTo>
                    <a:cubicBezTo>
                      <a:pt x="589" y="6968"/>
                      <a:pt x="589" y="6567"/>
                      <a:pt x="589" y="6183"/>
                    </a:cubicBezTo>
                    <a:cubicBezTo>
                      <a:pt x="598" y="5808"/>
                      <a:pt x="571" y="5443"/>
                      <a:pt x="687" y="5121"/>
                    </a:cubicBezTo>
                    <a:cubicBezTo>
                      <a:pt x="741" y="4961"/>
                      <a:pt x="812" y="4809"/>
                      <a:pt x="875" y="4649"/>
                    </a:cubicBezTo>
                    <a:cubicBezTo>
                      <a:pt x="928" y="4488"/>
                      <a:pt x="955" y="4319"/>
                      <a:pt x="964" y="4167"/>
                    </a:cubicBezTo>
                    <a:cubicBezTo>
                      <a:pt x="982" y="3837"/>
                      <a:pt x="937" y="3542"/>
                      <a:pt x="892" y="3266"/>
                    </a:cubicBezTo>
                    <a:cubicBezTo>
                      <a:pt x="848" y="2989"/>
                      <a:pt x="812" y="2739"/>
                      <a:pt x="803" y="2508"/>
                    </a:cubicBezTo>
                    <a:cubicBezTo>
                      <a:pt x="803" y="2267"/>
                      <a:pt x="830" y="2044"/>
                      <a:pt x="848" y="1838"/>
                    </a:cubicBezTo>
                    <a:cubicBezTo>
                      <a:pt x="884" y="1419"/>
                      <a:pt x="884" y="1053"/>
                      <a:pt x="803" y="768"/>
                    </a:cubicBezTo>
                    <a:cubicBezTo>
                      <a:pt x="714" y="491"/>
                      <a:pt x="652" y="304"/>
                      <a:pt x="643" y="179"/>
                    </a:cubicBezTo>
                    <a:cubicBezTo>
                      <a:pt x="634" y="54"/>
                      <a:pt x="652" y="1"/>
                      <a:pt x="6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9"/>
              <p:cNvSpPr/>
              <p:nvPr/>
            </p:nvSpPr>
            <p:spPr>
              <a:xfrm>
                <a:off x="6701992" y="1154798"/>
                <a:ext cx="81659" cy="581182"/>
              </a:xfrm>
              <a:custGeom>
                <a:avLst/>
                <a:gdLst/>
                <a:ahLst/>
                <a:cxnLst/>
                <a:rect l="l" t="t" r="r" b="b"/>
                <a:pathLst>
                  <a:path w="1893" h="13472" extrusionOk="0">
                    <a:moveTo>
                      <a:pt x="1187" y="1"/>
                    </a:moveTo>
                    <a:lnTo>
                      <a:pt x="1187" y="1"/>
                    </a:lnTo>
                    <a:cubicBezTo>
                      <a:pt x="1125" y="81"/>
                      <a:pt x="1009" y="349"/>
                      <a:pt x="1000" y="795"/>
                    </a:cubicBezTo>
                    <a:cubicBezTo>
                      <a:pt x="991" y="1232"/>
                      <a:pt x="1125" y="1803"/>
                      <a:pt x="1312" y="2445"/>
                    </a:cubicBezTo>
                    <a:cubicBezTo>
                      <a:pt x="1482" y="3096"/>
                      <a:pt x="1705" y="3837"/>
                      <a:pt x="1740" y="4640"/>
                    </a:cubicBezTo>
                    <a:cubicBezTo>
                      <a:pt x="1794" y="5434"/>
                      <a:pt x="1705" y="6281"/>
                      <a:pt x="1607" y="7120"/>
                    </a:cubicBezTo>
                    <a:cubicBezTo>
                      <a:pt x="1500" y="7949"/>
                      <a:pt x="1401" y="8788"/>
                      <a:pt x="1303" y="9555"/>
                    </a:cubicBezTo>
                    <a:cubicBezTo>
                      <a:pt x="1259" y="9948"/>
                      <a:pt x="1214" y="10322"/>
                      <a:pt x="1134" y="10661"/>
                    </a:cubicBezTo>
                    <a:cubicBezTo>
                      <a:pt x="1053" y="10991"/>
                      <a:pt x="938" y="11304"/>
                      <a:pt x="813" y="11589"/>
                    </a:cubicBezTo>
                    <a:cubicBezTo>
                      <a:pt x="322" y="12722"/>
                      <a:pt x="1" y="13471"/>
                      <a:pt x="1" y="13471"/>
                    </a:cubicBezTo>
                    <a:cubicBezTo>
                      <a:pt x="215" y="12999"/>
                      <a:pt x="429" y="12544"/>
                      <a:pt x="634" y="12089"/>
                    </a:cubicBezTo>
                    <a:cubicBezTo>
                      <a:pt x="830" y="11634"/>
                      <a:pt x="1045" y="11197"/>
                      <a:pt x="1169" y="10742"/>
                    </a:cubicBezTo>
                    <a:cubicBezTo>
                      <a:pt x="1294" y="10296"/>
                      <a:pt x="1339" y="9832"/>
                      <a:pt x="1401" y="9386"/>
                    </a:cubicBezTo>
                    <a:cubicBezTo>
                      <a:pt x="1464" y="8940"/>
                      <a:pt x="1517" y="8511"/>
                      <a:pt x="1571" y="8083"/>
                    </a:cubicBezTo>
                    <a:cubicBezTo>
                      <a:pt x="1687" y="7245"/>
                      <a:pt x="1803" y="6460"/>
                      <a:pt x="1847" y="5728"/>
                    </a:cubicBezTo>
                    <a:cubicBezTo>
                      <a:pt x="1892" y="4988"/>
                      <a:pt x="1856" y="4301"/>
                      <a:pt x="1731" y="3703"/>
                    </a:cubicBezTo>
                    <a:cubicBezTo>
                      <a:pt x="1616" y="3096"/>
                      <a:pt x="1446" y="2570"/>
                      <a:pt x="1321" y="2115"/>
                    </a:cubicBezTo>
                    <a:cubicBezTo>
                      <a:pt x="1187" y="1660"/>
                      <a:pt x="1107" y="1268"/>
                      <a:pt x="1080" y="946"/>
                    </a:cubicBezTo>
                    <a:cubicBezTo>
                      <a:pt x="1053" y="634"/>
                      <a:pt x="1080" y="384"/>
                      <a:pt x="1116" y="233"/>
                    </a:cubicBezTo>
                    <a:cubicBezTo>
                      <a:pt x="1134" y="152"/>
                      <a:pt x="1152" y="90"/>
                      <a:pt x="1169" y="54"/>
                    </a:cubicBezTo>
                    <a:cubicBezTo>
                      <a:pt x="1178" y="19"/>
                      <a:pt x="1187" y="1"/>
                      <a:pt x="11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9"/>
              <p:cNvSpPr/>
              <p:nvPr/>
            </p:nvSpPr>
            <p:spPr>
              <a:xfrm>
                <a:off x="6684305" y="1663185"/>
                <a:ext cx="53534" cy="521908"/>
              </a:xfrm>
              <a:custGeom>
                <a:avLst/>
                <a:gdLst/>
                <a:ahLst/>
                <a:cxnLst/>
                <a:rect l="l" t="t" r="r" b="b"/>
                <a:pathLst>
                  <a:path w="1241" h="12098" extrusionOk="0">
                    <a:moveTo>
                      <a:pt x="1223" y="0"/>
                    </a:moveTo>
                    <a:cubicBezTo>
                      <a:pt x="1187" y="18"/>
                      <a:pt x="1124" y="72"/>
                      <a:pt x="1071" y="179"/>
                    </a:cubicBezTo>
                    <a:cubicBezTo>
                      <a:pt x="1017" y="286"/>
                      <a:pt x="982" y="446"/>
                      <a:pt x="991" y="634"/>
                    </a:cubicBezTo>
                    <a:cubicBezTo>
                      <a:pt x="991" y="830"/>
                      <a:pt x="1035" y="1053"/>
                      <a:pt x="1080" y="1294"/>
                    </a:cubicBezTo>
                    <a:cubicBezTo>
                      <a:pt x="1124" y="1544"/>
                      <a:pt x="1178" y="1829"/>
                      <a:pt x="1089" y="2106"/>
                    </a:cubicBezTo>
                    <a:cubicBezTo>
                      <a:pt x="1044" y="2249"/>
                      <a:pt x="955" y="2364"/>
                      <a:pt x="875" y="2507"/>
                    </a:cubicBezTo>
                    <a:cubicBezTo>
                      <a:pt x="794" y="2650"/>
                      <a:pt x="750" y="2819"/>
                      <a:pt x="732" y="2989"/>
                    </a:cubicBezTo>
                    <a:cubicBezTo>
                      <a:pt x="714" y="3158"/>
                      <a:pt x="714" y="3328"/>
                      <a:pt x="723" y="3497"/>
                    </a:cubicBezTo>
                    <a:cubicBezTo>
                      <a:pt x="723" y="3676"/>
                      <a:pt x="723" y="3854"/>
                      <a:pt x="723" y="4033"/>
                    </a:cubicBezTo>
                    <a:cubicBezTo>
                      <a:pt x="723" y="4737"/>
                      <a:pt x="652" y="5487"/>
                      <a:pt x="562" y="6227"/>
                    </a:cubicBezTo>
                    <a:cubicBezTo>
                      <a:pt x="384" y="7708"/>
                      <a:pt x="143" y="9162"/>
                      <a:pt x="81" y="10268"/>
                    </a:cubicBezTo>
                    <a:cubicBezTo>
                      <a:pt x="54" y="10536"/>
                      <a:pt x="54" y="10795"/>
                      <a:pt x="45" y="11018"/>
                    </a:cubicBezTo>
                    <a:cubicBezTo>
                      <a:pt x="45" y="11241"/>
                      <a:pt x="45" y="11437"/>
                      <a:pt x="45" y="11598"/>
                    </a:cubicBezTo>
                    <a:cubicBezTo>
                      <a:pt x="54" y="11919"/>
                      <a:pt x="63" y="12097"/>
                      <a:pt x="63" y="12097"/>
                    </a:cubicBezTo>
                    <a:cubicBezTo>
                      <a:pt x="0" y="10242"/>
                      <a:pt x="331" y="8573"/>
                      <a:pt x="545" y="7093"/>
                    </a:cubicBezTo>
                    <a:cubicBezTo>
                      <a:pt x="652" y="6343"/>
                      <a:pt x="741" y="5647"/>
                      <a:pt x="794" y="4996"/>
                    </a:cubicBezTo>
                    <a:cubicBezTo>
                      <a:pt x="821" y="4675"/>
                      <a:pt x="830" y="4363"/>
                      <a:pt x="839" y="4059"/>
                    </a:cubicBezTo>
                    <a:cubicBezTo>
                      <a:pt x="830" y="3765"/>
                      <a:pt x="830" y="3480"/>
                      <a:pt x="830" y="3203"/>
                    </a:cubicBezTo>
                    <a:cubicBezTo>
                      <a:pt x="830" y="2935"/>
                      <a:pt x="875" y="2703"/>
                      <a:pt x="1000" y="2507"/>
                    </a:cubicBezTo>
                    <a:cubicBezTo>
                      <a:pt x="1062" y="2400"/>
                      <a:pt x="1133" y="2302"/>
                      <a:pt x="1169" y="2186"/>
                    </a:cubicBezTo>
                    <a:cubicBezTo>
                      <a:pt x="1214" y="2070"/>
                      <a:pt x="1232" y="1945"/>
                      <a:pt x="1240" y="1838"/>
                    </a:cubicBezTo>
                    <a:cubicBezTo>
                      <a:pt x="1240" y="1392"/>
                      <a:pt x="1089" y="1044"/>
                      <a:pt x="1062" y="768"/>
                    </a:cubicBezTo>
                    <a:cubicBezTo>
                      <a:pt x="1026" y="491"/>
                      <a:pt x="1062" y="286"/>
                      <a:pt x="1124" y="170"/>
                    </a:cubicBezTo>
                    <a:cubicBezTo>
                      <a:pt x="1151" y="107"/>
                      <a:pt x="1178" y="63"/>
                      <a:pt x="1196" y="36"/>
                    </a:cubicBezTo>
                    <a:cubicBezTo>
                      <a:pt x="1214" y="9"/>
                      <a:pt x="1223" y="0"/>
                      <a:pt x="1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9"/>
              <p:cNvSpPr/>
              <p:nvPr/>
            </p:nvSpPr>
            <p:spPr>
              <a:xfrm>
                <a:off x="6545009" y="1347627"/>
                <a:ext cx="101632" cy="108540"/>
              </a:xfrm>
              <a:custGeom>
                <a:avLst/>
                <a:gdLst/>
                <a:ahLst/>
                <a:cxnLst/>
                <a:rect l="l" t="t" r="r" b="b"/>
                <a:pathLst>
                  <a:path w="2356" h="2516" extrusionOk="0">
                    <a:moveTo>
                      <a:pt x="2355" y="0"/>
                    </a:moveTo>
                    <a:cubicBezTo>
                      <a:pt x="2275" y="18"/>
                      <a:pt x="2123" y="205"/>
                      <a:pt x="1882" y="437"/>
                    </a:cubicBezTo>
                    <a:cubicBezTo>
                      <a:pt x="1641" y="660"/>
                      <a:pt x="1320" y="928"/>
                      <a:pt x="1008" y="1205"/>
                    </a:cubicBezTo>
                    <a:cubicBezTo>
                      <a:pt x="696" y="1481"/>
                      <a:pt x="410" y="1784"/>
                      <a:pt x="241" y="2052"/>
                    </a:cubicBezTo>
                    <a:cubicBezTo>
                      <a:pt x="161" y="2177"/>
                      <a:pt x="89" y="2293"/>
                      <a:pt x="62" y="2382"/>
                    </a:cubicBezTo>
                    <a:cubicBezTo>
                      <a:pt x="27" y="2462"/>
                      <a:pt x="0" y="2516"/>
                      <a:pt x="0" y="2516"/>
                    </a:cubicBezTo>
                    <a:cubicBezTo>
                      <a:pt x="241" y="2034"/>
                      <a:pt x="589" y="1704"/>
                      <a:pt x="901" y="1428"/>
                    </a:cubicBezTo>
                    <a:cubicBezTo>
                      <a:pt x="1213" y="1160"/>
                      <a:pt x="1499" y="937"/>
                      <a:pt x="1722" y="732"/>
                    </a:cubicBezTo>
                    <a:cubicBezTo>
                      <a:pt x="1945" y="527"/>
                      <a:pt x="2105" y="339"/>
                      <a:pt x="2204" y="214"/>
                    </a:cubicBezTo>
                    <a:cubicBezTo>
                      <a:pt x="2302" y="81"/>
                      <a:pt x="2355" y="0"/>
                      <a:pt x="2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9"/>
              <p:cNvSpPr/>
              <p:nvPr/>
            </p:nvSpPr>
            <p:spPr>
              <a:xfrm>
                <a:off x="6523052" y="1349137"/>
                <a:ext cx="73938" cy="63157"/>
              </a:xfrm>
              <a:custGeom>
                <a:avLst/>
                <a:gdLst/>
                <a:ahLst/>
                <a:cxnLst/>
                <a:rect l="l" t="t" r="r" b="b"/>
                <a:pathLst>
                  <a:path w="1714" h="1464" extrusionOk="0">
                    <a:moveTo>
                      <a:pt x="1671" y="1"/>
                    </a:moveTo>
                    <a:cubicBezTo>
                      <a:pt x="1506" y="1"/>
                      <a:pt x="1050" y="253"/>
                      <a:pt x="687" y="608"/>
                    </a:cubicBezTo>
                    <a:cubicBezTo>
                      <a:pt x="277" y="991"/>
                      <a:pt x="1" y="1464"/>
                      <a:pt x="1" y="1464"/>
                    </a:cubicBezTo>
                    <a:cubicBezTo>
                      <a:pt x="429" y="920"/>
                      <a:pt x="875" y="563"/>
                      <a:pt x="1196" y="340"/>
                    </a:cubicBezTo>
                    <a:cubicBezTo>
                      <a:pt x="1357" y="224"/>
                      <a:pt x="1490" y="144"/>
                      <a:pt x="1580" y="90"/>
                    </a:cubicBezTo>
                    <a:cubicBezTo>
                      <a:pt x="1669" y="37"/>
                      <a:pt x="1713" y="10"/>
                      <a:pt x="1713" y="10"/>
                    </a:cubicBezTo>
                    <a:cubicBezTo>
                      <a:pt x="1703" y="4"/>
                      <a:pt x="1689" y="1"/>
                      <a:pt x="16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9"/>
              <p:cNvSpPr/>
              <p:nvPr/>
            </p:nvSpPr>
            <p:spPr>
              <a:xfrm>
                <a:off x="6438370" y="1180380"/>
                <a:ext cx="66259" cy="43226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1002" extrusionOk="0">
                    <a:moveTo>
                      <a:pt x="1509" y="0"/>
                    </a:moveTo>
                    <a:cubicBezTo>
                      <a:pt x="1441" y="0"/>
                      <a:pt x="1333" y="79"/>
                      <a:pt x="1232" y="220"/>
                    </a:cubicBezTo>
                    <a:cubicBezTo>
                      <a:pt x="1116" y="371"/>
                      <a:pt x="1000" y="576"/>
                      <a:pt x="813" y="710"/>
                    </a:cubicBezTo>
                    <a:cubicBezTo>
                      <a:pt x="634" y="844"/>
                      <a:pt x="429" y="933"/>
                      <a:pt x="269" y="960"/>
                    </a:cubicBezTo>
                    <a:cubicBezTo>
                      <a:pt x="161" y="984"/>
                      <a:pt x="78" y="988"/>
                      <a:pt x="35" y="988"/>
                    </a:cubicBezTo>
                    <a:cubicBezTo>
                      <a:pt x="13" y="988"/>
                      <a:pt x="1" y="987"/>
                      <a:pt x="1" y="987"/>
                    </a:cubicBezTo>
                    <a:lnTo>
                      <a:pt x="1" y="987"/>
                    </a:lnTo>
                    <a:cubicBezTo>
                      <a:pt x="60" y="997"/>
                      <a:pt x="119" y="1001"/>
                      <a:pt x="178" y="1001"/>
                    </a:cubicBezTo>
                    <a:cubicBezTo>
                      <a:pt x="387" y="1001"/>
                      <a:pt x="592" y="943"/>
                      <a:pt x="759" y="853"/>
                    </a:cubicBezTo>
                    <a:cubicBezTo>
                      <a:pt x="973" y="746"/>
                      <a:pt x="1125" y="576"/>
                      <a:pt x="1223" y="425"/>
                    </a:cubicBezTo>
                    <a:cubicBezTo>
                      <a:pt x="1321" y="273"/>
                      <a:pt x="1384" y="157"/>
                      <a:pt x="1446" y="95"/>
                    </a:cubicBezTo>
                    <a:cubicBezTo>
                      <a:pt x="1500" y="32"/>
                      <a:pt x="1535" y="5"/>
                      <a:pt x="1535" y="5"/>
                    </a:cubicBezTo>
                    <a:cubicBezTo>
                      <a:pt x="1527" y="2"/>
                      <a:pt x="1518" y="0"/>
                      <a:pt x="15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9"/>
              <p:cNvSpPr/>
              <p:nvPr/>
            </p:nvSpPr>
            <p:spPr>
              <a:xfrm>
                <a:off x="6678913" y="1170975"/>
                <a:ext cx="76224" cy="52760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1223" extrusionOk="0">
                    <a:moveTo>
                      <a:pt x="125" y="0"/>
                    </a:moveTo>
                    <a:cubicBezTo>
                      <a:pt x="72" y="18"/>
                      <a:pt x="1" y="188"/>
                      <a:pt x="81" y="411"/>
                    </a:cubicBezTo>
                    <a:cubicBezTo>
                      <a:pt x="161" y="634"/>
                      <a:pt x="384" y="875"/>
                      <a:pt x="661" y="1000"/>
                    </a:cubicBezTo>
                    <a:cubicBezTo>
                      <a:pt x="928" y="1116"/>
                      <a:pt x="1214" y="1160"/>
                      <a:pt x="1428" y="1187"/>
                    </a:cubicBezTo>
                    <a:cubicBezTo>
                      <a:pt x="1633" y="1214"/>
                      <a:pt x="1767" y="1223"/>
                      <a:pt x="1767" y="1223"/>
                    </a:cubicBezTo>
                    <a:cubicBezTo>
                      <a:pt x="1428" y="1142"/>
                      <a:pt x="1107" y="1080"/>
                      <a:pt x="839" y="973"/>
                    </a:cubicBezTo>
                    <a:cubicBezTo>
                      <a:pt x="571" y="866"/>
                      <a:pt x="384" y="705"/>
                      <a:pt x="277" y="545"/>
                    </a:cubicBezTo>
                    <a:cubicBezTo>
                      <a:pt x="161" y="393"/>
                      <a:pt x="125" y="241"/>
                      <a:pt x="117" y="152"/>
                    </a:cubicBezTo>
                    <a:cubicBezTo>
                      <a:pt x="117" y="54"/>
                      <a:pt x="125" y="0"/>
                      <a:pt x="1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9"/>
              <p:cNvSpPr/>
              <p:nvPr/>
            </p:nvSpPr>
            <p:spPr>
              <a:xfrm>
                <a:off x="6436472" y="1191768"/>
                <a:ext cx="78165" cy="45426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1053" extrusionOk="0">
                    <a:moveTo>
                      <a:pt x="1807" y="0"/>
                    </a:moveTo>
                    <a:cubicBezTo>
                      <a:pt x="1678" y="0"/>
                      <a:pt x="1325" y="387"/>
                      <a:pt x="892" y="643"/>
                    </a:cubicBezTo>
                    <a:cubicBezTo>
                      <a:pt x="464" y="919"/>
                      <a:pt x="0" y="1053"/>
                      <a:pt x="0" y="1053"/>
                    </a:cubicBezTo>
                    <a:cubicBezTo>
                      <a:pt x="616" y="955"/>
                      <a:pt x="1098" y="669"/>
                      <a:pt x="1392" y="428"/>
                    </a:cubicBezTo>
                    <a:cubicBezTo>
                      <a:pt x="1535" y="304"/>
                      <a:pt x="1642" y="196"/>
                      <a:pt x="1713" y="116"/>
                    </a:cubicBezTo>
                    <a:cubicBezTo>
                      <a:pt x="1776" y="36"/>
                      <a:pt x="1811" y="0"/>
                      <a:pt x="1811" y="0"/>
                    </a:cubicBezTo>
                    <a:cubicBezTo>
                      <a:pt x="1810" y="0"/>
                      <a:pt x="1808" y="0"/>
                      <a:pt x="18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9"/>
              <p:cNvSpPr/>
              <p:nvPr/>
            </p:nvSpPr>
            <p:spPr>
              <a:xfrm>
                <a:off x="6505365" y="2009931"/>
                <a:ext cx="76224" cy="180282"/>
              </a:xfrm>
              <a:custGeom>
                <a:avLst/>
                <a:gdLst/>
                <a:ahLst/>
                <a:cxnLst/>
                <a:rect l="l" t="t" r="r" b="b"/>
                <a:pathLst>
                  <a:path w="1767" h="4179" extrusionOk="0">
                    <a:moveTo>
                      <a:pt x="1766" y="4059"/>
                    </a:moveTo>
                    <a:cubicBezTo>
                      <a:pt x="1764" y="4059"/>
                      <a:pt x="1757" y="4065"/>
                      <a:pt x="1745" y="4075"/>
                    </a:cubicBezTo>
                    <a:lnTo>
                      <a:pt x="1745" y="4075"/>
                    </a:lnTo>
                    <a:cubicBezTo>
                      <a:pt x="1752" y="4070"/>
                      <a:pt x="1759" y="4065"/>
                      <a:pt x="1767" y="4059"/>
                    </a:cubicBezTo>
                    <a:cubicBezTo>
                      <a:pt x="1767" y="4059"/>
                      <a:pt x="1766" y="4059"/>
                      <a:pt x="1766" y="4059"/>
                    </a:cubicBezTo>
                    <a:close/>
                    <a:moveTo>
                      <a:pt x="152" y="0"/>
                    </a:moveTo>
                    <a:cubicBezTo>
                      <a:pt x="98" y="89"/>
                      <a:pt x="89" y="437"/>
                      <a:pt x="80" y="910"/>
                    </a:cubicBezTo>
                    <a:cubicBezTo>
                      <a:pt x="72" y="1151"/>
                      <a:pt x="63" y="1419"/>
                      <a:pt x="45" y="1704"/>
                    </a:cubicBezTo>
                    <a:cubicBezTo>
                      <a:pt x="45" y="1847"/>
                      <a:pt x="36" y="1990"/>
                      <a:pt x="27" y="2141"/>
                    </a:cubicBezTo>
                    <a:cubicBezTo>
                      <a:pt x="18" y="2284"/>
                      <a:pt x="0" y="2445"/>
                      <a:pt x="36" y="2605"/>
                    </a:cubicBezTo>
                    <a:cubicBezTo>
                      <a:pt x="72" y="2784"/>
                      <a:pt x="179" y="2908"/>
                      <a:pt x="259" y="3024"/>
                    </a:cubicBezTo>
                    <a:cubicBezTo>
                      <a:pt x="339" y="3140"/>
                      <a:pt x="419" y="3265"/>
                      <a:pt x="500" y="3372"/>
                    </a:cubicBezTo>
                    <a:cubicBezTo>
                      <a:pt x="660" y="3595"/>
                      <a:pt x="785" y="3818"/>
                      <a:pt x="973" y="3988"/>
                    </a:cubicBezTo>
                    <a:cubicBezTo>
                      <a:pt x="1062" y="4068"/>
                      <a:pt x="1169" y="4131"/>
                      <a:pt x="1267" y="4157"/>
                    </a:cubicBezTo>
                    <a:cubicBezTo>
                      <a:pt x="1321" y="4172"/>
                      <a:pt x="1375" y="4179"/>
                      <a:pt x="1426" y="4179"/>
                    </a:cubicBezTo>
                    <a:cubicBezTo>
                      <a:pt x="1468" y="4179"/>
                      <a:pt x="1507" y="4174"/>
                      <a:pt x="1543" y="4166"/>
                    </a:cubicBezTo>
                    <a:cubicBezTo>
                      <a:pt x="1647" y="4148"/>
                      <a:pt x="1714" y="4100"/>
                      <a:pt x="1745" y="4075"/>
                    </a:cubicBezTo>
                    <a:lnTo>
                      <a:pt x="1745" y="4075"/>
                    </a:lnTo>
                    <a:cubicBezTo>
                      <a:pt x="1654" y="4138"/>
                      <a:pt x="1555" y="4163"/>
                      <a:pt x="1459" y="4163"/>
                    </a:cubicBezTo>
                    <a:cubicBezTo>
                      <a:pt x="1351" y="4163"/>
                      <a:pt x="1246" y="4131"/>
                      <a:pt x="1160" y="4086"/>
                    </a:cubicBezTo>
                    <a:cubicBezTo>
                      <a:pt x="990" y="3988"/>
                      <a:pt x="883" y="3836"/>
                      <a:pt x="785" y="3694"/>
                    </a:cubicBezTo>
                    <a:cubicBezTo>
                      <a:pt x="607" y="3408"/>
                      <a:pt x="437" y="3140"/>
                      <a:pt x="277" y="2891"/>
                    </a:cubicBezTo>
                    <a:cubicBezTo>
                      <a:pt x="187" y="2766"/>
                      <a:pt x="125" y="2632"/>
                      <a:pt x="116" y="2498"/>
                    </a:cubicBezTo>
                    <a:cubicBezTo>
                      <a:pt x="107" y="2355"/>
                      <a:pt x="125" y="2222"/>
                      <a:pt x="134" y="2097"/>
                    </a:cubicBezTo>
                    <a:cubicBezTo>
                      <a:pt x="152" y="1829"/>
                      <a:pt x="170" y="1588"/>
                      <a:pt x="170" y="1374"/>
                    </a:cubicBezTo>
                    <a:cubicBezTo>
                      <a:pt x="187" y="937"/>
                      <a:pt x="179" y="598"/>
                      <a:pt x="170" y="366"/>
                    </a:cubicBezTo>
                    <a:cubicBezTo>
                      <a:pt x="152" y="134"/>
                      <a:pt x="152" y="0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9"/>
              <p:cNvSpPr/>
              <p:nvPr/>
            </p:nvSpPr>
            <p:spPr>
              <a:xfrm>
                <a:off x="6534224" y="2055313"/>
                <a:ext cx="43138" cy="9232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214" extrusionOk="0">
                    <a:moveTo>
                      <a:pt x="999" y="1"/>
                    </a:moveTo>
                    <a:lnTo>
                      <a:pt x="999" y="1"/>
                    </a:lnTo>
                    <a:cubicBezTo>
                      <a:pt x="775" y="84"/>
                      <a:pt x="578" y="108"/>
                      <a:pt x="423" y="108"/>
                    </a:cubicBezTo>
                    <a:cubicBezTo>
                      <a:pt x="362" y="108"/>
                      <a:pt x="307" y="104"/>
                      <a:pt x="259" y="99"/>
                    </a:cubicBezTo>
                    <a:cubicBezTo>
                      <a:pt x="89" y="81"/>
                      <a:pt x="0" y="46"/>
                      <a:pt x="0" y="46"/>
                    </a:cubicBezTo>
                    <a:lnTo>
                      <a:pt x="0" y="46"/>
                    </a:lnTo>
                    <a:cubicBezTo>
                      <a:pt x="7" y="138"/>
                      <a:pt x="172" y="213"/>
                      <a:pt x="370" y="213"/>
                    </a:cubicBezTo>
                    <a:cubicBezTo>
                      <a:pt x="421" y="213"/>
                      <a:pt x="474" y="208"/>
                      <a:pt x="527" y="197"/>
                    </a:cubicBezTo>
                    <a:cubicBezTo>
                      <a:pt x="660" y="179"/>
                      <a:pt x="776" y="135"/>
                      <a:pt x="866" y="81"/>
                    </a:cubicBezTo>
                    <a:cubicBezTo>
                      <a:pt x="946" y="37"/>
                      <a:pt x="999" y="1"/>
                      <a:pt x="9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9"/>
              <p:cNvSpPr/>
              <p:nvPr/>
            </p:nvSpPr>
            <p:spPr>
              <a:xfrm>
                <a:off x="6532671" y="2041077"/>
                <a:ext cx="31965" cy="6514"/>
              </a:xfrm>
              <a:custGeom>
                <a:avLst/>
                <a:gdLst/>
                <a:ahLst/>
                <a:cxnLst/>
                <a:rect l="l" t="t" r="r" b="b"/>
                <a:pathLst>
                  <a:path w="741" h="151" extrusionOk="0">
                    <a:moveTo>
                      <a:pt x="1" y="1"/>
                    </a:moveTo>
                    <a:cubicBezTo>
                      <a:pt x="8" y="97"/>
                      <a:pt x="138" y="150"/>
                      <a:pt x="295" y="150"/>
                    </a:cubicBezTo>
                    <a:cubicBezTo>
                      <a:pt x="327" y="150"/>
                      <a:pt x="360" y="148"/>
                      <a:pt x="393" y="144"/>
                    </a:cubicBezTo>
                    <a:cubicBezTo>
                      <a:pt x="580" y="117"/>
                      <a:pt x="741" y="19"/>
                      <a:pt x="741" y="19"/>
                    </a:cubicBezTo>
                    <a:lnTo>
                      <a:pt x="741" y="19"/>
                    </a:lnTo>
                    <a:cubicBezTo>
                      <a:pt x="616" y="41"/>
                      <a:pt x="509" y="48"/>
                      <a:pt x="418" y="48"/>
                    </a:cubicBezTo>
                    <a:cubicBezTo>
                      <a:pt x="326" y="48"/>
                      <a:pt x="250" y="41"/>
                      <a:pt x="188" y="37"/>
                    </a:cubicBezTo>
                    <a:cubicBezTo>
                      <a:pt x="63" y="19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9"/>
              <p:cNvSpPr/>
              <p:nvPr/>
            </p:nvSpPr>
            <p:spPr>
              <a:xfrm>
                <a:off x="6532671" y="2022225"/>
                <a:ext cx="35071" cy="6514"/>
              </a:xfrm>
              <a:custGeom>
                <a:avLst/>
                <a:gdLst/>
                <a:ahLst/>
                <a:cxnLst/>
                <a:rect l="l" t="t" r="r" b="b"/>
                <a:pathLst>
                  <a:path w="813" h="151" extrusionOk="0">
                    <a:moveTo>
                      <a:pt x="812" y="1"/>
                    </a:moveTo>
                    <a:lnTo>
                      <a:pt x="812" y="1"/>
                    </a:lnTo>
                    <a:cubicBezTo>
                      <a:pt x="554" y="19"/>
                      <a:pt x="357" y="36"/>
                      <a:pt x="215" y="45"/>
                    </a:cubicBezTo>
                    <a:cubicBezTo>
                      <a:pt x="72" y="54"/>
                      <a:pt x="1" y="72"/>
                      <a:pt x="1" y="72"/>
                    </a:cubicBezTo>
                    <a:cubicBezTo>
                      <a:pt x="27" y="130"/>
                      <a:pt x="112" y="150"/>
                      <a:pt x="215" y="150"/>
                    </a:cubicBezTo>
                    <a:cubicBezTo>
                      <a:pt x="288" y="150"/>
                      <a:pt x="369" y="140"/>
                      <a:pt x="447" y="126"/>
                    </a:cubicBezTo>
                    <a:cubicBezTo>
                      <a:pt x="643" y="81"/>
                      <a:pt x="812" y="1"/>
                      <a:pt x="8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9"/>
              <p:cNvSpPr/>
              <p:nvPr/>
            </p:nvSpPr>
            <p:spPr>
              <a:xfrm>
                <a:off x="6548460" y="2161563"/>
                <a:ext cx="114314" cy="161646"/>
              </a:xfrm>
              <a:custGeom>
                <a:avLst/>
                <a:gdLst/>
                <a:ahLst/>
                <a:cxnLst/>
                <a:rect l="l" t="t" r="r" b="b"/>
                <a:pathLst>
                  <a:path w="2650" h="3747" extrusionOk="0">
                    <a:moveTo>
                      <a:pt x="875" y="0"/>
                    </a:moveTo>
                    <a:cubicBezTo>
                      <a:pt x="848" y="71"/>
                      <a:pt x="848" y="277"/>
                      <a:pt x="830" y="571"/>
                    </a:cubicBezTo>
                    <a:cubicBezTo>
                      <a:pt x="812" y="723"/>
                      <a:pt x="794" y="892"/>
                      <a:pt x="741" y="1071"/>
                    </a:cubicBezTo>
                    <a:cubicBezTo>
                      <a:pt x="687" y="1258"/>
                      <a:pt x="589" y="1436"/>
                      <a:pt x="473" y="1633"/>
                    </a:cubicBezTo>
                    <a:cubicBezTo>
                      <a:pt x="366" y="1829"/>
                      <a:pt x="259" y="2052"/>
                      <a:pt x="170" y="2284"/>
                    </a:cubicBezTo>
                    <a:cubicBezTo>
                      <a:pt x="90" y="2525"/>
                      <a:pt x="0" y="2783"/>
                      <a:pt x="18" y="3069"/>
                    </a:cubicBezTo>
                    <a:cubicBezTo>
                      <a:pt x="27" y="3212"/>
                      <a:pt x="72" y="3363"/>
                      <a:pt x="170" y="3488"/>
                    </a:cubicBezTo>
                    <a:cubicBezTo>
                      <a:pt x="259" y="3613"/>
                      <a:pt x="420" y="3684"/>
                      <a:pt x="571" y="3702"/>
                    </a:cubicBezTo>
                    <a:cubicBezTo>
                      <a:pt x="857" y="3738"/>
                      <a:pt x="1133" y="3747"/>
                      <a:pt x="1428" y="3747"/>
                    </a:cubicBezTo>
                    <a:cubicBezTo>
                      <a:pt x="1704" y="3747"/>
                      <a:pt x="1990" y="3729"/>
                      <a:pt x="2266" y="3693"/>
                    </a:cubicBezTo>
                    <a:cubicBezTo>
                      <a:pt x="2338" y="3684"/>
                      <a:pt x="2400" y="3684"/>
                      <a:pt x="2489" y="3658"/>
                    </a:cubicBezTo>
                    <a:cubicBezTo>
                      <a:pt x="2534" y="3640"/>
                      <a:pt x="2587" y="3604"/>
                      <a:pt x="2614" y="3560"/>
                    </a:cubicBezTo>
                    <a:cubicBezTo>
                      <a:pt x="2641" y="3506"/>
                      <a:pt x="2650" y="3453"/>
                      <a:pt x="2650" y="3417"/>
                    </a:cubicBezTo>
                    <a:cubicBezTo>
                      <a:pt x="2650" y="3265"/>
                      <a:pt x="2632" y="3140"/>
                      <a:pt x="2623" y="3006"/>
                    </a:cubicBezTo>
                    <a:cubicBezTo>
                      <a:pt x="2578" y="2489"/>
                      <a:pt x="2534" y="1998"/>
                      <a:pt x="2480" y="1597"/>
                    </a:cubicBezTo>
                    <a:cubicBezTo>
                      <a:pt x="2382" y="777"/>
                      <a:pt x="2311" y="233"/>
                      <a:pt x="2311" y="232"/>
                    </a:cubicBezTo>
                    <a:lnTo>
                      <a:pt x="2311" y="232"/>
                    </a:lnTo>
                    <a:cubicBezTo>
                      <a:pt x="2373" y="919"/>
                      <a:pt x="2436" y="1579"/>
                      <a:pt x="2498" y="2213"/>
                    </a:cubicBezTo>
                    <a:cubicBezTo>
                      <a:pt x="2516" y="2525"/>
                      <a:pt x="2543" y="2837"/>
                      <a:pt x="2561" y="3140"/>
                    </a:cubicBezTo>
                    <a:cubicBezTo>
                      <a:pt x="2570" y="3212"/>
                      <a:pt x="2570" y="3283"/>
                      <a:pt x="2578" y="3363"/>
                    </a:cubicBezTo>
                    <a:cubicBezTo>
                      <a:pt x="2578" y="3435"/>
                      <a:pt x="2570" y="3524"/>
                      <a:pt x="2489" y="3560"/>
                    </a:cubicBezTo>
                    <a:cubicBezTo>
                      <a:pt x="2427" y="3595"/>
                      <a:pt x="2347" y="3595"/>
                      <a:pt x="2275" y="3604"/>
                    </a:cubicBezTo>
                    <a:cubicBezTo>
                      <a:pt x="2204" y="3613"/>
                      <a:pt x="2141" y="3622"/>
                      <a:pt x="2070" y="3622"/>
                    </a:cubicBezTo>
                    <a:cubicBezTo>
                      <a:pt x="1785" y="3649"/>
                      <a:pt x="1508" y="3649"/>
                      <a:pt x="1249" y="3649"/>
                    </a:cubicBezTo>
                    <a:cubicBezTo>
                      <a:pt x="991" y="3631"/>
                      <a:pt x="723" y="3631"/>
                      <a:pt x="500" y="3577"/>
                    </a:cubicBezTo>
                    <a:cubicBezTo>
                      <a:pt x="268" y="3515"/>
                      <a:pt x="143" y="3292"/>
                      <a:pt x="125" y="3087"/>
                    </a:cubicBezTo>
                    <a:cubicBezTo>
                      <a:pt x="107" y="2873"/>
                      <a:pt x="170" y="2667"/>
                      <a:pt x="223" y="2471"/>
                    </a:cubicBezTo>
                    <a:cubicBezTo>
                      <a:pt x="339" y="2088"/>
                      <a:pt x="509" y="1775"/>
                      <a:pt x="660" y="1490"/>
                    </a:cubicBezTo>
                    <a:cubicBezTo>
                      <a:pt x="821" y="1204"/>
                      <a:pt x="875" y="910"/>
                      <a:pt x="892" y="687"/>
                    </a:cubicBezTo>
                    <a:cubicBezTo>
                      <a:pt x="901" y="464"/>
                      <a:pt x="892" y="295"/>
                      <a:pt x="883" y="179"/>
                    </a:cubicBezTo>
                    <a:cubicBezTo>
                      <a:pt x="875" y="63"/>
                      <a:pt x="875" y="0"/>
                      <a:pt x="8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9"/>
              <p:cNvSpPr/>
              <p:nvPr/>
            </p:nvSpPr>
            <p:spPr>
              <a:xfrm>
                <a:off x="6578873" y="2229117"/>
                <a:ext cx="60824" cy="10958"/>
              </a:xfrm>
              <a:custGeom>
                <a:avLst/>
                <a:gdLst/>
                <a:ahLst/>
                <a:cxnLst/>
                <a:rect l="l" t="t" r="r" b="b"/>
                <a:pathLst>
                  <a:path w="1410" h="254" extrusionOk="0">
                    <a:moveTo>
                      <a:pt x="594" y="0"/>
                    </a:moveTo>
                    <a:cubicBezTo>
                      <a:pt x="524" y="0"/>
                      <a:pt x="459" y="5"/>
                      <a:pt x="402" y="13"/>
                    </a:cubicBezTo>
                    <a:cubicBezTo>
                      <a:pt x="268" y="40"/>
                      <a:pt x="170" y="76"/>
                      <a:pt x="98" y="102"/>
                    </a:cubicBezTo>
                    <a:cubicBezTo>
                      <a:pt x="36" y="129"/>
                      <a:pt x="0" y="147"/>
                      <a:pt x="0" y="147"/>
                    </a:cubicBezTo>
                    <a:cubicBezTo>
                      <a:pt x="20" y="160"/>
                      <a:pt x="50" y="165"/>
                      <a:pt x="88" y="165"/>
                    </a:cubicBezTo>
                    <a:cubicBezTo>
                      <a:pt x="218" y="165"/>
                      <a:pt x="441" y="107"/>
                      <a:pt x="675" y="107"/>
                    </a:cubicBezTo>
                    <a:cubicBezTo>
                      <a:pt x="709" y="107"/>
                      <a:pt x="743" y="109"/>
                      <a:pt x="776" y="111"/>
                    </a:cubicBezTo>
                    <a:cubicBezTo>
                      <a:pt x="1115" y="111"/>
                      <a:pt x="1410" y="254"/>
                      <a:pt x="1410" y="254"/>
                    </a:cubicBezTo>
                    <a:cubicBezTo>
                      <a:pt x="1146" y="60"/>
                      <a:pt x="839" y="0"/>
                      <a:pt x="5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9"/>
              <p:cNvSpPr/>
              <p:nvPr/>
            </p:nvSpPr>
            <p:spPr>
              <a:xfrm>
                <a:off x="6588882" y="2216909"/>
                <a:ext cx="46588" cy="7808"/>
              </a:xfrm>
              <a:custGeom>
                <a:avLst/>
                <a:gdLst/>
                <a:ahLst/>
                <a:cxnLst/>
                <a:rect l="l" t="t" r="r" b="b"/>
                <a:pathLst>
                  <a:path w="1080" h="181" extrusionOk="0">
                    <a:moveTo>
                      <a:pt x="369" y="0"/>
                    </a:moveTo>
                    <a:cubicBezTo>
                      <a:pt x="350" y="0"/>
                      <a:pt x="331" y="1"/>
                      <a:pt x="312" y="2"/>
                    </a:cubicBezTo>
                    <a:cubicBezTo>
                      <a:pt x="107" y="2"/>
                      <a:pt x="0" y="37"/>
                      <a:pt x="0" y="37"/>
                    </a:cubicBezTo>
                    <a:cubicBezTo>
                      <a:pt x="71" y="127"/>
                      <a:pt x="339" y="100"/>
                      <a:pt x="589" y="118"/>
                    </a:cubicBezTo>
                    <a:cubicBezTo>
                      <a:pt x="848" y="127"/>
                      <a:pt x="1079" y="180"/>
                      <a:pt x="1079" y="180"/>
                    </a:cubicBezTo>
                    <a:cubicBezTo>
                      <a:pt x="829" y="43"/>
                      <a:pt x="563" y="0"/>
                      <a:pt x="3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9"/>
              <p:cNvSpPr/>
              <p:nvPr/>
            </p:nvSpPr>
            <p:spPr>
              <a:xfrm>
                <a:off x="6596172" y="2203407"/>
                <a:ext cx="38910" cy="8973"/>
              </a:xfrm>
              <a:custGeom>
                <a:avLst/>
                <a:gdLst/>
                <a:ahLst/>
                <a:cxnLst/>
                <a:rect l="l" t="t" r="r" b="b"/>
                <a:pathLst>
                  <a:path w="902" h="208" extrusionOk="0">
                    <a:moveTo>
                      <a:pt x="175" y="0"/>
                    </a:moveTo>
                    <a:cubicBezTo>
                      <a:pt x="63" y="0"/>
                      <a:pt x="1" y="11"/>
                      <a:pt x="1" y="11"/>
                    </a:cubicBezTo>
                    <a:cubicBezTo>
                      <a:pt x="63" y="110"/>
                      <a:pt x="286" y="101"/>
                      <a:pt x="500" y="127"/>
                    </a:cubicBezTo>
                    <a:cubicBezTo>
                      <a:pt x="705" y="154"/>
                      <a:pt x="902" y="208"/>
                      <a:pt x="902" y="208"/>
                    </a:cubicBezTo>
                    <a:cubicBezTo>
                      <a:pt x="679" y="56"/>
                      <a:pt x="438" y="2"/>
                      <a:pt x="268" y="2"/>
                    </a:cubicBezTo>
                    <a:cubicBezTo>
                      <a:pt x="234" y="1"/>
                      <a:pt x="203" y="0"/>
                      <a:pt x="1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9"/>
              <p:cNvSpPr/>
              <p:nvPr/>
            </p:nvSpPr>
            <p:spPr>
              <a:xfrm>
                <a:off x="6558469" y="2266605"/>
                <a:ext cx="103185" cy="26617"/>
              </a:xfrm>
              <a:custGeom>
                <a:avLst/>
                <a:gdLst/>
                <a:ahLst/>
                <a:cxnLst/>
                <a:rect l="l" t="t" r="r" b="b"/>
                <a:pathLst>
                  <a:path w="2392" h="617" extrusionOk="0">
                    <a:moveTo>
                      <a:pt x="72" y="1"/>
                    </a:moveTo>
                    <a:lnTo>
                      <a:pt x="72" y="1"/>
                    </a:lnTo>
                    <a:cubicBezTo>
                      <a:pt x="45" y="9"/>
                      <a:pt x="0" y="54"/>
                      <a:pt x="9" y="143"/>
                    </a:cubicBezTo>
                    <a:cubicBezTo>
                      <a:pt x="9" y="224"/>
                      <a:pt x="63" y="348"/>
                      <a:pt x="179" y="429"/>
                    </a:cubicBezTo>
                    <a:cubicBezTo>
                      <a:pt x="295" y="518"/>
                      <a:pt x="464" y="563"/>
                      <a:pt x="625" y="580"/>
                    </a:cubicBezTo>
                    <a:cubicBezTo>
                      <a:pt x="794" y="607"/>
                      <a:pt x="964" y="616"/>
                      <a:pt x="1142" y="616"/>
                    </a:cubicBezTo>
                    <a:cubicBezTo>
                      <a:pt x="1312" y="616"/>
                      <a:pt x="1490" y="598"/>
                      <a:pt x="1651" y="580"/>
                    </a:cubicBezTo>
                    <a:cubicBezTo>
                      <a:pt x="1811" y="554"/>
                      <a:pt x="1972" y="518"/>
                      <a:pt x="2097" y="438"/>
                    </a:cubicBezTo>
                    <a:cubicBezTo>
                      <a:pt x="2222" y="366"/>
                      <a:pt x="2302" y="268"/>
                      <a:pt x="2346" y="188"/>
                    </a:cubicBezTo>
                    <a:cubicBezTo>
                      <a:pt x="2382" y="117"/>
                      <a:pt x="2391" y="63"/>
                      <a:pt x="2391" y="63"/>
                    </a:cubicBezTo>
                    <a:lnTo>
                      <a:pt x="2391" y="63"/>
                    </a:lnTo>
                    <a:cubicBezTo>
                      <a:pt x="2302" y="313"/>
                      <a:pt x="2079" y="429"/>
                      <a:pt x="1883" y="473"/>
                    </a:cubicBezTo>
                    <a:cubicBezTo>
                      <a:pt x="1686" y="518"/>
                      <a:pt x="1508" y="518"/>
                      <a:pt x="1338" y="518"/>
                    </a:cubicBezTo>
                    <a:cubicBezTo>
                      <a:pt x="990" y="518"/>
                      <a:pt x="687" y="491"/>
                      <a:pt x="455" y="438"/>
                    </a:cubicBezTo>
                    <a:cubicBezTo>
                      <a:pt x="223" y="384"/>
                      <a:pt x="107" y="250"/>
                      <a:pt x="72" y="143"/>
                    </a:cubicBezTo>
                    <a:cubicBezTo>
                      <a:pt x="45" y="45"/>
                      <a:pt x="72" y="1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9"/>
              <p:cNvSpPr/>
              <p:nvPr/>
            </p:nvSpPr>
            <p:spPr>
              <a:xfrm>
                <a:off x="6513043" y="2086890"/>
                <a:ext cx="62377" cy="79464"/>
              </a:xfrm>
              <a:custGeom>
                <a:avLst/>
                <a:gdLst/>
                <a:ahLst/>
                <a:cxnLst/>
                <a:rect l="l" t="t" r="r" b="b"/>
                <a:pathLst>
                  <a:path w="1446" h="1842" extrusionOk="0">
                    <a:moveTo>
                      <a:pt x="99" y="0"/>
                    </a:moveTo>
                    <a:cubicBezTo>
                      <a:pt x="45" y="27"/>
                      <a:pt x="1" y="206"/>
                      <a:pt x="108" y="438"/>
                    </a:cubicBezTo>
                    <a:cubicBezTo>
                      <a:pt x="197" y="670"/>
                      <a:pt x="402" y="910"/>
                      <a:pt x="491" y="1169"/>
                    </a:cubicBezTo>
                    <a:cubicBezTo>
                      <a:pt x="536" y="1285"/>
                      <a:pt x="545" y="1481"/>
                      <a:pt x="679" y="1597"/>
                    </a:cubicBezTo>
                    <a:cubicBezTo>
                      <a:pt x="795" y="1713"/>
                      <a:pt x="928" y="1776"/>
                      <a:pt x="1044" y="1802"/>
                    </a:cubicBezTo>
                    <a:cubicBezTo>
                      <a:pt x="1133" y="1830"/>
                      <a:pt x="1216" y="1841"/>
                      <a:pt x="1283" y="1841"/>
                    </a:cubicBezTo>
                    <a:cubicBezTo>
                      <a:pt x="1303" y="1841"/>
                      <a:pt x="1322" y="1840"/>
                      <a:pt x="1339" y="1838"/>
                    </a:cubicBezTo>
                    <a:cubicBezTo>
                      <a:pt x="1410" y="1838"/>
                      <a:pt x="1446" y="1829"/>
                      <a:pt x="1446" y="1829"/>
                    </a:cubicBezTo>
                    <a:lnTo>
                      <a:pt x="1446" y="1829"/>
                    </a:lnTo>
                    <a:cubicBezTo>
                      <a:pt x="1431" y="1830"/>
                      <a:pt x="1416" y="1830"/>
                      <a:pt x="1401" y="1830"/>
                    </a:cubicBezTo>
                    <a:cubicBezTo>
                      <a:pt x="1214" y="1830"/>
                      <a:pt x="1042" y="1778"/>
                      <a:pt x="902" y="1695"/>
                    </a:cubicBezTo>
                    <a:cubicBezTo>
                      <a:pt x="750" y="1606"/>
                      <a:pt x="625" y="1455"/>
                      <a:pt x="625" y="1303"/>
                    </a:cubicBezTo>
                    <a:cubicBezTo>
                      <a:pt x="580" y="1000"/>
                      <a:pt x="411" y="768"/>
                      <a:pt x="304" y="589"/>
                    </a:cubicBezTo>
                    <a:cubicBezTo>
                      <a:pt x="188" y="402"/>
                      <a:pt x="125" y="259"/>
                      <a:pt x="108" y="152"/>
                    </a:cubicBezTo>
                    <a:cubicBezTo>
                      <a:pt x="108" y="107"/>
                      <a:pt x="99" y="63"/>
                      <a:pt x="99" y="45"/>
                    </a:cubicBezTo>
                    <a:lnTo>
                      <a:pt x="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9"/>
              <p:cNvSpPr/>
              <p:nvPr/>
            </p:nvSpPr>
            <p:spPr>
              <a:xfrm>
                <a:off x="6582324" y="1162132"/>
                <a:ext cx="16565" cy="179376"/>
              </a:xfrm>
              <a:custGeom>
                <a:avLst/>
                <a:gdLst/>
                <a:ahLst/>
                <a:cxnLst/>
                <a:rect l="l" t="t" r="r" b="b"/>
                <a:pathLst>
                  <a:path w="384" h="4158" extrusionOk="0">
                    <a:moveTo>
                      <a:pt x="357" y="0"/>
                    </a:moveTo>
                    <a:cubicBezTo>
                      <a:pt x="330" y="36"/>
                      <a:pt x="322" y="134"/>
                      <a:pt x="286" y="268"/>
                    </a:cubicBezTo>
                    <a:cubicBezTo>
                      <a:pt x="250" y="402"/>
                      <a:pt x="197" y="562"/>
                      <a:pt x="134" y="759"/>
                    </a:cubicBezTo>
                    <a:cubicBezTo>
                      <a:pt x="72" y="955"/>
                      <a:pt x="9" y="1187"/>
                      <a:pt x="9" y="1437"/>
                    </a:cubicBezTo>
                    <a:cubicBezTo>
                      <a:pt x="0" y="1686"/>
                      <a:pt x="45" y="1945"/>
                      <a:pt x="90" y="2195"/>
                    </a:cubicBezTo>
                    <a:cubicBezTo>
                      <a:pt x="206" y="2694"/>
                      <a:pt x="286" y="3176"/>
                      <a:pt x="313" y="3551"/>
                    </a:cubicBezTo>
                    <a:cubicBezTo>
                      <a:pt x="339" y="3917"/>
                      <a:pt x="330" y="4157"/>
                      <a:pt x="330" y="4157"/>
                    </a:cubicBezTo>
                    <a:cubicBezTo>
                      <a:pt x="384" y="3542"/>
                      <a:pt x="330" y="2962"/>
                      <a:pt x="241" y="2462"/>
                    </a:cubicBezTo>
                    <a:cubicBezTo>
                      <a:pt x="143" y="1963"/>
                      <a:pt x="81" y="1517"/>
                      <a:pt x="143" y="1160"/>
                    </a:cubicBezTo>
                    <a:cubicBezTo>
                      <a:pt x="214" y="812"/>
                      <a:pt x="322" y="536"/>
                      <a:pt x="339" y="330"/>
                    </a:cubicBezTo>
                    <a:cubicBezTo>
                      <a:pt x="375" y="116"/>
                      <a:pt x="357" y="0"/>
                      <a:pt x="35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9"/>
              <p:cNvSpPr/>
              <p:nvPr/>
            </p:nvSpPr>
            <p:spPr>
              <a:xfrm>
                <a:off x="6609243" y="1152512"/>
                <a:ext cx="13890" cy="201291"/>
              </a:xfrm>
              <a:custGeom>
                <a:avLst/>
                <a:gdLst/>
                <a:ahLst/>
                <a:cxnLst/>
                <a:rect l="l" t="t" r="r" b="b"/>
                <a:pathLst>
                  <a:path w="322" h="4666" extrusionOk="0">
                    <a:moveTo>
                      <a:pt x="322" y="0"/>
                    </a:moveTo>
                    <a:cubicBezTo>
                      <a:pt x="215" y="152"/>
                      <a:pt x="206" y="1329"/>
                      <a:pt x="215" y="2471"/>
                    </a:cubicBezTo>
                    <a:cubicBezTo>
                      <a:pt x="224" y="3042"/>
                      <a:pt x="206" y="3595"/>
                      <a:pt x="144" y="4006"/>
                    </a:cubicBezTo>
                    <a:cubicBezTo>
                      <a:pt x="117" y="4211"/>
                      <a:pt x="81" y="4372"/>
                      <a:pt x="54" y="4488"/>
                    </a:cubicBezTo>
                    <a:cubicBezTo>
                      <a:pt x="19" y="4603"/>
                      <a:pt x="1" y="4666"/>
                      <a:pt x="1" y="4666"/>
                    </a:cubicBezTo>
                    <a:cubicBezTo>
                      <a:pt x="242" y="4024"/>
                      <a:pt x="286" y="3363"/>
                      <a:pt x="304" y="2793"/>
                    </a:cubicBezTo>
                    <a:cubicBezTo>
                      <a:pt x="322" y="2222"/>
                      <a:pt x="322" y="1722"/>
                      <a:pt x="322" y="1303"/>
                    </a:cubicBezTo>
                    <a:cubicBezTo>
                      <a:pt x="322" y="473"/>
                      <a:pt x="322" y="0"/>
                      <a:pt x="3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9"/>
              <p:cNvSpPr/>
              <p:nvPr/>
            </p:nvSpPr>
            <p:spPr>
              <a:xfrm>
                <a:off x="6584783" y="1130253"/>
                <a:ext cx="29894" cy="26186"/>
              </a:xfrm>
              <a:custGeom>
                <a:avLst/>
                <a:gdLst/>
                <a:ahLst/>
                <a:cxnLst/>
                <a:rect l="l" t="t" r="r" b="b"/>
                <a:pathLst>
                  <a:path w="693" h="607" extrusionOk="0">
                    <a:moveTo>
                      <a:pt x="345" y="1"/>
                    </a:moveTo>
                    <a:cubicBezTo>
                      <a:pt x="273" y="1"/>
                      <a:pt x="208" y="25"/>
                      <a:pt x="166" y="61"/>
                    </a:cubicBezTo>
                    <a:cubicBezTo>
                      <a:pt x="1" y="174"/>
                      <a:pt x="5" y="347"/>
                      <a:pt x="6" y="347"/>
                    </a:cubicBezTo>
                    <a:cubicBezTo>
                      <a:pt x="6" y="347"/>
                      <a:pt x="6" y="347"/>
                      <a:pt x="6" y="347"/>
                    </a:cubicBezTo>
                    <a:cubicBezTo>
                      <a:pt x="33" y="159"/>
                      <a:pt x="184" y="61"/>
                      <a:pt x="309" y="61"/>
                    </a:cubicBezTo>
                    <a:cubicBezTo>
                      <a:pt x="315" y="61"/>
                      <a:pt x="320" y="61"/>
                      <a:pt x="326" y="61"/>
                    </a:cubicBezTo>
                    <a:cubicBezTo>
                      <a:pt x="459" y="61"/>
                      <a:pt x="551" y="163"/>
                      <a:pt x="568" y="258"/>
                    </a:cubicBezTo>
                    <a:cubicBezTo>
                      <a:pt x="604" y="356"/>
                      <a:pt x="550" y="445"/>
                      <a:pt x="479" y="472"/>
                    </a:cubicBezTo>
                    <a:cubicBezTo>
                      <a:pt x="445" y="491"/>
                      <a:pt x="407" y="500"/>
                      <a:pt x="372" y="500"/>
                    </a:cubicBezTo>
                    <a:cubicBezTo>
                      <a:pt x="343" y="500"/>
                      <a:pt x="317" y="493"/>
                      <a:pt x="300" y="481"/>
                    </a:cubicBezTo>
                    <a:cubicBezTo>
                      <a:pt x="220" y="418"/>
                      <a:pt x="247" y="311"/>
                      <a:pt x="273" y="284"/>
                    </a:cubicBezTo>
                    <a:cubicBezTo>
                      <a:pt x="300" y="249"/>
                      <a:pt x="318" y="249"/>
                      <a:pt x="318" y="249"/>
                    </a:cubicBezTo>
                    <a:cubicBezTo>
                      <a:pt x="308" y="233"/>
                      <a:pt x="291" y="224"/>
                      <a:pt x="271" y="224"/>
                    </a:cubicBezTo>
                    <a:cubicBezTo>
                      <a:pt x="256" y="224"/>
                      <a:pt x="239" y="228"/>
                      <a:pt x="220" y="240"/>
                    </a:cubicBezTo>
                    <a:cubicBezTo>
                      <a:pt x="184" y="266"/>
                      <a:pt x="140" y="338"/>
                      <a:pt x="149" y="427"/>
                    </a:cubicBezTo>
                    <a:cubicBezTo>
                      <a:pt x="157" y="512"/>
                      <a:pt x="256" y="606"/>
                      <a:pt x="374" y="606"/>
                    </a:cubicBezTo>
                    <a:cubicBezTo>
                      <a:pt x="379" y="606"/>
                      <a:pt x="384" y="606"/>
                      <a:pt x="389" y="605"/>
                    </a:cubicBezTo>
                    <a:cubicBezTo>
                      <a:pt x="395" y="606"/>
                      <a:pt x="400" y="606"/>
                      <a:pt x="406" y="606"/>
                    </a:cubicBezTo>
                    <a:cubicBezTo>
                      <a:pt x="518" y="606"/>
                      <a:pt x="649" y="518"/>
                      <a:pt x="666" y="374"/>
                    </a:cubicBezTo>
                    <a:cubicBezTo>
                      <a:pt x="693" y="231"/>
                      <a:pt x="612" y="106"/>
                      <a:pt x="505" y="43"/>
                    </a:cubicBezTo>
                    <a:cubicBezTo>
                      <a:pt x="453" y="13"/>
                      <a:pt x="397" y="1"/>
                      <a:pt x="3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9"/>
              <p:cNvSpPr/>
              <p:nvPr/>
            </p:nvSpPr>
            <p:spPr>
              <a:xfrm>
                <a:off x="6605016" y="1441712"/>
                <a:ext cx="43138" cy="42967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996" extrusionOk="0">
                    <a:moveTo>
                      <a:pt x="1" y="32"/>
                    </a:moveTo>
                    <a:lnTo>
                      <a:pt x="1" y="32"/>
                    </a:lnTo>
                    <a:cubicBezTo>
                      <a:pt x="5" y="34"/>
                      <a:pt x="8" y="35"/>
                      <a:pt x="9" y="36"/>
                    </a:cubicBezTo>
                    <a:lnTo>
                      <a:pt x="9" y="36"/>
                    </a:lnTo>
                    <a:cubicBezTo>
                      <a:pt x="9" y="36"/>
                      <a:pt x="9" y="36"/>
                      <a:pt x="9" y="36"/>
                    </a:cubicBezTo>
                    <a:lnTo>
                      <a:pt x="9" y="36"/>
                    </a:lnTo>
                    <a:cubicBezTo>
                      <a:pt x="11" y="37"/>
                      <a:pt x="11" y="38"/>
                      <a:pt x="12" y="38"/>
                    </a:cubicBezTo>
                    <a:lnTo>
                      <a:pt x="12" y="38"/>
                    </a:lnTo>
                    <a:cubicBezTo>
                      <a:pt x="14" y="36"/>
                      <a:pt x="14" y="34"/>
                      <a:pt x="13" y="33"/>
                    </a:cubicBezTo>
                    <a:lnTo>
                      <a:pt x="13" y="33"/>
                    </a:lnTo>
                    <a:cubicBezTo>
                      <a:pt x="12" y="34"/>
                      <a:pt x="11" y="35"/>
                      <a:pt x="9" y="36"/>
                    </a:cubicBezTo>
                    <a:lnTo>
                      <a:pt x="9" y="36"/>
                    </a:lnTo>
                    <a:cubicBezTo>
                      <a:pt x="8" y="35"/>
                      <a:pt x="5" y="34"/>
                      <a:pt x="1" y="32"/>
                    </a:cubicBezTo>
                    <a:close/>
                    <a:moveTo>
                      <a:pt x="1" y="32"/>
                    </a:moveTo>
                    <a:cubicBezTo>
                      <a:pt x="1" y="32"/>
                      <a:pt x="1" y="32"/>
                      <a:pt x="1" y="41"/>
                    </a:cubicBezTo>
                    <a:cubicBezTo>
                      <a:pt x="10" y="41"/>
                      <a:pt x="1" y="32"/>
                      <a:pt x="1" y="32"/>
                    </a:cubicBezTo>
                    <a:close/>
                    <a:moveTo>
                      <a:pt x="72" y="1"/>
                    </a:moveTo>
                    <a:cubicBezTo>
                      <a:pt x="72" y="1"/>
                      <a:pt x="72" y="2"/>
                      <a:pt x="72" y="5"/>
                    </a:cubicBezTo>
                    <a:cubicBezTo>
                      <a:pt x="45" y="23"/>
                      <a:pt x="27" y="32"/>
                      <a:pt x="19" y="32"/>
                    </a:cubicBezTo>
                    <a:lnTo>
                      <a:pt x="10" y="32"/>
                    </a:lnTo>
                    <a:cubicBezTo>
                      <a:pt x="10" y="32"/>
                      <a:pt x="13" y="32"/>
                      <a:pt x="13" y="33"/>
                    </a:cubicBezTo>
                    <a:lnTo>
                      <a:pt x="13" y="33"/>
                    </a:lnTo>
                    <a:cubicBezTo>
                      <a:pt x="15" y="32"/>
                      <a:pt x="17" y="32"/>
                      <a:pt x="19" y="32"/>
                    </a:cubicBezTo>
                    <a:lnTo>
                      <a:pt x="19" y="32"/>
                    </a:lnTo>
                    <a:cubicBezTo>
                      <a:pt x="14" y="36"/>
                      <a:pt x="14" y="38"/>
                      <a:pt x="13" y="38"/>
                    </a:cubicBezTo>
                    <a:cubicBezTo>
                      <a:pt x="13" y="38"/>
                      <a:pt x="12" y="38"/>
                      <a:pt x="12" y="38"/>
                    </a:cubicBezTo>
                    <a:lnTo>
                      <a:pt x="12" y="38"/>
                    </a:lnTo>
                    <a:cubicBezTo>
                      <a:pt x="12" y="38"/>
                      <a:pt x="12" y="38"/>
                      <a:pt x="12" y="38"/>
                    </a:cubicBezTo>
                    <a:lnTo>
                      <a:pt x="12" y="38"/>
                    </a:lnTo>
                    <a:cubicBezTo>
                      <a:pt x="11" y="38"/>
                      <a:pt x="10" y="37"/>
                      <a:pt x="9" y="36"/>
                    </a:cubicBezTo>
                    <a:lnTo>
                      <a:pt x="9" y="36"/>
                    </a:lnTo>
                    <a:cubicBezTo>
                      <a:pt x="6" y="40"/>
                      <a:pt x="3" y="43"/>
                      <a:pt x="2" y="43"/>
                    </a:cubicBezTo>
                    <a:cubicBezTo>
                      <a:pt x="1" y="43"/>
                      <a:pt x="1" y="42"/>
                      <a:pt x="1" y="41"/>
                    </a:cubicBezTo>
                    <a:lnTo>
                      <a:pt x="1" y="41"/>
                    </a:lnTo>
                    <a:cubicBezTo>
                      <a:pt x="1" y="44"/>
                      <a:pt x="1" y="44"/>
                      <a:pt x="1" y="44"/>
                    </a:cubicBezTo>
                    <a:cubicBezTo>
                      <a:pt x="2" y="44"/>
                      <a:pt x="4" y="41"/>
                      <a:pt x="10" y="41"/>
                    </a:cubicBezTo>
                    <a:cubicBezTo>
                      <a:pt x="10" y="40"/>
                      <a:pt x="11" y="39"/>
                      <a:pt x="12" y="38"/>
                    </a:cubicBezTo>
                    <a:lnTo>
                      <a:pt x="12" y="38"/>
                    </a:lnTo>
                    <a:cubicBezTo>
                      <a:pt x="14" y="41"/>
                      <a:pt x="13" y="41"/>
                      <a:pt x="19" y="41"/>
                    </a:cubicBezTo>
                    <a:cubicBezTo>
                      <a:pt x="19" y="32"/>
                      <a:pt x="27" y="32"/>
                      <a:pt x="27" y="32"/>
                    </a:cubicBezTo>
                    <a:cubicBezTo>
                      <a:pt x="27" y="41"/>
                      <a:pt x="27" y="41"/>
                      <a:pt x="27" y="49"/>
                    </a:cubicBezTo>
                    <a:cubicBezTo>
                      <a:pt x="45" y="94"/>
                      <a:pt x="90" y="148"/>
                      <a:pt x="135" y="201"/>
                    </a:cubicBezTo>
                    <a:cubicBezTo>
                      <a:pt x="224" y="308"/>
                      <a:pt x="349" y="433"/>
                      <a:pt x="474" y="549"/>
                    </a:cubicBezTo>
                    <a:cubicBezTo>
                      <a:pt x="732" y="790"/>
                      <a:pt x="1000" y="995"/>
                      <a:pt x="1000" y="995"/>
                    </a:cubicBezTo>
                    <a:cubicBezTo>
                      <a:pt x="723" y="665"/>
                      <a:pt x="474" y="397"/>
                      <a:pt x="295" y="219"/>
                    </a:cubicBezTo>
                    <a:cubicBezTo>
                      <a:pt x="197" y="130"/>
                      <a:pt x="126" y="58"/>
                      <a:pt x="81" y="5"/>
                    </a:cubicBezTo>
                    <a:cubicBezTo>
                      <a:pt x="75" y="5"/>
                      <a:pt x="73" y="1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9"/>
              <p:cNvSpPr/>
              <p:nvPr/>
            </p:nvSpPr>
            <p:spPr>
              <a:xfrm>
                <a:off x="6603117" y="1462677"/>
                <a:ext cx="30412" cy="55866"/>
              </a:xfrm>
              <a:custGeom>
                <a:avLst/>
                <a:gdLst/>
                <a:ahLst/>
                <a:cxnLst/>
                <a:rect l="l" t="t" r="r" b="b"/>
                <a:pathLst>
                  <a:path w="705" h="1295" extrusionOk="0">
                    <a:moveTo>
                      <a:pt x="45" y="1"/>
                    </a:moveTo>
                    <a:lnTo>
                      <a:pt x="45" y="1"/>
                    </a:lnTo>
                    <a:cubicBezTo>
                      <a:pt x="0" y="108"/>
                      <a:pt x="196" y="411"/>
                      <a:pt x="375" y="705"/>
                    </a:cubicBezTo>
                    <a:cubicBezTo>
                      <a:pt x="553" y="1000"/>
                      <a:pt x="705" y="1294"/>
                      <a:pt x="705" y="1294"/>
                    </a:cubicBezTo>
                    <a:cubicBezTo>
                      <a:pt x="589" y="884"/>
                      <a:pt x="410" y="554"/>
                      <a:pt x="277" y="340"/>
                    </a:cubicBezTo>
                    <a:cubicBezTo>
                      <a:pt x="143" y="117"/>
                      <a:pt x="45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9"/>
              <p:cNvSpPr/>
              <p:nvPr/>
            </p:nvSpPr>
            <p:spPr>
              <a:xfrm>
                <a:off x="6590003" y="1418029"/>
                <a:ext cx="19671" cy="171309"/>
              </a:xfrm>
              <a:custGeom>
                <a:avLst/>
                <a:gdLst/>
                <a:ahLst/>
                <a:cxnLst/>
                <a:rect l="l" t="t" r="r" b="b"/>
                <a:pathLst>
                  <a:path w="456" h="3971" extrusionOk="0">
                    <a:moveTo>
                      <a:pt x="340" y="1"/>
                    </a:moveTo>
                    <a:lnTo>
                      <a:pt x="340" y="1"/>
                    </a:lnTo>
                    <a:cubicBezTo>
                      <a:pt x="429" y="152"/>
                      <a:pt x="429" y="331"/>
                      <a:pt x="402" y="474"/>
                    </a:cubicBezTo>
                    <a:cubicBezTo>
                      <a:pt x="375" y="625"/>
                      <a:pt x="322" y="759"/>
                      <a:pt x="277" y="884"/>
                    </a:cubicBezTo>
                    <a:cubicBezTo>
                      <a:pt x="179" y="1134"/>
                      <a:pt x="144" y="1384"/>
                      <a:pt x="117" y="1624"/>
                    </a:cubicBezTo>
                    <a:cubicBezTo>
                      <a:pt x="90" y="2106"/>
                      <a:pt x="63" y="2525"/>
                      <a:pt x="45" y="2873"/>
                    </a:cubicBezTo>
                    <a:cubicBezTo>
                      <a:pt x="19" y="3569"/>
                      <a:pt x="1" y="3971"/>
                      <a:pt x="1" y="3971"/>
                    </a:cubicBezTo>
                    <a:cubicBezTo>
                      <a:pt x="108" y="3846"/>
                      <a:pt x="170" y="2855"/>
                      <a:pt x="197" y="1901"/>
                    </a:cubicBezTo>
                    <a:cubicBezTo>
                      <a:pt x="206" y="1660"/>
                      <a:pt x="215" y="1428"/>
                      <a:pt x="251" y="1214"/>
                    </a:cubicBezTo>
                    <a:cubicBezTo>
                      <a:pt x="286" y="1009"/>
                      <a:pt x="367" y="821"/>
                      <a:pt x="402" y="643"/>
                    </a:cubicBezTo>
                    <a:cubicBezTo>
                      <a:pt x="447" y="465"/>
                      <a:pt x="456" y="286"/>
                      <a:pt x="411" y="170"/>
                    </a:cubicBezTo>
                    <a:cubicBezTo>
                      <a:pt x="402" y="117"/>
                      <a:pt x="375" y="72"/>
                      <a:pt x="367" y="45"/>
                    </a:cubicBezTo>
                    <a:cubicBezTo>
                      <a:pt x="349" y="10"/>
                      <a:pt x="340" y="1"/>
                      <a:pt x="3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9"/>
              <p:cNvSpPr/>
              <p:nvPr/>
            </p:nvSpPr>
            <p:spPr>
              <a:xfrm>
                <a:off x="6472622" y="1501157"/>
                <a:ext cx="65871" cy="98187"/>
              </a:xfrm>
              <a:custGeom>
                <a:avLst/>
                <a:gdLst/>
                <a:ahLst/>
                <a:cxnLst/>
                <a:rect l="l" t="t" r="r" b="b"/>
                <a:pathLst>
                  <a:path w="1527" h="2276" extrusionOk="0">
                    <a:moveTo>
                      <a:pt x="1526" y="1"/>
                    </a:moveTo>
                    <a:cubicBezTo>
                      <a:pt x="1384" y="19"/>
                      <a:pt x="1045" y="598"/>
                      <a:pt x="634" y="1116"/>
                    </a:cubicBezTo>
                    <a:cubicBezTo>
                      <a:pt x="438" y="1375"/>
                      <a:pt x="251" y="1651"/>
                      <a:pt x="144" y="1883"/>
                    </a:cubicBezTo>
                    <a:cubicBezTo>
                      <a:pt x="90" y="1990"/>
                      <a:pt x="54" y="2088"/>
                      <a:pt x="37" y="2160"/>
                    </a:cubicBezTo>
                    <a:cubicBezTo>
                      <a:pt x="23" y="2213"/>
                      <a:pt x="10" y="2252"/>
                      <a:pt x="4" y="2268"/>
                    </a:cubicBezTo>
                    <a:lnTo>
                      <a:pt x="4" y="2268"/>
                    </a:lnTo>
                    <a:cubicBezTo>
                      <a:pt x="156" y="1870"/>
                      <a:pt x="395" y="1569"/>
                      <a:pt x="599" y="1312"/>
                    </a:cubicBezTo>
                    <a:cubicBezTo>
                      <a:pt x="804" y="1062"/>
                      <a:pt x="991" y="839"/>
                      <a:pt x="1125" y="643"/>
                    </a:cubicBezTo>
                    <a:cubicBezTo>
                      <a:pt x="1393" y="233"/>
                      <a:pt x="1526" y="1"/>
                      <a:pt x="1526" y="1"/>
                    </a:cubicBezTo>
                    <a:close/>
                    <a:moveTo>
                      <a:pt x="4" y="2268"/>
                    </a:moveTo>
                    <a:cubicBezTo>
                      <a:pt x="3" y="2270"/>
                      <a:pt x="2" y="2273"/>
                      <a:pt x="1" y="2276"/>
                    </a:cubicBezTo>
                    <a:cubicBezTo>
                      <a:pt x="1" y="2276"/>
                      <a:pt x="2" y="2273"/>
                      <a:pt x="4" y="226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9"/>
              <p:cNvSpPr/>
              <p:nvPr/>
            </p:nvSpPr>
            <p:spPr>
              <a:xfrm>
                <a:off x="6494192" y="1536573"/>
                <a:ext cx="44690" cy="66608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1544" extrusionOk="0">
                    <a:moveTo>
                      <a:pt x="1030" y="0"/>
                    </a:moveTo>
                    <a:cubicBezTo>
                      <a:pt x="902" y="0"/>
                      <a:pt x="595" y="335"/>
                      <a:pt x="357" y="714"/>
                    </a:cubicBezTo>
                    <a:cubicBezTo>
                      <a:pt x="232" y="910"/>
                      <a:pt x="143" y="1116"/>
                      <a:pt x="81" y="1276"/>
                    </a:cubicBezTo>
                    <a:cubicBezTo>
                      <a:pt x="27" y="1428"/>
                      <a:pt x="0" y="1544"/>
                      <a:pt x="0" y="1544"/>
                    </a:cubicBezTo>
                    <a:cubicBezTo>
                      <a:pt x="223" y="1008"/>
                      <a:pt x="518" y="661"/>
                      <a:pt x="714" y="402"/>
                    </a:cubicBezTo>
                    <a:cubicBezTo>
                      <a:pt x="919" y="152"/>
                      <a:pt x="1035" y="0"/>
                      <a:pt x="1035" y="0"/>
                    </a:cubicBezTo>
                    <a:cubicBezTo>
                      <a:pt x="1034" y="0"/>
                      <a:pt x="1032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9"/>
              <p:cNvSpPr/>
              <p:nvPr/>
            </p:nvSpPr>
            <p:spPr>
              <a:xfrm>
                <a:off x="6659284" y="1598908"/>
                <a:ext cx="9663" cy="106642"/>
              </a:xfrm>
              <a:custGeom>
                <a:avLst/>
                <a:gdLst/>
                <a:ahLst/>
                <a:cxnLst/>
                <a:rect l="l" t="t" r="r" b="b"/>
                <a:pathLst>
                  <a:path w="224" h="2472" extrusionOk="0">
                    <a:moveTo>
                      <a:pt x="224" y="1"/>
                    </a:moveTo>
                    <a:cubicBezTo>
                      <a:pt x="1" y="161"/>
                      <a:pt x="63" y="2472"/>
                      <a:pt x="63" y="2472"/>
                    </a:cubicBezTo>
                    <a:cubicBezTo>
                      <a:pt x="206" y="1000"/>
                      <a:pt x="224" y="1"/>
                      <a:pt x="2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9"/>
              <p:cNvSpPr/>
              <p:nvPr/>
            </p:nvSpPr>
            <p:spPr>
              <a:xfrm>
                <a:off x="6690474" y="1635101"/>
                <a:ext cx="35804" cy="56988"/>
              </a:xfrm>
              <a:custGeom>
                <a:avLst/>
                <a:gdLst/>
                <a:ahLst/>
                <a:cxnLst/>
                <a:rect l="l" t="t" r="r" b="b"/>
                <a:pathLst>
                  <a:path w="830" h="1321" extrusionOk="0">
                    <a:moveTo>
                      <a:pt x="97" y="1186"/>
                    </a:moveTo>
                    <a:cubicBezTo>
                      <a:pt x="97" y="1186"/>
                      <a:pt x="98" y="1186"/>
                      <a:pt x="98" y="1187"/>
                    </a:cubicBezTo>
                    <a:lnTo>
                      <a:pt x="125" y="1213"/>
                    </a:lnTo>
                    <a:lnTo>
                      <a:pt x="125" y="1213"/>
                    </a:lnTo>
                    <a:cubicBezTo>
                      <a:pt x="123" y="1213"/>
                      <a:pt x="121" y="1213"/>
                      <a:pt x="119" y="1213"/>
                    </a:cubicBezTo>
                    <a:lnTo>
                      <a:pt x="119" y="1213"/>
                    </a:lnTo>
                    <a:cubicBezTo>
                      <a:pt x="105" y="1200"/>
                      <a:pt x="94" y="1186"/>
                      <a:pt x="97" y="1186"/>
                    </a:cubicBezTo>
                    <a:close/>
                    <a:moveTo>
                      <a:pt x="121" y="1230"/>
                    </a:moveTo>
                    <a:cubicBezTo>
                      <a:pt x="121" y="1230"/>
                      <a:pt x="122" y="1230"/>
                      <a:pt x="123" y="1230"/>
                    </a:cubicBezTo>
                    <a:lnTo>
                      <a:pt x="123" y="1230"/>
                    </a:lnTo>
                    <a:cubicBezTo>
                      <a:pt x="126" y="1234"/>
                      <a:pt x="126" y="1235"/>
                      <a:pt x="126" y="1235"/>
                    </a:cubicBezTo>
                    <a:cubicBezTo>
                      <a:pt x="124" y="1235"/>
                      <a:pt x="119" y="1230"/>
                      <a:pt x="121" y="1230"/>
                    </a:cubicBezTo>
                    <a:close/>
                    <a:moveTo>
                      <a:pt x="134" y="1222"/>
                    </a:moveTo>
                    <a:lnTo>
                      <a:pt x="143" y="1231"/>
                    </a:lnTo>
                    <a:cubicBezTo>
                      <a:pt x="150" y="1240"/>
                      <a:pt x="152" y="1243"/>
                      <a:pt x="151" y="1243"/>
                    </a:cubicBezTo>
                    <a:cubicBezTo>
                      <a:pt x="149" y="1243"/>
                      <a:pt x="138" y="1234"/>
                      <a:pt x="127" y="1222"/>
                    </a:cubicBezTo>
                    <a:close/>
                    <a:moveTo>
                      <a:pt x="544" y="0"/>
                    </a:moveTo>
                    <a:cubicBezTo>
                      <a:pt x="473" y="0"/>
                      <a:pt x="339" y="143"/>
                      <a:pt x="223" y="375"/>
                    </a:cubicBezTo>
                    <a:cubicBezTo>
                      <a:pt x="107" y="607"/>
                      <a:pt x="27" y="919"/>
                      <a:pt x="9" y="1231"/>
                    </a:cubicBezTo>
                    <a:lnTo>
                      <a:pt x="0" y="1320"/>
                    </a:lnTo>
                    <a:lnTo>
                      <a:pt x="98" y="1320"/>
                    </a:lnTo>
                    <a:cubicBezTo>
                      <a:pt x="411" y="1312"/>
                      <a:pt x="598" y="1071"/>
                      <a:pt x="687" y="919"/>
                    </a:cubicBezTo>
                    <a:cubicBezTo>
                      <a:pt x="785" y="759"/>
                      <a:pt x="830" y="660"/>
                      <a:pt x="830" y="660"/>
                    </a:cubicBezTo>
                    <a:lnTo>
                      <a:pt x="830" y="660"/>
                    </a:lnTo>
                    <a:cubicBezTo>
                      <a:pt x="750" y="776"/>
                      <a:pt x="678" y="901"/>
                      <a:pt x="589" y="990"/>
                    </a:cubicBezTo>
                    <a:cubicBezTo>
                      <a:pt x="500" y="1089"/>
                      <a:pt x="402" y="1151"/>
                      <a:pt x="312" y="1187"/>
                    </a:cubicBezTo>
                    <a:cubicBezTo>
                      <a:pt x="243" y="1208"/>
                      <a:pt x="184" y="1212"/>
                      <a:pt x="144" y="1213"/>
                    </a:cubicBezTo>
                    <a:lnTo>
                      <a:pt x="144" y="1213"/>
                    </a:lnTo>
                    <a:cubicBezTo>
                      <a:pt x="182" y="724"/>
                      <a:pt x="322" y="426"/>
                      <a:pt x="411" y="241"/>
                    </a:cubicBezTo>
                    <a:cubicBezTo>
                      <a:pt x="500" y="63"/>
                      <a:pt x="544" y="0"/>
                      <a:pt x="5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9"/>
              <p:cNvSpPr/>
              <p:nvPr/>
            </p:nvSpPr>
            <p:spPr>
              <a:xfrm>
                <a:off x="6336777" y="1348015"/>
                <a:ext cx="91624" cy="99222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2300" extrusionOk="0">
                    <a:moveTo>
                      <a:pt x="27" y="0"/>
                    </a:moveTo>
                    <a:lnTo>
                      <a:pt x="27" y="0"/>
                    </a:lnTo>
                    <a:cubicBezTo>
                      <a:pt x="1" y="71"/>
                      <a:pt x="45" y="303"/>
                      <a:pt x="135" y="616"/>
                    </a:cubicBezTo>
                    <a:cubicBezTo>
                      <a:pt x="179" y="776"/>
                      <a:pt x="233" y="955"/>
                      <a:pt x="295" y="1133"/>
                    </a:cubicBezTo>
                    <a:cubicBezTo>
                      <a:pt x="331" y="1231"/>
                      <a:pt x="358" y="1320"/>
                      <a:pt x="393" y="1419"/>
                    </a:cubicBezTo>
                    <a:cubicBezTo>
                      <a:pt x="438" y="1517"/>
                      <a:pt x="465" y="1633"/>
                      <a:pt x="554" y="1713"/>
                    </a:cubicBezTo>
                    <a:cubicBezTo>
                      <a:pt x="732" y="1874"/>
                      <a:pt x="929" y="1936"/>
                      <a:pt x="1089" y="2016"/>
                    </a:cubicBezTo>
                    <a:cubicBezTo>
                      <a:pt x="1268" y="2097"/>
                      <a:pt x="1419" y="2177"/>
                      <a:pt x="1562" y="2230"/>
                    </a:cubicBezTo>
                    <a:cubicBezTo>
                      <a:pt x="1677" y="2278"/>
                      <a:pt x="1787" y="2299"/>
                      <a:pt x="1880" y="2299"/>
                    </a:cubicBezTo>
                    <a:cubicBezTo>
                      <a:pt x="1909" y="2299"/>
                      <a:pt x="1937" y="2297"/>
                      <a:pt x="1963" y="2293"/>
                    </a:cubicBezTo>
                    <a:cubicBezTo>
                      <a:pt x="2061" y="2284"/>
                      <a:pt x="2124" y="2257"/>
                      <a:pt x="2124" y="2257"/>
                    </a:cubicBezTo>
                    <a:lnTo>
                      <a:pt x="2124" y="2257"/>
                    </a:lnTo>
                    <a:cubicBezTo>
                      <a:pt x="2062" y="2279"/>
                      <a:pt x="2002" y="2287"/>
                      <a:pt x="1944" y="2287"/>
                    </a:cubicBezTo>
                    <a:cubicBezTo>
                      <a:pt x="1859" y="2287"/>
                      <a:pt x="1779" y="2269"/>
                      <a:pt x="1705" y="2248"/>
                    </a:cubicBezTo>
                    <a:cubicBezTo>
                      <a:pt x="1580" y="2204"/>
                      <a:pt x="1482" y="2150"/>
                      <a:pt x="1375" y="2097"/>
                    </a:cubicBezTo>
                    <a:cubicBezTo>
                      <a:pt x="1178" y="1981"/>
                      <a:pt x="982" y="1882"/>
                      <a:pt x="804" y="1784"/>
                    </a:cubicBezTo>
                    <a:cubicBezTo>
                      <a:pt x="714" y="1731"/>
                      <a:pt x="634" y="1668"/>
                      <a:pt x="581" y="1597"/>
                    </a:cubicBezTo>
                    <a:cubicBezTo>
                      <a:pt x="536" y="1517"/>
                      <a:pt x="509" y="1427"/>
                      <a:pt x="482" y="1347"/>
                    </a:cubicBezTo>
                    <a:cubicBezTo>
                      <a:pt x="429" y="1178"/>
                      <a:pt x="375" y="1026"/>
                      <a:pt x="331" y="883"/>
                    </a:cubicBezTo>
                    <a:cubicBezTo>
                      <a:pt x="143" y="321"/>
                      <a:pt x="28" y="0"/>
                      <a:pt x="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9"/>
              <p:cNvSpPr/>
              <p:nvPr/>
            </p:nvSpPr>
            <p:spPr>
              <a:xfrm>
                <a:off x="6379140" y="1399954"/>
                <a:ext cx="41973" cy="35461"/>
              </a:xfrm>
              <a:custGeom>
                <a:avLst/>
                <a:gdLst/>
                <a:ahLst/>
                <a:cxnLst/>
                <a:rect l="l" t="t" r="r" b="b"/>
                <a:pathLst>
                  <a:path w="973" h="822" extrusionOk="0">
                    <a:moveTo>
                      <a:pt x="54" y="0"/>
                    </a:moveTo>
                    <a:lnTo>
                      <a:pt x="54" y="0"/>
                    </a:lnTo>
                    <a:cubicBezTo>
                      <a:pt x="9" y="36"/>
                      <a:pt x="0" y="134"/>
                      <a:pt x="62" y="259"/>
                    </a:cubicBezTo>
                    <a:cubicBezTo>
                      <a:pt x="116" y="375"/>
                      <a:pt x="241" y="500"/>
                      <a:pt x="384" y="589"/>
                    </a:cubicBezTo>
                    <a:cubicBezTo>
                      <a:pt x="526" y="678"/>
                      <a:pt x="678" y="732"/>
                      <a:pt x="794" y="768"/>
                    </a:cubicBezTo>
                    <a:cubicBezTo>
                      <a:pt x="901" y="803"/>
                      <a:pt x="972" y="821"/>
                      <a:pt x="972" y="821"/>
                    </a:cubicBezTo>
                    <a:cubicBezTo>
                      <a:pt x="803" y="732"/>
                      <a:pt x="633" y="643"/>
                      <a:pt x="500" y="554"/>
                    </a:cubicBezTo>
                    <a:cubicBezTo>
                      <a:pt x="375" y="464"/>
                      <a:pt x="277" y="375"/>
                      <a:pt x="205" y="286"/>
                    </a:cubicBezTo>
                    <a:cubicBezTo>
                      <a:pt x="134" y="206"/>
                      <a:pt x="98" y="125"/>
                      <a:pt x="80" y="81"/>
                    </a:cubicBezTo>
                    <a:cubicBezTo>
                      <a:pt x="62" y="27"/>
                      <a:pt x="54" y="0"/>
                      <a:pt x="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9"/>
              <p:cNvSpPr/>
              <p:nvPr/>
            </p:nvSpPr>
            <p:spPr>
              <a:xfrm>
                <a:off x="6365249" y="1336066"/>
                <a:ext cx="41628" cy="62769"/>
              </a:xfrm>
              <a:custGeom>
                <a:avLst/>
                <a:gdLst/>
                <a:ahLst/>
                <a:cxnLst/>
                <a:rect l="l" t="t" r="r" b="b"/>
                <a:pathLst>
                  <a:path w="965" h="1455" extrusionOk="0">
                    <a:moveTo>
                      <a:pt x="393" y="1"/>
                    </a:moveTo>
                    <a:cubicBezTo>
                      <a:pt x="367" y="63"/>
                      <a:pt x="420" y="250"/>
                      <a:pt x="527" y="500"/>
                    </a:cubicBezTo>
                    <a:cubicBezTo>
                      <a:pt x="581" y="625"/>
                      <a:pt x="643" y="768"/>
                      <a:pt x="715" y="911"/>
                    </a:cubicBezTo>
                    <a:cubicBezTo>
                      <a:pt x="777" y="1062"/>
                      <a:pt x="884" y="1214"/>
                      <a:pt x="848" y="1321"/>
                    </a:cubicBezTo>
                    <a:cubicBezTo>
                      <a:pt x="839" y="1348"/>
                      <a:pt x="822" y="1348"/>
                      <a:pt x="813" y="1357"/>
                    </a:cubicBezTo>
                    <a:cubicBezTo>
                      <a:pt x="786" y="1365"/>
                      <a:pt x="759" y="1365"/>
                      <a:pt x="732" y="1365"/>
                    </a:cubicBezTo>
                    <a:cubicBezTo>
                      <a:pt x="679" y="1357"/>
                      <a:pt x="616" y="1321"/>
                      <a:pt x="572" y="1276"/>
                    </a:cubicBezTo>
                    <a:cubicBezTo>
                      <a:pt x="492" y="1178"/>
                      <a:pt x="438" y="1044"/>
                      <a:pt x="376" y="928"/>
                    </a:cubicBezTo>
                    <a:cubicBezTo>
                      <a:pt x="313" y="812"/>
                      <a:pt x="224" y="714"/>
                      <a:pt x="144" y="670"/>
                    </a:cubicBezTo>
                    <a:cubicBezTo>
                      <a:pt x="63" y="625"/>
                      <a:pt x="1" y="625"/>
                      <a:pt x="1" y="625"/>
                    </a:cubicBezTo>
                    <a:lnTo>
                      <a:pt x="1" y="625"/>
                    </a:lnTo>
                    <a:cubicBezTo>
                      <a:pt x="144" y="661"/>
                      <a:pt x="233" y="759"/>
                      <a:pt x="286" y="848"/>
                    </a:cubicBezTo>
                    <a:cubicBezTo>
                      <a:pt x="349" y="937"/>
                      <a:pt x="376" y="1035"/>
                      <a:pt x="411" y="1125"/>
                    </a:cubicBezTo>
                    <a:cubicBezTo>
                      <a:pt x="447" y="1205"/>
                      <a:pt x="492" y="1294"/>
                      <a:pt x="545" y="1348"/>
                    </a:cubicBezTo>
                    <a:cubicBezTo>
                      <a:pt x="608" y="1410"/>
                      <a:pt x="688" y="1455"/>
                      <a:pt x="777" y="1455"/>
                    </a:cubicBezTo>
                    <a:cubicBezTo>
                      <a:pt x="822" y="1455"/>
                      <a:pt x="866" y="1437"/>
                      <a:pt x="902" y="1410"/>
                    </a:cubicBezTo>
                    <a:cubicBezTo>
                      <a:pt x="938" y="1383"/>
                      <a:pt x="947" y="1330"/>
                      <a:pt x="955" y="1294"/>
                    </a:cubicBezTo>
                    <a:cubicBezTo>
                      <a:pt x="964" y="1205"/>
                      <a:pt x="938" y="1125"/>
                      <a:pt x="902" y="1053"/>
                    </a:cubicBezTo>
                    <a:cubicBezTo>
                      <a:pt x="839" y="919"/>
                      <a:pt x="777" y="795"/>
                      <a:pt x="723" y="687"/>
                    </a:cubicBezTo>
                    <a:cubicBezTo>
                      <a:pt x="518" y="242"/>
                      <a:pt x="393" y="1"/>
                      <a:pt x="3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9"/>
              <p:cNvSpPr/>
              <p:nvPr/>
            </p:nvSpPr>
            <p:spPr>
              <a:xfrm>
                <a:off x="6393764" y="1399566"/>
                <a:ext cx="33130" cy="25841"/>
              </a:xfrm>
              <a:custGeom>
                <a:avLst/>
                <a:gdLst/>
                <a:ahLst/>
                <a:cxnLst/>
                <a:rect l="l" t="t" r="r" b="b"/>
                <a:pathLst>
                  <a:path w="768" h="599" extrusionOk="0">
                    <a:moveTo>
                      <a:pt x="54" y="1"/>
                    </a:moveTo>
                    <a:lnTo>
                      <a:pt x="54" y="1"/>
                    </a:lnTo>
                    <a:cubicBezTo>
                      <a:pt x="0" y="99"/>
                      <a:pt x="152" y="286"/>
                      <a:pt x="348" y="411"/>
                    </a:cubicBezTo>
                    <a:cubicBezTo>
                      <a:pt x="544" y="545"/>
                      <a:pt x="767" y="598"/>
                      <a:pt x="767" y="598"/>
                    </a:cubicBezTo>
                    <a:cubicBezTo>
                      <a:pt x="517" y="438"/>
                      <a:pt x="339" y="286"/>
                      <a:pt x="223" y="170"/>
                    </a:cubicBezTo>
                    <a:cubicBezTo>
                      <a:pt x="107" y="63"/>
                      <a:pt x="54" y="1"/>
                      <a:pt x="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9"/>
              <p:cNvSpPr/>
              <p:nvPr/>
            </p:nvSpPr>
            <p:spPr>
              <a:xfrm>
                <a:off x="6402219" y="1391499"/>
                <a:ext cx="18118" cy="1669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387" extrusionOk="0">
                    <a:moveTo>
                      <a:pt x="90" y="0"/>
                    </a:moveTo>
                    <a:cubicBezTo>
                      <a:pt x="0" y="63"/>
                      <a:pt x="36" y="214"/>
                      <a:pt x="161" y="295"/>
                    </a:cubicBezTo>
                    <a:cubicBezTo>
                      <a:pt x="214" y="339"/>
                      <a:pt x="277" y="366"/>
                      <a:pt x="330" y="375"/>
                    </a:cubicBezTo>
                    <a:cubicBezTo>
                      <a:pt x="357" y="384"/>
                      <a:pt x="379" y="386"/>
                      <a:pt x="395" y="386"/>
                    </a:cubicBezTo>
                    <a:cubicBezTo>
                      <a:pt x="411" y="386"/>
                      <a:pt x="420" y="384"/>
                      <a:pt x="420" y="384"/>
                    </a:cubicBezTo>
                    <a:cubicBezTo>
                      <a:pt x="250" y="295"/>
                      <a:pt x="179" y="179"/>
                      <a:pt x="134" y="107"/>
                    </a:cubicBezTo>
                    <a:cubicBezTo>
                      <a:pt x="98" y="36"/>
                      <a:pt x="90" y="0"/>
                      <a:pt x="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5" name="Google Shape;305;p29"/>
            <p:cNvGrpSpPr/>
            <p:nvPr/>
          </p:nvGrpSpPr>
          <p:grpSpPr>
            <a:xfrm>
              <a:off x="6407927" y="539400"/>
              <a:ext cx="1149896" cy="4064724"/>
              <a:chOff x="6617927" y="539400"/>
              <a:chExt cx="1149896" cy="4064724"/>
            </a:xfrm>
          </p:grpSpPr>
          <p:grpSp>
            <p:nvGrpSpPr>
              <p:cNvPr id="306" name="Google Shape;306;p29"/>
              <p:cNvGrpSpPr/>
              <p:nvPr/>
            </p:nvGrpSpPr>
            <p:grpSpPr>
              <a:xfrm>
                <a:off x="6622601" y="1070678"/>
                <a:ext cx="914917" cy="3516304"/>
                <a:chOff x="6622601" y="1070678"/>
                <a:chExt cx="914917" cy="3516304"/>
              </a:xfrm>
            </p:grpSpPr>
            <p:sp>
              <p:nvSpPr>
                <p:cNvPr id="307" name="Google Shape;307;p29"/>
                <p:cNvSpPr/>
                <p:nvPr/>
              </p:nvSpPr>
              <p:spPr>
                <a:xfrm>
                  <a:off x="6943670" y="4538825"/>
                  <a:ext cx="209251" cy="481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0" h="649" extrusionOk="0">
                      <a:moveTo>
                        <a:pt x="160" y="0"/>
                      </a:moveTo>
                      <a:cubicBezTo>
                        <a:pt x="127" y="0"/>
                        <a:pt x="61" y="35"/>
                        <a:pt x="45" y="91"/>
                      </a:cubicBezTo>
                      <a:cubicBezTo>
                        <a:pt x="36" y="126"/>
                        <a:pt x="36" y="171"/>
                        <a:pt x="27" y="207"/>
                      </a:cubicBezTo>
                      <a:cubicBezTo>
                        <a:pt x="0" y="287"/>
                        <a:pt x="0" y="439"/>
                        <a:pt x="27" y="439"/>
                      </a:cubicBezTo>
                      <a:cubicBezTo>
                        <a:pt x="45" y="448"/>
                        <a:pt x="71" y="448"/>
                        <a:pt x="98" y="448"/>
                      </a:cubicBezTo>
                      <a:cubicBezTo>
                        <a:pt x="125" y="456"/>
                        <a:pt x="152" y="474"/>
                        <a:pt x="187" y="483"/>
                      </a:cubicBezTo>
                      <a:cubicBezTo>
                        <a:pt x="202" y="483"/>
                        <a:pt x="227" y="472"/>
                        <a:pt x="251" y="472"/>
                      </a:cubicBezTo>
                      <a:cubicBezTo>
                        <a:pt x="257" y="472"/>
                        <a:pt x="262" y="473"/>
                        <a:pt x="268" y="474"/>
                      </a:cubicBezTo>
                      <a:cubicBezTo>
                        <a:pt x="286" y="492"/>
                        <a:pt x="321" y="483"/>
                        <a:pt x="339" y="510"/>
                      </a:cubicBezTo>
                      <a:cubicBezTo>
                        <a:pt x="375" y="546"/>
                        <a:pt x="428" y="546"/>
                        <a:pt x="473" y="555"/>
                      </a:cubicBezTo>
                      <a:cubicBezTo>
                        <a:pt x="571" y="590"/>
                        <a:pt x="678" y="608"/>
                        <a:pt x="785" y="635"/>
                      </a:cubicBezTo>
                      <a:cubicBezTo>
                        <a:pt x="805" y="640"/>
                        <a:pt x="825" y="643"/>
                        <a:pt x="845" y="643"/>
                      </a:cubicBezTo>
                      <a:cubicBezTo>
                        <a:pt x="891" y="643"/>
                        <a:pt x="938" y="632"/>
                        <a:pt x="981" y="626"/>
                      </a:cubicBezTo>
                      <a:cubicBezTo>
                        <a:pt x="1080" y="626"/>
                        <a:pt x="1169" y="617"/>
                        <a:pt x="1258" y="599"/>
                      </a:cubicBezTo>
                      <a:cubicBezTo>
                        <a:pt x="1338" y="590"/>
                        <a:pt x="1445" y="555"/>
                        <a:pt x="1508" y="528"/>
                      </a:cubicBezTo>
                      <a:cubicBezTo>
                        <a:pt x="1535" y="519"/>
                        <a:pt x="1561" y="519"/>
                        <a:pt x="1588" y="519"/>
                      </a:cubicBezTo>
                      <a:cubicBezTo>
                        <a:pt x="1597" y="519"/>
                        <a:pt x="1607" y="518"/>
                        <a:pt x="1617" y="518"/>
                      </a:cubicBezTo>
                      <a:cubicBezTo>
                        <a:pt x="1639" y="518"/>
                        <a:pt x="1662" y="522"/>
                        <a:pt x="1686" y="546"/>
                      </a:cubicBezTo>
                      <a:lnTo>
                        <a:pt x="1695" y="546"/>
                      </a:lnTo>
                      <a:cubicBezTo>
                        <a:pt x="1713" y="564"/>
                        <a:pt x="1740" y="572"/>
                        <a:pt x="1766" y="572"/>
                      </a:cubicBezTo>
                      <a:cubicBezTo>
                        <a:pt x="1820" y="590"/>
                        <a:pt x="1874" y="608"/>
                        <a:pt x="1927" y="626"/>
                      </a:cubicBezTo>
                      <a:cubicBezTo>
                        <a:pt x="1965" y="642"/>
                        <a:pt x="2005" y="645"/>
                        <a:pt x="2045" y="645"/>
                      </a:cubicBezTo>
                      <a:cubicBezTo>
                        <a:pt x="2072" y="645"/>
                        <a:pt x="2098" y="644"/>
                        <a:pt x="2123" y="644"/>
                      </a:cubicBezTo>
                      <a:cubicBezTo>
                        <a:pt x="2162" y="646"/>
                        <a:pt x="2202" y="648"/>
                        <a:pt x="2242" y="648"/>
                      </a:cubicBezTo>
                      <a:cubicBezTo>
                        <a:pt x="2339" y="648"/>
                        <a:pt x="2439" y="637"/>
                        <a:pt x="2534" y="599"/>
                      </a:cubicBezTo>
                      <a:cubicBezTo>
                        <a:pt x="2605" y="581"/>
                        <a:pt x="2712" y="599"/>
                        <a:pt x="2783" y="546"/>
                      </a:cubicBezTo>
                      <a:cubicBezTo>
                        <a:pt x="2801" y="528"/>
                        <a:pt x="2819" y="501"/>
                        <a:pt x="2810" y="474"/>
                      </a:cubicBezTo>
                      <a:cubicBezTo>
                        <a:pt x="2810" y="439"/>
                        <a:pt x="2819" y="439"/>
                        <a:pt x="2810" y="421"/>
                      </a:cubicBezTo>
                      <a:cubicBezTo>
                        <a:pt x="2801" y="403"/>
                        <a:pt x="2775" y="367"/>
                        <a:pt x="2739" y="340"/>
                      </a:cubicBezTo>
                      <a:cubicBezTo>
                        <a:pt x="2648" y="257"/>
                        <a:pt x="2525" y="151"/>
                        <a:pt x="2502" y="151"/>
                      </a:cubicBezTo>
                      <a:cubicBezTo>
                        <a:pt x="2500" y="151"/>
                        <a:pt x="2499" y="152"/>
                        <a:pt x="2498" y="153"/>
                      </a:cubicBezTo>
                      <a:cubicBezTo>
                        <a:pt x="2498" y="156"/>
                        <a:pt x="2497" y="157"/>
                        <a:pt x="2495" y="157"/>
                      </a:cubicBezTo>
                      <a:cubicBezTo>
                        <a:pt x="2492" y="157"/>
                        <a:pt x="2486" y="153"/>
                        <a:pt x="2480" y="153"/>
                      </a:cubicBezTo>
                      <a:cubicBezTo>
                        <a:pt x="2471" y="162"/>
                        <a:pt x="2471" y="180"/>
                        <a:pt x="2471" y="180"/>
                      </a:cubicBezTo>
                      <a:cubicBezTo>
                        <a:pt x="2462" y="189"/>
                        <a:pt x="2453" y="216"/>
                        <a:pt x="2436" y="216"/>
                      </a:cubicBezTo>
                      <a:cubicBezTo>
                        <a:pt x="2400" y="242"/>
                        <a:pt x="2355" y="251"/>
                        <a:pt x="2302" y="260"/>
                      </a:cubicBezTo>
                      <a:lnTo>
                        <a:pt x="2248" y="260"/>
                      </a:lnTo>
                      <a:cubicBezTo>
                        <a:pt x="2221" y="260"/>
                        <a:pt x="2204" y="251"/>
                        <a:pt x="2177" y="251"/>
                      </a:cubicBezTo>
                      <a:lnTo>
                        <a:pt x="2123" y="251"/>
                      </a:lnTo>
                      <a:cubicBezTo>
                        <a:pt x="2123" y="248"/>
                        <a:pt x="2119" y="247"/>
                        <a:pt x="2114" y="247"/>
                      </a:cubicBezTo>
                      <a:cubicBezTo>
                        <a:pt x="2103" y="247"/>
                        <a:pt x="2085" y="251"/>
                        <a:pt x="2079" y="251"/>
                      </a:cubicBezTo>
                      <a:cubicBezTo>
                        <a:pt x="2079" y="251"/>
                        <a:pt x="2025" y="260"/>
                        <a:pt x="2016" y="260"/>
                      </a:cubicBezTo>
                      <a:cubicBezTo>
                        <a:pt x="2007" y="251"/>
                        <a:pt x="1990" y="242"/>
                        <a:pt x="1981" y="233"/>
                      </a:cubicBezTo>
                      <a:cubicBezTo>
                        <a:pt x="1965" y="226"/>
                        <a:pt x="1923" y="205"/>
                        <a:pt x="1895" y="205"/>
                      </a:cubicBezTo>
                      <a:cubicBezTo>
                        <a:pt x="1890" y="205"/>
                        <a:pt x="1886" y="205"/>
                        <a:pt x="1882" y="207"/>
                      </a:cubicBezTo>
                      <a:lnTo>
                        <a:pt x="1856" y="198"/>
                      </a:lnTo>
                      <a:cubicBezTo>
                        <a:pt x="1856" y="198"/>
                        <a:pt x="1847" y="198"/>
                        <a:pt x="1847" y="189"/>
                      </a:cubicBezTo>
                      <a:lnTo>
                        <a:pt x="1829" y="189"/>
                      </a:lnTo>
                      <a:cubicBezTo>
                        <a:pt x="1775" y="180"/>
                        <a:pt x="1722" y="162"/>
                        <a:pt x="1659" y="153"/>
                      </a:cubicBezTo>
                      <a:cubicBezTo>
                        <a:pt x="1597" y="153"/>
                        <a:pt x="1517" y="162"/>
                        <a:pt x="1463" y="180"/>
                      </a:cubicBezTo>
                      <a:cubicBezTo>
                        <a:pt x="1419" y="189"/>
                        <a:pt x="1392" y="207"/>
                        <a:pt x="1356" y="216"/>
                      </a:cubicBezTo>
                      <a:cubicBezTo>
                        <a:pt x="1303" y="216"/>
                        <a:pt x="1249" y="225"/>
                        <a:pt x="1196" y="233"/>
                      </a:cubicBezTo>
                      <a:cubicBezTo>
                        <a:pt x="1181" y="233"/>
                        <a:pt x="1167" y="245"/>
                        <a:pt x="1144" y="245"/>
                      </a:cubicBezTo>
                      <a:cubicBezTo>
                        <a:pt x="1138" y="245"/>
                        <a:pt x="1131" y="244"/>
                        <a:pt x="1124" y="242"/>
                      </a:cubicBezTo>
                      <a:cubicBezTo>
                        <a:pt x="1117" y="242"/>
                        <a:pt x="1098" y="231"/>
                        <a:pt x="1082" y="231"/>
                      </a:cubicBezTo>
                      <a:cubicBezTo>
                        <a:pt x="1078" y="231"/>
                        <a:pt x="1074" y="232"/>
                        <a:pt x="1071" y="233"/>
                      </a:cubicBezTo>
                      <a:cubicBezTo>
                        <a:pt x="1044" y="233"/>
                        <a:pt x="1035" y="242"/>
                        <a:pt x="1008" y="251"/>
                      </a:cubicBezTo>
                      <a:cubicBezTo>
                        <a:pt x="955" y="260"/>
                        <a:pt x="892" y="260"/>
                        <a:pt x="839" y="260"/>
                      </a:cubicBezTo>
                      <a:cubicBezTo>
                        <a:pt x="821" y="260"/>
                        <a:pt x="803" y="251"/>
                        <a:pt x="794" y="242"/>
                      </a:cubicBezTo>
                      <a:cubicBezTo>
                        <a:pt x="775" y="229"/>
                        <a:pt x="760" y="221"/>
                        <a:pt x="743" y="221"/>
                      </a:cubicBezTo>
                      <a:cubicBezTo>
                        <a:pt x="736" y="221"/>
                        <a:pt x="730" y="222"/>
                        <a:pt x="723" y="225"/>
                      </a:cubicBezTo>
                      <a:cubicBezTo>
                        <a:pt x="706" y="236"/>
                        <a:pt x="693" y="243"/>
                        <a:pt x="681" y="243"/>
                      </a:cubicBezTo>
                      <a:cubicBezTo>
                        <a:pt x="674" y="243"/>
                        <a:pt x="667" y="240"/>
                        <a:pt x="660" y="233"/>
                      </a:cubicBezTo>
                      <a:cubicBezTo>
                        <a:pt x="625" y="207"/>
                        <a:pt x="580" y="207"/>
                        <a:pt x="544" y="198"/>
                      </a:cubicBezTo>
                      <a:cubicBezTo>
                        <a:pt x="482" y="180"/>
                        <a:pt x="428" y="153"/>
                        <a:pt x="366" y="117"/>
                      </a:cubicBezTo>
                      <a:cubicBezTo>
                        <a:pt x="348" y="100"/>
                        <a:pt x="339" y="73"/>
                        <a:pt x="312" y="73"/>
                      </a:cubicBezTo>
                      <a:cubicBezTo>
                        <a:pt x="259" y="73"/>
                        <a:pt x="223" y="28"/>
                        <a:pt x="170" y="1"/>
                      </a:cubicBezTo>
                      <a:cubicBezTo>
                        <a:pt x="167" y="1"/>
                        <a:pt x="164" y="0"/>
                        <a:pt x="16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29"/>
                <p:cNvSpPr/>
                <p:nvPr/>
              </p:nvSpPr>
              <p:spPr>
                <a:xfrm>
                  <a:off x="7253460" y="4052884"/>
                  <a:ext cx="204576" cy="179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" h="2419" extrusionOk="0">
                      <a:moveTo>
                        <a:pt x="2660" y="1"/>
                      </a:moveTo>
                      <a:cubicBezTo>
                        <a:pt x="2599" y="1"/>
                        <a:pt x="2524" y="27"/>
                        <a:pt x="2516" y="74"/>
                      </a:cubicBezTo>
                      <a:cubicBezTo>
                        <a:pt x="2516" y="101"/>
                        <a:pt x="2507" y="118"/>
                        <a:pt x="2498" y="145"/>
                      </a:cubicBezTo>
                      <a:cubicBezTo>
                        <a:pt x="2489" y="172"/>
                        <a:pt x="2489" y="208"/>
                        <a:pt x="2489" y="226"/>
                      </a:cubicBezTo>
                      <a:cubicBezTo>
                        <a:pt x="2480" y="270"/>
                        <a:pt x="2480" y="315"/>
                        <a:pt x="2471" y="359"/>
                      </a:cubicBezTo>
                      <a:lnTo>
                        <a:pt x="2400" y="734"/>
                      </a:lnTo>
                      <a:lnTo>
                        <a:pt x="2373" y="859"/>
                      </a:lnTo>
                      <a:cubicBezTo>
                        <a:pt x="2373" y="859"/>
                        <a:pt x="2364" y="868"/>
                        <a:pt x="2364" y="868"/>
                      </a:cubicBezTo>
                      <a:cubicBezTo>
                        <a:pt x="2355" y="930"/>
                        <a:pt x="2337" y="984"/>
                        <a:pt x="2329" y="1037"/>
                      </a:cubicBezTo>
                      <a:cubicBezTo>
                        <a:pt x="2329" y="1073"/>
                        <a:pt x="2311" y="1153"/>
                        <a:pt x="2311" y="1162"/>
                      </a:cubicBezTo>
                      <a:cubicBezTo>
                        <a:pt x="2302" y="1171"/>
                        <a:pt x="2293" y="1242"/>
                        <a:pt x="2293" y="1251"/>
                      </a:cubicBezTo>
                      <a:cubicBezTo>
                        <a:pt x="2293" y="1260"/>
                        <a:pt x="2275" y="1350"/>
                        <a:pt x="2275" y="1376"/>
                      </a:cubicBezTo>
                      <a:cubicBezTo>
                        <a:pt x="2266" y="1403"/>
                        <a:pt x="2257" y="1430"/>
                        <a:pt x="2248" y="1457"/>
                      </a:cubicBezTo>
                      <a:cubicBezTo>
                        <a:pt x="2230" y="1501"/>
                        <a:pt x="2195" y="1590"/>
                        <a:pt x="2186" y="1635"/>
                      </a:cubicBezTo>
                      <a:cubicBezTo>
                        <a:pt x="2177" y="1653"/>
                        <a:pt x="2168" y="1671"/>
                        <a:pt x="2159" y="1689"/>
                      </a:cubicBezTo>
                      <a:cubicBezTo>
                        <a:pt x="2159" y="1697"/>
                        <a:pt x="2159" y="1697"/>
                        <a:pt x="2159" y="1697"/>
                      </a:cubicBezTo>
                      <a:cubicBezTo>
                        <a:pt x="2150" y="1706"/>
                        <a:pt x="2150" y="1724"/>
                        <a:pt x="2141" y="1733"/>
                      </a:cubicBezTo>
                      <a:cubicBezTo>
                        <a:pt x="2070" y="1885"/>
                        <a:pt x="1981" y="2010"/>
                        <a:pt x="1856" y="2108"/>
                      </a:cubicBezTo>
                      <a:cubicBezTo>
                        <a:pt x="1811" y="2144"/>
                        <a:pt x="1767" y="2170"/>
                        <a:pt x="1713" y="2197"/>
                      </a:cubicBezTo>
                      <a:cubicBezTo>
                        <a:pt x="1649" y="2216"/>
                        <a:pt x="1580" y="2231"/>
                        <a:pt x="1513" y="2231"/>
                      </a:cubicBezTo>
                      <a:cubicBezTo>
                        <a:pt x="1487" y="2231"/>
                        <a:pt x="1461" y="2229"/>
                        <a:pt x="1436" y="2224"/>
                      </a:cubicBezTo>
                      <a:cubicBezTo>
                        <a:pt x="1392" y="2215"/>
                        <a:pt x="1365" y="2224"/>
                        <a:pt x="1312" y="2197"/>
                      </a:cubicBezTo>
                      <a:cubicBezTo>
                        <a:pt x="1294" y="2179"/>
                        <a:pt x="1249" y="2152"/>
                        <a:pt x="1231" y="2135"/>
                      </a:cubicBezTo>
                      <a:cubicBezTo>
                        <a:pt x="1196" y="2108"/>
                        <a:pt x="1169" y="2099"/>
                        <a:pt x="1133" y="2063"/>
                      </a:cubicBezTo>
                      <a:cubicBezTo>
                        <a:pt x="1053" y="1992"/>
                        <a:pt x="990" y="1894"/>
                        <a:pt x="928" y="1787"/>
                      </a:cubicBezTo>
                      <a:cubicBezTo>
                        <a:pt x="910" y="1760"/>
                        <a:pt x="901" y="1733"/>
                        <a:pt x="883" y="1706"/>
                      </a:cubicBezTo>
                      <a:cubicBezTo>
                        <a:pt x="866" y="1653"/>
                        <a:pt x="848" y="1617"/>
                        <a:pt x="812" y="1573"/>
                      </a:cubicBezTo>
                      <a:cubicBezTo>
                        <a:pt x="785" y="1537"/>
                        <a:pt x="758" y="1510"/>
                        <a:pt x="732" y="1466"/>
                      </a:cubicBezTo>
                      <a:cubicBezTo>
                        <a:pt x="696" y="1385"/>
                        <a:pt x="651" y="1314"/>
                        <a:pt x="616" y="1242"/>
                      </a:cubicBezTo>
                      <a:cubicBezTo>
                        <a:pt x="544" y="1127"/>
                        <a:pt x="491" y="1028"/>
                        <a:pt x="437" y="912"/>
                      </a:cubicBezTo>
                      <a:cubicBezTo>
                        <a:pt x="419" y="877"/>
                        <a:pt x="411" y="841"/>
                        <a:pt x="384" y="805"/>
                      </a:cubicBezTo>
                      <a:cubicBezTo>
                        <a:pt x="330" y="725"/>
                        <a:pt x="303" y="645"/>
                        <a:pt x="259" y="556"/>
                      </a:cubicBezTo>
                      <a:cubicBezTo>
                        <a:pt x="242" y="522"/>
                        <a:pt x="178" y="457"/>
                        <a:pt x="148" y="457"/>
                      </a:cubicBezTo>
                      <a:cubicBezTo>
                        <a:pt x="146" y="457"/>
                        <a:pt x="144" y="457"/>
                        <a:pt x="143" y="457"/>
                      </a:cubicBezTo>
                      <a:cubicBezTo>
                        <a:pt x="116" y="457"/>
                        <a:pt x="107" y="475"/>
                        <a:pt x="89" y="475"/>
                      </a:cubicBezTo>
                      <a:cubicBezTo>
                        <a:pt x="45" y="484"/>
                        <a:pt x="0" y="573"/>
                        <a:pt x="36" y="627"/>
                      </a:cubicBezTo>
                      <a:lnTo>
                        <a:pt x="125" y="770"/>
                      </a:lnTo>
                      <a:cubicBezTo>
                        <a:pt x="152" y="823"/>
                        <a:pt x="179" y="877"/>
                        <a:pt x="214" y="930"/>
                      </a:cubicBezTo>
                      <a:cubicBezTo>
                        <a:pt x="241" y="975"/>
                        <a:pt x="277" y="1011"/>
                        <a:pt x="295" y="1046"/>
                      </a:cubicBezTo>
                      <a:cubicBezTo>
                        <a:pt x="321" y="1100"/>
                        <a:pt x="348" y="1135"/>
                        <a:pt x="375" y="1180"/>
                      </a:cubicBezTo>
                      <a:cubicBezTo>
                        <a:pt x="402" y="1260"/>
                        <a:pt x="446" y="1323"/>
                        <a:pt x="491" y="1394"/>
                      </a:cubicBezTo>
                      <a:cubicBezTo>
                        <a:pt x="571" y="1546"/>
                        <a:pt x="660" y="1706"/>
                        <a:pt x="750" y="1858"/>
                      </a:cubicBezTo>
                      <a:cubicBezTo>
                        <a:pt x="803" y="1965"/>
                        <a:pt x="874" y="2063"/>
                        <a:pt x="955" y="2152"/>
                      </a:cubicBezTo>
                      <a:cubicBezTo>
                        <a:pt x="1062" y="2277"/>
                        <a:pt x="1213" y="2384"/>
                        <a:pt x="1401" y="2411"/>
                      </a:cubicBezTo>
                      <a:cubicBezTo>
                        <a:pt x="1432" y="2416"/>
                        <a:pt x="1463" y="2418"/>
                        <a:pt x="1494" y="2418"/>
                      </a:cubicBezTo>
                      <a:cubicBezTo>
                        <a:pt x="1641" y="2418"/>
                        <a:pt x="1783" y="2369"/>
                        <a:pt x="1900" y="2295"/>
                      </a:cubicBezTo>
                      <a:cubicBezTo>
                        <a:pt x="1972" y="2251"/>
                        <a:pt x="2034" y="2197"/>
                        <a:pt x="2088" y="2135"/>
                      </a:cubicBezTo>
                      <a:cubicBezTo>
                        <a:pt x="2168" y="2054"/>
                        <a:pt x="2213" y="1983"/>
                        <a:pt x="2275" y="1894"/>
                      </a:cubicBezTo>
                      <a:lnTo>
                        <a:pt x="2284" y="1876"/>
                      </a:lnTo>
                      <a:cubicBezTo>
                        <a:pt x="2311" y="1831"/>
                        <a:pt x="2337" y="1778"/>
                        <a:pt x="2355" y="1733"/>
                      </a:cubicBezTo>
                      <a:cubicBezTo>
                        <a:pt x="2391" y="1635"/>
                        <a:pt x="2427" y="1537"/>
                        <a:pt x="2453" y="1439"/>
                      </a:cubicBezTo>
                      <a:cubicBezTo>
                        <a:pt x="2489" y="1332"/>
                        <a:pt x="2498" y="1216"/>
                        <a:pt x="2525" y="1100"/>
                      </a:cubicBezTo>
                      <a:lnTo>
                        <a:pt x="2641" y="493"/>
                      </a:lnTo>
                      <a:cubicBezTo>
                        <a:pt x="2668" y="377"/>
                        <a:pt x="2721" y="270"/>
                        <a:pt x="2748" y="163"/>
                      </a:cubicBezTo>
                      <a:cubicBezTo>
                        <a:pt x="2757" y="136"/>
                        <a:pt x="2757" y="101"/>
                        <a:pt x="2748" y="74"/>
                      </a:cubicBezTo>
                      <a:cubicBezTo>
                        <a:pt x="2739" y="47"/>
                        <a:pt x="2748" y="38"/>
                        <a:pt x="2739" y="29"/>
                      </a:cubicBezTo>
                      <a:cubicBezTo>
                        <a:pt x="2730" y="11"/>
                        <a:pt x="2712" y="11"/>
                        <a:pt x="2685" y="2"/>
                      </a:cubicBezTo>
                      <a:cubicBezTo>
                        <a:pt x="2677" y="1"/>
                        <a:pt x="2669" y="1"/>
                        <a:pt x="266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29"/>
                <p:cNvSpPr/>
                <p:nvPr/>
              </p:nvSpPr>
              <p:spPr>
                <a:xfrm>
                  <a:off x="6800016" y="2313468"/>
                  <a:ext cx="431636" cy="20178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17" h="27194" extrusionOk="0">
                      <a:moveTo>
                        <a:pt x="1008" y="0"/>
                      </a:moveTo>
                      <a:lnTo>
                        <a:pt x="1598" y="143"/>
                      </a:lnTo>
                      <a:lnTo>
                        <a:pt x="1598" y="143"/>
                      </a:lnTo>
                      <a:cubicBezTo>
                        <a:pt x="1619" y="134"/>
                        <a:pt x="1639" y="125"/>
                        <a:pt x="1660" y="116"/>
                      </a:cubicBezTo>
                      <a:lnTo>
                        <a:pt x="1008" y="0"/>
                      </a:lnTo>
                      <a:close/>
                      <a:moveTo>
                        <a:pt x="1598" y="143"/>
                      </a:moveTo>
                      <a:lnTo>
                        <a:pt x="1598" y="143"/>
                      </a:lnTo>
                      <a:cubicBezTo>
                        <a:pt x="1315" y="268"/>
                        <a:pt x="1031" y="401"/>
                        <a:pt x="848" y="642"/>
                      </a:cubicBezTo>
                      <a:cubicBezTo>
                        <a:pt x="651" y="901"/>
                        <a:pt x="589" y="1231"/>
                        <a:pt x="544" y="1552"/>
                      </a:cubicBezTo>
                      <a:cubicBezTo>
                        <a:pt x="268" y="3319"/>
                        <a:pt x="0" y="5103"/>
                        <a:pt x="241" y="6869"/>
                      </a:cubicBezTo>
                      <a:cubicBezTo>
                        <a:pt x="286" y="7199"/>
                        <a:pt x="348" y="7529"/>
                        <a:pt x="295" y="7859"/>
                      </a:cubicBezTo>
                      <a:cubicBezTo>
                        <a:pt x="232" y="8288"/>
                        <a:pt x="27" y="8832"/>
                        <a:pt x="384" y="9073"/>
                      </a:cubicBezTo>
                      <a:cubicBezTo>
                        <a:pt x="491" y="9153"/>
                        <a:pt x="625" y="9171"/>
                        <a:pt x="732" y="9233"/>
                      </a:cubicBezTo>
                      <a:cubicBezTo>
                        <a:pt x="1160" y="9501"/>
                        <a:pt x="919" y="10134"/>
                        <a:pt x="866" y="10625"/>
                      </a:cubicBezTo>
                      <a:cubicBezTo>
                        <a:pt x="767" y="11562"/>
                        <a:pt x="1553" y="12445"/>
                        <a:pt x="1374" y="13373"/>
                      </a:cubicBezTo>
                      <a:cubicBezTo>
                        <a:pt x="1321" y="13658"/>
                        <a:pt x="1187" y="13917"/>
                        <a:pt x="1106" y="14193"/>
                      </a:cubicBezTo>
                      <a:cubicBezTo>
                        <a:pt x="999" y="14613"/>
                        <a:pt x="1053" y="15059"/>
                        <a:pt x="1115" y="15496"/>
                      </a:cubicBezTo>
                      <a:cubicBezTo>
                        <a:pt x="1196" y="16147"/>
                        <a:pt x="1285" y="16789"/>
                        <a:pt x="1365" y="17441"/>
                      </a:cubicBezTo>
                      <a:cubicBezTo>
                        <a:pt x="1437" y="18003"/>
                        <a:pt x="1508" y="18565"/>
                        <a:pt x="1481" y="19127"/>
                      </a:cubicBezTo>
                      <a:cubicBezTo>
                        <a:pt x="1454" y="19582"/>
                        <a:pt x="1356" y="20028"/>
                        <a:pt x="1329" y="20483"/>
                      </a:cubicBezTo>
                      <a:cubicBezTo>
                        <a:pt x="1258" y="21535"/>
                        <a:pt x="1517" y="22597"/>
                        <a:pt x="2061" y="23489"/>
                      </a:cubicBezTo>
                      <a:cubicBezTo>
                        <a:pt x="2204" y="23730"/>
                        <a:pt x="2364" y="23962"/>
                        <a:pt x="2427" y="24230"/>
                      </a:cubicBezTo>
                      <a:cubicBezTo>
                        <a:pt x="2498" y="24560"/>
                        <a:pt x="2400" y="24899"/>
                        <a:pt x="2346" y="25238"/>
                      </a:cubicBezTo>
                      <a:cubicBezTo>
                        <a:pt x="2257" y="25746"/>
                        <a:pt x="2284" y="26299"/>
                        <a:pt x="2578" y="26718"/>
                      </a:cubicBezTo>
                      <a:cubicBezTo>
                        <a:pt x="2779" y="27004"/>
                        <a:pt x="3136" y="27194"/>
                        <a:pt x="3475" y="27194"/>
                      </a:cubicBezTo>
                      <a:cubicBezTo>
                        <a:pt x="3635" y="27194"/>
                        <a:pt x="3791" y="27152"/>
                        <a:pt x="3926" y="27057"/>
                      </a:cubicBezTo>
                      <a:lnTo>
                        <a:pt x="4068" y="24247"/>
                      </a:lnTo>
                      <a:cubicBezTo>
                        <a:pt x="4086" y="23792"/>
                        <a:pt x="4104" y="23293"/>
                        <a:pt x="3845" y="22918"/>
                      </a:cubicBezTo>
                      <a:cubicBezTo>
                        <a:pt x="3506" y="22427"/>
                        <a:pt x="2810" y="22285"/>
                        <a:pt x="2489" y="21785"/>
                      </a:cubicBezTo>
                      <a:cubicBezTo>
                        <a:pt x="2043" y="21098"/>
                        <a:pt x="2516" y="20215"/>
                        <a:pt x="2846" y="19466"/>
                      </a:cubicBezTo>
                      <a:cubicBezTo>
                        <a:pt x="3462" y="18083"/>
                        <a:pt x="3587" y="16486"/>
                        <a:pt x="3176" y="15032"/>
                      </a:cubicBezTo>
                      <a:cubicBezTo>
                        <a:pt x="3087" y="14729"/>
                        <a:pt x="2980" y="14425"/>
                        <a:pt x="2962" y="14113"/>
                      </a:cubicBezTo>
                      <a:cubicBezTo>
                        <a:pt x="2882" y="12837"/>
                        <a:pt x="4193" y="11820"/>
                        <a:pt x="4184" y="10545"/>
                      </a:cubicBezTo>
                      <a:cubicBezTo>
                        <a:pt x="4184" y="10090"/>
                        <a:pt x="4006" y="9617"/>
                        <a:pt x="4184" y="9198"/>
                      </a:cubicBezTo>
                      <a:cubicBezTo>
                        <a:pt x="4318" y="8876"/>
                        <a:pt x="4621" y="8671"/>
                        <a:pt x="4809" y="8377"/>
                      </a:cubicBezTo>
                      <a:cubicBezTo>
                        <a:pt x="5246" y="7699"/>
                        <a:pt x="4925" y="6816"/>
                        <a:pt x="4898" y="6004"/>
                      </a:cubicBezTo>
                      <a:cubicBezTo>
                        <a:pt x="4844" y="4532"/>
                        <a:pt x="5817" y="3149"/>
                        <a:pt x="5692" y="1677"/>
                      </a:cubicBezTo>
                      <a:cubicBezTo>
                        <a:pt x="5683" y="1490"/>
                        <a:pt x="5638" y="1294"/>
                        <a:pt x="5505" y="1169"/>
                      </a:cubicBezTo>
                      <a:cubicBezTo>
                        <a:pt x="5397" y="1071"/>
                        <a:pt x="5246" y="1026"/>
                        <a:pt x="5094" y="990"/>
                      </a:cubicBezTo>
                      <a:lnTo>
                        <a:pt x="1598" y="143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310;p29"/>
                <p:cNvSpPr/>
                <p:nvPr/>
              </p:nvSpPr>
              <p:spPr>
                <a:xfrm>
                  <a:off x="6622601" y="1271169"/>
                  <a:ext cx="914917" cy="1236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0" h="16670" extrusionOk="0">
                      <a:moveTo>
                        <a:pt x="2270" y="0"/>
                      </a:moveTo>
                      <a:cubicBezTo>
                        <a:pt x="2080" y="0"/>
                        <a:pt x="1889" y="34"/>
                        <a:pt x="1722" y="121"/>
                      </a:cubicBezTo>
                      <a:cubicBezTo>
                        <a:pt x="1330" y="318"/>
                        <a:pt x="1124" y="737"/>
                        <a:pt x="982" y="1147"/>
                      </a:cubicBezTo>
                      <a:cubicBezTo>
                        <a:pt x="678" y="2057"/>
                        <a:pt x="607" y="3030"/>
                        <a:pt x="545" y="3984"/>
                      </a:cubicBezTo>
                      <a:cubicBezTo>
                        <a:pt x="473" y="5171"/>
                        <a:pt x="393" y="6366"/>
                        <a:pt x="322" y="7553"/>
                      </a:cubicBezTo>
                      <a:cubicBezTo>
                        <a:pt x="259" y="8445"/>
                        <a:pt x="206" y="9337"/>
                        <a:pt x="215" y="10238"/>
                      </a:cubicBezTo>
                      <a:cubicBezTo>
                        <a:pt x="223" y="10960"/>
                        <a:pt x="277" y="11692"/>
                        <a:pt x="161" y="12406"/>
                      </a:cubicBezTo>
                      <a:cubicBezTo>
                        <a:pt x="107" y="12771"/>
                        <a:pt x="0" y="13128"/>
                        <a:pt x="27" y="13494"/>
                      </a:cubicBezTo>
                      <a:cubicBezTo>
                        <a:pt x="45" y="13753"/>
                        <a:pt x="134" y="14002"/>
                        <a:pt x="179" y="14252"/>
                      </a:cubicBezTo>
                      <a:cubicBezTo>
                        <a:pt x="295" y="14904"/>
                        <a:pt x="125" y="15582"/>
                        <a:pt x="215" y="16233"/>
                      </a:cubicBezTo>
                      <a:cubicBezTo>
                        <a:pt x="241" y="16429"/>
                        <a:pt x="339" y="16670"/>
                        <a:pt x="536" y="16670"/>
                      </a:cubicBezTo>
                      <a:lnTo>
                        <a:pt x="464" y="16616"/>
                      </a:lnTo>
                      <a:cubicBezTo>
                        <a:pt x="901" y="16581"/>
                        <a:pt x="1339" y="16536"/>
                        <a:pt x="1785" y="16491"/>
                      </a:cubicBezTo>
                      <a:cubicBezTo>
                        <a:pt x="1856" y="16483"/>
                        <a:pt x="1936" y="16474"/>
                        <a:pt x="1999" y="16438"/>
                      </a:cubicBezTo>
                      <a:cubicBezTo>
                        <a:pt x="2141" y="16349"/>
                        <a:pt x="2168" y="16152"/>
                        <a:pt x="2177" y="15983"/>
                      </a:cubicBezTo>
                      <a:cubicBezTo>
                        <a:pt x="2231" y="14636"/>
                        <a:pt x="2507" y="13298"/>
                        <a:pt x="2980" y="12040"/>
                      </a:cubicBezTo>
                      <a:cubicBezTo>
                        <a:pt x="3034" y="12299"/>
                        <a:pt x="3212" y="12539"/>
                        <a:pt x="3444" y="12664"/>
                      </a:cubicBezTo>
                      <a:cubicBezTo>
                        <a:pt x="3578" y="12736"/>
                        <a:pt x="3738" y="12807"/>
                        <a:pt x="3747" y="12950"/>
                      </a:cubicBezTo>
                      <a:cubicBezTo>
                        <a:pt x="3747" y="12994"/>
                        <a:pt x="3729" y="13039"/>
                        <a:pt x="3712" y="13084"/>
                      </a:cubicBezTo>
                      <a:cubicBezTo>
                        <a:pt x="3596" y="13369"/>
                        <a:pt x="3480" y="13655"/>
                        <a:pt x="3364" y="13940"/>
                      </a:cubicBezTo>
                      <a:cubicBezTo>
                        <a:pt x="4365" y="14473"/>
                        <a:pt x="5503" y="14755"/>
                        <a:pt x="6640" y="14755"/>
                      </a:cubicBezTo>
                      <a:cubicBezTo>
                        <a:pt x="7064" y="14755"/>
                        <a:pt x="7488" y="14716"/>
                        <a:pt x="7904" y="14636"/>
                      </a:cubicBezTo>
                      <a:cubicBezTo>
                        <a:pt x="8315" y="14556"/>
                        <a:pt x="8734" y="14431"/>
                        <a:pt x="9046" y="14154"/>
                      </a:cubicBezTo>
                      <a:cubicBezTo>
                        <a:pt x="8496" y="13733"/>
                        <a:pt x="7804" y="13502"/>
                        <a:pt x="7116" y="13502"/>
                      </a:cubicBezTo>
                      <a:cubicBezTo>
                        <a:pt x="7090" y="13502"/>
                        <a:pt x="7065" y="13502"/>
                        <a:pt x="7039" y="13503"/>
                      </a:cubicBezTo>
                      <a:cubicBezTo>
                        <a:pt x="7054" y="13283"/>
                        <a:pt x="7321" y="13211"/>
                        <a:pt x="7560" y="13211"/>
                      </a:cubicBezTo>
                      <a:cubicBezTo>
                        <a:pt x="7602" y="13211"/>
                        <a:pt x="7643" y="13213"/>
                        <a:pt x="7681" y="13217"/>
                      </a:cubicBezTo>
                      <a:cubicBezTo>
                        <a:pt x="8458" y="13298"/>
                        <a:pt x="9225" y="13369"/>
                        <a:pt x="9992" y="13449"/>
                      </a:cubicBezTo>
                      <a:cubicBezTo>
                        <a:pt x="10032" y="13453"/>
                        <a:pt x="10074" y="13455"/>
                        <a:pt x="10116" y="13455"/>
                      </a:cubicBezTo>
                      <a:cubicBezTo>
                        <a:pt x="10310" y="13455"/>
                        <a:pt x="10512" y="13411"/>
                        <a:pt x="10563" y="13235"/>
                      </a:cubicBezTo>
                      <a:lnTo>
                        <a:pt x="10563" y="13235"/>
                      </a:lnTo>
                      <a:cubicBezTo>
                        <a:pt x="10464" y="13257"/>
                        <a:pt x="10363" y="13267"/>
                        <a:pt x="10262" y="13267"/>
                      </a:cubicBezTo>
                      <a:cubicBezTo>
                        <a:pt x="9898" y="13267"/>
                        <a:pt x="9533" y="13132"/>
                        <a:pt x="9260" y="12887"/>
                      </a:cubicBezTo>
                      <a:cubicBezTo>
                        <a:pt x="10215" y="12754"/>
                        <a:pt x="11143" y="12477"/>
                        <a:pt x="12017" y="12076"/>
                      </a:cubicBezTo>
                      <a:cubicBezTo>
                        <a:pt x="12160" y="12004"/>
                        <a:pt x="12329" y="11826"/>
                        <a:pt x="12213" y="11719"/>
                      </a:cubicBezTo>
                      <a:lnTo>
                        <a:pt x="12213" y="11719"/>
                      </a:lnTo>
                      <a:cubicBezTo>
                        <a:pt x="11526" y="12040"/>
                        <a:pt x="10759" y="12209"/>
                        <a:pt x="10001" y="12218"/>
                      </a:cubicBezTo>
                      <a:cubicBezTo>
                        <a:pt x="10349" y="11915"/>
                        <a:pt x="10706" y="11612"/>
                        <a:pt x="11054" y="11317"/>
                      </a:cubicBezTo>
                      <a:cubicBezTo>
                        <a:pt x="10970" y="11303"/>
                        <a:pt x="10887" y="11296"/>
                        <a:pt x="10804" y="11296"/>
                      </a:cubicBezTo>
                      <a:cubicBezTo>
                        <a:pt x="10435" y="11296"/>
                        <a:pt x="10069" y="11421"/>
                        <a:pt x="9698" y="11487"/>
                      </a:cubicBezTo>
                      <a:cubicBezTo>
                        <a:pt x="9585" y="11505"/>
                        <a:pt x="9467" y="11515"/>
                        <a:pt x="9349" y="11515"/>
                      </a:cubicBezTo>
                      <a:cubicBezTo>
                        <a:pt x="8999" y="11515"/>
                        <a:pt x="8647" y="11421"/>
                        <a:pt x="8440" y="11148"/>
                      </a:cubicBezTo>
                      <a:cubicBezTo>
                        <a:pt x="8270" y="10916"/>
                        <a:pt x="8252" y="10604"/>
                        <a:pt x="8235" y="10318"/>
                      </a:cubicBezTo>
                      <a:cubicBezTo>
                        <a:pt x="8208" y="9863"/>
                        <a:pt x="8181" y="9399"/>
                        <a:pt x="8154" y="8944"/>
                      </a:cubicBezTo>
                      <a:cubicBezTo>
                        <a:pt x="8136" y="8614"/>
                        <a:pt x="8119" y="8284"/>
                        <a:pt x="8190" y="7972"/>
                      </a:cubicBezTo>
                      <a:cubicBezTo>
                        <a:pt x="8252" y="7713"/>
                        <a:pt x="8377" y="7472"/>
                        <a:pt x="8431" y="7205"/>
                      </a:cubicBezTo>
                      <a:cubicBezTo>
                        <a:pt x="8493" y="6866"/>
                        <a:pt x="8431" y="6509"/>
                        <a:pt x="8359" y="6161"/>
                      </a:cubicBezTo>
                      <a:cubicBezTo>
                        <a:pt x="8163" y="5153"/>
                        <a:pt x="7949" y="4100"/>
                        <a:pt x="7325" y="3279"/>
                      </a:cubicBezTo>
                      <a:cubicBezTo>
                        <a:pt x="7003" y="2860"/>
                        <a:pt x="6584" y="2521"/>
                        <a:pt x="6111" y="2298"/>
                      </a:cubicBezTo>
                      <a:cubicBezTo>
                        <a:pt x="5799" y="2138"/>
                        <a:pt x="5460" y="2039"/>
                        <a:pt x="5157" y="1870"/>
                      </a:cubicBezTo>
                      <a:cubicBezTo>
                        <a:pt x="4167" y="1326"/>
                        <a:pt x="3524" y="130"/>
                        <a:pt x="2400" y="5"/>
                      </a:cubicBezTo>
                      <a:cubicBezTo>
                        <a:pt x="2357" y="2"/>
                        <a:pt x="2314" y="0"/>
                        <a:pt x="227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311;p29"/>
                <p:cNvSpPr/>
                <p:nvPr/>
              </p:nvSpPr>
              <p:spPr>
                <a:xfrm>
                  <a:off x="6645084" y="2486653"/>
                  <a:ext cx="144398" cy="1532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6" h="2065" extrusionOk="0">
                      <a:moveTo>
                        <a:pt x="170" y="226"/>
                      </a:moveTo>
                      <a:lnTo>
                        <a:pt x="161" y="253"/>
                      </a:lnTo>
                      <a:cubicBezTo>
                        <a:pt x="164" y="252"/>
                        <a:pt x="167" y="252"/>
                        <a:pt x="169" y="251"/>
                      </a:cubicBezTo>
                      <a:lnTo>
                        <a:pt x="169" y="251"/>
                      </a:lnTo>
                      <a:cubicBezTo>
                        <a:pt x="170" y="243"/>
                        <a:pt x="170" y="235"/>
                        <a:pt x="170" y="226"/>
                      </a:cubicBezTo>
                      <a:close/>
                      <a:moveTo>
                        <a:pt x="1481" y="0"/>
                      </a:moveTo>
                      <a:cubicBezTo>
                        <a:pt x="1038" y="0"/>
                        <a:pt x="598" y="116"/>
                        <a:pt x="169" y="251"/>
                      </a:cubicBezTo>
                      <a:lnTo>
                        <a:pt x="169" y="251"/>
                      </a:lnTo>
                      <a:cubicBezTo>
                        <a:pt x="151" y="733"/>
                        <a:pt x="98" y="1216"/>
                        <a:pt x="36" y="1698"/>
                      </a:cubicBezTo>
                      <a:cubicBezTo>
                        <a:pt x="19" y="1823"/>
                        <a:pt x="1" y="1948"/>
                        <a:pt x="27" y="2064"/>
                      </a:cubicBezTo>
                      <a:cubicBezTo>
                        <a:pt x="551" y="1876"/>
                        <a:pt x="1105" y="1785"/>
                        <a:pt x="1661" y="1785"/>
                      </a:cubicBezTo>
                      <a:cubicBezTo>
                        <a:pt x="1711" y="1785"/>
                        <a:pt x="1761" y="1786"/>
                        <a:pt x="1812" y="1788"/>
                      </a:cubicBezTo>
                      <a:cubicBezTo>
                        <a:pt x="1838" y="1788"/>
                        <a:pt x="1865" y="1788"/>
                        <a:pt x="1883" y="1770"/>
                      </a:cubicBezTo>
                      <a:cubicBezTo>
                        <a:pt x="1892" y="1761"/>
                        <a:pt x="1892" y="1743"/>
                        <a:pt x="1901" y="1734"/>
                      </a:cubicBezTo>
                      <a:cubicBezTo>
                        <a:pt x="1946" y="1547"/>
                        <a:pt x="1910" y="1350"/>
                        <a:pt x="1883" y="1163"/>
                      </a:cubicBezTo>
                      <a:cubicBezTo>
                        <a:pt x="1847" y="824"/>
                        <a:pt x="1892" y="476"/>
                        <a:pt x="1856" y="137"/>
                      </a:cubicBezTo>
                      <a:cubicBezTo>
                        <a:pt x="1847" y="102"/>
                        <a:pt x="1847" y="75"/>
                        <a:pt x="1830" y="48"/>
                      </a:cubicBezTo>
                      <a:cubicBezTo>
                        <a:pt x="1803" y="21"/>
                        <a:pt x="1758" y="12"/>
                        <a:pt x="1722" y="12"/>
                      </a:cubicBezTo>
                      <a:cubicBezTo>
                        <a:pt x="1642" y="4"/>
                        <a:pt x="1562" y="0"/>
                        <a:pt x="148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" name="Google Shape;312;p29"/>
                <p:cNvSpPr/>
                <p:nvPr/>
              </p:nvSpPr>
              <p:spPr>
                <a:xfrm>
                  <a:off x="6987968" y="1093458"/>
                  <a:ext cx="168885" cy="205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6" h="2767" extrusionOk="0">
                      <a:moveTo>
                        <a:pt x="715" y="1"/>
                      </a:moveTo>
                      <a:lnTo>
                        <a:pt x="697" y="19"/>
                      </a:lnTo>
                      <a:cubicBezTo>
                        <a:pt x="700" y="20"/>
                        <a:pt x="703" y="22"/>
                        <a:pt x="706" y="24"/>
                      </a:cubicBezTo>
                      <a:lnTo>
                        <a:pt x="706" y="24"/>
                      </a:lnTo>
                      <a:cubicBezTo>
                        <a:pt x="709" y="16"/>
                        <a:pt x="712" y="9"/>
                        <a:pt x="715" y="1"/>
                      </a:cubicBezTo>
                      <a:close/>
                      <a:moveTo>
                        <a:pt x="706" y="24"/>
                      </a:moveTo>
                      <a:cubicBezTo>
                        <a:pt x="639" y="193"/>
                        <a:pt x="502" y="343"/>
                        <a:pt x="340" y="420"/>
                      </a:cubicBezTo>
                      <a:cubicBezTo>
                        <a:pt x="268" y="456"/>
                        <a:pt x="188" y="482"/>
                        <a:pt x="126" y="527"/>
                      </a:cubicBezTo>
                      <a:cubicBezTo>
                        <a:pt x="54" y="572"/>
                        <a:pt x="1" y="643"/>
                        <a:pt x="10" y="723"/>
                      </a:cubicBezTo>
                      <a:cubicBezTo>
                        <a:pt x="19" y="759"/>
                        <a:pt x="28" y="795"/>
                        <a:pt x="45" y="830"/>
                      </a:cubicBezTo>
                      <a:cubicBezTo>
                        <a:pt x="188" y="1116"/>
                        <a:pt x="358" y="1401"/>
                        <a:pt x="545" y="1669"/>
                      </a:cubicBezTo>
                      <a:cubicBezTo>
                        <a:pt x="607" y="1749"/>
                        <a:pt x="661" y="1830"/>
                        <a:pt x="706" y="1919"/>
                      </a:cubicBezTo>
                      <a:cubicBezTo>
                        <a:pt x="732" y="1990"/>
                        <a:pt x="750" y="2061"/>
                        <a:pt x="777" y="2142"/>
                      </a:cubicBezTo>
                      <a:cubicBezTo>
                        <a:pt x="857" y="2347"/>
                        <a:pt x="1009" y="2543"/>
                        <a:pt x="1000" y="2766"/>
                      </a:cubicBezTo>
                      <a:cubicBezTo>
                        <a:pt x="1312" y="2293"/>
                        <a:pt x="1714" y="1874"/>
                        <a:pt x="2178" y="1544"/>
                      </a:cubicBezTo>
                      <a:cubicBezTo>
                        <a:pt x="2195" y="1526"/>
                        <a:pt x="2213" y="1517"/>
                        <a:pt x="2231" y="1491"/>
                      </a:cubicBezTo>
                      <a:cubicBezTo>
                        <a:pt x="2276" y="1437"/>
                        <a:pt x="2258" y="1357"/>
                        <a:pt x="2222" y="1303"/>
                      </a:cubicBezTo>
                      <a:cubicBezTo>
                        <a:pt x="2178" y="1250"/>
                        <a:pt x="2124" y="1214"/>
                        <a:pt x="2071" y="1178"/>
                      </a:cubicBezTo>
                      <a:cubicBezTo>
                        <a:pt x="1812" y="1027"/>
                        <a:pt x="1571" y="857"/>
                        <a:pt x="1330" y="670"/>
                      </a:cubicBezTo>
                      <a:cubicBezTo>
                        <a:pt x="1196" y="572"/>
                        <a:pt x="1062" y="456"/>
                        <a:pt x="964" y="322"/>
                      </a:cubicBezTo>
                      <a:cubicBezTo>
                        <a:pt x="877" y="218"/>
                        <a:pt x="816" y="96"/>
                        <a:pt x="706" y="2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29"/>
                <p:cNvSpPr/>
                <p:nvPr/>
              </p:nvSpPr>
              <p:spPr>
                <a:xfrm>
                  <a:off x="7260064" y="1070678"/>
                  <a:ext cx="103958" cy="1234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1" h="1664" extrusionOk="0">
                      <a:moveTo>
                        <a:pt x="673" y="0"/>
                      </a:moveTo>
                      <a:cubicBezTo>
                        <a:pt x="626" y="0"/>
                        <a:pt x="578" y="18"/>
                        <a:pt x="553" y="58"/>
                      </a:cubicBezTo>
                      <a:lnTo>
                        <a:pt x="741" y="13"/>
                      </a:lnTo>
                      <a:lnTo>
                        <a:pt x="741" y="13"/>
                      </a:lnTo>
                      <a:cubicBezTo>
                        <a:pt x="500" y="361"/>
                        <a:pt x="250" y="718"/>
                        <a:pt x="0" y="1066"/>
                      </a:cubicBezTo>
                      <a:cubicBezTo>
                        <a:pt x="13" y="1072"/>
                        <a:pt x="26" y="1074"/>
                        <a:pt x="39" y="1074"/>
                      </a:cubicBezTo>
                      <a:cubicBezTo>
                        <a:pt x="104" y="1074"/>
                        <a:pt x="165" y="1007"/>
                        <a:pt x="232" y="977"/>
                      </a:cubicBezTo>
                      <a:cubicBezTo>
                        <a:pt x="260" y="963"/>
                        <a:pt x="288" y="957"/>
                        <a:pt x="316" y="957"/>
                      </a:cubicBezTo>
                      <a:cubicBezTo>
                        <a:pt x="418" y="957"/>
                        <a:pt x="525" y="1034"/>
                        <a:pt x="616" y="1111"/>
                      </a:cubicBezTo>
                      <a:cubicBezTo>
                        <a:pt x="723" y="1209"/>
                        <a:pt x="848" y="1316"/>
                        <a:pt x="892" y="1459"/>
                      </a:cubicBezTo>
                      <a:cubicBezTo>
                        <a:pt x="910" y="1530"/>
                        <a:pt x="919" y="1619"/>
                        <a:pt x="982" y="1655"/>
                      </a:cubicBezTo>
                      <a:cubicBezTo>
                        <a:pt x="1008" y="1664"/>
                        <a:pt x="1044" y="1664"/>
                        <a:pt x="1071" y="1664"/>
                      </a:cubicBezTo>
                      <a:cubicBezTo>
                        <a:pt x="1151" y="1646"/>
                        <a:pt x="1214" y="1583"/>
                        <a:pt x="1249" y="1521"/>
                      </a:cubicBezTo>
                      <a:cubicBezTo>
                        <a:pt x="1285" y="1450"/>
                        <a:pt x="1294" y="1369"/>
                        <a:pt x="1303" y="1289"/>
                      </a:cubicBezTo>
                      <a:cubicBezTo>
                        <a:pt x="1330" y="1120"/>
                        <a:pt x="1356" y="950"/>
                        <a:pt x="1383" y="781"/>
                      </a:cubicBezTo>
                      <a:cubicBezTo>
                        <a:pt x="1392" y="718"/>
                        <a:pt x="1401" y="647"/>
                        <a:pt x="1374" y="593"/>
                      </a:cubicBezTo>
                      <a:cubicBezTo>
                        <a:pt x="1312" y="495"/>
                        <a:pt x="1169" y="495"/>
                        <a:pt x="1071" y="433"/>
                      </a:cubicBezTo>
                      <a:cubicBezTo>
                        <a:pt x="1008" y="388"/>
                        <a:pt x="964" y="308"/>
                        <a:pt x="928" y="227"/>
                      </a:cubicBezTo>
                      <a:cubicBezTo>
                        <a:pt x="892" y="156"/>
                        <a:pt x="848" y="76"/>
                        <a:pt x="777" y="31"/>
                      </a:cubicBezTo>
                      <a:cubicBezTo>
                        <a:pt x="749" y="11"/>
                        <a:pt x="711" y="0"/>
                        <a:pt x="67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4" name="Google Shape;314;p29"/>
                <p:cNvSpPr/>
                <p:nvPr/>
              </p:nvSpPr>
              <p:spPr>
                <a:xfrm>
                  <a:off x="7115074" y="1207356"/>
                  <a:ext cx="116572" cy="82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" h="1107" extrusionOk="0">
                      <a:moveTo>
                        <a:pt x="661" y="0"/>
                      </a:moveTo>
                      <a:cubicBezTo>
                        <a:pt x="572" y="0"/>
                        <a:pt x="482" y="0"/>
                        <a:pt x="402" y="36"/>
                      </a:cubicBezTo>
                      <a:cubicBezTo>
                        <a:pt x="295" y="71"/>
                        <a:pt x="224" y="152"/>
                        <a:pt x="143" y="232"/>
                      </a:cubicBezTo>
                      <a:cubicBezTo>
                        <a:pt x="72" y="312"/>
                        <a:pt x="1" y="410"/>
                        <a:pt x="27" y="509"/>
                      </a:cubicBezTo>
                      <a:cubicBezTo>
                        <a:pt x="45" y="544"/>
                        <a:pt x="63" y="571"/>
                        <a:pt x="81" y="598"/>
                      </a:cubicBezTo>
                      <a:cubicBezTo>
                        <a:pt x="170" y="705"/>
                        <a:pt x="259" y="812"/>
                        <a:pt x="349" y="928"/>
                      </a:cubicBezTo>
                      <a:cubicBezTo>
                        <a:pt x="393" y="981"/>
                        <a:pt x="447" y="1044"/>
                        <a:pt x="518" y="1080"/>
                      </a:cubicBezTo>
                      <a:cubicBezTo>
                        <a:pt x="572" y="1106"/>
                        <a:pt x="643" y="1106"/>
                        <a:pt x="705" y="1106"/>
                      </a:cubicBezTo>
                      <a:cubicBezTo>
                        <a:pt x="920" y="1106"/>
                        <a:pt x="1143" y="1008"/>
                        <a:pt x="1294" y="848"/>
                      </a:cubicBezTo>
                      <a:lnTo>
                        <a:pt x="1294" y="848"/>
                      </a:lnTo>
                      <a:lnTo>
                        <a:pt x="1196" y="928"/>
                      </a:lnTo>
                      <a:cubicBezTo>
                        <a:pt x="1285" y="767"/>
                        <a:pt x="1526" y="714"/>
                        <a:pt x="1553" y="544"/>
                      </a:cubicBezTo>
                      <a:cubicBezTo>
                        <a:pt x="1571" y="437"/>
                        <a:pt x="1490" y="330"/>
                        <a:pt x="1410" y="259"/>
                      </a:cubicBezTo>
                      <a:cubicBezTo>
                        <a:pt x="1312" y="161"/>
                        <a:pt x="1196" y="80"/>
                        <a:pt x="1071" y="36"/>
                      </a:cubicBezTo>
                      <a:cubicBezTo>
                        <a:pt x="937" y="0"/>
                        <a:pt x="795" y="0"/>
                        <a:pt x="66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5" name="Google Shape;315;p29"/>
              <p:cNvGrpSpPr/>
              <p:nvPr/>
            </p:nvGrpSpPr>
            <p:grpSpPr>
              <a:xfrm>
                <a:off x="6617927" y="539400"/>
                <a:ext cx="1149896" cy="4064724"/>
                <a:chOff x="6617927" y="539400"/>
                <a:chExt cx="1149896" cy="4064724"/>
              </a:xfrm>
            </p:grpSpPr>
            <p:sp>
              <p:nvSpPr>
                <p:cNvPr id="316" name="Google Shape;316;p29"/>
                <p:cNvSpPr/>
                <p:nvPr/>
              </p:nvSpPr>
              <p:spPr>
                <a:xfrm>
                  <a:off x="7017797" y="780998"/>
                  <a:ext cx="342296" cy="287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3" h="3874" extrusionOk="0">
                      <a:moveTo>
                        <a:pt x="4443" y="1"/>
                      </a:moveTo>
                      <a:cubicBezTo>
                        <a:pt x="4443" y="1"/>
                        <a:pt x="4452" y="28"/>
                        <a:pt x="4479" y="72"/>
                      </a:cubicBezTo>
                      <a:cubicBezTo>
                        <a:pt x="4496" y="126"/>
                        <a:pt x="4523" y="206"/>
                        <a:pt x="4532" y="313"/>
                      </a:cubicBezTo>
                      <a:cubicBezTo>
                        <a:pt x="4559" y="518"/>
                        <a:pt x="4514" y="848"/>
                        <a:pt x="4300" y="1152"/>
                      </a:cubicBezTo>
                      <a:cubicBezTo>
                        <a:pt x="4193" y="1303"/>
                        <a:pt x="4042" y="1446"/>
                        <a:pt x="3926" y="1669"/>
                      </a:cubicBezTo>
                      <a:cubicBezTo>
                        <a:pt x="3872" y="1776"/>
                        <a:pt x="3845" y="1910"/>
                        <a:pt x="3845" y="2035"/>
                      </a:cubicBezTo>
                      <a:cubicBezTo>
                        <a:pt x="3836" y="2160"/>
                        <a:pt x="3845" y="2285"/>
                        <a:pt x="3827" y="2392"/>
                      </a:cubicBezTo>
                      <a:cubicBezTo>
                        <a:pt x="3810" y="2508"/>
                        <a:pt x="3756" y="2615"/>
                        <a:pt x="3694" y="2722"/>
                      </a:cubicBezTo>
                      <a:cubicBezTo>
                        <a:pt x="3631" y="2829"/>
                        <a:pt x="3551" y="2936"/>
                        <a:pt x="3462" y="3034"/>
                      </a:cubicBezTo>
                      <a:cubicBezTo>
                        <a:pt x="3283" y="3230"/>
                        <a:pt x="3060" y="3391"/>
                        <a:pt x="2810" y="3507"/>
                      </a:cubicBezTo>
                      <a:cubicBezTo>
                        <a:pt x="2552" y="3623"/>
                        <a:pt x="2284" y="3676"/>
                        <a:pt x="2016" y="3676"/>
                      </a:cubicBezTo>
                      <a:cubicBezTo>
                        <a:pt x="1758" y="3676"/>
                        <a:pt x="1499" y="3623"/>
                        <a:pt x="1276" y="3534"/>
                      </a:cubicBezTo>
                      <a:cubicBezTo>
                        <a:pt x="821" y="3346"/>
                        <a:pt x="473" y="3034"/>
                        <a:pt x="339" y="2686"/>
                      </a:cubicBezTo>
                      <a:cubicBezTo>
                        <a:pt x="268" y="2517"/>
                        <a:pt x="241" y="2347"/>
                        <a:pt x="214" y="2196"/>
                      </a:cubicBezTo>
                      <a:cubicBezTo>
                        <a:pt x="188" y="2044"/>
                        <a:pt x="161" y="1910"/>
                        <a:pt x="134" y="1812"/>
                      </a:cubicBezTo>
                      <a:cubicBezTo>
                        <a:pt x="98" y="1705"/>
                        <a:pt x="63" y="1625"/>
                        <a:pt x="45" y="1580"/>
                      </a:cubicBezTo>
                      <a:cubicBezTo>
                        <a:pt x="18" y="1526"/>
                        <a:pt x="0" y="1500"/>
                        <a:pt x="0" y="1500"/>
                      </a:cubicBezTo>
                      <a:lnTo>
                        <a:pt x="0" y="1500"/>
                      </a:lnTo>
                      <a:cubicBezTo>
                        <a:pt x="0" y="1500"/>
                        <a:pt x="9" y="1526"/>
                        <a:pt x="36" y="1580"/>
                      </a:cubicBezTo>
                      <a:cubicBezTo>
                        <a:pt x="54" y="1634"/>
                        <a:pt x="81" y="1714"/>
                        <a:pt x="98" y="1821"/>
                      </a:cubicBezTo>
                      <a:cubicBezTo>
                        <a:pt x="116" y="1919"/>
                        <a:pt x="134" y="2053"/>
                        <a:pt x="152" y="2204"/>
                      </a:cubicBezTo>
                      <a:cubicBezTo>
                        <a:pt x="161" y="2356"/>
                        <a:pt x="179" y="2535"/>
                        <a:pt x="241" y="2722"/>
                      </a:cubicBezTo>
                      <a:cubicBezTo>
                        <a:pt x="366" y="3114"/>
                        <a:pt x="723" y="3480"/>
                        <a:pt x="1205" y="3694"/>
                      </a:cubicBezTo>
                      <a:cubicBezTo>
                        <a:pt x="1445" y="3801"/>
                        <a:pt x="1722" y="3873"/>
                        <a:pt x="2016" y="3873"/>
                      </a:cubicBezTo>
                      <a:cubicBezTo>
                        <a:pt x="2035" y="3873"/>
                        <a:pt x="2053" y="3874"/>
                        <a:pt x="2072" y="3874"/>
                      </a:cubicBezTo>
                      <a:cubicBezTo>
                        <a:pt x="2349" y="3874"/>
                        <a:pt x="2632" y="3811"/>
                        <a:pt x="2891" y="3694"/>
                      </a:cubicBezTo>
                      <a:cubicBezTo>
                        <a:pt x="3176" y="3569"/>
                        <a:pt x="3417" y="3382"/>
                        <a:pt x="3613" y="3168"/>
                      </a:cubicBezTo>
                      <a:cubicBezTo>
                        <a:pt x="3703" y="3052"/>
                        <a:pt x="3792" y="2936"/>
                        <a:pt x="3854" y="2820"/>
                      </a:cubicBezTo>
                      <a:cubicBezTo>
                        <a:pt x="3926" y="2695"/>
                        <a:pt x="3979" y="2561"/>
                        <a:pt x="4006" y="2419"/>
                      </a:cubicBezTo>
                      <a:cubicBezTo>
                        <a:pt x="4024" y="2276"/>
                        <a:pt x="4006" y="2151"/>
                        <a:pt x="3997" y="2035"/>
                      </a:cubicBezTo>
                      <a:cubicBezTo>
                        <a:pt x="3997" y="1919"/>
                        <a:pt x="4015" y="1821"/>
                        <a:pt x="4050" y="1723"/>
                      </a:cubicBezTo>
                      <a:cubicBezTo>
                        <a:pt x="4140" y="1535"/>
                        <a:pt x="4282" y="1375"/>
                        <a:pt x="4389" y="1205"/>
                      </a:cubicBezTo>
                      <a:cubicBezTo>
                        <a:pt x="4595" y="857"/>
                        <a:pt x="4612" y="518"/>
                        <a:pt x="4568" y="304"/>
                      </a:cubicBezTo>
                      <a:cubicBezTo>
                        <a:pt x="4541" y="197"/>
                        <a:pt x="4514" y="126"/>
                        <a:pt x="4488" y="72"/>
                      </a:cubicBezTo>
                      <a:cubicBezTo>
                        <a:pt x="4461" y="19"/>
                        <a:pt x="4443" y="1"/>
                        <a:pt x="444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29"/>
                <p:cNvSpPr/>
                <p:nvPr/>
              </p:nvSpPr>
              <p:spPr>
                <a:xfrm>
                  <a:off x="6960884" y="797619"/>
                  <a:ext cx="58323" cy="113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" h="1526" extrusionOk="0">
                      <a:moveTo>
                        <a:pt x="214" y="0"/>
                      </a:moveTo>
                      <a:cubicBezTo>
                        <a:pt x="214" y="0"/>
                        <a:pt x="212" y="0"/>
                        <a:pt x="208" y="1"/>
                      </a:cubicBezTo>
                      <a:lnTo>
                        <a:pt x="208" y="1"/>
                      </a:lnTo>
                      <a:cubicBezTo>
                        <a:pt x="215" y="0"/>
                        <a:pt x="217" y="0"/>
                        <a:pt x="214" y="0"/>
                      </a:cubicBezTo>
                      <a:close/>
                      <a:moveTo>
                        <a:pt x="208" y="1"/>
                      </a:moveTo>
                      <a:cubicBezTo>
                        <a:pt x="196" y="2"/>
                        <a:pt x="171" y="7"/>
                        <a:pt x="143" y="18"/>
                      </a:cubicBezTo>
                      <a:cubicBezTo>
                        <a:pt x="89" y="45"/>
                        <a:pt x="36" y="116"/>
                        <a:pt x="18" y="214"/>
                      </a:cubicBezTo>
                      <a:cubicBezTo>
                        <a:pt x="0" y="312"/>
                        <a:pt x="18" y="419"/>
                        <a:pt x="27" y="535"/>
                      </a:cubicBezTo>
                      <a:cubicBezTo>
                        <a:pt x="36" y="660"/>
                        <a:pt x="45" y="794"/>
                        <a:pt x="63" y="928"/>
                      </a:cubicBezTo>
                      <a:cubicBezTo>
                        <a:pt x="80" y="1071"/>
                        <a:pt x="116" y="1213"/>
                        <a:pt x="205" y="1320"/>
                      </a:cubicBezTo>
                      <a:cubicBezTo>
                        <a:pt x="286" y="1418"/>
                        <a:pt x="393" y="1481"/>
                        <a:pt x="482" y="1508"/>
                      </a:cubicBezTo>
                      <a:cubicBezTo>
                        <a:pt x="531" y="1521"/>
                        <a:pt x="573" y="1526"/>
                        <a:pt x="610" y="1526"/>
                      </a:cubicBezTo>
                      <a:cubicBezTo>
                        <a:pt x="647" y="1526"/>
                        <a:pt x="678" y="1521"/>
                        <a:pt x="705" y="1517"/>
                      </a:cubicBezTo>
                      <a:cubicBezTo>
                        <a:pt x="758" y="1517"/>
                        <a:pt x="785" y="1499"/>
                        <a:pt x="785" y="1499"/>
                      </a:cubicBezTo>
                      <a:lnTo>
                        <a:pt x="785" y="1499"/>
                      </a:lnTo>
                      <a:cubicBezTo>
                        <a:pt x="785" y="1499"/>
                        <a:pt x="758" y="1508"/>
                        <a:pt x="705" y="1508"/>
                      </a:cubicBezTo>
                      <a:cubicBezTo>
                        <a:pt x="651" y="1499"/>
                        <a:pt x="580" y="1490"/>
                        <a:pt x="500" y="1454"/>
                      </a:cubicBezTo>
                      <a:cubicBezTo>
                        <a:pt x="419" y="1418"/>
                        <a:pt x="330" y="1356"/>
                        <a:pt x="268" y="1267"/>
                      </a:cubicBezTo>
                      <a:cubicBezTo>
                        <a:pt x="205" y="1178"/>
                        <a:pt x="178" y="1053"/>
                        <a:pt x="161" y="919"/>
                      </a:cubicBezTo>
                      <a:cubicBezTo>
                        <a:pt x="143" y="785"/>
                        <a:pt x="125" y="651"/>
                        <a:pt x="107" y="526"/>
                      </a:cubicBezTo>
                      <a:cubicBezTo>
                        <a:pt x="89" y="410"/>
                        <a:pt x="63" y="303"/>
                        <a:pt x="71" y="214"/>
                      </a:cubicBezTo>
                      <a:cubicBezTo>
                        <a:pt x="71" y="134"/>
                        <a:pt x="107" y="62"/>
                        <a:pt x="152" y="36"/>
                      </a:cubicBezTo>
                      <a:cubicBezTo>
                        <a:pt x="177" y="10"/>
                        <a:pt x="198" y="3"/>
                        <a:pt x="2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8" name="Google Shape;318;p29"/>
                <p:cNvSpPr/>
                <p:nvPr/>
              </p:nvSpPr>
              <p:spPr>
                <a:xfrm>
                  <a:off x="7019800" y="991506"/>
                  <a:ext cx="33169" cy="146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1973" extrusionOk="0">
                      <a:moveTo>
                        <a:pt x="384" y="1"/>
                      </a:moveTo>
                      <a:cubicBezTo>
                        <a:pt x="384" y="1"/>
                        <a:pt x="241" y="447"/>
                        <a:pt x="178" y="1000"/>
                      </a:cubicBezTo>
                      <a:cubicBezTo>
                        <a:pt x="152" y="1277"/>
                        <a:pt x="134" y="1517"/>
                        <a:pt x="89" y="1696"/>
                      </a:cubicBezTo>
                      <a:cubicBezTo>
                        <a:pt x="71" y="1785"/>
                        <a:pt x="45" y="1856"/>
                        <a:pt x="27" y="1901"/>
                      </a:cubicBezTo>
                      <a:cubicBezTo>
                        <a:pt x="9" y="1946"/>
                        <a:pt x="0" y="1972"/>
                        <a:pt x="0" y="1972"/>
                      </a:cubicBezTo>
                      <a:cubicBezTo>
                        <a:pt x="0" y="1972"/>
                        <a:pt x="18" y="1955"/>
                        <a:pt x="54" y="1919"/>
                      </a:cubicBezTo>
                      <a:cubicBezTo>
                        <a:pt x="89" y="1883"/>
                        <a:pt x="143" y="1821"/>
                        <a:pt x="187" y="1732"/>
                      </a:cubicBezTo>
                      <a:cubicBezTo>
                        <a:pt x="286" y="1571"/>
                        <a:pt x="357" y="1303"/>
                        <a:pt x="384" y="1027"/>
                      </a:cubicBezTo>
                      <a:cubicBezTo>
                        <a:pt x="446" y="465"/>
                        <a:pt x="384" y="1"/>
                        <a:pt x="3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9" name="Google Shape;319;p29"/>
                <p:cNvSpPr/>
                <p:nvPr/>
              </p:nvSpPr>
              <p:spPr>
                <a:xfrm>
                  <a:off x="7299761" y="988909"/>
                  <a:ext cx="466734" cy="995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0" h="13418" extrusionOk="0">
                      <a:moveTo>
                        <a:pt x="134" y="0"/>
                      </a:moveTo>
                      <a:cubicBezTo>
                        <a:pt x="134" y="0"/>
                        <a:pt x="134" y="9"/>
                        <a:pt x="117" y="36"/>
                      </a:cubicBezTo>
                      <a:cubicBezTo>
                        <a:pt x="108" y="63"/>
                        <a:pt x="90" y="98"/>
                        <a:pt x="72" y="152"/>
                      </a:cubicBezTo>
                      <a:cubicBezTo>
                        <a:pt x="36" y="259"/>
                        <a:pt x="1" y="419"/>
                        <a:pt x="10" y="634"/>
                      </a:cubicBezTo>
                      <a:cubicBezTo>
                        <a:pt x="27" y="848"/>
                        <a:pt x="90" y="1115"/>
                        <a:pt x="277" y="1356"/>
                      </a:cubicBezTo>
                      <a:cubicBezTo>
                        <a:pt x="473" y="1606"/>
                        <a:pt x="786" y="1784"/>
                        <a:pt x="1134" y="1927"/>
                      </a:cubicBezTo>
                      <a:cubicBezTo>
                        <a:pt x="1482" y="2070"/>
                        <a:pt x="1856" y="2230"/>
                        <a:pt x="2267" y="2400"/>
                      </a:cubicBezTo>
                      <a:cubicBezTo>
                        <a:pt x="2668" y="2569"/>
                        <a:pt x="3114" y="2730"/>
                        <a:pt x="3542" y="2953"/>
                      </a:cubicBezTo>
                      <a:cubicBezTo>
                        <a:pt x="3747" y="3069"/>
                        <a:pt x="3962" y="3194"/>
                        <a:pt x="4149" y="3354"/>
                      </a:cubicBezTo>
                      <a:cubicBezTo>
                        <a:pt x="4336" y="3515"/>
                        <a:pt x="4506" y="3702"/>
                        <a:pt x="4666" y="3908"/>
                      </a:cubicBezTo>
                      <a:cubicBezTo>
                        <a:pt x="4979" y="4327"/>
                        <a:pt x="5237" y="4818"/>
                        <a:pt x="5514" y="5308"/>
                      </a:cubicBezTo>
                      <a:cubicBezTo>
                        <a:pt x="5648" y="5558"/>
                        <a:pt x="5764" y="5808"/>
                        <a:pt x="5844" y="6058"/>
                      </a:cubicBezTo>
                      <a:cubicBezTo>
                        <a:pt x="5924" y="6307"/>
                        <a:pt x="5960" y="6566"/>
                        <a:pt x="5978" y="6825"/>
                      </a:cubicBezTo>
                      <a:cubicBezTo>
                        <a:pt x="5996" y="7083"/>
                        <a:pt x="5996" y="7351"/>
                        <a:pt x="5996" y="7610"/>
                      </a:cubicBezTo>
                      <a:cubicBezTo>
                        <a:pt x="5987" y="7869"/>
                        <a:pt x="5987" y="8118"/>
                        <a:pt x="5987" y="8368"/>
                      </a:cubicBezTo>
                      <a:cubicBezTo>
                        <a:pt x="5969" y="9349"/>
                        <a:pt x="5969" y="10241"/>
                        <a:pt x="5969" y="10991"/>
                      </a:cubicBezTo>
                      <a:cubicBezTo>
                        <a:pt x="5969" y="12490"/>
                        <a:pt x="5987" y="13417"/>
                        <a:pt x="5987" y="13417"/>
                      </a:cubicBezTo>
                      <a:cubicBezTo>
                        <a:pt x="5987" y="13417"/>
                        <a:pt x="6049" y="12490"/>
                        <a:pt x="6120" y="11000"/>
                      </a:cubicBezTo>
                      <a:cubicBezTo>
                        <a:pt x="6165" y="10250"/>
                        <a:pt x="6201" y="9358"/>
                        <a:pt x="6245" y="8368"/>
                      </a:cubicBezTo>
                      <a:cubicBezTo>
                        <a:pt x="6254" y="8127"/>
                        <a:pt x="6263" y="7869"/>
                        <a:pt x="6272" y="7610"/>
                      </a:cubicBezTo>
                      <a:cubicBezTo>
                        <a:pt x="6281" y="7351"/>
                        <a:pt x="6290" y="7083"/>
                        <a:pt x="6272" y="6807"/>
                      </a:cubicBezTo>
                      <a:cubicBezTo>
                        <a:pt x="6263" y="6530"/>
                        <a:pt x="6219" y="6245"/>
                        <a:pt x="6129" y="5968"/>
                      </a:cubicBezTo>
                      <a:cubicBezTo>
                        <a:pt x="6049" y="5683"/>
                        <a:pt x="5924" y="5424"/>
                        <a:pt x="5790" y="5165"/>
                      </a:cubicBezTo>
                      <a:cubicBezTo>
                        <a:pt x="5648" y="4907"/>
                        <a:pt x="5514" y="4666"/>
                        <a:pt x="5371" y="4425"/>
                      </a:cubicBezTo>
                      <a:cubicBezTo>
                        <a:pt x="5228" y="4184"/>
                        <a:pt x="5077" y="3943"/>
                        <a:pt x="4898" y="3729"/>
                      </a:cubicBezTo>
                      <a:cubicBezTo>
                        <a:pt x="4729" y="3506"/>
                        <a:pt x="4541" y="3301"/>
                        <a:pt x="4327" y="3140"/>
                      </a:cubicBezTo>
                      <a:cubicBezTo>
                        <a:pt x="4113" y="2971"/>
                        <a:pt x="3881" y="2837"/>
                        <a:pt x="3658" y="2721"/>
                      </a:cubicBezTo>
                      <a:cubicBezTo>
                        <a:pt x="3203" y="2498"/>
                        <a:pt x="2757" y="2355"/>
                        <a:pt x="2338" y="2204"/>
                      </a:cubicBezTo>
                      <a:cubicBezTo>
                        <a:pt x="1928" y="2052"/>
                        <a:pt x="1544" y="1909"/>
                        <a:pt x="1187" y="1784"/>
                      </a:cubicBezTo>
                      <a:cubicBezTo>
                        <a:pt x="848" y="1659"/>
                        <a:pt x="545" y="1517"/>
                        <a:pt x="357" y="1294"/>
                      </a:cubicBezTo>
                      <a:cubicBezTo>
                        <a:pt x="170" y="1080"/>
                        <a:pt x="90" y="830"/>
                        <a:pt x="63" y="634"/>
                      </a:cubicBezTo>
                      <a:cubicBezTo>
                        <a:pt x="36" y="428"/>
                        <a:pt x="63" y="268"/>
                        <a:pt x="81" y="161"/>
                      </a:cubicBezTo>
                      <a:cubicBezTo>
                        <a:pt x="99" y="107"/>
                        <a:pt x="108" y="63"/>
                        <a:pt x="126" y="36"/>
                      </a:cubicBezTo>
                      <a:cubicBezTo>
                        <a:pt x="134" y="9"/>
                        <a:pt x="134" y="0"/>
                        <a:pt x="13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0" name="Google Shape;320;p29"/>
                <p:cNvSpPr/>
                <p:nvPr/>
              </p:nvSpPr>
              <p:spPr>
                <a:xfrm>
                  <a:off x="6637145" y="1135159"/>
                  <a:ext cx="371458" cy="10201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6" h="13748" extrusionOk="0">
                      <a:moveTo>
                        <a:pt x="5005" y="1"/>
                      </a:moveTo>
                      <a:cubicBezTo>
                        <a:pt x="5005" y="1"/>
                        <a:pt x="4193" y="402"/>
                        <a:pt x="2891" y="1080"/>
                      </a:cubicBezTo>
                      <a:cubicBezTo>
                        <a:pt x="2570" y="1241"/>
                        <a:pt x="2213" y="1428"/>
                        <a:pt x="1829" y="1624"/>
                      </a:cubicBezTo>
                      <a:cubicBezTo>
                        <a:pt x="1642" y="1731"/>
                        <a:pt x="1437" y="1821"/>
                        <a:pt x="1241" y="1954"/>
                      </a:cubicBezTo>
                      <a:cubicBezTo>
                        <a:pt x="1036" y="2088"/>
                        <a:pt x="848" y="2285"/>
                        <a:pt x="723" y="2516"/>
                      </a:cubicBezTo>
                      <a:cubicBezTo>
                        <a:pt x="607" y="2748"/>
                        <a:pt x="536" y="3007"/>
                        <a:pt x="491" y="3257"/>
                      </a:cubicBezTo>
                      <a:cubicBezTo>
                        <a:pt x="438" y="3516"/>
                        <a:pt x="411" y="3774"/>
                        <a:pt x="366" y="4033"/>
                      </a:cubicBezTo>
                      <a:cubicBezTo>
                        <a:pt x="295" y="4559"/>
                        <a:pt x="233" y="5104"/>
                        <a:pt x="188" y="5657"/>
                      </a:cubicBezTo>
                      <a:cubicBezTo>
                        <a:pt x="1" y="7896"/>
                        <a:pt x="45" y="9921"/>
                        <a:pt x="90" y="11384"/>
                      </a:cubicBezTo>
                      <a:cubicBezTo>
                        <a:pt x="143" y="12847"/>
                        <a:pt x="197" y="13748"/>
                        <a:pt x="197" y="13748"/>
                      </a:cubicBezTo>
                      <a:cubicBezTo>
                        <a:pt x="197" y="13748"/>
                        <a:pt x="215" y="12847"/>
                        <a:pt x="250" y="11384"/>
                      </a:cubicBezTo>
                      <a:cubicBezTo>
                        <a:pt x="277" y="9921"/>
                        <a:pt x="313" y="7905"/>
                        <a:pt x="500" y="5683"/>
                      </a:cubicBezTo>
                      <a:cubicBezTo>
                        <a:pt x="545" y="5130"/>
                        <a:pt x="598" y="4595"/>
                        <a:pt x="661" y="4069"/>
                      </a:cubicBezTo>
                      <a:cubicBezTo>
                        <a:pt x="732" y="3551"/>
                        <a:pt x="768" y="3043"/>
                        <a:pt x="964" y="2641"/>
                      </a:cubicBezTo>
                      <a:cubicBezTo>
                        <a:pt x="1143" y="2231"/>
                        <a:pt x="1562" y="2035"/>
                        <a:pt x="1937" y="1812"/>
                      </a:cubicBezTo>
                      <a:cubicBezTo>
                        <a:pt x="2302" y="1598"/>
                        <a:pt x="2650" y="1392"/>
                        <a:pt x="2971" y="1214"/>
                      </a:cubicBezTo>
                      <a:cubicBezTo>
                        <a:pt x="4229" y="474"/>
                        <a:pt x="5005" y="1"/>
                        <a:pt x="50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1" name="Google Shape;321;p29"/>
                <p:cNvSpPr/>
                <p:nvPr/>
              </p:nvSpPr>
              <p:spPr>
                <a:xfrm>
                  <a:off x="6617927" y="1544228"/>
                  <a:ext cx="256295" cy="111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4" h="15078" extrusionOk="0">
                      <a:moveTo>
                        <a:pt x="2820" y="1"/>
                      </a:moveTo>
                      <a:lnTo>
                        <a:pt x="2820" y="1"/>
                      </a:lnTo>
                      <a:cubicBezTo>
                        <a:pt x="2838" y="28"/>
                        <a:pt x="2874" y="54"/>
                        <a:pt x="2909" y="99"/>
                      </a:cubicBezTo>
                      <a:cubicBezTo>
                        <a:pt x="2981" y="188"/>
                        <a:pt x="3079" y="331"/>
                        <a:pt x="3159" y="527"/>
                      </a:cubicBezTo>
                      <a:cubicBezTo>
                        <a:pt x="3239" y="724"/>
                        <a:pt x="3302" y="982"/>
                        <a:pt x="3320" y="1286"/>
                      </a:cubicBezTo>
                      <a:cubicBezTo>
                        <a:pt x="3337" y="1589"/>
                        <a:pt x="3302" y="1928"/>
                        <a:pt x="3230" y="2311"/>
                      </a:cubicBezTo>
                      <a:cubicBezTo>
                        <a:pt x="3159" y="2686"/>
                        <a:pt x="3052" y="3096"/>
                        <a:pt x="2981" y="3560"/>
                      </a:cubicBezTo>
                      <a:cubicBezTo>
                        <a:pt x="2918" y="4015"/>
                        <a:pt x="2891" y="4515"/>
                        <a:pt x="2891" y="5032"/>
                      </a:cubicBezTo>
                      <a:cubicBezTo>
                        <a:pt x="2882" y="6058"/>
                        <a:pt x="2990" y="7191"/>
                        <a:pt x="2811" y="8333"/>
                      </a:cubicBezTo>
                      <a:cubicBezTo>
                        <a:pt x="2713" y="8931"/>
                        <a:pt x="2526" y="9493"/>
                        <a:pt x="2392" y="10064"/>
                      </a:cubicBezTo>
                      <a:cubicBezTo>
                        <a:pt x="2267" y="10635"/>
                        <a:pt x="2196" y="11197"/>
                        <a:pt x="2160" y="11723"/>
                      </a:cubicBezTo>
                      <a:cubicBezTo>
                        <a:pt x="2100" y="12749"/>
                        <a:pt x="2139" y="13666"/>
                        <a:pt x="2166" y="14427"/>
                      </a:cubicBezTo>
                      <a:lnTo>
                        <a:pt x="2166" y="14427"/>
                      </a:lnTo>
                      <a:cubicBezTo>
                        <a:pt x="2079" y="14420"/>
                        <a:pt x="1994" y="14417"/>
                        <a:pt x="1912" y="14417"/>
                      </a:cubicBezTo>
                      <a:cubicBezTo>
                        <a:pt x="1315" y="14417"/>
                        <a:pt x="846" y="14587"/>
                        <a:pt x="536" y="14738"/>
                      </a:cubicBezTo>
                      <a:cubicBezTo>
                        <a:pt x="358" y="14828"/>
                        <a:pt x="224" y="14917"/>
                        <a:pt x="135" y="14979"/>
                      </a:cubicBezTo>
                      <a:cubicBezTo>
                        <a:pt x="46" y="15042"/>
                        <a:pt x="1" y="15077"/>
                        <a:pt x="1" y="15077"/>
                      </a:cubicBezTo>
                      <a:cubicBezTo>
                        <a:pt x="1" y="15077"/>
                        <a:pt x="54" y="15051"/>
                        <a:pt x="144" y="14988"/>
                      </a:cubicBezTo>
                      <a:cubicBezTo>
                        <a:pt x="233" y="14935"/>
                        <a:pt x="367" y="14863"/>
                        <a:pt x="554" y="14783"/>
                      </a:cubicBezTo>
                      <a:cubicBezTo>
                        <a:pt x="844" y="14666"/>
                        <a:pt x="1262" y="14543"/>
                        <a:pt x="1767" y="14543"/>
                      </a:cubicBezTo>
                      <a:cubicBezTo>
                        <a:pt x="1914" y="14543"/>
                        <a:pt x="2070" y="14554"/>
                        <a:pt x="2231" y="14578"/>
                      </a:cubicBezTo>
                      <a:lnTo>
                        <a:pt x="2312" y="14587"/>
                      </a:lnTo>
                      <a:lnTo>
                        <a:pt x="2312" y="14506"/>
                      </a:lnTo>
                      <a:cubicBezTo>
                        <a:pt x="2329" y="13730"/>
                        <a:pt x="2320" y="12785"/>
                        <a:pt x="2419" y="11750"/>
                      </a:cubicBezTo>
                      <a:cubicBezTo>
                        <a:pt x="2472" y="11232"/>
                        <a:pt x="2552" y="10688"/>
                        <a:pt x="2686" y="10135"/>
                      </a:cubicBezTo>
                      <a:cubicBezTo>
                        <a:pt x="2820" y="9582"/>
                        <a:pt x="3016" y="9011"/>
                        <a:pt x="3114" y="8387"/>
                      </a:cubicBezTo>
                      <a:cubicBezTo>
                        <a:pt x="3213" y="7789"/>
                        <a:pt x="3221" y="7200"/>
                        <a:pt x="3213" y="6638"/>
                      </a:cubicBezTo>
                      <a:cubicBezTo>
                        <a:pt x="3204" y="6076"/>
                        <a:pt x="3168" y="5541"/>
                        <a:pt x="3150" y="5023"/>
                      </a:cubicBezTo>
                      <a:cubicBezTo>
                        <a:pt x="3141" y="4515"/>
                        <a:pt x="3150" y="4033"/>
                        <a:pt x="3195" y="3587"/>
                      </a:cubicBezTo>
                      <a:cubicBezTo>
                        <a:pt x="3239" y="3141"/>
                        <a:pt x="3329" y="2722"/>
                        <a:pt x="3382" y="2338"/>
                      </a:cubicBezTo>
                      <a:cubicBezTo>
                        <a:pt x="3436" y="1946"/>
                        <a:pt x="3453" y="1589"/>
                        <a:pt x="3418" y="1277"/>
                      </a:cubicBezTo>
                      <a:cubicBezTo>
                        <a:pt x="3382" y="964"/>
                        <a:pt x="3293" y="706"/>
                        <a:pt x="3204" y="509"/>
                      </a:cubicBezTo>
                      <a:cubicBezTo>
                        <a:pt x="3105" y="304"/>
                        <a:pt x="2998" y="170"/>
                        <a:pt x="2918" y="90"/>
                      </a:cubicBezTo>
                      <a:cubicBezTo>
                        <a:pt x="2882" y="46"/>
                        <a:pt x="2847" y="19"/>
                        <a:pt x="282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2" name="Google Shape;322;p29"/>
                <p:cNvSpPr/>
                <p:nvPr/>
              </p:nvSpPr>
              <p:spPr>
                <a:xfrm>
                  <a:off x="6623937" y="2280968"/>
                  <a:ext cx="156938" cy="238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" h="3213" extrusionOk="0">
                      <a:moveTo>
                        <a:pt x="116" y="1"/>
                      </a:moveTo>
                      <a:cubicBezTo>
                        <a:pt x="116" y="1"/>
                        <a:pt x="98" y="72"/>
                        <a:pt x="63" y="197"/>
                      </a:cubicBezTo>
                      <a:cubicBezTo>
                        <a:pt x="36" y="322"/>
                        <a:pt x="0" y="509"/>
                        <a:pt x="0" y="750"/>
                      </a:cubicBezTo>
                      <a:cubicBezTo>
                        <a:pt x="0" y="982"/>
                        <a:pt x="27" y="1259"/>
                        <a:pt x="81" y="1562"/>
                      </a:cubicBezTo>
                      <a:cubicBezTo>
                        <a:pt x="125" y="1865"/>
                        <a:pt x="188" y="2187"/>
                        <a:pt x="232" y="2526"/>
                      </a:cubicBezTo>
                      <a:cubicBezTo>
                        <a:pt x="258" y="2753"/>
                        <a:pt x="268" y="2963"/>
                        <a:pt x="259" y="3165"/>
                      </a:cubicBezTo>
                      <a:lnTo>
                        <a:pt x="259" y="3165"/>
                      </a:lnTo>
                      <a:cubicBezTo>
                        <a:pt x="259" y="3166"/>
                        <a:pt x="259" y="3167"/>
                        <a:pt x="259" y="3168"/>
                      </a:cubicBezTo>
                      <a:lnTo>
                        <a:pt x="259" y="3168"/>
                      </a:lnTo>
                      <a:lnTo>
                        <a:pt x="259" y="3168"/>
                      </a:lnTo>
                      <a:cubicBezTo>
                        <a:pt x="259" y="3171"/>
                        <a:pt x="259" y="3174"/>
                        <a:pt x="259" y="3177"/>
                      </a:cubicBezTo>
                      <a:lnTo>
                        <a:pt x="544" y="3213"/>
                      </a:lnTo>
                      <a:cubicBezTo>
                        <a:pt x="544" y="3150"/>
                        <a:pt x="616" y="3088"/>
                        <a:pt x="714" y="3043"/>
                      </a:cubicBezTo>
                      <a:cubicBezTo>
                        <a:pt x="803" y="2990"/>
                        <a:pt x="919" y="2963"/>
                        <a:pt x="1026" y="2936"/>
                      </a:cubicBezTo>
                      <a:cubicBezTo>
                        <a:pt x="1231" y="2882"/>
                        <a:pt x="1428" y="2847"/>
                        <a:pt x="1588" y="2829"/>
                      </a:cubicBezTo>
                      <a:cubicBezTo>
                        <a:pt x="1749" y="2802"/>
                        <a:pt x="1883" y="2793"/>
                        <a:pt x="1972" y="2793"/>
                      </a:cubicBezTo>
                      <a:cubicBezTo>
                        <a:pt x="2061" y="2784"/>
                        <a:pt x="2115" y="2784"/>
                        <a:pt x="2115" y="2784"/>
                      </a:cubicBezTo>
                      <a:cubicBezTo>
                        <a:pt x="2115" y="2784"/>
                        <a:pt x="2061" y="2775"/>
                        <a:pt x="1972" y="2758"/>
                      </a:cubicBezTo>
                      <a:cubicBezTo>
                        <a:pt x="1883" y="2740"/>
                        <a:pt x="1758" y="2722"/>
                        <a:pt x="1588" y="2713"/>
                      </a:cubicBezTo>
                      <a:cubicBezTo>
                        <a:pt x="1526" y="2710"/>
                        <a:pt x="1459" y="2708"/>
                        <a:pt x="1388" y="2708"/>
                      </a:cubicBezTo>
                      <a:cubicBezTo>
                        <a:pt x="1265" y="2708"/>
                        <a:pt x="1129" y="2714"/>
                        <a:pt x="982" y="2731"/>
                      </a:cubicBezTo>
                      <a:cubicBezTo>
                        <a:pt x="875" y="2740"/>
                        <a:pt x="750" y="2758"/>
                        <a:pt x="616" y="2802"/>
                      </a:cubicBezTo>
                      <a:cubicBezTo>
                        <a:pt x="598" y="2809"/>
                        <a:pt x="581" y="2816"/>
                        <a:pt x="563" y="2824"/>
                      </a:cubicBezTo>
                      <a:lnTo>
                        <a:pt x="563" y="2824"/>
                      </a:lnTo>
                      <a:cubicBezTo>
                        <a:pt x="561" y="2713"/>
                        <a:pt x="552" y="2602"/>
                        <a:pt x="536" y="2490"/>
                      </a:cubicBezTo>
                      <a:cubicBezTo>
                        <a:pt x="491" y="2133"/>
                        <a:pt x="411" y="1803"/>
                        <a:pt x="330" y="1509"/>
                      </a:cubicBezTo>
                      <a:cubicBezTo>
                        <a:pt x="259" y="1214"/>
                        <a:pt x="197" y="956"/>
                        <a:pt x="161" y="732"/>
                      </a:cubicBezTo>
                      <a:cubicBezTo>
                        <a:pt x="116" y="509"/>
                        <a:pt x="116" y="331"/>
                        <a:pt x="107" y="197"/>
                      </a:cubicBezTo>
                      <a:cubicBezTo>
                        <a:pt x="116" y="72"/>
                        <a:pt x="116" y="1"/>
                        <a:pt x="1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3" name="Google Shape;323;p29"/>
                <p:cNvSpPr/>
                <p:nvPr/>
              </p:nvSpPr>
              <p:spPr>
                <a:xfrm>
                  <a:off x="7507599" y="1583332"/>
                  <a:ext cx="210587" cy="968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8" h="13052" extrusionOk="0">
                      <a:moveTo>
                        <a:pt x="1" y="0"/>
                      </a:moveTo>
                      <a:cubicBezTo>
                        <a:pt x="1" y="0"/>
                        <a:pt x="10" y="206"/>
                        <a:pt x="28" y="571"/>
                      </a:cubicBezTo>
                      <a:cubicBezTo>
                        <a:pt x="45" y="946"/>
                        <a:pt x="72" y="1472"/>
                        <a:pt x="135" y="2132"/>
                      </a:cubicBezTo>
                      <a:cubicBezTo>
                        <a:pt x="188" y="2784"/>
                        <a:pt x="286" y="3569"/>
                        <a:pt x="483" y="4425"/>
                      </a:cubicBezTo>
                      <a:cubicBezTo>
                        <a:pt x="581" y="4844"/>
                        <a:pt x="697" y="5281"/>
                        <a:pt x="768" y="5745"/>
                      </a:cubicBezTo>
                      <a:cubicBezTo>
                        <a:pt x="839" y="6200"/>
                        <a:pt x="866" y="6682"/>
                        <a:pt x="875" y="7173"/>
                      </a:cubicBezTo>
                      <a:cubicBezTo>
                        <a:pt x="884" y="9180"/>
                        <a:pt x="911" y="11009"/>
                        <a:pt x="955" y="12320"/>
                      </a:cubicBezTo>
                      <a:lnTo>
                        <a:pt x="955" y="12427"/>
                      </a:lnTo>
                      <a:lnTo>
                        <a:pt x="1054" y="12392"/>
                      </a:lnTo>
                      <a:cubicBezTo>
                        <a:pt x="1213" y="12334"/>
                        <a:pt x="1372" y="12310"/>
                        <a:pt x="1522" y="12310"/>
                      </a:cubicBezTo>
                      <a:cubicBezTo>
                        <a:pt x="1650" y="12310"/>
                        <a:pt x="1772" y="12327"/>
                        <a:pt x="1883" y="12356"/>
                      </a:cubicBezTo>
                      <a:cubicBezTo>
                        <a:pt x="2133" y="12409"/>
                        <a:pt x="2329" y="12525"/>
                        <a:pt x="2472" y="12632"/>
                      </a:cubicBezTo>
                      <a:cubicBezTo>
                        <a:pt x="2615" y="12739"/>
                        <a:pt x="2704" y="12846"/>
                        <a:pt x="2757" y="12927"/>
                      </a:cubicBezTo>
                      <a:cubicBezTo>
                        <a:pt x="2811" y="13007"/>
                        <a:pt x="2838" y="13052"/>
                        <a:pt x="2838" y="13052"/>
                      </a:cubicBezTo>
                      <a:cubicBezTo>
                        <a:pt x="2838" y="13052"/>
                        <a:pt x="2820" y="13007"/>
                        <a:pt x="2775" y="12918"/>
                      </a:cubicBezTo>
                      <a:cubicBezTo>
                        <a:pt x="2722" y="12838"/>
                        <a:pt x="2641" y="12722"/>
                        <a:pt x="2499" y="12597"/>
                      </a:cubicBezTo>
                      <a:cubicBezTo>
                        <a:pt x="2365" y="12472"/>
                        <a:pt x="2169" y="12338"/>
                        <a:pt x="1910" y="12258"/>
                      </a:cubicBezTo>
                      <a:cubicBezTo>
                        <a:pt x="1767" y="12212"/>
                        <a:pt x="1601" y="12180"/>
                        <a:pt x="1423" y="12180"/>
                      </a:cubicBezTo>
                      <a:cubicBezTo>
                        <a:pt x="1321" y="12180"/>
                        <a:pt x="1217" y="12191"/>
                        <a:pt x="1110" y="12214"/>
                      </a:cubicBezTo>
                      <a:lnTo>
                        <a:pt x="1110" y="12214"/>
                      </a:lnTo>
                      <a:cubicBezTo>
                        <a:pt x="1146" y="10903"/>
                        <a:pt x="1196" y="9135"/>
                        <a:pt x="1187" y="7173"/>
                      </a:cubicBezTo>
                      <a:cubicBezTo>
                        <a:pt x="1178" y="6664"/>
                        <a:pt x="1152" y="6165"/>
                        <a:pt x="1062" y="5692"/>
                      </a:cubicBezTo>
                      <a:cubicBezTo>
                        <a:pt x="982" y="5219"/>
                        <a:pt x="848" y="4773"/>
                        <a:pt x="741" y="4363"/>
                      </a:cubicBezTo>
                      <a:cubicBezTo>
                        <a:pt x="518" y="3524"/>
                        <a:pt x="384" y="2757"/>
                        <a:pt x="286" y="2115"/>
                      </a:cubicBezTo>
                      <a:cubicBezTo>
                        <a:pt x="188" y="1463"/>
                        <a:pt x="126" y="937"/>
                        <a:pt x="72" y="571"/>
                      </a:cubicBezTo>
                      <a:cubicBezTo>
                        <a:pt x="28" y="206"/>
                        <a:pt x="1" y="0"/>
                        <a:pt x="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29"/>
                <p:cNvSpPr/>
                <p:nvPr/>
              </p:nvSpPr>
              <p:spPr>
                <a:xfrm>
                  <a:off x="7725379" y="2076470"/>
                  <a:ext cx="42444" cy="478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2" h="6442" extrusionOk="0">
                      <a:moveTo>
                        <a:pt x="500" y="0"/>
                      </a:moveTo>
                      <a:cubicBezTo>
                        <a:pt x="500" y="0"/>
                        <a:pt x="456" y="357"/>
                        <a:pt x="402" y="937"/>
                      </a:cubicBezTo>
                      <a:cubicBezTo>
                        <a:pt x="340" y="1526"/>
                        <a:pt x="269" y="2329"/>
                        <a:pt x="197" y="3212"/>
                      </a:cubicBezTo>
                      <a:cubicBezTo>
                        <a:pt x="126" y="4104"/>
                        <a:pt x="81" y="4907"/>
                        <a:pt x="45" y="5496"/>
                      </a:cubicBezTo>
                      <a:cubicBezTo>
                        <a:pt x="10" y="6076"/>
                        <a:pt x="1" y="6441"/>
                        <a:pt x="1" y="6441"/>
                      </a:cubicBezTo>
                      <a:cubicBezTo>
                        <a:pt x="1" y="6441"/>
                        <a:pt x="90" y="6093"/>
                        <a:pt x="197" y="5514"/>
                      </a:cubicBezTo>
                      <a:cubicBezTo>
                        <a:pt x="313" y="4934"/>
                        <a:pt x="438" y="4131"/>
                        <a:pt x="509" y="3239"/>
                      </a:cubicBezTo>
                      <a:cubicBezTo>
                        <a:pt x="572" y="2347"/>
                        <a:pt x="572" y="1535"/>
                        <a:pt x="554" y="946"/>
                      </a:cubicBezTo>
                      <a:cubicBezTo>
                        <a:pt x="536" y="357"/>
                        <a:pt x="500" y="0"/>
                        <a:pt x="5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29"/>
                <p:cNvSpPr/>
                <p:nvPr/>
              </p:nvSpPr>
              <p:spPr>
                <a:xfrm>
                  <a:off x="7519545" y="2519969"/>
                  <a:ext cx="88078" cy="262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3538" extrusionOk="0">
                      <a:moveTo>
                        <a:pt x="955" y="0"/>
                      </a:moveTo>
                      <a:cubicBezTo>
                        <a:pt x="955" y="0"/>
                        <a:pt x="955" y="18"/>
                        <a:pt x="946" y="54"/>
                      </a:cubicBezTo>
                      <a:cubicBezTo>
                        <a:pt x="937" y="90"/>
                        <a:pt x="919" y="143"/>
                        <a:pt x="893" y="215"/>
                      </a:cubicBezTo>
                      <a:cubicBezTo>
                        <a:pt x="839" y="348"/>
                        <a:pt x="723" y="509"/>
                        <a:pt x="562" y="723"/>
                      </a:cubicBezTo>
                      <a:cubicBezTo>
                        <a:pt x="491" y="821"/>
                        <a:pt x="411" y="946"/>
                        <a:pt x="339" y="1089"/>
                      </a:cubicBezTo>
                      <a:cubicBezTo>
                        <a:pt x="277" y="1240"/>
                        <a:pt x="232" y="1401"/>
                        <a:pt x="197" y="1571"/>
                      </a:cubicBezTo>
                      <a:cubicBezTo>
                        <a:pt x="134" y="1918"/>
                        <a:pt x="99" y="2284"/>
                        <a:pt x="63" y="2677"/>
                      </a:cubicBezTo>
                      <a:cubicBezTo>
                        <a:pt x="54" y="2775"/>
                        <a:pt x="36" y="2873"/>
                        <a:pt x="27" y="2971"/>
                      </a:cubicBezTo>
                      <a:cubicBezTo>
                        <a:pt x="27" y="3069"/>
                        <a:pt x="0" y="3150"/>
                        <a:pt x="27" y="3283"/>
                      </a:cubicBezTo>
                      <a:cubicBezTo>
                        <a:pt x="36" y="3346"/>
                        <a:pt x="72" y="3408"/>
                        <a:pt x="116" y="3453"/>
                      </a:cubicBezTo>
                      <a:cubicBezTo>
                        <a:pt x="170" y="3497"/>
                        <a:pt x="232" y="3524"/>
                        <a:pt x="286" y="3533"/>
                      </a:cubicBezTo>
                      <a:cubicBezTo>
                        <a:pt x="306" y="3536"/>
                        <a:pt x="326" y="3538"/>
                        <a:pt x="346" y="3538"/>
                      </a:cubicBezTo>
                      <a:cubicBezTo>
                        <a:pt x="443" y="3538"/>
                        <a:pt x="541" y="3503"/>
                        <a:pt x="607" y="3444"/>
                      </a:cubicBezTo>
                      <a:cubicBezTo>
                        <a:pt x="768" y="3301"/>
                        <a:pt x="794" y="3105"/>
                        <a:pt x="812" y="2953"/>
                      </a:cubicBezTo>
                      <a:cubicBezTo>
                        <a:pt x="821" y="2793"/>
                        <a:pt x="812" y="2659"/>
                        <a:pt x="839" y="2534"/>
                      </a:cubicBezTo>
                      <a:cubicBezTo>
                        <a:pt x="884" y="2293"/>
                        <a:pt x="1000" y="2115"/>
                        <a:pt x="1071" y="1990"/>
                      </a:cubicBezTo>
                      <a:cubicBezTo>
                        <a:pt x="1142" y="1865"/>
                        <a:pt x="1187" y="1794"/>
                        <a:pt x="1187" y="1794"/>
                      </a:cubicBezTo>
                      <a:lnTo>
                        <a:pt x="1187" y="1794"/>
                      </a:lnTo>
                      <a:cubicBezTo>
                        <a:pt x="1187" y="1794"/>
                        <a:pt x="1133" y="1856"/>
                        <a:pt x="1044" y="1972"/>
                      </a:cubicBezTo>
                      <a:cubicBezTo>
                        <a:pt x="955" y="2088"/>
                        <a:pt x="821" y="2249"/>
                        <a:pt x="732" y="2507"/>
                      </a:cubicBezTo>
                      <a:cubicBezTo>
                        <a:pt x="696" y="2641"/>
                        <a:pt x="687" y="2793"/>
                        <a:pt x="670" y="2935"/>
                      </a:cubicBezTo>
                      <a:cubicBezTo>
                        <a:pt x="652" y="3078"/>
                        <a:pt x="598" y="3230"/>
                        <a:pt x="500" y="3310"/>
                      </a:cubicBezTo>
                      <a:cubicBezTo>
                        <a:pt x="459" y="3337"/>
                        <a:pt x="413" y="3349"/>
                        <a:pt x="366" y="3349"/>
                      </a:cubicBezTo>
                      <a:cubicBezTo>
                        <a:pt x="351" y="3349"/>
                        <a:pt x="336" y="3348"/>
                        <a:pt x="322" y="3346"/>
                      </a:cubicBezTo>
                      <a:cubicBezTo>
                        <a:pt x="259" y="3328"/>
                        <a:pt x="223" y="3301"/>
                        <a:pt x="215" y="3248"/>
                      </a:cubicBezTo>
                      <a:cubicBezTo>
                        <a:pt x="206" y="3185"/>
                        <a:pt x="223" y="3087"/>
                        <a:pt x="232" y="2989"/>
                      </a:cubicBezTo>
                      <a:cubicBezTo>
                        <a:pt x="241" y="2891"/>
                        <a:pt x="259" y="2802"/>
                        <a:pt x="268" y="2704"/>
                      </a:cubicBezTo>
                      <a:cubicBezTo>
                        <a:pt x="304" y="2311"/>
                        <a:pt x="331" y="1927"/>
                        <a:pt x="366" y="1597"/>
                      </a:cubicBezTo>
                      <a:cubicBezTo>
                        <a:pt x="393" y="1437"/>
                        <a:pt x="429" y="1285"/>
                        <a:pt x="473" y="1142"/>
                      </a:cubicBezTo>
                      <a:cubicBezTo>
                        <a:pt x="518" y="1009"/>
                        <a:pt x="589" y="884"/>
                        <a:pt x="652" y="777"/>
                      </a:cubicBezTo>
                      <a:cubicBezTo>
                        <a:pt x="785" y="554"/>
                        <a:pt x="893" y="366"/>
                        <a:pt x="928" y="223"/>
                      </a:cubicBezTo>
                      <a:cubicBezTo>
                        <a:pt x="946" y="152"/>
                        <a:pt x="955" y="99"/>
                        <a:pt x="955" y="54"/>
                      </a:cubicBezTo>
                      <a:cubicBezTo>
                        <a:pt x="955" y="18"/>
                        <a:pt x="955" y="0"/>
                        <a:pt x="9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29"/>
                <p:cNvSpPr/>
                <p:nvPr/>
              </p:nvSpPr>
              <p:spPr>
                <a:xfrm>
                  <a:off x="7540692" y="2682988"/>
                  <a:ext cx="141801" cy="1705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1" h="2298" extrusionOk="0">
                      <a:moveTo>
                        <a:pt x="718" y="1"/>
                      </a:moveTo>
                      <a:cubicBezTo>
                        <a:pt x="652" y="1"/>
                        <a:pt x="616" y="25"/>
                        <a:pt x="616" y="25"/>
                      </a:cubicBezTo>
                      <a:cubicBezTo>
                        <a:pt x="616" y="25"/>
                        <a:pt x="639" y="15"/>
                        <a:pt x="681" y="15"/>
                      </a:cubicBezTo>
                      <a:cubicBezTo>
                        <a:pt x="717" y="15"/>
                        <a:pt x="768" y="22"/>
                        <a:pt x="831" y="52"/>
                      </a:cubicBezTo>
                      <a:cubicBezTo>
                        <a:pt x="955" y="105"/>
                        <a:pt x="1107" y="275"/>
                        <a:pt x="1107" y="533"/>
                      </a:cubicBezTo>
                      <a:cubicBezTo>
                        <a:pt x="1107" y="649"/>
                        <a:pt x="1089" y="792"/>
                        <a:pt x="1054" y="935"/>
                      </a:cubicBezTo>
                      <a:cubicBezTo>
                        <a:pt x="1009" y="1086"/>
                        <a:pt x="991" y="1238"/>
                        <a:pt x="875" y="1336"/>
                      </a:cubicBezTo>
                      <a:cubicBezTo>
                        <a:pt x="768" y="1425"/>
                        <a:pt x="599" y="1515"/>
                        <a:pt x="438" y="1622"/>
                      </a:cubicBezTo>
                      <a:cubicBezTo>
                        <a:pt x="358" y="1666"/>
                        <a:pt x="277" y="1711"/>
                        <a:pt x="188" y="1782"/>
                      </a:cubicBezTo>
                      <a:cubicBezTo>
                        <a:pt x="153" y="1809"/>
                        <a:pt x="108" y="1854"/>
                        <a:pt x="63" y="1907"/>
                      </a:cubicBezTo>
                      <a:cubicBezTo>
                        <a:pt x="28" y="1952"/>
                        <a:pt x="1" y="2023"/>
                        <a:pt x="1" y="2103"/>
                      </a:cubicBezTo>
                      <a:cubicBezTo>
                        <a:pt x="1" y="2121"/>
                        <a:pt x="1" y="2130"/>
                        <a:pt x="1" y="2148"/>
                      </a:cubicBezTo>
                      <a:lnTo>
                        <a:pt x="10" y="2193"/>
                      </a:lnTo>
                      <a:lnTo>
                        <a:pt x="46" y="2219"/>
                      </a:lnTo>
                      <a:cubicBezTo>
                        <a:pt x="127" y="2274"/>
                        <a:pt x="225" y="2297"/>
                        <a:pt x="314" y="2297"/>
                      </a:cubicBezTo>
                      <a:cubicBezTo>
                        <a:pt x="341" y="2297"/>
                        <a:pt x="368" y="2295"/>
                        <a:pt x="393" y="2291"/>
                      </a:cubicBezTo>
                      <a:cubicBezTo>
                        <a:pt x="509" y="2282"/>
                        <a:pt x="608" y="2246"/>
                        <a:pt x="697" y="2193"/>
                      </a:cubicBezTo>
                      <a:cubicBezTo>
                        <a:pt x="875" y="2094"/>
                        <a:pt x="1000" y="1978"/>
                        <a:pt x="1152" y="1898"/>
                      </a:cubicBezTo>
                      <a:cubicBezTo>
                        <a:pt x="1294" y="1818"/>
                        <a:pt x="1455" y="1729"/>
                        <a:pt x="1553" y="1595"/>
                      </a:cubicBezTo>
                      <a:cubicBezTo>
                        <a:pt x="1660" y="1461"/>
                        <a:pt x="1705" y="1309"/>
                        <a:pt x="1732" y="1185"/>
                      </a:cubicBezTo>
                      <a:cubicBezTo>
                        <a:pt x="1776" y="926"/>
                        <a:pt x="1794" y="721"/>
                        <a:pt x="1830" y="578"/>
                      </a:cubicBezTo>
                      <a:cubicBezTo>
                        <a:pt x="1856" y="507"/>
                        <a:pt x="1874" y="462"/>
                        <a:pt x="1892" y="426"/>
                      </a:cubicBezTo>
                      <a:cubicBezTo>
                        <a:pt x="1901" y="391"/>
                        <a:pt x="1910" y="373"/>
                        <a:pt x="1910" y="373"/>
                      </a:cubicBezTo>
                      <a:lnTo>
                        <a:pt x="1910" y="373"/>
                      </a:lnTo>
                      <a:cubicBezTo>
                        <a:pt x="1910" y="373"/>
                        <a:pt x="1901" y="391"/>
                        <a:pt x="1883" y="417"/>
                      </a:cubicBezTo>
                      <a:cubicBezTo>
                        <a:pt x="1856" y="453"/>
                        <a:pt x="1830" y="498"/>
                        <a:pt x="1803" y="569"/>
                      </a:cubicBezTo>
                      <a:cubicBezTo>
                        <a:pt x="1741" y="703"/>
                        <a:pt x="1705" y="917"/>
                        <a:pt x="1633" y="1158"/>
                      </a:cubicBezTo>
                      <a:cubicBezTo>
                        <a:pt x="1589" y="1274"/>
                        <a:pt x="1544" y="1408"/>
                        <a:pt x="1446" y="1506"/>
                      </a:cubicBezTo>
                      <a:cubicBezTo>
                        <a:pt x="1357" y="1604"/>
                        <a:pt x="1223" y="1675"/>
                        <a:pt x="1071" y="1747"/>
                      </a:cubicBezTo>
                      <a:cubicBezTo>
                        <a:pt x="902" y="1818"/>
                        <a:pt x="759" y="1943"/>
                        <a:pt x="608" y="2023"/>
                      </a:cubicBezTo>
                      <a:cubicBezTo>
                        <a:pt x="523" y="2065"/>
                        <a:pt x="423" y="2092"/>
                        <a:pt x="332" y="2092"/>
                      </a:cubicBezTo>
                      <a:cubicBezTo>
                        <a:pt x="289" y="2092"/>
                        <a:pt x="248" y="2086"/>
                        <a:pt x="212" y="2073"/>
                      </a:cubicBezTo>
                      <a:lnTo>
                        <a:pt x="212" y="2073"/>
                      </a:lnTo>
                      <a:cubicBezTo>
                        <a:pt x="226" y="2033"/>
                        <a:pt x="266" y="1985"/>
                        <a:pt x="322" y="1943"/>
                      </a:cubicBezTo>
                      <a:cubicBezTo>
                        <a:pt x="385" y="1889"/>
                        <a:pt x="474" y="1836"/>
                        <a:pt x="545" y="1782"/>
                      </a:cubicBezTo>
                      <a:cubicBezTo>
                        <a:pt x="625" y="1729"/>
                        <a:pt x="706" y="1684"/>
                        <a:pt x="777" y="1631"/>
                      </a:cubicBezTo>
                      <a:cubicBezTo>
                        <a:pt x="848" y="1577"/>
                        <a:pt x="929" y="1532"/>
                        <a:pt x="1000" y="1461"/>
                      </a:cubicBezTo>
                      <a:cubicBezTo>
                        <a:pt x="1071" y="1390"/>
                        <a:pt x="1125" y="1292"/>
                        <a:pt x="1143" y="1202"/>
                      </a:cubicBezTo>
                      <a:cubicBezTo>
                        <a:pt x="1170" y="1113"/>
                        <a:pt x="1178" y="1042"/>
                        <a:pt x="1187" y="961"/>
                      </a:cubicBezTo>
                      <a:cubicBezTo>
                        <a:pt x="1214" y="810"/>
                        <a:pt x="1232" y="658"/>
                        <a:pt x="1214" y="524"/>
                      </a:cubicBezTo>
                      <a:cubicBezTo>
                        <a:pt x="1196" y="382"/>
                        <a:pt x="1143" y="257"/>
                        <a:pt x="1071" y="176"/>
                      </a:cubicBezTo>
                      <a:cubicBezTo>
                        <a:pt x="1000" y="96"/>
                        <a:pt x="911" y="43"/>
                        <a:pt x="839" y="25"/>
                      </a:cubicBezTo>
                      <a:cubicBezTo>
                        <a:pt x="792" y="7"/>
                        <a:pt x="751" y="1"/>
                        <a:pt x="71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29"/>
                <p:cNvSpPr/>
                <p:nvPr/>
              </p:nvSpPr>
              <p:spPr>
                <a:xfrm>
                  <a:off x="7583061" y="2735745"/>
                  <a:ext cx="119911" cy="1061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6" h="1431" extrusionOk="0">
                      <a:moveTo>
                        <a:pt x="1616" y="1"/>
                      </a:moveTo>
                      <a:cubicBezTo>
                        <a:pt x="1616" y="1"/>
                        <a:pt x="1553" y="126"/>
                        <a:pt x="1455" y="313"/>
                      </a:cubicBezTo>
                      <a:cubicBezTo>
                        <a:pt x="1357" y="500"/>
                        <a:pt x="1205" y="759"/>
                        <a:pt x="1036" y="1009"/>
                      </a:cubicBezTo>
                      <a:cubicBezTo>
                        <a:pt x="991" y="1062"/>
                        <a:pt x="955" y="1089"/>
                        <a:pt x="884" y="1116"/>
                      </a:cubicBezTo>
                      <a:cubicBezTo>
                        <a:pt x="822" y="1143"/>
                        <a:pt x="750" y="1169"/>
                        <a:pt x="688" y="1196"/>
                      </a:cubicBezTo>
                      <a:cubicBezTo>
                        <a:pt x="554" y="1241"/>
                        <a:pt x="438" y="1285"/>
                        <a:pt x="331" y="1321"/>
                      </a:cubicBezTo>
                      <a:cubicBezTo>
                        <a:pt x="135" y="1383"/>
                        <a:pt x="1" y="1428"/>
                        <a:pt x="1" y="1428"/>
                      </a:cubicBezTo>
                      <a:cubicBezTo>
                        <a:pt x="1" y="1428"/>
                        <a:pt x="34" y="1430"/>
                        <a:pt x="96" y="1430"/>
                      </a:cubicBezTo>
                      <a:cubicBezTo>
                        <a:pt x="157" y="1430"/>
                        <a:pt x="246" y="1428"/>
                        <a:pt x="358" y="1419"/>
                      </a:cubicBezTo>
                      <a:cubicBezTo>
                        <a:pt x="465" y="1410"/>
                        <a:pt x="590" y="1392"/>
                        <a:pt x="732" y="1366"/>
                      </a:cubicBezTo>
                      <a:cubicBezTo>
                        <a:pt x="804" y="1348"/>
                        <a:pt x="875" y="1330"/>
                        <a:pt x="955" y="1303"/>
                      </a:cubicBezTo>
                      <a:cubicBezTo>
                        <a:pt x="1036" y="1285"/>
                        <a:pt x="1143" y="1214"/>
                        <a:pt x="1196" y="1134"/>
                      </a:cubicBezTo>
                      <a:cubicBezTo>
                        <a:pt x="1401" y="848"/>
                        <a:pt x="1500" y="563"/>
                        <a:pt x="1553" y="349"/>
                      </a:cubicBezTo>
                      <a:cubicBezTo>
                        <a:pt x="1607" y="135"/>
                        <a:pt x="1616" y="1"/>
                        <a:pt x="16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29"/>
                <p:cNvSpPr/>
                <p:nvPr/>
              </p:nvSpPr>
              <p:spPr>
                <a:xfrm>
                  <a:off x="7647319" y="2741681"/>
                  <a:ext cx="68266" cy="888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" h="1197" extrusionOk="0">
                      <a:moveTo>
                        <a:pt x="910" y="1"/>
                      </a:moveTo>
                      <a:cubicBezTo>
                        <a:pt x="910" y="1"/>
                        <a:pt x="866" y="90"/>
                        <a:pt x="812" y="242"/>
                      </a:cubicBezTo>
                      <a:cubicBezTo>
                        <a:pt x="785" y="313"/>
                        <a:pt x="758" y="402"/>
                        <a:pt x="732" y="501"/>
                      </a:cubicBezTo>
                      <a:cubicBezTo>
                        <a:pt x="705" y="599"/>
                        <a:pt x="678" y="715"/>
                        <a:pt x="643" y="795"/>
                      </a:cubicBezTo>
                      <a:cubicBezTo>
                        <a:pt x="607" y="884"/>
                        <a:pt x="562" y="929"/>
                        <a:pt x="473" y="973"/>
                      </a:cubicBezTo>
                      <a:cubicBezTo>
                        <a:pt x="393" y="1018"/>
                        <a:pt x="295" y="1045"/>
                        <a:pt x="232" y="1080"/>
                      </a:cubicBezTo>
                      <a:cubicBezTo>
                        <a:pt x="80" y="1152"/>
                        <a:pt x="0" y="1196"/>
                        <a:pt x="0" y="1196"/>
                      </a:cubicBezTo>
                      <a:cubicBezTo>
                        <a:pt x="0" y="1196"/>
                        <a:pt x="98" y="1196"/>
                        <a:pt x="259" y="1179"/>
                      </a:cubicBezTo>
                      <a:cubicBezTo>
                        <a:pt x="330" y="1170"/>
                        <a:pt x="419" y="1170"/>
                        <a:pt x="535" y="1143"/>
                      </a:cubicBezTo>
                      <a:cubicBezTo>
                        <a:pt x="589" y="1125"/>
                        <a:pt x="651" y="1098"/>
                        <a:pt x="705" y="1054"/>
                      </a:cubicBezTo>
                      <a:cubicBezTo>
                        <a:pt x="767" y="1009"/>
                        <a:pt x="812" y="947"/>
                        <a:pt x="839" y="875"/>
                      </a:cubicBezTo>
                      <a:cubicBezTo>
                        <a:pt x="892" y="750"/>
                        <a:pt x="892" y="634"/>
                        <a:pt x="901" y="527"/>
                      </a:cubicBezTo>
                      <a:cubicBezTo>
                        <a:pt x="910" y="429"/>
                        <a:pt x="910" y="331"/>
                        <a:pt x="910" y="260"/>
                      </a:cubicBezTo>
                      <a:cubicBezTo>
                        <a:pt x="919" y="99"/>
                        <a:pt x="910" y="1"/>
                        <a:pt x="91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29"/>
                <p:cNvSpPr/>
                <p:nvPr/>
              </p:nvSpPr>
              <p:spPr>
                <a:xfrm>
                  <a:off x="7694289" y="2545123"/>
                  <a:ext cx="41776" cy="272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3" h="3667" extrusionOk="0">
                      <a:moveTo>
                        <a:pt x="161" y="0"/>
                      </a:moveTo>
                      <a:lnTo>
                        <a:pt x="161" y="0"/>
                      </a:lnTo>
                      <a:cubicBezTo>
                        <a:pt x="161" y="0"/>
                        <a:pt x="143" y="54"/>
                        <a:pt x="125" y="152"/>
                      </a:cubicBezTo>
                      <a:cubicBezTo>
                        <a:pt x="99" y="241"/>
                        <a:pt x="81" y="384"/>
                        <a:pt x="81" y="562"/>
                      </a:cubicBezTo>
                      <a:cubicBezTo>
                        <a:pt x="81" y="928"/>
                        <a:pt x="188" y="1401"/>
                        <a:pt x="277" y="1918"/>
                      </a:cubicBezTo>
                      <a:cubicBezTo>
                        <a:pt x="349" y="2427"/>
                        <a:pt x="349" y="2909"/>
                        <a:pt x="313" y="3239"/>
                      </a:cubicBezTo>
                      <a:cubicBezTo>
                        <a:pt x="295" y="3328"/>
                        <a:pt x="268" y="3390"/>
                        <a:pt x="233" y="3444"/>
                      </a:cubicBezTo>
                      <a:cubicBezTo>
                        <a:pt x="197" y="3497"/>
                        <a:pt x="152" y="3524"/>
                        <a:pt x="108" y="3551"/>
                      </a:cubicBezTo>
                      <a:cubicBezTo>
                        <a:pt x="63" y="3578"/>
                        <a:pt x="36" y="3605"/>
                        <a:pt x="18" y="3631"/>
                      </a:cubicBezTo>
                      <a:cubicBezTo>
                        <a:pt x="10" y="3649"/>
                        <a:pt x="1" y="3667"/>
                        <a:pt x="1" y="3667"/>
                      </a:cubicBezTo>
                      <a:cubicBezTo>
                        <a:pt x="1" y="3667"/>
                        <a:pt x="36" y="3613"/>
                        <a:pt x="125" y="3587"/>
                      </a:cubicBezTo>
                      <a:cubicBezTo>
                        <a:pt x="170" y="3560"/>
                        <a:pt x="233" y="3542"/>
                        <a:pt x="286" y="3489"/>
                      </a:cubicBezTo>
                      <a:cubicBezTo>
                        <a:pt x="340" y="3435"/>
                        <a:pt x="384" y="3355"/>
                        <a:pt x="411" y="3266"/>
                      </a:cubicBezTo>
                      <a:cubicBezTo>
                        <a:pt x="509" y="2918"/>
                        <a:pt x="563" y="2427"/>
                        <a:pt x="482" y="1883"/>
                      </a:cubicBezTo>
                      <a:cubicBezTo>
                        <a:pt x="438" y="1615"/>
                        <a:pt x="375" y="1374"/>
                        <a:pt x="313" y="1151"/>
                      </a:cubicBezTo>
                      <a:cubicBezTo>
                        <a:pt x="259" y="928"/>
                        <a:pt x="215" y="732"/>
                        <a:pt x="188" y="562"/>
                      </a:cubicBezTo>
                      <a:cubicBezTo>
                        <a:pt x="161" y="393"/>
                        <a:pt x="152" y="250"/>
                        <a:pt x="152" y="152"/>
                      </a:cubicBezTo>
                      <a:cubicBezTo>
                        <a:pt x="152" y="54"/>
                        <a:pt x="161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29"/>
                <p:cNvSpPr/>
                <p:nvPr/>
              </p:nvSpPr>
              <p:spPr>
                <a:xfrm>
                  <a:off x="6639816" y="2635796"/>
                  <a:ext cx="186100" cy="335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" h="4527" extrusionOk="0">
                      <a:moveTo>
                        <a:pt x="393" y="1"/>
                      </a:moveTo>
                      <a:cubicBezTo>
                        <a:pt x="393" y="1"/>
                        <a:pt x="384" y="117"/>
                        <a:pt x="366" y="331"/>
                      </a:cubicBezTo>
                      <a:cubicBezTo>
                        <a:pt x="348" y="536"/>
                        <a:pt x="313" y="839"/>
                        <a:pt x="259" y="1214"/>
                      </a:cubicBezTo>
                      <a:cubicBezTo>
                        <a:pt x="223" y="1401"/>
                        <a:pt x="188" y="1597"/>
                        <a:pt x="152" y="1812"/>
                      </a:cubicBezTo>
                      <a:cubicBezTo>
                        <a:pt x="125" y="1928"/>
                        <a:pt x="98" y="2035"/>
                        <a:pt x="81" y="2151"/>
                      </a:cubicBezTo>
                      <a:cubicBezTo>
                        <a:pt x="63" y="2204"/>
                        <a:pt x="54" y="2267"/>
                        <a:pt x="36" y="2320"/>
                      </a:cubicBezTo>
                      <a:cubicBezTo>
                        <a:pt x="27" y="2383"/>
                        <a:pt x="0" y="2454"/>
                        <a:pt x="27" y="2552"/>
                      </a:cubicBezTo>
                      <a:cubicBezTo>
                        <a:pt x="63" y="2641"/>
                        <a:pt x="125" y="2695"/>
                        <a:pt x="170" y="2739"/>
                      </a:cubicBezTo>
                      <a:cubicBezTo>
                        <a:pt x="214" y="2775"/>
                        <a:pt x="259" y="2820"/>
                        <a:pt x="295" y="2864"/>
                      </a:cubicBezTo>
                      <a:cubicBezTo>
                        <a:pt x="384" y="2962"/>
                        <a:pt x="455" y="3061"/>
                        <a:pt x="527" y="3176"/>
                      </a:cubicBezTo>
                      <a:cubicBezTo>
                        <a:pt x="661" y="3400"/>
                        <a:pt x="759" y="3649"/>
                        <a:pt x="794" y="3917"/>
                      </a:cubicBezTo>
                      <a:cubicBezTo>
                        <a:pt x="803" y="3953"/>
                        <a:pt x="803" y="3988"/>
                        <a:pt x="812" y="4033"/>
                      </a:cubicBezTo>
                      <a:cubicBezTo>
                        <a:pt x="821" y="4060"/>
                        <a:pt x="830" y="4086"/>
                        <a:pt x="848" y="4113"/>
                      </a:cubicBezTo>
                      <a:cubicBezTo>
                        <a:pt x="866" y="4149"/>
                        <a:pt x="892" y="4176"/>
                        <a:pt x="919" y="4185"/>
                      </a:cubicBezTo>
                      <a:cubicBezTo>
                        <a:pt x="982" y="4220"/>
                        <a:pt x="1017" y="4220"/>
                        <a:pt x="1044" y="4229"/>
                      </a:cubicBezTo>
                      <a:lnTo>
                        <a:pt x="1151" y="4256"/>
                      </a:lnTo>
                      <a:cubicBezTo>
                        <a:pt x="1285" y="4292"/>
                        <a:pt x="1419" y="4327"/>
                        <a:pt x="1553" y="4363"/>
                      </a:cubicBezTo>
                      <a:cubicBezTo>
                        <a:pt x="1678" y="4399"/>
                        <a:pt x="1811" y="4425"/>
                        <a:pt x="1936" y="4461"/>
                      </a:cubicBezTo>
                      <a:cubicBezTo>
                        <a:pt x="1999" y="4479"/>
                        <a:pt x="2061" y="4497"/>
                        <a:pt x="2124" y="4506"/>
                      </a:cubicBezTo>
                      <a:cubicBezTo>
                        <a:pt x="2165" y="4516"/>
                        <a:pt x="2209" y="4526"/>
                        <a:pt x="2256" y="4526"/>
                      </a:cubicBezTo>
                      <a:cubicBezTo>
                        <a:pt x="2291" y="4526"/>
                        <a:pt x="2327" y="4521"/>
                        <a:pt x="2364" y="4506"/>
                      </a:cubicBezTo>
                      <a:cubicBezTo>
                        <a:pt x="2409" y="4488"/>
                        <a:pt x="2454" y="4452"/>
                        <a:pt x="2480" y="4399"/>
                      </a:cubicBezTo>
                      <a:cubicBezTo>
                        <a:pt x="2507" y="4354"/>
                        <a:pt x="2507" y="4292"/>
                        <a:pt x="2489" y="4256"/>
                      </a:cubicBezTo>
                      <a:cubicBezTo>
                        <a:pt x="2463" y="4167"/>
                        <a:pt x="2409" y="4113"/>
                        <a:pt x="2356" y="4069"/>
                      </a:cubicBezTo>
                      <a:cubicBezTo>
                        <a:pt x="2266" y="3997"/>
                        <a:pt x="2168" y="3926"/>
                        <a:pt x="2070" y="3863"/>
                      </a:cubicBezTo>
                      <a:cubicBezTo>
                        <a:pt x="1972" y="3801"/>
                        <a:pt x="1883" y="3747"/>
                        <a:pt x="1785" y="3703"/>
                      </a:cubicBezTo>
                      <a:cubicBezTo>
                        <a:pt x="1695" y="3658"/>
                        <a:pt x="1597" y="3623"/>
                        <a:pt x="1517" y="3578"/>
                      </a:cubicBezTo>
                      <a:cubicBezTo>
                        <a:pt x="1356" y="3507"/>
                        <a:pt x="1285" y="3355"/>
                        <a:pt x="1214" y="3221"/>
                      </a:cubicBezTo>
                      <a:cubicBezTo>
                        <a:pt x="1142" y="3087"/>
                        <a:pt x="1080" y="2971"/>
                        <a:pt x="1035" y="2882"/>
                      </a:cubicBezTo>
                      <a:cubicBezTo>
                        <a:pt x="937" y="2695"/>
                        <a:pt x="884" y="2588"/>
                        <a:pt x="884" y="2588"/>
                      </a:cubicBezTo>
                      <a:lnTo>
                        <a:pt x="884" y="2588"/>
                      </a:lnTo>
                      <a:cubicBezTo>
                        <a:pt x="884" y="2588"/>
                        <a:pt x="928" y="2695"/>
                        <a:pt x="1008" y="2891"/>
                      </a:cubicBezTo>
                      <a:cubicBezTo>
                        <a:pt x="1044" y="2989"/>
                        <a:pt x="1098" y="3114"/>
                        <a:pt x="1151" y="3248"/>
                      </a:cubicBezTo>
                      <a:cubicBezTo>
                        <a:pt x="1187" y="3319"/>
                        <a:pt x="1214" y="3391"/>
                        <a:pt x="1258" y="3471"/>
                      </a:cubicBezTo>
                      <a:cubicBezTo>
                        <a:pt x="1303" y="3551"/>
                        <a:pt x="1383" y="3623"/>
                        <a:pt x="1463" y="3667"/>
                      </a:cubicBezTo>
                      <a:cubicBezTo>
                        <a:pt x="1553" y="3721"/>
                        <a:pt x="1642" y="3756"/>
                        <a:pt x="1731" y="3810"/>
                      </a:cubicBezTo>
                      <a:cubicBezTo>
                        <a:pt x="1811" y="3863"/>
                        <a:pt x="1901" y="3917"/>
                        <a:pt x="1990" y="3979"/>
                      </a:cubicBezTo>
                      <a:cubicBezTo>
                        <a:pt x="2079" y="4042"/>
                        <a:pt x="2168" y="4113"/>
                        <a:pt x="2248" y="4193"/>
                      </a:cubicBezTo>
                      <a:cubicBezTo>
                        <a:pt x="2284" y="4229"/>
                        <a:pt x="2320" y="4265"/>
                        <a:pt x="2329" y="4301"/>
                      </a:cubicBezTo>
                      <a:cubicBezTo>
                        <a:pt x="2329" y="4327"/>
                        <a:pt x="2329" y="4336"/>
                        <a:pt x="2302" y="4345"/>
                      </a:cubicBezTo>
                      <a:cubicBezTo>
                        <a:pt x="2292" y="4348"/>
                        <a:pt x="2281" y="4349"/>
                        <a:pt x="2268" y="4349"/>
                      </a:cubicBezTo>
                      <a:cubicBezTo>
                        <a:pt x="2198" y="4349"/>
                        <a:pt x="2086" y="4313"/>
                        <a:pt x="1981" y="4283"/>
                      </a:cubicBezTo>
                      <a:cubicBezTo>
                        <a:pt x="1856" y="4247"/>
                        <a:pt x="1731" y="4211"/>
                        <a:pt x="1597" y="4167"/>
                      </a:cubicBezTo>
                      <a:cubicBezTo>
                        <a:pt x="1472" y="4131"/>
                        <a:pt x="1339" y="4095"/>
                        <a:pt x="1205" y="4060"/>
                      </a:cubicBezTo>
                      <a:lnTo>
                        <a:pt x="1098" y="4033"/>
                      </a:lnTo>
                      <a:cubicBezTo>
                        <a:pt x="1062" y="4024"/>
                        <a:pt x="1026" y="4015"/>
                        <a:pt x="1026" y="4006"/>
                      </a:cubicBezTo>
                      <a:cubicBezTo>
                        <a:pt x="1017" y="4006"/>
                        <a:pt x="1026" y="4006"/>
                        <a:pt x="1017" y="4015"/>
                      </a:cubicBezTo>
                      <a:cubicBezTo>
                        <a:pt x="1017" y="4006"/>
                        <a:pt x="1026" y="4006"/>
                        <a:pt x="1017" y="4006"/>
                      </a:cubicBezTo>
                      <a:cubicBezTo>
                        <a:pt x="1017" y="4006"/>
                        <a:pt x="1017" y="3997"/>
                        <a:pt x="1017" y="3988"/>
                      </a:cubicBezTo>
                      <a:cubicBezTo>
                        <a:pt x="1008" y="3970"/>
                        <a:pt x="1008" y="3926"/>
                        <a:pt x="1000" y="3890"/>
                      </a:cubicBezTo>
                      <a:cubicBezTo>
                        <a:pt x="955" y="3587"/>
                        <a:pt x="848" y="3310"/>
                        <a:pt x="696" y="3069"/>
                      </a:cubicBezTo>
                      <a:cubicBezTo>
                        <a:pt x="616" y="2953"/>
                        <a:pt x="527" y="2838"/>
                        <a:pt x="437" y="2739"/>
                      </a:cubicBezTo>
                      <a:cubicBezTo>
                        <a:pt x="393" y="2695"/>
                        <a:pt x="339" y="2641"/>
                        <a:pt x="295" y="2597"/>
                      </a:cubicBezTo>
                      <a:cubicBezTo>
                        <a:pt x="241" y="2561"/>
                        <a:pt x="206" y="2525"/>
                        <a:pt x="197" y="2499"/>
                      </a:cubicBezTo>
                      <a:cubicBezTo>
                        <a:pt x="179" y="2472"/>
                        <a:pt x="188" y="2418"/>
                        <a:pt x="197" y="2356"/>
                      </a:cubicBezTo>
                      <a:cubicBezTo>
                        <a:pt x="214" y="2302"/>
                        <a:pt x="223" y="2240"/>
                        <a:pt x="232" y="2177"/>
                      </a:cubicBezTo>
                      <a:cubicBezTo>
                        <a:pt x="250" y="2061"/>
                        <a:pt x="268" y="1954"/>
                        <a:pt x="286" y="1838"/>
                      </a:cubicBezTo>
                      <a:cubicBezTo>
                        <a:pt x="322" y="1615"/>
                        <a:pt x="339" y="1410"/>
                        <a:pt x="357" y="1223"/>
                      </a:cubicBezTo>
                      <a:cubicBezTo>
                        <a:pt x="393" y="848"/>
                        <a:pt x="402" y="536"/>
                        <a:pt x="402" y="331"/>
                      </a:cubicBezTo>
                      <a:cubicBezTo>
                        <a:pt x="402" y="117"/>
                        <a:pt x="393" y="1"/>
                        <a:pt x="3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1" name="Google Shape;331;p29"/>
                <p:cNvSpPr/>
                <p:nvPr/>
              </p:nvSpPr>
              <p:spPr>
                <a:xfrm>
                  <a:off x="6726557" y="2834358"/>
                  <a:ext cx="105293" cy="109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76" extrusionOk="0">
                      <a:moveTo>
                        <a:pt x="0" y="1"/>
                      </a:moveTo>
                      <a:cubicBezTo>
                        <a:pt x="0" y="1"/>
                        <a:pt x="27" y="126"/>
                        <a:pt x="116" y="322"/>
                      </a:cubicBezTo>
                      <a:cubicBezTo>
                        <a:pt x="152" y="411"/>
                        <a:pt x="214" y="527"/>
                        <a:pt x="294" y="643"/>
                      </a:cubicBezTo>
                      <a:cubicBezTo>
                        <a:pt x="330" y="697"/>
                        <a:pt x="375" y="759"/>
                        <a:pt x="437" y="822"/>
                      </a:cubicBezTo>
                      <a:cubicBezTo>
                        <a:pt x="500" y="875"/>
                        <a:pt x="571" y="920"/>
                        <a:pt x="642" y="964"/>
                      </a:cubicBezTo>
                      <a:cubicBezTo>
                        <a:pt x="821" y="1054"/>
                        <a:pt x="972" y="1134"/>
                        <a:pt x="1124" y="1196"/>
                      </a:cubicBezTo>
                      <a:cubicBezTo>
                        <a:pt x="1195" y="1232"/>
                        <a:pt x="1249" y="1259"/>
                        <a:pt x="1285" y="1294"/>
                      </a:cubicBezTo>
                      <a:cubicBezTo>
                        <a:pt x="1318" y="1328"/>
                        <a:pt x="1328" y="1378"/>
                        <a:pt x="1322" y="1406"/>
                      </a:cubicBezTo>
                      <a:lnTo>
                        <a:pt x="1322" y="1406"/>
                      </a:lnTo>
                      <a:cubicBezTo>
                        <a:pt x="1280" y="1430"/>
                        <a:pt x="1238" y="1447"/>
                        <a:pt x="1204" y="1455"/>
                      </a:cubicBezTo>
                      <a:cubicBezTo>
                        <a:pt x="1169" y="1455"/>
                        <a:pt x="1151" y="1464"/>
                        <a:pt x="1151" y="1464"/>
                      </a:cubicBezTo>
                      <a:cubicBezTo>
                        <a:pt x="1151" y="1464"/>
                        <a:pt x="1169" y="1464"/>
                        <a:pt x="1204" y="1473"/>
                      </a:cubicBezTo>
                      <a:cubicBezTo>
                        <a:pt x="1222" y="1473"/>
                        <a:pt x="1245" y="1475"/>
                        <a:pt x="1270" y="1475"/>
                      </a:cubicBezTo>
                      <a:cubicBezTo>
                        <a:pt x="1296" y="1475"/>
                        <a:pt x="1325" y="1473"/>
                        <a:pt x="1356" y="1464"/>
                      </a:cubicBezTo>
                      <a:lnTo>
                        <a:pt x="1365" y="1464"/>
                      </a:lnTo>
                      <a:lnTo>
                        <a:pt x="1374" y="1455"/>
                      </a:lnTo>
                      <a:cubicBezTo>
                        <a:pt x="1418" y="1402"/>
                        <a:pt x="1418" y="1312"/>
                        <a:pt x="1383" y="1232"/>
                      </a:cubicBezTo>
                      <a:cubicBezTo>
                        <a:pt x="1338" y="1161"/>
                        <a:pt x="1267" y="1107"/>
                        <a:pt x="1204" y="1063"/>
                      </a:cubicBezTo>
                      <a:cubicBezTo>
                        <a:pt x="1071" y="973"/>
                        <a:pt x="910" y="866"/>
                        <a:pt x="740" y="777"/>
                      </a:cubicBezTo>
                      <a:cubicBezTo>
                        <a:pt x="678" y="741"/>
                        <a:pt x="616" y="706"/>
                        <a:pt x="571" y="670"/>
                      </a:cubicBezTo>
                      <a:cubicBezTo>
                        <a:pt x="517" y="625"/>
                        <a:pt x="473" y="581"/>
                        <a:pt x="428" y="536"/>
                      </a:cubicBezTo>
                      <a:cubicBezTo>
                        <a:pt x="339" y="438"/>
                        <a:pt x="268" y="349"/>
                        <a:pt x="205" y="269"/>
                      </a:cubicBezTo>
                      <a:cubicBezTo>
                        <a:pt x="80" y="108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2" name="Google Shape;332;p29"/>
                <p:cNvSpPr/>
                <p:nvPr/>
              </p:nvSpPr>
              <p:spPr>
                <a:xfrm>
                  <a:off x="6744365" y="2778114"/>
                  <a:ext cx="76206" cy="1329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" h="1792" extrusionOk="0">
                      <a:moveTo>
                        <a:pt x="1" y="1"/>
                      </a:moveTo>
                      <a:cubicBezTo>
                        <a:pt x="1" y="1"/>
                        <a:pt x="28" y="36"/>
                        <a:pt x="63" y="99"/>
                      </a:cubicBezTo>
                      <a:cubicBezTo>
                        <a:pt x="108" y="161"/>
                        <a:pt x="161" y="250"/>
                        <a:pt x="215" y="375"/>
                      </a:cubicBezTo>
                      <a:cubicBezTo>
                        <a:pt x="269" y="500"/>
                        <a:pt x="304" y="652"/>
                        <a:pt x="331" y="821"/>
                      </a:cubicBezTo>
                      <a:cubicBezTo>
                        <a:pt x="340" y="911"/>
                        <a:pt x="340" y="1000"/>
                        <a:pt x="340" y="1098"/>
                      </a:cubicBezTo>
                      <a:cubicBezTo>
                        <a:pt x="340" y="1151"/>
                        <a:pt x="340" y="1196"/>
                        <a:pt x="340" y="1250"/>
                      </a:cubicBezTo>
                      <a:cubicBezTo>
                        <a:pt x="340" y="1303"/>
                        <a:pt x="340" y="1357"/>
                        <a:pt x="358" y="1419"/>
                      </a:cubicBezTo>
                      <a:cubicBezTo>
                        <a:pt x="384" y="1535"/>
                        <a:pt x="438" y="1660"/>
                        <a:pt x="554" y="1740"/>
                      </a:cubicBezTo>
                      <a:cubicBezTo>
                        <a:pt x="609" y="1774"/>
                        <a:pt x="671" y="1792"/>
                        <a:pt x="734" y="1792"/>
                      </a:cubicBezTo>
                      <a:cubicBezTo>
                        <a:pt x="803" y="1792"/>
                        <a:pt x="872" y="1769"/>
                        <a:pt x="929" y="1722"/>
                      </a:cubicBezTo>
                      <a:cubicBezTo>
                        <a:pt x="982" y="1678"/>
                        <a:pt x="1009" y="1615"/>
                        <a:pt x="1018" y="1562"/>
                      </a:cubicBezTo>
                      <a:cubicBezTo>
                        <a:pt x="1027" y="1508"/>
                        <a:pt x="1027" y="1464"/>
                        <a:pt x="1018" y="1419"/>
                      </a:cubicBezTo>
                      <a:cubicBezTo>
                        <a:pt x="1009" y="1339"/>
                        <a:pt x="1000" y="1258"/>
                        <a:pt x="1000" y="1196"/>
                      </a:cubicBezTo>
                      <a:cubicBezTo>
                        <a:pt x="964" y="920"/>
                        <a:pt x="929" y="750"/>
                        <a:pt x="929" y="750"/>
                      </a:cubicBezTo>
                      <a:cubicBezTo>
                        <a:pt x="929" y="750"/>
                        <a:pt x="911" y="920"/>
                        <a:pt x="893" y="1196"/>
                      </a:cubicBezTo>
                      <a:cubicBezTo>
                        <a:pt x="884" y="1267"/>
                        <a:pt x="884" y="1339"/>
                        <a:pt x="884" y="1419"/>
                      </a:cubicBezTo>
                      <a:cubicBezTo>
                        <a:pt x="875" y="1499"/>
                        <a:pt x="857" y="1571"/>
                        <a:pt x="822" y="1589"/>
                      </a:cubicBezTo>
                      <a:cubicBezTo>
                        <a:pt x="808" y="1599"/>
                        <a:pt x="788" y="1604"/>
                        <a:pt x="766" y="1604"/>
                      </a:cubicBezTo>
                      <a:cubicBezTo>
                        <a:pt x="732" y="1604"/>
                        <a:pt x="693" y="1592"/>
                        <a:pt x="661" y="1571"/>
                      </a:cubicBezTo>
                      <a:cubicBezTo>
                        <a:pt x="616" y="1535"/>
                        <a:pt x="581" y="1464"/>
                        <a:pt x="563" y="1374"/>
                      </a:cubicBezTo>
                      <a:cubicBezTo>
                        <a:pt x="554" y="1339"/>
                        <a:pt x="545" y="1285"/>
                        <a:pt x="545" y="1241"/>
                      </a:cubicBezTo>
                      <a:cubicBezTo>
                        <a:pt x="545" y="1187"/>
                        <a:pt x="545" y="1134"/>
                        <a:pt x="536" y="1089"/>
                      </a:cubicBezTo>
                      <a:cubicBezTo>
                        <a:pt x="536" y="991"/>
                        <a:pt x="518" y="884"/>
                        <a:pt x="500" y="795"/>
                      </a:cubicBezTo>
                      <a:cubicBezTo>
                        <a:pt x="456" y="607"/>
                        <a:pt x="384" y="447"/>
                        <a:pt x="304" y="331"/>
                      </a:cubicBezTo>
                      <a:cubicBezTo>
                        <a:pt x="233" y="206"/>
                        <a:pt x="153" y="126"/>
                        <a:pt x="90" y="72"/>
                      </a:cubicBezTo>
                      <a:cubicBezTo>
                        <a:pt x="37" y="18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3" name="Google Shape;333;p29"/>
                <p:cNvSpPr/>
                <p:nvPr/>
              </p:nvSpPr>
              <p:spPr>
                <a:xfrm>
                  <a:off x="7186604" y="716740"/>
                  <a:ext cx="112565" cy="29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7" h="402" extrusionOk="0">
                      <a:moveTo>
                        <a:pt x="563" y="0"/>
                      </a:moveTo>
                      <a:cubicBezTo>
                        <a:pt x="519" y="0"/>
                        <a:pt x="477" y="4"/>
                        <a:pt x="437" y="11"/>
                      </a:cubicBezTo>
                      <a:cubicBezTo>
                        <a:pt x="286" y="28"/>
                        <a:pt x="170" y="82"/>
                        <a:pt x="98" y="127"/>
                      </a:cubicBezTo>
                      <a:cubicBezTo>
                        <a:pt x="36" y="162"/>
                        <a:pt x="0" y="198"/>
                        <a:pt x="0" y="198"/>
                      </a:cubicBezTo>
                      <a:cubicBezTo>
                        <a:pt x="116" y="350"/>
                        <a:pt x="241" y="385"/>
                        <a:pt x="357" y="394"/>
                      </a:cubicBezTo>
                      <a:cubicBezTo>
                        <a:pt x="393" y="400"/>
                        <a:pt x="430" y="402"/>
                        <a:pt x="469" y="402"/>
                      </a:cubicBezTo>
                      <a:cubicBezTo>
                        <a:pt x="555" y="402"/>
                        <a:pt x="650" y="391"/>
                        <a:pt x="767" y="385"/>
                      </a:cubicBezTo>
                      <a:cubicBezTo>
                        <a:pt x="937" y="385"/>
                        <a:pt x="1124" y="376"/>
                        <a:pt x="1267" y="376"/>
                      </a:cubicBezTo>
                      <a:cubicBezTo>
                        <a:pt x="1287" y="375"/>
                        <a:pt x="1307" y="375"/>
                        <a:pt x="1326" y="375"/>
                      </a:cubicBezTo>
                      <a:cubicBezTo>
                        <a:pt x="1438" y="375"/>
                        <a:pt x="1517" y="394"/>
                        <a:pt x="1517" y="394"/>
                      </a:cubicBezTo>
                      <a:cubicBezTo>
                        <a:pt x="1428" y="296"/>
                        <a:pt x="1320" y="243"/>
                        <a:pt x="1222" y="189"/>
                      </a:cubicBezTo>
                      <a:cubicBezTo>
                        <a:pt x="1133" y="144"/>
                        <a:pt x="1044" y="109"/>
                        <a:pt x="955" y="73"/>
                      </a:cubicBezTo>
                      <a:cubicBezTo>
                        <a:pt x="823" y="27"/>
                        <a:pt x="686" y="0"/>
                        <a:pt x="56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4" name="Google Shape;334;p29"/>
                <p:cNvSpPr/>
                <p:nvPr/>
              </p:nvSpPr>
              <p:spPr>
                <a:xfrm>
                  <a:off x="7011786" y="720896"/>
                  <a:ext cx="105368" cy="46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" h="633" extrusionOk="0">
                      <a:moveTo>
                        <a:pt x="913" y="0"/>
                      </a:moveTo>
                      <a:cubicBezTo>
                        <a:pt x="803" y="0"/>
                        <a:pt x="686" y="25"/>
                        <a:pt x="581" y="71"/>
                      </a:cubicBezTo>
                      <a:cubicBezTo>
                        <a:pt x="385" y="160"/>
                        <a:pt x="233" y="302"/>
                        <a:pt x="144" y="427"/>
                      </a:cubicBezTo>
                      <a:cubicBezTo>
                        <a:pt x="46" y="543"/>
                        <a:pt x="1" y="633"/>
                        <a:pt x="1" y="633"/>
                      </a:cubicBezTo>
                      <a:cubicBezTo>
                        <a:pt x="215" y="534"/>
                        <a:pt x="402" y="472"/>
                        <a:pt x="563" y="436"/>
                      </a:cubicBezTo>
                      <a:cubicBezTo>
                        <a:pt x="686" y="409"/>
                        <a:pt x="793" y="397"/>
                        <a:pt x="888" y="397"/>
                      </a:cubicBezTo>
                      <a:cubicBezTo>
                        <a:pt x="918" y="397"/>
                        <a:pt x="946" y="399"/>
                        <a:pt x="973" y="401"/>
                      </a:cubicBezTo>
                      <a:cubicBezTo>
                        <a:pt x="1089" y="410"/>
                        <a:pt x="1170" y="427"/>
                        <a:pt x="1232" y="445"/>
                      </a:cubicBezTo>
                      <a:cubicBezTo>
                        <a:pt x="1286" y="463"/>
                        <a:pt x="1321" y="481"/>
                        <a:pt x="1321" y="481"/>
                      </a:cubicBezTo>
                      <a:cubicBezTo>
                        <a:pt x="1419" y="320"/>
                        <a:pt x="1366" y="160"/>
                        <a:pt x="1196" y="71"/>
                      </a:cubicBezTo>
                      <a:cubicBezTo>
                        <a:pt x="1118" y="23"/>
                        <a:pt x="1018" y="0"/>
                        <a:pt x="91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5" name="Google Shape;335;p29"/>
                <p:cNvSpPr/>
                <p:nvPr/>
              </p:nvSpPr>
              <p:spPr>
                <a:xfrm>
                  <a:off x="7199144" y="770387"/>
                  <a:ext cx="88153" cy="2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" h="314" extrusionOk="0">
                      <a:moveTo>
                        <a:pt x="608" y="0"/>
                      </a:moveTo>
                      <a:cubicBezTo>
                        <a:pt x="599" y="0"/>
                        <a:pt x="590" y="0"/>
                        <a:pt x="581" y="1"/>
                      </a:cubicBezTo>
                      <a:cubicBezTo>
                        <a:pt x="473" y="10"/>
                        <a:pt x="393" y="37"/>
                        <a:pt x="313" y="64"/>
                      </a:cubicBezTo>
                      <a:cubicBezTo>
                        <a:pt x="242" y="90"/>
                        <a:pt x="170" y="126"/>
                        <a:pt x="117" y="162"/>
                      </a:cubicBezTo>
                      <a:cubicBezTo>
                        <a:pt x="72" y="198"/>
                        <a:pt x="27" y="233"/>
                        <a:pt x="10" y="260"/>
                      </a:cubicBezTo>
                      <a:cubicBezTo>
                        <a:pt x="1" y="296"/>
                        <a:pt x="1" y="313"/>
                        <a:pt x="1" y="313"/>
                      </a:cubicBezTo>
                      <a:cubicBezTo>
                        <a:pt x="1" y="313"/>
                        <a:pt x="1" y="296"/>
                        <a:pt x="27" y="269"/>
                      </a:cubicBezTo>
                      <a:cubicBezTo>
                        <a:pt x="45" y="251"/>
                        <a:pt x="90" y="224"/>
                        <a:pt x="143" y="206"/>
                      </a:cubicBezTo>
                      <a:cubicBezTo>
                        <a:pt x="197" y="180"/>
                        <a:pt x="268" y="162"/>
                        <a:pt x="340" y="144"/>
                      </a:cubicBezTo>
                      <a:cubicBezTo>
                        <a:pt x="420" y="135"/>
                        <a:pt x="509" y="108"/>
                        <a:pt x="581" y="99"/>
                      </a:cubicBezTo>
                      <a:cubicBezTo>
                        <a:pt x="586" y="99"/>
                        <a:pt x="592" y="99"/>
                        <a:pt x="598" y="99"/>
                      </a:cubicBezTo>
                      <a:cubicBezTo>
                        <a:pt x="752" y="99"/>
                        <a:pt x="888" y="208"/>
                        <a:pt x="991" y="251"/>
                      </a:cubicBezTo>
                      <a:cubicBezTo>
                        <a:pt x="1107" y="305"/>
                        <a:pt x="1187" y="313"/>
                        <a:pt x="1187" y="313"/>
                      </a:cubicBezTo>
                      <a:cubicBezTo>
                        <a:pt x="1187" y="313"/>
                        <a:pt x="1116" y="287"/>
                        <a:pt x="1018" y="206"/>
                      </a:cubicBezTo>
                      <a:cubicBezTo>
                        <a:pt x="973" y="171"/>
                        <a:pt x="920" y="126"/>
                        <a:pt x="848" y="82"/>
                      </a:cubicBezTo>
                      <a:cubicBezTo>
                        <a:pt x="783" y="41"/>
                        <a:pt x="703" y="0"/>
                        <a:pt x="6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" name="Google Shape;336;p29"/>
                <p:cNvSpPr/>
                <p:nvPr/>
              </p:nvSpPr>
              <p:spPr>
                <a:xfrm>
                  <a:off x="7199144" y="780998"/>
                  <a:ext cx="79619" cy="24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3" h="325" extrusionOk="0">
                      <a:moveTo>
                        <a:pt x="250" y="1"/>
                      </a:moveTo>
                      <a:cubicBezTo>
                        <a:pt x="250" y="1"/>
                        <a:pt x="224" y="10"/>
                        <a:pt x="179" y="28"/>
                      </a:cubicBezTo>
                      <a:cubicBezTo>
                        <a:pt x="134" y="55"/>
                        <a:pt x="63" y="99"/>
                        <a:pt x="27" y="188"/>
                      </a:cubicBezTo>
                      <a:lnTo>
                        <a:pt x="1" y="224"/>
                      </a:lnTo>
                      <a:lnTo>
                        <a:pt x="45" y="233"/>
                      </a:lnTo>
                      <a:cubicBezTo>
                        <a:pt x="117" y="251"/>
                        <a:pt x="179" y="242"/>
                        <a:pt x="224" y="251"/>
                      </a:cubicBezTo>
                      <a:cubicBezTo>
                        <a:pt x="277" y="260"/>
                        <a:pt x="340" y="295"/>
                        <a:pt x="420" y="313"/>
                      </a:cubicBezTo>
                      <a:cubicBezTo>
                        <a:pt x="463" y="321"/>
                        <a:pt x="505" y="325"/>
                        <a:pt x="546" y="325"/>
                      </a:cubicBezTo>
                      <a:cubicBezTo>
                        <a:pt x="691" y="325"/>
                        <a:pt x="818" y="280"/>
                        <a:pt x="902" y="224"/>
                      </a:cubicBezTo>
                      <a:cubicBezTo>
                        <a:pt x="955" y="197"/>
                        <a:pt x="1000" y="162"/>
                        <a:pt x="1018" y="135"/>
                      </a:cubicBezTo>
                      <a:cubicBezTo>
                        <a:pt x="1035" y="126"/>
                        <a:pt x="1044" y="117"/>
                        <a:pt x="1044" y="108"/>
                      </a:cubicBezTo>
                      <a:cubicBezTo>
                        <a:pt x="1044" y="90"/>
                        <a:pt x="1035" y="90"/>
                        <a:pt x="1035" y="90"/>
                      </a:cubicBezTo>
                      <a:lnTo>
                        <a:pt x="1035" y="90"/>
                      </a:lnTo>
                      <a:cubicBezTo>
                        <a:pt x="1073" y="98"/>
                        <a:pt x="868" y="223"/>
                        <a:pt x="602" y="223"/>
                      </a:cubicBezTo>
                      <a:cubicBezTo>
                        <a:pt x="549" y="223"/>
                        <a:pt x="494" y="218"/>
                        <a:pt x="438" y="206"/>
                      </a:cubicBezTo>
                      <a:cubicBezTo>
                        <a:pt x="375" y="197"/>
                        <a:pt x="322" y="170"/>
                        <a:pt x="242" y="153"/>
                      </a:cubicBezTo>
                      <a:cubicBezTo>
                        <a:pt x="185" y="153"/>
                        <a:pt x="142" y="161"/>
                        <a:pt x="106" y="167"/>
                      </a:cubicBezTo>
                      <a:lnTo>
                        <a:pt x="106" y="167"/>
                      </a:lnTo>
                      <a:cubicBezTo>
                        <a:pt x="128" y="116"/>
                        <a:pt x="161" y="75"/>
                        <a:pt x="188" y="55"/>
                      </a:cubicBezTo>
                      <a:cubicBezTo>
                        <a:pt x="224" y="19"/>
                        <a:pt x="250" y="1"/>
                        <a:pt x="25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7" name="Google Shape;337;p29"/>
                <p:cNvSpPr/>
                <p:nvPr/>
              </p:nvSpPr>
              <p:spPr>
                <a:xfrm>
                  <a:off x="7024401" y="772317"/>
                  <a:ext cx="91417" cy="24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2" h="333" extrusionOk="0">
                      <a:moveTo>
                        <a:pt x="574" y="1"/>
                      </a:moveTo>
                      <a:cubicBezTo>
                        <a:pt x="480" y="1"/>
                        <a:pt x="394" y="33"/>
                        <a:pt x="331" y="64"/>
                      </a:cubicBezTo>
                      <a:cubicBezTo>
                        <a:pt x="250" y="109"/>
                        <a:pt x="188" y="154"/>
                        <a:pt x="143" y="189"/>
                      </a:cubicBezTo>
                      <a:cubicBezTo>
                        <a:pt x="45" y="279"/>
                        <a:pt x="0" y="332"/>
                        <a:pt x="0" y="332"/>
                      </a:cubicBezTo>
                      <a:cubicBezTo>
                        <a:pt x="0" y="332"/>
                        <a:pt x="72" y="296"/>
                        <a:pt x="170" y="234"/>
                      </a:cubicBezTo>
                      <a:cubicBezTo>
                        <a:pt x="272" y="183"/>
                        <a:pt x="413" y="108"/>
                        <a:pt x="572" y="108"/>
                      </a:cubicBezTo>
                      <a:cubicBezTo>
                        <a:pt x="581" y="108"/>
                        <a:pt x="589" y="109"/>
                        <a:pt x="598" y="109"/>
                      </a:cubicBezTo>
                      <a:cubicBezTo>
                        <a:pt x="777" y="118"/>
                        <a:pt x="937" y="163"/>
                        <a:pt x="1053" y="207"/>
                      </a:cubicBezTo>
                      <a:cubicBezTo>
                        <a:pt x="1169" y="252"/>
                        <a:pt x="1232" y="287"/>
                        <a:pt x="1232" y="287"/>
                      </a:cubicBezTo>
                      <a:cubicBezTo>
                        <a:pt x="1232" y="287"/>
                        <a:pt x="1178" y="225"/>
                        <a:pt x="1071" y="163"/>
                      </a:cubicBezTo>
                      <a:cubicBezTo>
                        <a:pt x="964" y="91"/>
                        <a:pt x="812" y="11"/>
                        <a:pt x="607" y="2"/>
                      </a:cubicBezTo>
                      <a:cubicBezTo>
                        <a:pt x="596" y="1"/>
                        <a:pt x="585" y="1"/>
                        <a:pt x="57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8" name="Google Shape;338;p29"/>
                <p:cNvSpPr/>
                <p:nvPr/>
              </p:nvSpPr>
              <p:spPr>
                <a:xfrm>
                  <a:off x="7028259" y="784337"/>
                  <a:ext cx="83626" cy="2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" h="345" extrusionOk="0">
                      <a:moveTo>
                        <a:pt x="957" y="1"/>
                      </a:moveTo>
                      <a:cubicBezTo>
                        <a:pt x="955" y="1"/>
                        <a:pt x="956" y="1"/>
                        <a:pt x="959" y="2"/>
                      </a:cubicBezTo>
                      <a:lnTo>
                        <a:pt x="959" y="2"/>
                      </a:lnTo>
                      <a:cubicBezTo>
                        <a:pt x="957" y="1"/>
                        <a:pt x="957" y="1"/>
                        <a:pt x="957" y="1"/>
                      </a:cubicBezTo>
                      <a:close/>
                      <a:moveTo>
                        <a:pt x="2" y="90"/>
                      </a:moveTo>
                      <a:cubicBezTo>
                        <a:pt x="2" y="90"/>
                        <a:pt x="2" y="95"/>
                        <a:pt x="4" y="103"/>
                      </a:cubicBezTo>
                      <a:lnTo>
                        <a:pt x="4" y="103"/>
                      </a:lnTo>
                      <a:cubicBezTo>
                        <a:pt x="5" y="95"/>
                        <a:pt x="6" y="90"/>
                        <a:pt x="2" y="90"/>
                      </a:cubicBezTo>
                      <a:close/>
                      <a:moveTo>
                        <a:pt x="959" y="2"/>
                      </a:moveTo>
                      <a:cubicBezTo>
                        <a:pt x="964" y="5"/>
                        <a:pt x="978" y="15"/>
                        <a:pt x="992" y="36"/>
                      </a:cubicBezTo>
                      <a:cubicBezTo>
                        <a:pt x="1015" y="59"/>
                        <a:pt x="1037" y="88"/>
                        <a:pt x="1055" y="133"/>
                      </a:cubicBezTo>
                      <a:lnTo>
                        <a:pt x="1055" y="133"/>
                      </a:lnTo>
                      <a:cubicBezTo>
                        <a:pt x="1047" y="135"/>
                        <a:pt x="1039" y="136"/>
                        <a:pt x="1030" y="136"/>
                      </a:cubicBezTo>
                      <a:cubicBezTo>
                        <a:pt x="1001" y="136"/>
                        <a:pt x="963" y="129"/>
                        <a:pt x="920" y="129"/>
                      </a:cubicBezTo>
                      <a:cubicBezTo>
                        <a:pt x="900" y="129"/>
                        <a:pt x="880" y="131"/>
                        <a:pt x="858" y="134"/>
                      </a:cubicBezTo>
                      <a:cubicBezTo>
                        <a:pt x="769" y="152"/>
                        <a:pt x="689" y="206"/>
                        <a:pt x="609" y="224"/>
                      </a:cubicBezTo>
                      <a:cubicBezTo>
                        <a:pt x="557" y="237"/>
                        <a:pt x="505" y="243"/>
                        <a:pt x="454" y="243"/>
                      </a:cubicBezTo>
                      <a:cubicBezTo>
                        <a:pt x="340" y="243"/>
                        <a:pt x="231" y="215"/>
                        <a:pt x="145" y="197"/>
                      </a:cubicBezTo>
                      <a:cubicBezTo>
                        <a:pt x="82" y="188"/>
                        <a:pt x="38" y="170"/>
                        <a:pt x="20" y="143"/>
                      </a:cubicBezTo>
                      <a:cubicBezTo>
                        <a:pt x="10" y="129"/>
                        <a:pt x="6" y="114"/>
                        <a:pt x="4" y="103"/>
                      </a:cubicBezTo>
                      <a:lnTo>
                        <a:pt x="4" y="103"/>
                      </a:lnTo>
                      <a:cubicBezTo>
                        <a:pt x="2" y="115"/>
                        <a:pt x="1" y="132"/>
                        <a:pt x="11" y="152"/>
                      </a:cubicBezTo>
                      <a:cubicBezTo>
                        <a:pt x="20" y="188"/>
                        <a:pt x="73" y="224"/>
                        <a:pt x="127" y="250"/>
                      </a:cubicBezTo>
                      <a:cubicBezTo>
                        <a:pt x="189" y="268"/>
                        <a:pt x="261" y="304"/>
                        <a:pt x="341" y="322"/>
                      </a:cubicBezTo>
                      <a:cubicBezTo>
                        <a:pt x="397" y="333"/>
                        <a:pt x="457" y="344"/>
                        <a:pt x="521" y="344"/>
                      </a:cubicBezTo>
                      <a:cubicBezTo>
                        <a:pt x="558" y="344"/>
                        <a:pt x="596" y="341"/>
                        <a:pt x="635" y="331"/>
                      </a:cubicBezTo>
                      <a:cubicBezTo>
                        <a:pt x="734" y="295"/>
                        <a:pt x="814" y="241"/>
                        <a:pt x="885" y="224"/>
                      </a:cubicBezTo>
                      <a:cubicBezTo>
                        <a:pt x="921" y="215"/>
                        <a:pt x="948" y="206"/>
                        <a:pt x="992" y="206"/>
                      </a:cubicBezTo>
                      <a:cubicBezTo>
                        <a:pt x="1028" y="206"/>
                        <a:pt x="1073" y="197"/>
                        <a:pt x="1099" y="170"/>
                      </a:cubicBezTo>
                      <a:lnTo>
                        <a:pt x="1126" y="152"/>
                      </a:lnTo>
                      <a:lnTo>
                        <a:pt x="1117" y="134"/>
                      </a:lnTo>
                      <a:cubicBezTo>
                        <a:pt x="1056" y="35"/>
                        <a:pt x="975" y="8"/>
                        <a:pt x="959" y="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9" name="Google Shape;339;p29"/>
                <p:cNvSpPr/>
                <p:nvPr/>
              </p:nvSpPr>
              <p:spPr>
                <a:xfrm>
                  <a:off x="7119749" y="862990"/>
                  <a:ext cx="78803" cy="193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2" h="261" extrusionOk="0">
                      <a:moveTo>
                        <a:pt x="742" y="1"/>
                      </a:moveTo>
                      <a:cubicBezTo>
                        <a:pt x="729" y="1"/>
                        <a:pt x="716" y="4"/>
                        <a:pt x="705" y="11"/>
                      </a:cubicBezTo>
                      <a:cubicBezTo>
                        <a:pt x="651" y="38"/>
                        <a:pt x="634" y="82"/>
                        <a:pt x="607" y="109"/>
                      </a:cubicBezTo>
                      <a:cubicBezTo>
                        <a:pt x="589" y="145"/>
                        <a:pt x="571" y="145"/>
                        <a:pt x="535" y="154"/>
                      </a:cubicBezTo>
                      <a:cubicBezTo>
                        <a:pt x="509" y="154"/>
                        <a:pt x="482" y="145"/>
                        <a:pt x="464" y="127"/>
                      </a:cubicBezTo>
                      <a:cubicBezTo>
                        <a:pt x="446" y="118"/>
                        <a:pt x="437" y="65"/>
                        <a:pt x="366" y="38"/>
                      </a:cubicBezTo>
                      <a:cubicBezTo>
                        <a:pt x="356" y="37"/>
                        <a:pt x="347" y="36"/>
                        <a:pt x="338" y="36"/>
                      </a:cubicBezTo>
                      <a:cubicBezTo>
                        <a:pt x="287" y="36"/>
                        <a:pt x="264" y="57"/>
                        <a:pt x="241" y="65"/>
                      </a:cubicBezTo>
                      <a:cubicBezTo>
                        <a:pt x="205" y="74"/>
                        <a:pt x="179" y="91"/>
                        <a:pt x="152" y="100"/>
                      </a:cubicBezTo>
                      <a:cubicBezTo>
                        <a:pt x="45" y="163"/>
                        <a:pt x="0" y="207"/>
                        <a:pt x="0" y="207"/>
                      </a:cubicBezTo>
                      <a:cubicBezTo>
                        <a:pt x="0" y="207"/>
                        <a:pt x="63" y="181"/>
                        <a:pt x="170" y="154"/>
                      </a:cubicBezTo>
                      <a:cubicBezTo>
                        <a:pt x="196" y="145"/>
                        <a:pt x="223" y="136"/>
                        <a:pt x="259" y="127"/>
                      </a:cubicBezTo>
                      <a:cubicBezTo>
                        <a:pt x="280" y="127"/>
                        <a:pt x="313" y="116"/>
                        <a:pt x="330" y="116"/>
                      </a:cubicBezTo>
                      <a:cubicBezTo>
                        <a:pt x="334" y="116"/>
                        <a:pt x="337" y="116"/>
                        <a:pt x="339" y="118"/>
                      </a:cubicBezTo>
                      <a:cubicBezTo>
                        <a:pt x="348" y="118"/>
                        <a:pt x="357" y="154"/>
                        <a:pt x="393" y="198"/>
                      </a:cubicBezTo>
                      <a:cubicBezTo>
                        <a:pt x="437" y="243"/>
                        <a:pt x="491" y="261"/>
                        <a:pt x="553" y="261"/>
                      </a:cubicBezTo>
                      <a:cubicBezTo>
                        <a:pt x="580" y="252"/>
                        <a:pt x="607" y="243"/>
                        <a:pt x="634" y="225"/>
                      </a:cubicBezTo>
                      <a:cubicBezTo>
                        <a:pt x="660" y="207"/>
                        <a:pt x="678" y="190"/>
                        <a:pt x="687" y="163"/>
                      </a:cubicBezTo>
                      <a:cubicBezTo>
                        <a:pt x="714" y="127"/>
                        <a:pt x="732" y="91"/>
                        <a:pt x="741" y="91"/>
                      </a:cubicBezTo>
                      <a:cubicBezTo>
                        <a:pt x="744" y="88"/>
                        <a:pt x="749" y="86"/>
                        <a:pt x="757" y="86"/>
                      </a:cubicBezTo>
                      <a:cubicBezTo>
                        <a:pt x="767" y="86"/>
                        <a:pt x="782" y="90"/>
                        <a:pt x="803" y="100"/>
                      </a:cubicBezTo>
                      <a:cubicBezTo>
                        <a:pt x="830" y="118"/>
                        <a:pt x="865" y="127"/>
                        <a:pt x="892" y="136"/>
                      </a:cubicBezTo>
                      <a:cubicBezTo>
                        <a:pt x="990" y="190"/>
                        <a:pt x="1062" y="216"/>
                        <a:pt x="1062" y="216"/>
                      </a:cubicBezTo>
                      <a:cubicBezTo>
                        <a:pt x="1062" y="216"/>
                        <a:pt x="1008" y="163"/>
                        <a:pt x="919" y="91"/>
                      </a:cubicBezTo>
                      <a:cubicBezTo>
                        <a:pt x="892" y="82"/>
                        <a:pt x="865" y="56"/>
                        <a:pt x="839" y="38"/>
                      </a:cubicBezTo>
                      <a:cubicBezTo>
                        <a:pt x="830" y="29"/>
                        <a:pt x="812" y="20"/>
                        <a:pt x="785" y="11"/>
                      </a:cubicBezTo>
                      <a:cubicBezTo>
                        <a:pt x="775" y="6"/>
                        <a:pt x="759" y="1"/>
                        <a:pt x="7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0" name="Google Shape;340;p29"/>
                <p:cNvSpPr/>
                <p:nvPr/>
              </p:nvSpPr>
              <p:spPr>
                <a:xfrm>
                  <a:off x="7113739" y="929845"/>
                  <a:ext cx="103364" cy="161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217" extrusionOk="0">
                      <a:moveTo>
                        <a:pt x="856" y="0"/>
                      </a:moveTo>
                      <a:cubicBezTo>
                        <a:pt x="848" y="0"/>
                        <a:pt x="839" y="1"/>
                        <a:pt x="830" y="2"/>
                      </a:cubicBezTo>
                      <a:cubicBezTo>
                        <a:pt x="813" y="2"/>
                        <a:pt x="786" y="11"/>
                        <a:pt x="759" y="11"/>
                      </a:cubicBezTo>
                      <a:cubicBezTo>
                        <a:pt x="732" y="20"/>
                        <a:pt x="715" y="20"/>
                        <a:pt x="688" y="20"/>
                      </a:cubicBezTo>
                      <a:cubicBezTo>
                        <a:pt x="599" y="29"/>
                        <a:pt x="500" y="38"/>
                        <a:pt x="411" y="56"/>
                      </a:cubicBezTo>
                      <a:cubicBezTo>
                        <a:pt x="331" y="74"/>
                        <a:pt x="251" y="91"/>
                        <a:pt x="188" y="118"/>
                      </a:cubicBezTo>
                      <a:cubicBezTo>
                        <a:pt x="63" y="172"/>
                        <a:pt x="1" y="216"/>
                        <a:pt x="1" y="216"/>
                      </a:cubicBezTo>
                      <a:cubicBezTo>
                        <a:pt x="1" y="216"/>
                        <a:pt x="81" y="190"/>
                        <a:pt x="206" y="172"/>
                      </a:cubicBezTo>
                      <a:cubicBezTo>
                        <a:pt x="268" y="154"/>
                        <a:pt x="340" y="145"/>
                        <a:pt x="429" y="136"/>
                      </a:cubicBezTo>
                      <a:cubicBezTo>
                        <a:pt x="469" y="132"/>
                        <a:pt x="512" y="132"/>
                        <a:pt x="556" y="132"/>
                      </a:cubicBezTo>
                      <a:cubicBezTo>
                        <a:pt x="601" y="132"/>
                        <a:pt x="648" y="132"/>
                        <a:pt x="697" y="127"/>
                      </a:cubicBezTo>
                      <a:cubicBezTo>
                        <a:pt x="723" y="127"/>
                        <a:pt x="759" y="118"/>
                        <a:pt x="777" y="118"/>
                      </a:cubicBezTo>
                      <a:cubicBezTo>
                        <a:pt x="804" y="109"/>
                        <a:pt x="822" y="100"/>
                        <a:pt x="839" y="100"/>
                      </a:cubicBezTo>
                      <a:cubicBezTo>
                        <a:pt x="846" y="99"/>
                        <a:pt x="853" y="98"/>
                        <a:pt x="860" y="98"/>
                      </a:cubicBezTo>
                      <a:cubicBezTo>
                        <a:pt x="889" y="98"/>
                        <a:pt x="919" y="111"/>
                        <a:pt x="955" y="118"/>
                      </a:cubicBezTo>
                      <a:cubicBezTo>
                        <a:pt x="1045" y="136"/>
                        <a:pt x="1116" y="145"/>
                        <a:pt x="1178" y="154"/>
                      </a:cubicBezTo>
                      <a:cubicBezTo>
                        <a:pt x="1312" y="181"/>
                        <a:pt x="1393" y="190"/>
                        <a:pt x="1393" y="190"/>
                      </a:cubicBezTo>
                      <a:cubicBezTo>
                        <a:pt x="1393" y="190"/>
                        <a:pt x="1312" y="154"/>
                        <a:pt x="1196" y="109"/>
                      </a:cubicBezTo>
                      <a:cubicBezTo>
                        <a:pt x="1134" y="83"/>
                        <a:pt x="1062" y="56"/>
                        <a:pt x="982" y="29"/>
                      </a:cubicBezTo>
                      <a:cubicBezTo>
                        <a:pt x="944" y="21"/>
                        <a:pt x="905" y="0"/>
                        <a:pt x="85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1" name="Google Shape;341;p29"/>
                <p:cNvSpPr/>
                <p:nvPr/>
              </p:nvSpPr>
              <p:spPr>
                <a:xfrm>
                  <a:off x="7122346" y="954480"/>
                  <a:ext cx="82216" cy="1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8" h="188" extrusionOk="0">
                      <a:moveTo>
                        <a:pt x="1107" y="0"/>
                      </a:moveTo>
                      <a:cubicBezTo>
                        <a:pt x="1107" y="0"/>
                        <a:pt x="1045" y="18"/>
                        <a:pt x="946" y="36"/>
                      </a:cubicBezTo>
                      <a:cubicBezTo>
                        <a:pt x="848" y="63"/>
                        <a:pt x="706" y="81"/>
                        <a:pt x="554" y="90"/>
                      </a:cubicBezTo>
                      <a:cubicBezTo>
                        <a:pt x="402" y="90"/>
                        <a:pt x="268" y="72"/>
                        <a:pt x="161" y="54"/>
                      </a:cubicBezTo>
                      <a:cubicBezTo>
                        <a:pt x="63" y="36"/>
                        <a:pt x="1" y="18"/>
                        <a:pt x="1" y="18"/>
                      </a:cubicBezTo>
                      <a:lnTo>
                        <a:pt x="1" y="18"/>
                      </a:lnTo>
                      <a:cubicBezTo>
                        <a:pt x="1" y="18"/>
                        <a:pt x="54" y="54"/>
                        <a:pt x="152" y="107"/>
                      </a:cubicBezTo>
                      <a:cubicBezTo>
                        <a:pt x="242" y="152"/>
                        <a:pt x="393" y="188"/>
                        <a:pt x="554" y="188"/>
                      </a:cubicBezTo>
                      <a:cubicBezTo>
                        <a:pt x="723" y="188"/>
                        <a:pt x="866" y="134"/>
                        <a:pt x="964" y="90"/>
                      </a:cubicBezTo>
                      <a:cubicBezTo>
                        <a:pt x="1062" y="36"/>
                        <a:pt x="1107" y="0"/>
                        <a:pt x="110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2" name="Google Shape;342;p29"/>
                <p:cNvSpPr/>
                <p:nvPr/>
              </p:nvSpPr>
              <p:spPr>
                <a:xfrm>
                  <a:off x="7047551" y="774320"/>
                  <a:ext cx="41108" cy="32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" h="442" extrusionOk="0">
                      <a:moveTo>
                        <a:pt x="402" y="0"/>
                      </a:moveTo>
                      <a:cubicBezTo>
                        <a:pt x="401" y="0"/>
                        <a:pt x="401" y="1"/>
                        <a:pt x="402" y="2"/>
                      </a:cubicBezTo>
                      <a:lnTo>
                        <a:pt x="402" y="2"/>
                      </a:lnTo>
                      <a:cubicBezTo>
                        <a:pt x="402" y="2"/>
                        <a:pt x="403" y="2"/>
                        <a:pt x="403" y="2"/>
                      </a:cubicBezTo>
                      <a:cubicBezTo>
                        <a:pt x="404" y="2"/>
                        <a:pt x="404" y="2"/>
                        <a:pt x="405" y="2"/>
                      </a:cubicBezTo>
                      <a:lnTo>
                        <a:pt x="405" y="2"/>
                      </a:lnTo>
                      <a:cubicBezTo>
                        <a:pt x="403" y="1"/>
                        <a:pt x="402" y="0"/>
                        <a:pt x="402" y="0"/>
                      </a:cubicBezTo>
                      <a:close/>
                      <a:moveTo>
                        <a:pt x="402" y="2"/>
                      </a:moveTo>
                      <a:lnTo>
                        <a:pt x="402" y="2"/>
                      </a:lnTo>
                      <a:cubicBezTo>
                        <a:pt x="401" y="2"/>
                        <a:pt x="401" y="2"/>
                        <a:pt x="402" y="2"/>
                      </a:cubicBezTo>
                      <a:cubicBezTo>
                        <a:pt x="402" y="2"/>
                        <a:pt x="402" y="2"/>
                        <a:pt x="402" y="2"/>
                      </a:cubicBezTo>
                      <a:close/>
                      <a:moveTo>
                        <a:pt x="405" y="2"/>
                      </a:moveTo>
                      <a:cubicBezTo>
                        <a:pt x="419" y="8"/>
                        <a:pt x="468" y="46"/>
                        <a:pt x="482" y="118"/>
                      </a:cubicBezTo>
                      <a:cubicBezTo>
                        <a:pt x="500" y="207"/>
                        <a:pt x="420" y="323"/>
                        <a:pt x="295" y="332"/>
                      </a:cubicBezTo>
                      <a:cubicBezTo>
                        <a:pt x="278" y="334"/>
                        <a:pt x="261" y="335"/>
                        <a:pt x="244" y="335"/>
                      </a:cubicBezTo>
                      <a:cubicBezTo>
                        <a:pt x="197" y="335"/>
                        <a:pt x="152" y="327"/>
                        <a:pt x="126" y="314"/>
                      </a:cubicBezTo>
                      <a:cubicBezTo>
                        <a:pt x="81" y="287"/>
                        <a:pt x="63" y="234"/>
                        <a:pt x="63" y="189"/>
                      </a:cubicBezTo>
                      <a:cubicBezTo>
                        <a:pt x="72" y="100"/>
                        <a:pt x="126" y="46"/>
                        <a:pt x="117" y="46"/>
                      </a:cubicBezTo>
                      <a:cubicBezTo>
                        <a:pt x="126" y="55"/>
                        <a:pt x="54" y="73"/>
                        <a:pt x="10" y="180"/>
                      </a:cubicBezTo>
                      <a:cubicBezTo>
                        <a:pt x="1" y="234"/>
                        <a:pt x="1" y="323"/>
                        <a:pt x="72" y="376"/>
                      </a:cubicBezTo>
                      <a:cubicBezTo>
                        <a:pt x="124" y="421"/>
                        <a:pt x="196" y="441"/>
                        <a:pt x="270" y="441"/>
                      </a:cubicBezTo>
                      <a:cubicBezTo>
                        <a:pt x="284" y="441"/>
                        <a:pt x="298" y="440"/>
                        <a:pt x="313" y="439"/>
                      </a:cubicBezTo>
                      <a:cubicBezTo>
                        <a:pt x="393" y="430"/>
                        <a:pt x="474" y="368"/>
                        <a:pt x="518" y="305"/>
                      </a:cubicBezTo>
                      <a:cubicBezTo>
                        <a:pt x="554" y="234"/>
                        <a:pt x="554" y="153"/>
                        <a:pt x="527" y="100"/>
                      </a:cubicBezTo>
                      <a:cubicBezTo>
                        <a:pt x="483" y="11"/>
                        <a:pt x="420" y="2"/>
                        <a:pt x="405" y="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3" name="Google Shape;343;p29"/>
                <p:cNvSpPr/>
                <p:nvPr/>
              </p:nvSpPr>
              <p:spPr>
                <a:xfrm>
                  <a:off x="7219030" y="771797"/>
                  <a:ext cx="45709" cy="31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" h="429" extrusionOk="0">
                      <a:moveTo>
                        <a:pt x="411" y="0"/>
                      </a:moveTo>
                      <a:lnTo>
                        <a:pt x="411" y="0"/>
                      </a:lnTo>
                      <a:cubicBezTo>
                        <a:pt x="411" y="0"/>
                        <a:pt x="420" y="9"/>
                        <a:pt x="446" y="27"/>
                      </a:cubicBezTo>
                      <a:cubicBezTo>
                        <a:pt x="473" y="45"/>
                        <a:pt x="509" y="71"/>
                        <a:pt x="527" y="107"/>
                      </a:cubicBezTo>
                      <a:cubicBezTo>
                        <a:pt x="544" y="152"/>
                        <a:pt x="536" y="205"/>
                        <a:pt x="500" y="250"/>
                      </a:cubicBezTo>
                      <a:cubicBezTo>
                        <a:pt x="464" y="294"/>
                        <a:pt x="402" y="312"/>
                        <a:pt x="330" y="321"/>
                      </a:cubicBezTo>
                      <a:cubicBezTo>
                        <a:pt x="309" y="324"/>
                        <a:pt x="288" y="325"/>
                        <a:pt x="266" y="325"/>
                      </a:cubicBezTo>
                      <a:cubicBezTo>
                        <a:pt x="214" y="325"/>
                        <a:pt x="163" y="319"/>
                        <a:pt x="125" y="312"/>
                      </a:cubicBezTo>
                      <a:cubicBezTo>
                        <a:pt x="72" y="294"/>
                        <a:pt x="63" y="250"/>
                        <a:pt x="72" y="196"/>
                      </a:cubicBezTo>
                      <a:cubicBezTo>
                        <a:pt x="81" y="152"/>
                        <a:pt x="107" y="116"/>
                        <a:pt x="125" y="98"/>
                      </a:cubicBezTo>
                      <a:cubicBezTo>
                        <a:pt x="143" y="72"/>
                        <a:pt x="152" y="63"/>
                        <a:pt x="152" y="63"/>
                      </a:cubicBezTo>
                      <a:lnTo>
                        <a:pt x="152" y="63"/>
                      </a:lnTo>
                      <a:cubicBezTo>
                        <a:pt x="152" y="63"/>
                        <a:pt x="143" y="72"/>
                        <a:pt x="116" y="80"/>
                      </a:cubicBezTo>
                      <a:cubicBezTo>
                        <a:pt x="89" y="98"/>
                        <a:pt x="54" y="125"/>
                        <a:pt x="18" y="187"/>
                      </a:cubicBezTo>
                      <a:cubicBezTo>
                        <a:pt x="9" y="214"/>
                        <a:pt x="0" y="250"/>
                        <a:pt x="9" y="286"/>
                      </a:cubicBezTo>
                      <a:cubicBezTo>
                        <a:pt x="18" y="330"/>
                        <a:pt x="54" y="375"/>
                        <a:pt x="89" y="393"/>
                      </a:cubicBezTo>
                      <a:cubicBezTo>
                        <a:pt x="134" y="410"/>
                        <a:pt x="170" y="410"/>
                        <a:pt x="214" y="419"/>
                      </a:cubicBezTo>
                      <a:cubicBezTo>
                        <a:pt x="250" y="428"/>
                        <a:pt x="295" y="428"/>
                        <a:pt x="339" y="428"/>
                      </a:cubicBezTo>
                      <a:cubicBezTo>
                        <a:pt x="428" y="419"/>
                        <a:pt x="527" y="375"/>
                        <a:pt x="571" y="294"/>
                      </a:cubicBezTo>
                      <a:cubicBezTo>
                        <a:pt x="616" y="223"/>
                        <a:pt x="616" y="134"/>
                        <a:pt x="571" y="80"/>
                      </a:cubicBezTo>
                      <a:cubicBezTo>
                        <a:pt x="527" y="27"/>
                        <a:pt x="482" y="18"/>
                        <a:pt x="455" y="9"/>
                      </a:cubicBezTo>
                      <a:cubicBezTo>
                        <a:pt x="428" y="0"/>
                        <a:pt x="411" y="0"/>
                        <a:pt x="4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4" name="Google Shape;344;p29"/>
                <p:cNvSpPr/>
                <p:nvPr/>
              </p:nvSpPr>
              <p:spPr>
                <a:xfrm>
                  <a:off x="6954206" y="539400"/>
                  <a:ext cx="403884" cy="330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43" h="4453" extrusionOk="0">
                      <a:moveTo>
                        <a:pt x="2820" y="1"/>
                      </a:moveTo>
                      <a:cubicBezTo>
                        <a:pt x="2670" y="1"/>
                        <a:pt x="2521" y="5"/>
                        <a:pt x="2374" y="10"/>
                      </a:cubicBezTo>
                      <a:cubicBezTo>
                        <a:pt x="2071" y="19"/>
                        <a:pt x="1767" y="37"/>
                        <a:pt x="1482" y="117"/>
                      </a:cubicBezTo>
                      <a:cubicBezTo>
                        <a:pt x="1187" y="206"/>
                        <a:pt x="911" y="367"/>
                        <a:pt x="750" y="625"/>
                      </a:cubicBezTo>
                      <a:cubicBezTo>
                        <a:pt x="634" y="822"/>
                        <a:pt x="492" y="1018"/>
                        <a:pt x="411" y="1223"/>
                      </a:cubicBezTo>
                      <a:cubicBezTo>
                        <a:pt x="322" y="1437"/>
                        <a:pt x="179" y="1678"/>
                        <a:pt x="135" y="1910"/>
                      </a:cubicBezTo>
                      <a:cubicBezTo>
                        <a:pt x="1" y="2525"/>
                        <a:pt x="135" y="2989"/>
                        <a:pt x="260" y="3551"/>
                      </a:cubicBezTo>
                      <a:lnTo>
                        <a:pt x="715" y="4372"/>
                      </a:lnTo>
                      <a:cubicBezTo>
                        <a:pt x="500" y="3864"/>
                        <a:pt x="599" y="3346"/>
                        <a:pt x="697" y="2972"/>
                      </a:cubicBezTo>
                      <a:cubicBezTo>
                        <a:pt x="768" y="2722"/>
                        <a:pt x="875" y="2481"/>
                        <a:pt x="902" y="2231"/>
                      </a:cubicBezTo>
                      <a:cubicBezTo>
                        <a:pt x="929" y="2053"/>
                        <a:pt x="911" y="1874"/>
                        <a:pt x="955" y="1705"/>
                      </a:cubicBezTo>
                      <a:cubicBezTo>
                        <a:pt x="1045" y="1375"/>
                        <a:pt x="1348" y="1116"/>
                        <a:pt x="1687" y="1036"/>
                      </a:cubicBezTo>
                      <a:cubicBezTo>
                        <a:pt x="1793" y="1007"/>
                        <a:pt x="1903" y="994"/>
                        <a:pt x="2014" y="994"/>
                      </a:cubicBezTo>
                      <a:cubicBezTo>
                        <a:pt x="2248" y="994"/>
                        <a:pt x="2486" y="1052"/>
                        <a:pt x="2704" y="1143"/>
                      </a:cubicBezTo>
                      <a:cubicBezTo>
                        <a:pt x="2731" y="1161"/>
                        <a:pt x="2757" y="1169"/>
                        <a:pt x="2793" y="1169"/>
                      </a:cubicBezTo>
                      <a:cubicBezTo>
                        <a:pt x="2829" y="1169"/>
                        <a:pt x="2873" y="1152"/>
                        <a:pt x="2909" y="1125"/>
                      </a:cubicBezTo>
                      <a:cubicBezTo>
                        <a:pt x="3052" y="1051"/>
                        <a:pt x="3214" y="1015"/>
                        <a:pt x="3376" y="1015"/>
                      </a:cubicBezTo>
                      <a:cubicBezTo>
                        <a:pt x="3548" y="1015"/>
                        <a:pt x="3721" y="1056"/>
                        <a:pt x="3873" y="1134"/>
                      </a:cubicBezTo>
                      <a:cubicBezTo>
                        <a:pt x="4167" y="1294"/>
                        <a:pt x="4363" y="1607"/>
                        <a:pt x="4399" y="1937"/>
                      </a:cubicBezTo>
                      <a:cubicBezTo>
                        <a:pt x="4399" y="1990"/>
                        <a:pt x="4399" y="2035"/>
                        <a:pt x="4417" y="2079"/>
                      </a:cubicBezTo>
                      <a:cubicBezTo>
                        <a:pt x="4444" y="2151"/>
                        <a:pt x="4506" y="2195"/>
                        <a:pt x="4568" y="2240"/>
                      </a:cubicBezTo>
                      <a:cubicBezTo>
                        <a:pt x="4720" y="2365"/>
                        <a:pt x="4800" y="2534"/>
                        <a:pt x="4845" y="2731"/>
                      </a:cubicBezTo>
                      <a:cubicBezTo>
                        <a:pt x="4934" y="3141"/>
                        <a:pt x="4934" y="3195"/>
                        <a:pt x="4890" y="3551"/>
                      </a:cubicBezTo>
                      <a:cubicBezTo>
                        <a:pt x="4854" y="3828"/>
                        <a:pt x="4881" y="4185"/>
                        <a:pt x="4809" y="4452"/>
                      </a:cubicBezTo>
                      <a:cubicBezTo>
                        <a:pt x="5014" y="4149"/>
                        <a:pt x="4988" y="3730"/>
                        <a:pt x="5175" y="3426"/>
                      </a:cubicBezTo>
                      <a:cubicBezTo>
                        <a:pt x="5255" y="3284"/>
                        <a:pt x="5345" y="3141"/>
                        <a:pt x="5353" y="2980"/>
                      </a:cubicBezTo>
                      <a:cubicBezTo>
                        <a:pt x="5371" y="2793"/>
                        <a:pt x="5443" y="2525"/>
                        <a:pt x="5416" y="2347"/>
                      </a:cubicBezTo>
                      <a:cubicBezTo>
                        <a:pt x="5371" y="1981"/>
                        <a:pt x="5362" y="1678"/>
                        <a:pt x="5238" y="1339"/>
                      </a:cubicBezTo>
                      <a:cubicBezTo>
                        <a:pt x="5166" y="1169"/>
                        <a:pt x="5041" y="1027"/>
                        <a:pt x="4907" y="893"/>
                      </a:cubicBezTo>
                      <a:cubicBezTo>
                        <a:pt x="4667" y="652"/>
                        <a:pt x="4417" y="402"/>
                        <a:pt x="4113" y="242"/>
                      </a:cubicBezTo>
                      <a:cubicBezTo>
                        <a:pt x="3719" y="41"/>
                        <a:pt x="3269" y="1"/>
                        <a:pt x="282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5" name="Google Shape;345;p29"/>
                <p:cNvSpPr/>
                <p:nvPr/>
              </p:nvSpPr>
              <p:spPr>
                <a:xfrm>
                  <a:off x="6989304" y="1092790"/>
                  <a:ext cx="176825" cy="227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3" h="3070" extrusionOk="0">
                      <a:moveTo>
                        <a:pt x="688" y="1"/>
                      </a:moveTo>
                      <a:cubicBezTo>
                        <a:pt x="589" y="117"/>
                        <a:pt x="491" y="224"/>
                        <a:pt x="384" y="313"/>
                      </a:cubicBezTo>
                      <a:cubicBezTo>
                        <a:pt x="331" y="358"/>
                        <a:pt x="268" y="402"/>
                        <a:pt x="215" y="438"/>
                      </a:cubicBezTo>
                      <a:lnTo>
                        <a:pt x="126" y="500"/>
                      </a:lnTo>
                      <a:cubicBezTo>
                        <a:pt x="90" y="518"/>
                        <a:pt x="36" y="545"/>
                        <a:pt x="19" y="616"/>
                      </a:cubicBezTo>
                      <a:cubicBezTo>
                        <a:pt x="1" y="679"/>
                        <a:pt x="19" y="732"/>
                        <a:pt x="36" y="768"/>
                      </a:cubicBezTo>
                      <a:lnTo>
                        <a:pt x="72" y="866"/>
                      </a:lnTo>
                      <a:cubicBezTo>
                        <a:pt x="99" y="937"/>
                        <a:pt x="126" y="1000"/>
                        <a:pt x="152" y="1071"/>
                      </a:cubicBezTo>
                      <a:cubicBezTo>
                        <a:pt x="215" y="1196"/>
                        <a:pt x="277" y="1321"/>
                        <a:pt x="349" y="1446"/>
                      </a:cubicBezTo>
                      <a:cubicBezTo>
                        <a:pt x="607" y="1919"/>
                        <a:pt x="866" y="2356"/>
                        <a:pt x="937" y="2802"/>
                      </a:cubicBezTo>
                      <a:lnTo>
                        <a:pt x="982" y="3070"/>
                      </a:lnTo>
                      <a:lnTo>
                        <a:pt x="1116" y="2838"/>
                      </a:lnTo>
                      <a:cubicBezTo>
                        <a:pt x="1312" y="2525"/>
                        <a:pt x="1517" y="2267"/>
                        <a:pt x="1740" y="2044"/>
                      </a:cubicBezTo>
                      <a:cubicBezTo>
                        <a:pt x="1847" y="1928"/>
                        <a:pt x="1954" y="1830"/>
                        <a:pt x="2070" y="1731"/>
                      </a:cubicBezTo>
                      <a:cubicBezTo>
                        <a:pt x="2124" y="1687"/>
                        <a:pt x="2177" y="1642"/>
                        <a:pt x="2231" y="1598"/>
                      </a:cubicBezTo>
                      <a:cubicBezTo>
                        <a:pt x="2267" y="1571"/>
                        <a:pt x="2293" y="1544"/>
                        <a:pt x="2329" y="1500"/>
                      </a:cubicBezTo>
                      <a:cubicBezTo>
                        <a:pt x="2356" y="1464"/>
                        <a:pt x="2383" y="1392"/>
                        <a:pt x="2356" y="1321"/>
                      </a:cubicBezTo>
                      <a:lnTo>
                        <a:pt x="2347" y="1294"/>
                      </a:lnTo>
                      <a:lnTo>
                        <a:pt x="2320" y="1268"/>
                      </a:lnTo>
                      <a:cubicBezTo>
                        <a:pt x="1785" y="911"/>
                        <a:pt x="1383" y="598"/>
                        <a:pt x="1116" y="384"/>
                      </a:cubicBezTo>
                      <a:cubicBezTo>
                        <a:pt x="848" y="170"/>
                        <a:pt x="705" y="45"/>
                        <a:pt x="705" y="45"/>
                      </a:cubicBezTo>
                      <a:lnTo>
                        <a:pt x="705" y="45"/>
                      </a:lnTo>
                      <a:cubicBezTo>
                        <a:pt x="732" y="229"/>
                        <a:pt x="1308" y="808"/>
                        <a:pt x="2156" y="1403"/>
                      </a:cubicBezTo>
                      <a:lnTo>
                        <a:pt x="2156" y="1403"/>
                      </a:lnTo>
                      <a:cubicBezTo>
                        <a:pt x="2139" y="1414"/>
                        <a:pt x="2122" y="1438"/>
                        <a:pt x="2097" y="1455"/>
                      </a:cubicBezTo>
                      <a:cubicBezTo>
                        <a:pt x="2035" y="1508"/>
                        <a:pt x="1972" y="1553"/>
                        <a:pt x="1910" y="1607"/>
                      </a:cubicBezTo>
                      <a:cubicBezTo>
                        <a:pt x="1794" y="1714"/>
                        <a:pt x="1669" y="1830"/>
                        <a:pt x="1562" y="1946"/>
                      </a:cubicBezTo>
                      <a:cubicBezTo>
                        <a:pt x="1378" y="2144"/>
                        <a:pt x="1207" y="2366"/>
                        <a:pt x="1062" y="2598"/>
                      </a:cubicBezTo>
                      <a:lnTo>
                        <a:pt x="1062" y="2598"/>
                      </a:lnTo>
                      <a:cubicBezTo>
                        <a:pt x="958" y="2245"/>
                        <a:pt x="775" y="1935"/>
                        <a:pt x="598" y="1651"/>
                      </a:cubicBezTo>
                      <a:cubicBezTo>
                        <a:pt x="393" y="1330"/>
                        <a:pt x="206" y="1027"/>
                        <a:pt x="99" y="741"/>
                      </a:cubicBezTo>
                      <a:cubicBezTo>
                        <a:pt x="81" y="706"/>
                        <a:pt x="63" y="670"/>
                        <a:pt x="81" y="634"/>
                      </a:cubicBezTo>
                      <a:cubicBezTo>
                        <a:pt x="90" y="590"/>
                        <a:pt x="117" y="563"/>
                        <a:pt x="152" y="545"/>
                      </a:cubicBezTo>
                      <a:cubicBezTo>
                        <a:pt x="206" y="500"/>
                        <a:pt x="259" y="465"/>
                        <a:pt x="304" y="429"/>
                      </a:cubicBezTo>
                      <a:cubicBezTo>
                        <a:pt x="393" y="349"/>
                        <a:pt x="465" y="277"/>
                        <a:pt x="527" y="206"/>
                      </a:cubicBezTo>
                      <a:cubicBezTo>
                        <a:pt x="634" y="81"/>
                        <a:pt x="688" y="1"/>
                        <a:pt x="68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6" name="Google Shape;346;p29"/>
                <p:cNvSpPr/>
                <p:nvPr/>
              </p:nvSpPr>
              <p:spPr>
                <a:xfrm>
                  <a:off x="7183933" y="1065039"/>
                  <a:ext cx="177492" cy="2462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2" h="3319" extrusionOk="0">
                      <a:moveTo>
                        <a:pt x="160" y="1834"/>
                      </a:moveTo>
                      <a:cubicBezTo>
                        <a:pt x="161" y="1834"/>
                        <a:pt x="162" y="1834"/>
                        <a:pt x="165" y="1836"/>
                      </a:cubicBezTo>
                      <a:lnTo>
                        <a:pt x="165" y="1836"/>
                      </a:lnTo>
                      <a:cubicBezTo>
                        <a:pt x="161" y="1838"/>
                        <a:pt x="161" y="1838"/>
                        <a:pt x="161" y="1838"/>
                      </a:cubicBezTo>
                      <a:cubicBezTo>
                        <a:pt x="161" y="1838"/>
                        <a:pt x="157" y="1834"/>
                        <a:pt x="160" y="1834"/>
                      </a:cubicBezTo>
                      <a:close/>
                      <a:moveTo>
                        <a:pt x="1723" y="175"/>
                      </a:moveTo>
                      <a:cubicBezTo>
                        <a:pt x="1791" y="236"/>
                        <a:pt x="1858" y="297"/>
                        <a:pt x="1927" y="357"/>
                      </a:cubicBezTo>
                      <a:cubicBezTo>
                        <a:pt x="1990" y="410"/>
                        <a:pt x="2052" y="473"/>
                        <a:pt x="2115" y="526"/>
                      </a:cubicBezTo>
                      <a:cubicBezTo>
                        <a:pt x="2177" y="580"/>
                        <a:pt x="2257" y="642"/>
                        <a:pt x="2275" y="687"/>
                      </a:cubicBezTo>
                      <a:cubicBezTo>
                        <a:pt x="2302" y="732"/>
                        <a:pt x="2293" y="812"/>
                        <a:pt x="2293" y="892"/>
                      </a:cubicBezTo>
                      <a:cubicBezTo>
                        <a:pt x="2284" y="972"/>
                        <a:pt x="2275" y="1044"/>
                        <a:pt x="2257" y="1124"/>
                      </a:cubicBezTo>
                      <a:cubicBezTo>
                        <a:pt x="2222" y="1276"/>
                        <a:pt x="2168" y="1419"/>
                        <a:pt x="2106" y="1561"/>
                      </a:cubicBezTo>
                      <a:cubicBezTo>
                        <a:pt x="1990" y="1847"/>
                        <a:pt x="1847" y="2123"/>
                        <a:pt x="1767" y="2418"/>
                      </a:cubicBezTo>
                      <a:cubicBezTo>
                        <a:pt x="1731" y="2569"/>
                        <a:pt x="1713" y="2712"/>
                        <a:pt x="1687" y="2837"/>
                      </a:cubicBezTo>
                      <a:cubicBezTo>
                        <a:pt x="1668" y="2925"/>
                        <a:pt x="1635" y="3004"/>
                        <a:pt x="1593" y="3069"/>
                      </a:cubicBezTo>
                      <a:lnTo>
                        <a:pt x="1593" y="3069"/>
                      </a:lnTo>
                      <a:cubicBezTo>
                        <a:pt x="1137" y="2587"/>
                        <a:pt x="682" y="2186"/>
                        <a:pt x="259" y="1865"/>
                      </a:cubicBezTo>
                      <a:cubicBezTo>
                        <a:pt x="248" y="1857"/>
                        <a:pt x="237" y="1850"/>
                        <a:pt x="228" y="1843"/>
                      </a:cubicBezTo>
                      <a:lnTo>
                        <a:pt x="228" y="1843"/>
                      </a:lnTo>
                      <a:cubicBezTo>
                        <a:pt x="271" y="1815"/>
                        <a:pt x="314" y="1786"/>
                        <a:pt x="357" y="1758"/>
                      </a:cubicBezTo>
                      <a:cubicBezTo>
                        <a:pt x="464" y="1686"/>
                        <a:pt x="562" y="1615"/>
                        <a:pt x="661" y="1535"/>
                      </a:cubicBezTo>
                      <a:cubicBezTo>
                        <a:pt x="848" y="1383"/>
                        <a:pt x="1000" y="1222"/>
                        <a:pt x="1133" y="1080"/>
                      </a:cubicBezTo>
                      <a:cubicBezTo>
                        <a:pt x="1392" y="776"/>
                        <a:pt x="1553" y="509"/>
                        <a:pt x="1651" y="330"/>
                      </a:cubicBezTo>
                      <a:cubicBezTo>
                        <a:pt x="1679" y="267"/>
                        <a:pt x="1704" y="215"/>
                        <a:pt x="1723" y="175"/>
                      </a:cubicBezTo>
                      <a:close/>
                      <a:moveTo>
                        <a:pt x="1535" y="0"/>
                      </a:moveTo>
                      <a:cubicBezTo>
                        <a:pt x="1585" y="47"/>
                        <a:pt x="1633" y="92"/>
                        <a:pt x="1682" y="137"/>
                      </a:cubicBezTo>
                      <a:lnTo>
                        <a:pt x="1682" y="137"/>
                      </a:lnTo>
                      <a:cubicBezTo>
                        <a:pt x="1514" y="331"/>
                        <a:pt x="1238" y="783"/>
                        <a:pt x="741" y="1222"/>
                      </a:cubicBezTo>
                      <a:cubicBezTo>
                        <a:pt x="589" y="1356"/>
                        <a:pt x="411" y="1490"/>
                        <a:pt x="223" y="1615"/>
                      </a:cubicBezTo>
                      <a:lnTo>
                        <a:pt x="152" y="1659"/>
                      </a:lnTo>
                      <a:cubicBezTo>
                        <a:pt x="125" y="1677"/>
                        <a:pt x="108" y="1677"/>
                        <a:pt x="63" y="1722"/>
                      </a:cubicBezTo>
                      <a:cubicBezTo>
                        <a:pt x="36" y="1740"/>
                        <a:pt x="9" y="1775"/>
                        <a:pt x="9" y="1820"/>
                      </a:cubicBezTo>
                      <a:cubicBezTo>
                        <a:pt x="0" y="1874"/>
                        <a:pt x="18" y="1909"/>
                        <a:pt x="36" y="1927"/>
                      </a:cubicBezTo>
                      <a:cubicBezTo>
                        <a:pt x="72" y="1972"/>
                        <a:pt x="108" y="1998"/>
                        <a:pt x="125" y="2016"/>
                      </a:cubicBezTo>
                      <a:cubicBezTo>
                        <a:pt x="223" y="2088"/>
                        <a:pt x="313" y="2159"/>
                        <a:pt x="411" y="2239"/>
                      </a:cubicBezTo>
                      <a:cubicBezTo>
                        <a:pt x="794" y="2552"/>
                        <a:pt x="1187" y="2899"/>
                        <a:pt x="1544" y="3265"/>
                      </a:cubicBezTo>
                      <a:lnTo>
                        <a:pt x="1588" y="3319"/>
                      </a:lnTo>
                      <a:lnTo>
                        <a:pt x="1642" y="3265"/>
                      </a:lnTo>
                      <a:cubicBezTo>
                        <a:pt x="1749" y="3176"/>
                        <a:pt x="1803" y="3042"/>
                        <a:pt x="1829" y="2917"/>
                      </a:cubicBezTo>
                      <a:cubicBezTo>
                        <a:pt x="1856" y="2801"/>
                        <a:pt x="1865" y="2676"/>
                        <a:pt x="1892" y="2569"/>
                      </a:cubicBezTo>
                      <a:cubicBezTo>
                        <a:pt x="1927" y="2337"/>
                        <a:pt x="2008" y="2123"/>
                        <a:pt x="2088" y="1918"/>
                      </a:cubicBezTo>
                      <a:cubicBezTo>
                        <a:pt x="2249" y="1517"/>
                        <a:pt x="2391" y="1115"/>
                        <a:pt x="2356" y="767"/>
                      </a:cubicBezTo>
                      <a:cubicBezTo>
                        <a:pt x="2356" y="723"/>
                        <a:pt x="2347" y="678"/>
                        <a:pt x="2320" y="651"/>
                      </a:cubicBezTo>
                      <a:cubicBezTo>
                        <a:pt x="2302" y="616"/>
                        <a:pt x="2266" y="589"/>
                        <a:pt x="2240" y="571"/>
                      </a:cubicBezTo>
                      <a:cubicBezTo>
                        <a:pt x="2177" y="518"/>
                        <a:pt x="2124" y="473"/>
                        <a:pt x="2061" y="428"/>
                      </a:cubicBezTo>
                      <a:cubicBezTo>
                        <a:pt x="1954" y="339"/>
                        <a:pt x="1865" y="259"/>
                        <a:pt x="1785" y="196"/>
                      </a:cubicBezTo>
                      <a:cubicBezTo>
                        <a:pt x="1766" y="182"/>
                        <a:pt x="1749" y="168"/>
                        <a:pt x="1732" y="155"/>
                      </a:cubicBezTo>
                      <a:lnTo>
                        <a:pt x="1732" y="155"/>
                      </a:lnTo>
                      <a:cubicBezTo>
                        <a:pt x="1739" y="141"/>
                        <a:pt x="1744" y="127"/>
                        <a:pt x="1749" y="116"/>
                      </a:cubicBezTo>
                      <a:cubicBezTo>
                        <a:pt x="1767" y="71"/>
                        <a:pt x="1785" y="45"/>
                        <a:pt x="1785" y="45"/>
                      </a:cubicBezTo>
                      <a:lnTo>
                        <a:pt x="1785" y="45"/>
                      </a:lnTo>
                      <a:cubicBezTo>
                        <a:pt x="1758" y="57"/>
                        <a:pt x="1728" y="85"/>
                        <a:pt x="1693" y="124"/>
                      </a:cubicBezTo>
                      <a:lnTo>
                        <a:pt x="1693" y="124"/>
                      </a:lnTo>
                      <a:cubicBezTo>
                        <a:pt x="1590" y="44"/>
                        <a:pt x="1535" y="0"/>
                        <a:pt x="15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7" name="Google Shape;347;p29"/>
                <p:cNvSpPr/>
                <p:nvPr/>
              </p:nvSpPr>
              <p:spPr>
                <a:xfrm>
                  <a:off x="7109806" y="1203275"/>
                  <a:ext cx="129112" cy="93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0" h="1266" extrusionOk="0">
                      <a:moveTo>
                        <a:pt x="985" y="1"/>
                      </a:moveTo>
                      <a:cubicBezTo>
                        <a:pt x="962" y="1"/>
                        <a:pt x="940" y="2"/>
                        <a:pt x="919" y="2"/>
                      </a:cubicBezTo>
                      <a:cubicBezTo>
                        <a:pt x="857" y="2"/>
                        <a:pt x="803" y="11"/>
                        <a:pt x="759" y="11"/>
                      </a:cubicBezTo>
                      <a:cubicBezTo>
                        <a:pt x="562" y="19"/>
                        <a:pt x="464" y="28"/>
                        <a:pt x="464" y="28"/>
                      </a:cubicBezTo>
                      <a:cubicBezTo>
                        <a:pt x="491" y="73"/>
                        <a:pt x="580" y="109"/>
                        <a:pt x="714" y="126"/>
                      </a:cubicBezTo>
                      <a:cubicBezTo>
                        <a:pt x="776" y="144"/>
                        <a:pt x="848" y="144"/>
                        <a:pt x="928" y="153"/>
                      </a:cubicBezTo>
                      <a:cubicBezTo>
                        <a:pt x="973" y="162"/>
                        <a:pt x="1008" y="162"/>
                        <a:pt x="1044" y="171"/>
                      </a:cubicBezTo>
                      <a:cubicBezTo>
                        <a:pt x="1080" y="180"/>
                        <a:pt x="1107" y="198"/>
                        <a:pt x="1142" y="225"/>
                      </a:cubicBezTo>
                      <a:cubicBezTo>
                        <a:pt x="1214" y="287"/>
                        <a:pt x="1294" y="350"/>
                        <a:pt x="1383" y="421"/>
                      </a:cubicBezTo>
                      <a:cubicBezTo>
                        <a:pt x="1428" y="457"/>
                        <a:pt x="1463" y="483"/>
                        <a:pt x="1508" y="519"/>
                      </a:cubicBezTo>
                      <a:cubicBezTo>
                        <a:pt x="1512" y="522"/>
                        <a:pt x="1515" y="524"/>
                        <a:pt x="1518" y="527"/>
                      </a:cubicBezTo>
                      <a:lnTo>
                        <a:pt x="1518" y="527"/>
                      </a:lnTo>
                      <a:cubicBezTo>
                        <a:pt x="1518" y="527"/>
                        <a:pt x="1517" y="528"/>
                        <a:pt x="1517" y="528"/>
                      </a:cubicBezTo>
                      <a:cubicBezTo>
                        <a:pt x="1454" y="626"/>
                        <a:pt x="1383" y="715"/>
                        <a:pt x="1303" y="813"/>
                      </a:cubicBezTo>
                      <a:cubicBezTo>
                        <a:pt x="1267" y="867"/>
                        <a:pt x="1231" y="912"/>
                        <a:pt x="1196" y="965"/>
                      </a:cubicBezTo>
                      <a:cubicBezTo>
                        <a:pt x="1178" y="983"/>
                        <a:pt x="1160" y="1001"/>
                        <a:pt x="1151" y="1019"/>
                      </a:cubicBezTo>
                      <a:cubicBezTo>
                        <a:pt x="1133" y="1028"/>
                        <a:pt x="1124" y="1036"/>
                        <a:pt x="1098" y="1036"/>
                      </a:cubicBezTo>
                      <a:cubicBezTo>
                        <a:pt x="982" y="1063"/>
                        <a:pt x="857" y="1081"/>
                        <a:pt x="741" y="1108"/>
                      </a:cubicBezTo>
                      <a:cubicBezTo>
                        <a:pt x="719" y="1111"/>
                        <a:pt x="698" y="1114"/>
                        <a:pt x="679" y="1114"/>
                      </a:cubicBezTo>
                      <a:cubicBezTo>
                        <a:pt x="652" y="1114"/>
                        <a:pt x="628" y="1109"/>
                        <a:pt x="607" y="1099"/>
                      </a:cubicBezTo>
                      <a:cubicBezTo>
                        <a:pt x="580" y="1072"/>
                        <a:pt x="536" y="1010"/>
                        <a:pt x="500" y="974"/>
                      </a:cubicBezTo>
                      <a:cubicBezTo>
                        <a:pt x="348" y="804"/>
                        <a:pt x="197" y="653"/>
                        <a:pt x="81" y="510"/>
                      </a:cubicBezTo>
                      <a:cubicBezTo>
                        <a:pt x="72" y="492"/>
                        <a:pt x="63" y="465"/>
                        <a:pt x="72" y="439"/>
                      </a:cubicBezTo>
                      <a:cubicBezTo>
                        <a:pt x="81" y="412"/>
                        <a:pt x="107" y="403"/>
                        <a:pt x="116" y="385"/>
                      </a:cubicBezTo>
                      <a:cubicBezTo>
                        <a:pt x="143" y="358"/>
                        <a:pt x="170" y="323"/>
                        <a:pt x="197" y="296"/>
                      </a:cubicBezTo>
                      <a:cubicBezTo>
                        <a:pt x="250" y="242"/>
                        <a:pt x="295" y="198"/>
                        <a:pt x="330" y="162"/>
                      </a:cubicBezTo>
                      <a:cubicBezTo>
                        <a:pt x="402" y="82"/>
                        <a:pt x="437" y="37"/>
                        <a:pt x="437" y="37"/>
                      </a:cubicBezTo>
                      <a:lnTo>
                        <a:pt x="437" y="37"/>
                      </a:lnTo>
                      <a:cubicBezTo>
                        <a:pt x="321" y="135"/>
                        <a:pt x="214" y="234"/>
                        <a:pt x="98" y="323"/>
                      </a:cubicBezTo>
                      <a:lnTo>
                        <a:pt x="54" y="358"/>
                      </a:lnTo>
                      <a:cubicBezTo>
                        <a:pt x="36" y="376"/>
                        <a:pt x="9" y="412"/>
                        <a:pt x="9" y="448"/>
                      </a:cubicBezTo>
                      <a:cubicBezTo>
                        <a:pt x="0" y="537"/>
                        <a:pt x="45" y="573"/>
                        <a:pt x="63" y="599"/>
                      </a:cubicBezTo>
                      <a:cubicBezTo>
                        <a:pt x="107" y="662"/>
                        <a:pt x="143" y="715"/>
                        <a:pt x="188" y="769"/>
                      </a:cubicBezTo>
                      <a:cubicBezTo>
                        <a:pt x="268" y="885"/>
                        <a:pt x="348" y="992"/>
                        <a:pt x="429" y="1099"/>
                      </a:cubicBezTo>
                      <a:cubicBezTo>
                        <a:pt x="446" y="1126"/>
                        <a:pt x="464" y="1143"/>
                        <a:pt x="491" y="1179"/>
                      </a:cubicBezTo>
                      <a:cubicBezTo>
                        <a:pt x="518" y="1215"/>
                        <a:pt x="580" y="1251"/>
                        <a:pt x="625" y="1259"/>
                      </a:cubicBezTo>
                      <a:cubicBezTo>
                        <a:pt x="649" y="1264"/>
                        <a:pt x="672" y="1266"/>
                        <a:pt x="692" y="1266"/>
                      </a:cubicBezTo>
                      <a:cubicBezTo>
                        <a:pt x="754" y="1266"/>
                        <a:pt x="799" y="1251"/>
                        <a:pt x="839" y="1251"/>
                      </a:cubicBezTo>
                      <a:cubicBezTo>
                        <a:pt x="901" y="1242"/>
                        <a:pt x="964" y="1233"/>
                        <a:pt x="1026" y="1224"/>
                      </a:cubicBezTo>
                      <a:cubicBezTo>
                        <a:pt x="1053" y="1224"/>
                        <a:pt x="1089" y="1215"/>
                        <a:pt x="1115" y="1215"/>
                      </a:cubicBezTo>
                      <a:cubicBezTo>
                        <a:pt x="1151" y="1206"/>
                        <a:pt x="1196" y="1197"/>
                        <a:pt x="1231" y="1179"/>
                      </a:cubicBezTo>
                      <a:cubicBezTo>
                        <a:pt x="1312" y="1126"/>
                        <a:pt x="1338" y="1081"/>
                        <a:pt x="1374" y="1036"/>
                      </a:cubicBezTo>
                      <a:cubicBezTo>
                        <a:pt x="1410" y="992"/>
                        <a:pt x="1446" y="947"/>
                        <a:pt x="1481" y="903"/>
                      </a:cubicBezTo>
                      <a:cubicBezTo>
                        <a:pt x="1553" y="813"/>
                        <a:pt x="1615" y="733"/>
                        <a:pt x="1677" y="653"/>
                      </a:cubicBezTo>
                      <a:cubicBezTo>
                        <a:pt x="1686" y="644"/>
                        <a:pt x="1686" y="635"/>
                        <a:pt x="1695" y="617"/>
                      </a:cubicBezTo>
                      <a:cubicBezTo>
                        <a:pt x="1704" y="608"/>
                        <a:pt x="1722" y="581"/>
                        <a:pt x="1731" y="546"/>
                      </a:cubicBezTo>
                      <a:cubicBezTo>
                        <a:pt x="1740" y="483"/>
                        <a:pt x="1704" y="430"/>
                        <a:pt x="1677" y="403"/>
                      </a:cubicBezTo>
                      <a:cubicBezTo>
                        <a:pt x="1651" y="376"/>
                        <a:pt x="1624" y="358"/>
                        <a:pt x="1615" y="350"/>
                      </a:cubicBezTo>
                      <a:cubicBezTo>
                        <a:pt x="1597" y="332"/>
                        <a:pt x="1570" y="323"/>
                        <a:pt x="1553" y="305"/>
                      </a:cubicBezTo>
                      <a:cubicBezTo>
                        <a:pt x="1481" y="251"/>
                        <a:pt x="1419" y="207"/>
                        <a:pt x="1356" y="153"/>
                      </a:cubicBezTo>
                      <a:cubicBezTo>
                        <a:pt x="1294" y="109"/>
                        <a:pt x="1222" y="55"/>
                        <a:pt x="1142" y="28"/>
                      </a:cubicBezTo>
                      <a:cubicBezTo>
                        <a:pt x="1083" y="5"/>
                        <a:pt x="1031" y="1"/>
                        <a:pt x="98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8" name="Google Shape;348;p29"/>
                <p:cNvSpPr/>
                <p:nvPr/>
              </p:nvSpPr>
              <p:spPr>
                <a:xfrm>
                  <a:off x="7029001" y="1219896"/>
                  <a:ext cx="256963" cy="82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3" h="1118" extrusionOk="0">
                      <a:moveTo>
                        <a:pt x="81" y="1"/>
                      </a:moveTo>
                      <a:cubicBezTo>
                        <a:pt x="1" y="90"/>
                        <a:pt x="19" y="384"/>
                        <a:pt x="81" y="795"/>
                      </a:cubicBezTo>
                      <a:cubicBezTo>
                        <a:pt x="90" y="848"/>
                        <a:pt x="99" y="911"/>
                        <a:pt x="153" y="982"/>
                      </a:cubicBezTo>
                      <a:cubicBezTo>
                        <a:pt x="206" y="1044"/>
                        <a:pt x="286" y="1080"/>
                        <a:pt x="349" y="1098"/>
                      </a:cubicBezTo>
                      <a:cubicBezTo>
                        <a:pt x="435" y="1114"/>
                        <a:pt x="507" y="1117"/>
                        <a:pt x="579" y="1117"/>
                      </a:cubicBezTo>
                      <a:cubicBezTo>
                        <a:pt x="626" y="1117"/>
                        <a:pt x="674" y="1116"/>
                        <a:pt x="724" y="1116"/>
                      </a:cubicBezTo>
                      <a:cubicBezTo>
                        <a:pt x="973" y="1116"/>
                        <a:pt x="1232" y="1107"/>
                        <a:pt x="1491" y="1089"/>
                      </a:cubicBezTo>
                      <a:cubicBezTo>
                        <a:pt x="2008" y="1062"/>
                        <a:pt x="2508" y="991"/>
                        <a:pt x="2882" y="928"/>
                      </a:cubicBezTo>
                      <a:cubicBezTo>
                        <a:pt x="3070" y="893"/>
                        <a:pt x="3213" y="848"/>
                        <a:pt x="3311" y="804"/>
                      </a:cubicBezTo>
                      <a:cubicBezTo>
                        <a:pt x="3418" y="768"/>
                        <a:pt x="3462" y="732"/>
                        <a:pt x="3462" y="732"/>
                      </a:cubicBezTo>
                      <a:lnTo>
                        <a:pt x="3462" y="732"/>
                      </a:lnTo>
                      <a:cubicBezTo>
                        <a:pt x="3186" y="848"/>
                        <a:pt x="2882" y="857"/>
                        <a:pt x="2597" y="875"/>
                      </a:cubicBezTo>
                      <a:cubicBezTo>
                        <a:pt x="2311" y="893"/>
                        <a:pt x="2035" y="902"/>
                        <a:pt x="1776" y="911"/>
                      </a:cubicBezTo>
                      <a:cubicBezTo>
                        <a:pt x="1522" y="915"/>
                        <a:pt x="1281" y="917"/>
                        <a:pt x="1059" y="917"/>
                      </a:cubicBezTo>
                      <a:cubicBezTo>
                        <a:pt x="837" y="917"/>
                        <a:pt x="634" y="915"/>
                        <a:pt x="456" y="911"/>
                      </a:cubicBezTo>
                      <a:cubicBezTo>
                        <a:pt x="367" y="911"/>
                        <a:pt x="313" y="884"/>
                        <a:pt x="295" y="848"/>
                      </a:cubicBezTo>
                      <a:cubicBezTo>
                        <a:pt x="269" y="821"/>
                        <a:pt x="251" y="732"/>
                        <a:pt x="233" y="661"/>
                      </a:cubicBezTo>
                      <a:cubicBezTo>
                        <a:pt x="206" y="518"/>
                        <a:pt x="179" y="402"/>
                        <a:pt x="153" y="304"/>
                      </a:cubicBezTo>
                      <a:cubicBezTo>
                        <a:pt x="108" y="108"/>
                        <a:pt x="81" y="1"/>
                        <a:pt x="8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" name="Google Shape;349;p29"/>
                <p:cNvSpPr/>
                <p:nvPr/>
              </p:nvSpPr>
              <p:spPr>
                <a:xfrm>
                  <a:off x="6843721" y="1855352"/>
                  <a:ext cx="139055" cy="252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4" h="3409" extrusionOk="0">
                      <a:moveTo>
                        <a:pt x="107" y="1"/>
                      </a:moveTo>
                      <a:cubicBezTo>
                        <a:pt x="27" y="63"/>
                        <a:pt x="0" y="358"/>
                        <a:pt x="143" y="732"/>
                      </a:cubicBezTo>
                      <a:cubicBezTo>
                        <a:pt x="214" y="911"/>
                        <a:pt x="339" y="1107"/>
                        <a:pt x="455" y="1285"/>
                      </a:cubicBezTo>
                      <a:cubicBezTo>
                        <a:pt x="509" y="1375"/>
                        <a:pt x="544" y="1491"/>
                        <a:pt x="589" y="1589"/>
                      </a:cubicBezTo>
                      <a:cubicBezTo>
                        <a:pt x="633" y="1696"/>
                        <a:pt x="678" y="1812"/>
                        <a:pt x="732" y="1919"/>
                      </a:cubicBezTo>
                      <a:cubicBezTo>
                        <a:pt x="955" y="2356"/>
                        <a:pt x="1249" y="2722"/>
                        <a:pt x="1481" y="2980"/>
                      </a:cubicBezTo>
                      <a:cubicBezTo>
                        <a:pt x="1713" y="3239"/>
                        <a:pt x="1873" y="3409"/>
                        <a:pt x="1873" y="3409"/>
                      </a:cubicBezTo>
                      <a:cubicBezTo>
                        <a:pt x="1534" y="2936"/>
                        <a:pt x="1222" y="2508"/>
                        <a:pt x="1008" y="2088"/>
                      </a:cubicBezTo>
                      <a:cubicBezTo>
                        <a:pt x="955" y="1981"/>
                        <a:pt x="910" y="1883"/>
                        <a:pt x="865" y="1785"/>
                      </a:cubicBezTo>
                      <a:cubicBezTo>
                        <a:pt x="848" y="1731"/>
                        <a:pt x="830" y="1687"/>
                        <a:pt x="812" y="1633"/>
                      </a:cubicBezTo>
                      <a:cubicBezTo>
                        <a:pt x="794" y="1580"/>
                        <a:pt x="767" y="1535"/>
                        <a:pt x="749" y="1482"/>
                      </a:cubicBezTo>
                      <a:cubicBezTo>
                        <a:pt x="714" y="1384"/>
                        <a:pt x="687" y="1285"/>
                        <a:pt x="633" y="1205"/>
                      </a:cubicBezTo>
                      <a:cubicBezTo>
                        <a:pt x="580" y="1116"/>
                        <a:pt x="526" y="1036"/>
                        <a:pt x="482" y="964"/>
                      </a:cubicBezTo>
                      <a:cubicBezTo>
                        <a:pt x="303" y="688"/>
                        <a:pt x="214" y="438"/>
                        <a:pt x="170" y="268"/>
                      </a:cubicBezTo>
                      <a:cubicBezTo>
                        <a:pt x="125" y="99"/>
                        <a:pt x="107" y="1"/>
                        <a:pt x="10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0" name="Google Shape;350;p29"/>
                <p:cNvSpPr/>
                <p:nvPr/>
              </p:nvSpPr>
              <p:spPr>
                <a:xfrm>
                  <a:off x="6849657" y="1977190"/>
                  <a:ext cx="56988" cy="1198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" h="1615" extrusionOk="0">
                      <a:moveTo>
                        <a:pt x="759" y="0"/>
                      </a:moveTo>
                      <a:cubicBezTo>
                        <a:pt x="669" y="36"/>
                        <a:pt x="616" y="152"/>
                        <a:pt x="545" y="295"/>
                      </a:cubicBezTo>
                      <a:cubicBezTo>
                        <a:pt x="509" y="357"/>
                        <a:pt x="464" y="437"/>
                        <a:pt x="402" y="509"/>
                      </a:cubicBezTo>
                      <a:cubicBezTo>
                        <a:pt x="348" y="580"/>
                        <a:pt x="259" y="669"/>
                        <a:pt x="206" y="785"/>
                      </a:cubicBezTo>
                      <a:cubicBezTo>
                        <a:pt x="152" y="892"/>
                        <a:pt x="125" y="999"/>
                        <a:pt x="98" y="1098"/>
                      </a:cubicBezTo>
                      <a:cubicBezTo>
                        <a:pt x="63" y="1196"/>
                        <a:pt x="36" y="1285"/>
                        <a:pt x="18" y="1365"/>
                      </a:cubicBezTo>
                      <a:cubicBezTo>
                        <a:pt x="0" y="1445"/>
                        <a:pt x="0" y="1517"/>
                        <a:pt x="9" y="1552"/>
                      </a:cubicBezTo>
                      <a:cubicBezTo>
                        <a:pt x="18" y="1597"/>
                        <a:pt x="27" y="1615"/>
                        <a:pt x="27" y="1615"/>
                      </a:cubicBezTo>
                      <a:cubicBezTo>
                        <a:pt x="18" y="1508"/>
                        <a:pt x="81" y="1401"/>
                        <a:pt x="143" y="1294"/>
                      </a:cubicBezTo>
                      <a:cubicBezTo>
                        <a:pt x="197" y="1178"/>
                        <a:pt x="250" y="1080"/>
                        <a:pt x="304" y="973"/>
                      </a:cubicBezTo>
                      <a:cubicBezTo>
                        <a:pt x="348" y="874"/>
                        <a:pt x="393" y="812"/>
                        <a:pt x="455" y="750"/>
                      </a:cubicBezTo>
                      <a:cubicBezTo>
                        <a:pt x="518" y="687"/>
                        <a:pt x="589" y="607"/>
                        <a:pt x="634" y="527"/>
                      </a:cubicBezTo>
                      <a:cubicBezTo>
                        <a:pt x="723" y="375"/>
                        <a:pt x="750" y="232"/>
                        <a:pt x="759" y="143"/>
                      </a:cubicBezTo>
                      <a:cubicBezTo>
                        <a:pt x="768" y="54"/>
                        <a:pt x="759" y="0"/>
                        <a:pt x="75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1" name="Google Shape;351;p29"/>
                <p:cNvSpPr/>
                <p:nvPr/>
              </p:nvSpPr>
              <p:spPr>
                <a:xfrm>
                  <a:off x="6846986" y="2163805"/>
                  <a:ext cx="340960" cy="1146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1545" extrusionOk="0">
                      <a:moveTo>
                        <a:pt x="134" y="1"/>
                      </a:moveTo>
                      <a:cubicBezTo>
                        <a:pt x="81" y="28"/>
                        <a:pt x="27" y="135"/>
                        <a:pt x="10" y="304"/>
                      </a:cubicBezTo>
                      <a:cubicBezTo>
                        <a:pt x="1" y="393"/>
                        <a:pt x="10" y="501"/>
                        <a:pt x="54" y="617"/>
                      </a:cubicBezTo>
                      <a:cubicBezTo>
                        <a:pt x="99" y="724"/>
                        <a:pt x="215" y="840"/>
                        <a:pt x="357" y="884"/>
                      </a:cubicBezTo>
                      <a:cubicBezTo>
                        <a:pt x="500" y="920"/>
                        <a:pt x="643" y="920"/>
                        <a:pt x="786" y="920"/>
                      </a:cubicBezTo>
                      <a:cubicBezTo>
                        <a:pt x="920" y="920"/>
                        <a:pt x="1071" y="929"/>
                        <a:pt x="1214" y="938"/>
                      </a:cubicBezTo>
                      <a:cubicBezTo>
                        <a:pt x="1517" y="964"/>
                        <a:pt x="1829" y="1009"/>
                        <a:pt x="2133" y="1071"/>
                      </a:cubicBezTo>
                      <a:cubicBezTo>
                        <a:pt x="2757" y="1187"/>
                        <a:pt x="3373" y="1312"/>
                        <a:pt x="3828" y="1402"/>
                      </a:cubicBezTo>
                      <a:cubicBezTo>
                        <a:pt x="4292" y="1482"/>
                        <a:pt x="4595" y="1544"/>
                        <a:pt x="4595" y="1544"/>
                      </a:cubicBezTo>
                      <a:cubicBezTo>
                        <a:pt x="3846" y="1330"/>
                        <a:pt x="3150" y="1143"/>
                        <a:pt x="2534" y="982"/>
                      </a:cubicBezTo>
                      <a:cubicBezTo>
                        <a:pt x="1910" y="822"/>
                        <a:pt x="1348" y="724"/>
                        <a:pt x="875" y="724"/>
                      </a:cubicBezTo>
                      <a:cubicBezTo>
                        <a:pt x="798" y="724"/>
                        <a:pt x="723" y="726"/>
                        <a:pt x="654" y="726"/>
                      </a:cubicBezTo>
                      <a:cubicBezTo>
                        <a:pt x="516" y="726"/>
                        <a:pt x="399" y="718"/>
                        <a:pt x="322" y="670"/>
                      </a:cubicBezTo>
                      <a:cubicBezTo>
                        <a:pt x="197" y="608"/>
                        <a:pt x="152" y="465"/>
                        <a:pt x="134" y="358"/>
                      </a:cubicBezTo>
                      <a:cubicBezTo>
                        <a:pt x="117" y="251"/>
                        <a:pt x="126" y="153"/>
                        <a:pt x="126" y="90"/>
                      </a:cubicBezTo>
                      <a:cubicBezTo>
                        <a:pt x="126" y="28"/>
                        <a:pt x="134" y="1"/>
                        <a:pt x="13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2" name="Google Shape;352;p29"/>
                <p:cNvSpPr/>
                <p:nvPr/>
              </p:nvSpPr>
              <p:spPr>
                <a:xfrm>
                  <a:off x="6860861" y="2221459"/>
                  <a:ext cx="693200" cy="1748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2" h="2356" extrusionOk="0">
                      <a:moveTo>
                        <a:pt x="9190" y="562"/>
                      </a:moveTo>
                      <a:lnTo>
                        <a:pt x="9190" y="562"/>
                      </a:lnTo>
                      <a:cubicBezTo>
                        <a:pt x="9190" y="562"/>
                        <a:pt x="9190" y="566"/>
                        <a:pt x="9192" y="573"/>
                      </a:cubicBezTo>
                      <a:lnTo>
                        <a:pt x="9192" y="573"/>
                      </a:lnTo>
                      <a:cubicBezTo>
                        <a:pt x="9191" y="570"/>
                        <a:pt x="9191" y="566"/>
                        <a:pt x="9190" y="562"/>
                      </a:cubicBezTo>
                      <a:close/>
                      <a:moveTo>
                        <a:pt x="599" y="0"/>
                      </a:moveTo>
                      <a:lnTo>
                        <a:pt x="599" y="0"/>
                      </a:lnTo>
                      <a:cubicBezTo>
                        <a:pt x="545" y="54"/>
                        <a:pt x="447" y="205"/>
                        <a:pt x="331" y="419"/>
                      </a:cubicBezTo>
                      <a:cubicBezTo>
                        <a:pt x="278" y="535"/>
                        <a:pt x="215" y="660"/>
                        <a:pt x="144" y="812"/>
                      </a:cubicBezTo>
                      <a:cubicBezTo>
                        <a:pt x="108" y="883"/>
                        <a:pt x="72" y="955"/>
                        <a:pt x="37" y="1044"/>
                      </a:cubicBezTo>
                      <a:cubicBezTo>
                        <a:pt x="19" y="1088"/>
                        <a:pt x="1" y="1142"/>
                        <a:pt x="28" y="1222"/>
                      </a:cubicBezTo>
                      <a:cubicBezTo>
                        <a:pt x="37" y="1258"/>
                        <a:pt x="72" y="1294"/>
                        <a:pt x="99" y="1311"/>
                      </a:cubicBezTo>
                      <a:cubicBezTo>
                        <a:pt x="135" y="1329"/>
                        <a:pt x="170" y="1329"/>
                        <a:pt x="197" y="1329"/>
                      </a:cubicBezTo>
                      <a:cubicBezTo>
                        <a:pt x="572" y="1365"/>
                        <a:pt x="973" y="1526"/>
                        <a:pt x="1428" y="1713"/>
                      </a:cubicBezTo>
                      <a:cubicBezTo>
                        <a:pt x="1651" y="1802"/>
                        <a:pt x="1901" y="1891"/>
                        <a:pt x="2160" y="1954"/>
                      </a:cubicBezTo>
                      <a:cubicBezTo>
                        <a:pt x="2419" y="2007"/>
                        <a:pt x="2695" y="2043"/>
                        <a:pt x="2963" y="2079"/>
                      </a:cubicBezTo>
                      <a:cubicBezTo>
                        <a:pt x="4051" y="2195"/>
                        <a:pt x="5220" y="2311"/>
                        <a:pt x="6326" y="2346"/>
                      </a:cubicBezTo>
                      <a:cubicBezTo>
                        <a:pt x="6517" y="2352"/>
                        <a:pt x="6706" y="2355"/>
                        <a:pt x="6893" y="2355"/>
                      </a:cubicBezTo>
                      <a:cubicBezTo>
                        <a:pt x="7779" y="2355"/>
                        <a:pt x="8598" y="2288"/>
                        <a:pt x="9254" y="2178"/>
                      </a:cubicBezTo>
                      <a:lnTo>
                        <a:pt x="9254" y="2178"/>
                      </a:lnTo>
                      <a:cubicBezTo>
                        <a:pt x="9253" y="2181"/>
                        <a:pt x="9253" y="2183"/>
                        <a:pt x="9252" y="2186"/>
                      </a:cubicBezTo>
                      <a:lnTo>
                        <a:pt x="9261" y="2177"/>
                      </a:lnTo>
                      <a:lnTo>
                        <a:pt x="9261" y="2177"/>
                      </a:lnTo>
                      <a:cubicBezTo>
                        <a:pt x="9259" y="2177"/>
                        <a:pt x="9256" y="2178"/>
                        <a:pt x="9254" y="2178"/>
                      </a:cubicBezTo>
                      <a:lnTo>
                        <a:pt x="9254" y="2178"/>
                      </a:lnTo>
                      <a:cubicBezTo>
                        <a:pt x="9341" y="1691"/>
                        <a:pt x="9323" y="1274"/>
                        <a:pt x="9279" y="999"/>
                      </a:cubicBezTo>
                      <a:cubicBezTo>
                        <a:pt x="9261" y="856"/>
                        <a:pt x="9234" y="749"/>
                        <a:pt x="9225" y="678"/>
                      </a:cubicBezTo>
                      <a:cubicBezTo>
                        <a:pt x="9207" y="628"/>
                        <a:pt x="9197" y="591"/>
                        <a:pt x="9192" y="573"/>
                      </a:cubicBezTo>
                      <a:lnTo>
                        <a:pt x="9192" y="573"/>
                      </a:lnTo>
                      <a:cubicBezTo>
                        <a:pt x="9318" y="1129"/>
                        <a:pt x="9298" y="1692"/>
                        <a:pt x="9201" y="2121"/>
                      </a:cubicBezTo>
                      <a:lnTo>
                        <a:pt x="9201" y="2121"/>
                      </a:lnTo>
                      <a:cubicBezTo>
                        <a:pt x="8581" y="2195"/>
                        <a:pt x="7978" y="2223"/>
                        <a:pt x="7398" y="2223"/>
                      </a:cubicBezTo>
                      <a:cubicBezTo>
                        <a:pt x="6510" y="2223"/>
                        <a:pt x="5672" y="2157"/>
                        <a:pt x="4899" y="2088"/>
                      </a:cubicBezTo>
                      <a:cubicBezTo>
                        <a:pt x="4256" y="2025"/>
                        <a:pt x="3650" y="1954"/>
                        <a:pt x="3097" y="1891"/>
                      </a:cubicBezTo>
                      <a:cubicBezTo>
                        <a:pt x="2820" y="1856"/>
                        <a:pt x="2552" y="1829"/>
                        <a:pt x="2303" y="1775"/>
                      </a:cubicBezTo>
                      <a:cubicBezTo>
                        <a:pt x="2062" y="1731"/>
                        <a:pt x="1830" y="1659"/>
                        <a:pt x="1616" y="1579"/>
                      </a:cubicBezTo>
                      <a:cubicBezTo>
                        <a:pt x="1187" y="1419"/>
                        <a:pt x="804" y="1249"/>
                        <a:pt x="429" y="1195"/>
                      </a:cubicBezTo>
                      <a:cubicBezTo>
                        <a:pt x="385" y="1195"/>
                        <a:pt x="340" y="1187"/>
                        <a:pt x="295" y="1187"/>
                      </a:cubicBezTo>
                      <a:cubicBezTo>
                        <a:pt x="251" y="1178"/>
                        <a:pt x="197" y="1178"/>
                        <a:pt x="179" y="1169"/>
                      </a:cubicBezTo>
                      <a:cubicBezTo>
                        <a:pt x="162" y="1169"/>
                        <a:pt x="170" y="1169"/>
                        <a:pt x="162" y="1160"/>
                      </a:cubicBezTo>
                      <a:cubicBezTo>
                        <a:pt x="162" y="1142"/>
                        <a:pt x="162" y="1115"/>
                        <a:pt x="170" y="1088"/>
                      </a:cubicBezTo>
                      <a:cubicBezTo>
                        <a:pt x="233" y="946"/>
                        <a:pt x="278" y="821"/>
                        <a:pt x="322" y="705"/>
                      </a:cubicBezTo>
                      <a:cubicBezTo>
                        <a:pt x="509" y="250"/>
                        <a:pt x="599" y="0"/>
                        <a:pt x="5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53;p29"/>
                <p:cNvSpPr/>
                <p:nvPr/>
              </p:nvSpPr>
              <p:spPr>
                <a:xfrm>
                  <a:off x="7475840" y="2223240"/>
                  <a:ext cx="115236" cy="88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3" h="1190" extrusionOk="0">
                      <a:moveTo>
                        <a:pt x="1496" y="0"/>
                      </a:moveTo>
                      <a:cubicBezTo>
                        <a:pt x="1311" y="0"/>
                        <a:pt x="1019" y="309"/>
                        <a:pt x="705" y="583"/>
                      </a:cubicBezTo>
                      <a:cubicBezTo>
                        <a:pt x="375" y="904"/>
                        <a:pt x="1" y="1189"/>
                        <a:pt x="1" y="1189"/>
                      </a:cubicBezTo>
                      <a:cubicBezTo>
                        <a:pt x="545" y="966"/>
                        <a:pt x="937" y="654"/>
                        <a:pt x="1187" y="413"/>
                      </a:cubicBezTo>
                      <a:cubicBezTo>
                        <a:pt x="1312" y="297"/>
                        <a:pt x="1401" y="190"/>
                        <a:pt x="1464" y="119"/>
                      </a:cubicBezTo>
                      <a:cubicBezTo>
                        <a:pt x="1517" y="47"/>
                        <a:pt x="1553" y="12"/>
                        <a:pt x="1553" y="12"/>
                      </a:cubicBezTo>
                      <a:cubicBezTo>
                        <a:pt x="1535" y="4"/>
                        <a:pt x="1516" y="0"/>
                        <a:pt x="14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29"/>
                <p:cNvSpPr/>
                <p:nvPr/>
              </p:nvSpPr>
              <p:spPr>
                <a:xfrm>
                  <a:off x="7070109" y="2197195"/>
                  <a:ext cx="359511" cy="55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5" h="752" extrusionOk="0">
                      <a:moveTo>
                        <a:pt x="1101" y="0"/>
                      </a:moveTo>
                      <a:cubicBezTo>
                        <a:pt x="794" y="0"/>
                        <a:pt x="543" y="21"/>
                        <a:pt x="357" y="42"/>
                      </a:cubicBezTo>
                      <a:cubicBezTo>
                        <a:pt x="125" y="68"/>
                        <a:pt x="0" y="95"/>
                        <a:pt x="0" y="95"/>
                      </a:cubicBezTo>
                      <a:cubicBezTo>
                        <a:pt x="89" y="175"/>
                        <a:pt x="437" y="167"/>
                        <a:pt x="910" y="184"/>
                      </a:cubicBezTo>
                      <a:cubicBezTo>
                        <a:pt x="1374" y="193"/>
                        <a:pt x="1972" y="247"/>
                        <a:pt x="2551" y="381"/>
                      </a:cubicBezTo>
                      <a:cubicBezTo>
                        <a:pt x="2837" y="443"/>
                        <a:pt x="3122" y="523"/>
                        <a:pt x="3390" y="595"/>
                      </a:cubicBezTo>
                      <a:cubicBezTo>
                        <a:pt x="3658" y="666"/>
                        <a:pt x="3916" y="720"/>
                        <a:pt x="4130" y="737"/>
                      </a:cubicBezTo>
                      <a:cubicBezTo>
                        <a:pt x="4212" y="747"/>
                        <a:pt x="4288" y="751"/>
                        <a:pt x="4358" y="751"/>
                      </a:cubicBezTo>
                      <a:cubicBezTo>
                        <a:pt x="4477" y="751"/>
                        <a:pt x="4578" y="740"/>
                        <a:pt x="4657" y="729"/>
                      </a:cubicBezTo>
                      <a:cubicBezTo>
                        <a:pt x="4719" y="729"/>
                        <a:pt x="4764" y="711"/>
                        <a:pt x="4800" y="702"/>
                      </a:cubicBezTo>
                      <a:cubicBezTo>
                        <a:pt x="4826" y="702"/>
                        <a:pt x="4844" y="693"/>
                        <a:pt x="4844" y="693"/>
                      </a:cubicBezTo>
                      <a:lnTo>
                        <a:pt x="4844" y="693"/>
                      </a:lnTo>
                      <a:cubicBezTo>
                        <a:pt x="4755" y="707"/>
                        <a:pt x="4666" y="713"/>
                        <a:pt x="4577" y="713"/>
                      </a:cubicBezTo>
                      <a:cubicBezTo>
                        <a:pt x="4320" y="713"/>
                        <a:pt x="4066" y="661"/>
                        <a:pt x="3827" y="595"/>
                      </a:cubicBezTo>
                      <a:cubicBezTo>
                        <a:pt x="3515" y="514"/>
                        <a:pt x="3221" y="398"/>
                        <a:pt x="2926" y="309"/>
                      </a:cubicBezTo>
                      <a:cubicBezTo>
                        <a:pt x="2355" y="113"/>
                        <a:pt x="1820" y="33"/>
                        <a:pt x="1383" y="6"/>
                      </a:cubicBezTo>
                      <a:cubicBezTo>
                        <a:pt x="1284" y="2"/>
                        <a:pt x="1190" y="0"/>
                        <a:pt x="110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" name="Google Shape;355;p29"/>
                <p:cNvSpPr/>
                <p:nvPr/>
              </p:nvSpPr>
              <p:spPr>
                <a:xfrm>
                  <a:off x="7167386" y="2121956"/>
                  <a:ext cx="383998" cy="68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75" h="926" extrusionOk="0">
                      <a:moveTo>
                        <a:pt x="5148" y="0"/>
                      </a:moveTo>
                      <a:cubicBezTo>
                        <a:pt x="5008" y="0"/>
                        <a:pt x="4697" y="176"/>
                        <a:pt x="4247" y="351"/>
                      </a:cubicBezTo>
                      <a:cubicBezTo>
                        <a:pt x="4015" y="449"/>
                        <a:pt x="3738" y="547"/>
                        <a:pt x="3444" y="627"/>
                      </a:cubicBezTo>
                      <a:cubicBezTo>
                        <a:pt x="3163" y="694"/>
                        <a:pt x="2874" y="744"/>
                        <a:pt x="2578" y="744"/>
                      </a:cubicBezTo>
                      <a:cubicBezTo>
                        <a:pt x="2554" y="744"/>
                        <a:pt x="2531" y="744"/>
                        <a:pt x="2507" y="743"/>
                      </a:cubicBezTo>
                      <a:cubicBezTo>
                        <a:pt x="2195" y="726"/>
                        <a:pt x="1874" y="654"/>
                        <a:pt x="1588" y="574"/>
                      </a:cubicBezTo>
                      <a:cubicBezTo>
                        <a:pt x="1294" y="494"/>
                        <a:pt x="1026" y="413"/>
                        <a:pt x="785" y="360"/>
                      </a:cubicBezTo>
                      <a:cubicBezTo>
                        <a:pt x="554" y="315"/>
                        <a:pt x="357" y="288"/>
                        <a:pt x="215" y="279"/>
                      </a:cubicBezTo>
                      <a:lnTo>
                        <a:pt x="0" y="279"/>
                      </a:lnTo>
                      <a:cubicBezTo>
                        <a:pt x="393" y="306"/>
                        <a:pt x="759" y="422"/>
                        <a:pt x="1107" y="538"/>
                      </a:cubicBezTo>
                      <a:cubicBezTo>
                        <a:pt x="1446" y="663"/>
                        <a:pt x="1785" y="788"/>
                        <a:pt x="2115" y="859"/>
                      </a:cubicBezTo>
                      <a:cubicBezTo>
                        <a:pt x="2275" y="895"/>
                        <a:pt x="2445" y="913"/>
                        <a:pt x="2596" y="922"/>
                      </a:cubicBezTo>
                      <a:cubicBezTo>
                        <a:pt x="2639" y="924"/>
                        <a:pt x="2683" y="925"/>
                        <a:pt x="2725" y="925"/>
                      </a:cubicBezTo>
                      <a:cubicBezTo>
                        <a:pt x="2842" y="925"/>
                        <a:pt x="2956" y="917"/>
                        <a:pt x="3060" y="904"/>
                      </a:cubicBezTo>
                      <a:cubicBezTo>
                        <a:pt x="3355" y="859"/>
                        <a:pt x="3613" y="788"/>
                        <a:pt x="3845" y="717"/>
                      </a:cubicBezTo>
                      <a:cubicBezTo>
                        <a:pt x="4300" y="556"/>
                        <a:pt x="4630" y="369"/>
                        <a:pt x="4853" y="226"/>
                      </a:cubicBezTo>
                      <a:cubicBezTo>
                        <a:pt x="4961" y="155"/>
                        <a:pt x="5041" y="101"/>
                        <a:pt x="5094" y="56"/>
                      </a:cubicBezTo>
                      <a:cubicBezTo>
                        <a:pt x="5148" y="21"/>
                        <a:pt x="5175" y="3"/>
                        <a:pt x="5175" y="3"/>
                      </a:cubicBezTo>
                      <a:cubicBezTo>
                        <a:pt x="5167" y="1"/>
                        <a:pt x="5158" y="0"/>
                        <a:pt x="514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" name="Google Shape;356;p29"/>
                <p:cNvSpPr/>
                <p:nvPr/>
              </p:nvSpPr>
              <p:spPr>
                <a:xfrm>
                  <a:off x="7298426" y="2097989"/>
                  <a:ext cx="168885" cy="743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6" h="1002" extrusionOk="0">
                      <a:moveTo>
                        <a:pt x="2150" y="1"/>
                      </a:moveTo>
                      <a:cubicBezTo>
                        <a:pt x="2059" y="1"/>
                        <a:pt x="1936" y="36"/>
                        <a:pt x="1803" y="103"/>
                      </a:cubicBezTo>
                      <a:cubicBezTo>
                        <a:pt x="1580" y="210"/>
                        <a:pt x="1330" y="388"/>
                        <a:pt x="1089" y="549"/>
                      </a:cubicBezTo>
                      <a:cubicBezTo>
                        <a:pt x="839" y="710"/>
                        <a:pt x="581" y="843"/>
                        <a:pt x="367" y="915"/>
                      </a:cubicBezTo>
                      <a:cubicBezTo>
                        <a:pt x="260" y="950"/>
                        <a:pt x="170" y="968"/>
                        <a:pt x="108" y="977"/>
                      </a:cubicBezTo>
                      <a:cubicBezTo>
                        <a:pt x="45" y="995"/>
                        <a:pt x="1" y="995"/>
                        <a:pt x="1" y="995"/>
                      </a:cubicBezTo>
                      <a:cubicBezTo>
                        <a:pt x="49" y="999"/>
                        <a:pt x="96" y="1002"/>
                        <a:pt x="143" y="1002"/>
                      </a:cubicBezTo>
                      <a:cubicBezTo>
                        <a:pt x="472" y="1002"/>
                        <a:pt x="776" y="898"/>
                        <a:pt x="1018" y="781"/>
                      </a:cubicBezTo>
                      <a:cubicBezTo>
                        <a:pt x="1294" y="647"/>
                        <a:pt x="1517" y="504"/>
                        <a:pt x="1696" y="388"/>
                      </a:cubicBezTo>
                      <a:cubicBezTo>
                        <a:pt x="2062" y="148"/>
                        <a:pt x="2276" y="40"/>
                        <a:pt x="2276" y="40"/>
                      </a:cubicBezTo>
                      <a:cubicBezTo>
                        <a:pt x="2249" y="14"/>
                        <a:pt x="2205" y="1"/>
                        <a:pt x="215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57;p29"/>
                <p:cNvSpPr/>
                <p:nvPr/>
              </p:nvSpPr>
              <p:spPr>
                <a:xfrm>
                  <a:off x="6957545" y="2019558"/>
                  <a:ext cx="231734" cy="142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3" h="1916" extrusionOk="0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0" y="223"/>
                        <a:pt x="768" y="750"/>
                        <a:pt x="1499" y="1294"/>
                      </a:cubicBezTo>
                      <a:cubicBezTo>
                        <a:pt x="1678" y="1428"/>
                        <a:pt x="1865" y="1561"/>
                        <a:pt x="2052" y="1668"/>
                      </a:cubicBezTo>
                      <a:cubicBezTo>
                        <a:pt x="2231" y="1784"/>
                        <a:pt x="2418" y="1856"/>
                        <a:pt x="2588" y="1891"/>
                      </a:cubicBezTo>
                      <a:cubicBezTo>
                        <a:pt x="2668" y="1909"/>
                        <a:pt x="2744" y="1916"/>
                        <a:pt x="2811" y="1916"/>
                      </a:cubicBezTo>
                      <a:cubicBezTo>
                        <a:pt x="2878" y="1916"/>
                        <a:pt x="2935" y="1909"/>
                        <a:pt x="2980" y="1900"/>
                      </a:cubicBezTo>
                      <a:cubicBezTo>
                        <a:pt x="3069" y="1891"/>
                        <a:pt x="3123" y="1874"/>
                        <a:pt x="3123" y="1874"/>
                      </a:cubicBezTo>
                      <a:lnTo>
                        <a:pt x="3123" y="1874"/>
                      </a:lnTo>
                      <a:cubicBezTo>
                        <a:pt x="3071" y="1882"/>
                        <a:pt x="3020" y="1886"/>
                        <a:pt x="2970" y="1886"/>
                      </a:cubicBezTo>
                      <a:cubicBezTo>
                        <a:pt x="2760" y="1886"/>
                        <a:pt x="2564" y="1817"/>
                        <a:pt x="2391" y="1731"/>
                      </a:cubicBezTo>
                      <a:cubicBezTo>
                        <a:pt x="2168" y="1615"/>
                        <a:pt x="1981" y="1463"/>
                        <a:pt x="1811" y="1320"/>
                      </a:cubicBezTo>
                      <a:cubicBezTo>
                        <a:pt x="1464" y="1026"/>
                        <a:pt x="1142" y="776"/>
                        <a:pt x="875" y="580"/>
                      </a:cubicBezTo>
                      <a:cubicBezTo>
                        <a:pt x="607" y="384"/>
                        <a:pt x="393" y="241"/>
                        <a:pt x="241" y="143"/>
                      </a:cubicBezTo>
                      <a:cubicBezTo>
                        <a:pt x="90" y="54"/>
                        <a:pt x="9" y="0"/>
                        <a:pt x="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" name="Google Shape;358;p29"/>
                <p:cNvSpPr/>
                <p:nvPr/>
              </p:nvSpPr>
              <p:spPr>
                <a:xfrm>
                  <a:off x="7048219" y="2021488"/>
                  <a:ext cx="141059" cy="79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1" h="1076" extrusionOk="0">
                      <a:moveTo>
                        <a:pt x="63" y="1"/>
                      </a:moveTo>
                      <a:cubicBezTo>
                        <a:pt x="1" y="188"/>
                        <a:pt x="438" y="518"/>
                        <a:pt x="902" y="804"/>
                      </a:cubicBezTo>
                      <a:cubicBezTo>
                        <a:pt x="1134" y="947"/>
                        <a:pt x="1392" y="1054"/>
                        <a:pt x="1589" y="1071"/>
                      </a:cubicBezTo>
                      <a:cubicBezTo>
                        <a:pt x="1617" y="1074"/>
                        <a:pt x="1645" y="1075"/>
                        <a:pt x="1670" y="1075"/>
                      </a:cubicBezTo>
                      <a:cubicBezTo>
                        <a:pt x="1731" y="1075"/>
                        <a:pt x="1783" y="1069"/>
                        <a:pt x="1821" y="1063"/>
                      </a:cubicBezTo>
                      <a:cubicBezTo>
                        <a:pt x="1874" y="1054"/>
                        <a:pt x="1901" y="1045"/>
                        <a:pt x="1901" y="1045"/>
                      </a:cubicBezTo>
                      <a:lnTo>
                        <a:pt x="1901" y="1045"/>
                      </a:lnTo>
                      <a:cubicBezTo>
                        <a:pt x="1893" y="1045"/>
                        <a:pt x="1885" y="1045"/>
                        <a:pt x="1877" y="1045"/>
                      </a:cubicBezTo>
                      <a:cubicBezTo>
                        <a:pt x="1584" y="1045"/>
                        <a:pt x="1333" y="889"/>
                        <a:pt x="1125" y="750"/>
                      </a:cubicBezTo>
                      <a:cubicBezTo>
                        <a:pt x="911" y="590"/>
                        <a:pt x="723" y="456"/>
                        <a:pt x="572" y="340"/>
                      </a:cubicBezTo>
                      <a:cubicBezTo>
                        <a:pt x="250" y="117"/>
                        <a:pt x="63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" name="Google Shape;359;p29"/>
                <p:cNvSpPr/>
                <p:nvPr/>
              </p:nvSpPr>
              <p:spPr>
                <a:xfrm>
                  <a:off x="6851660" y="1767350"/>
                  <a:ext cx="121173" cy="1596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3" h="2151" extrusionOk="0">
                      <a:moveTo>
                        <a:pt x="54" y="0"/>
                      </a:moveTo>
                      <a:cubicBezTo>
                        <a:pt x="0" y="89"/>
                        <a:pt x="71" y="295"/>
                        <a:pt x="196" y="544"/>
                      </a:cubicBezTo>
                      <a:cubicBezTo>
                        <a:pt x="259" y="669"/>
                        <a:pt x="339" y="803"/>
                        <a:pt x="393" y="946"/>
                      </a:cubicBezTo>
                      <a:cubicBezTo>
                        <a:pt x="410" y="1026"/>
                        <a:pt x="428" y="1098"/>
                        <a:pt x="446" y="1187"/>
                      </a:cubicBezTo>
                      <a:cubicBezTo>
                        <a:pt x="464" y="1267"/>
                        <a:pt x="473" y="1365"/>
                        <a:pt x="500" y="1454"/>
                      </a:cubicBezTo>
                      <a:cubicBezTo>
                        <a:pt x="553" y="1642"/>
                        <a:pt x="669" y="1802"/>
                        <a:pt x="803" y="1909"/>
                      </a:cubicBezTo>
                      <a:cubicBezTo>
                        <a:pt x="928" y="2025"/>
                        <a:pt x="1080" y="2079"/>
                        <a:pt x="1204" y="2106"/>
                      </a:cubicBezTo>
                      <a:cubicBezTo>
                        <a:pt x="1329" y="2132"/>
                        <a:pt x="1445" y="2141"/>
                        <a:pt x="1517" y="2150"/>
                      </a:cubicBezTo>
                      <a:lnTo>
                        <a:pt x="1633" y="2150"/>
                      </a:lnTo>
                      <a:cubicBezTo>
                        <a:pt x="1419" y="2106"/>
                        <a:pt x="1222" y="2061"/>
                        <a:pt x="1071" y="1963"/>
                      </a:cubicBezTo>
                      <a:cubicBezTo>
                        <a:pt x="910" y="1865"/>
                        <a:pt x="794" y="1731"/>
                        <a:pt x="732" y="1588"/>
                      </a:cubicBezTo>
                      <a:cubicBezTo>
                        <a:pt x="660" y="1437"/>
                        <a:pt x="651" y="1294"/>
                        <a:pt x="633" y="1133"/>
                      </a:cubicBezTo>
                      <a:cubicBezTo>
                        <a:pt x="616" y="964"/>
                        <a:pt x="553" y="812"/>
                        <a:pt x="500" y="696"/>
                      </a:cubicBezTo>
                      <a:cubicBezTo>
                        <a:pt x="375" y="455"/>
                        <a:pt x="250" y="295"/>
                        <a:pt x="179" y="179"/>
                      </a:cubicBezTo>
                      <a:cubicBezTo>
                        <a:pt x="98" y="63"/>
                        <a:pt x="54" y="0"/>
                        <a:pt x="5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" name="Google Shape;360;p29"/>
                <p:cNvSpPr/>
                <p:nvPr/>
              </p:nvSpPr>
              <p:spPr>
                <a:xfrm>
                  <a:off x="6870804" y="1721642"/>
                  <a:ext cx="115311" cy="834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4" h="1125" extrusionOk="0">
                      <a:moveTo>
                        <a:pt x="54" y="1"/>
                      </a:moveTo>
                      <a:lnTo>
                        <a:pt x="54" y="1"/>
                      </a:lnTo>
                      <a:cubicBezTo>
                        <a:pt x="1" y="72"/>
                        <a:pt x="36" y="215"/>
                        <a:pt x="152" y="375"/>
                      </a:cubicBezTo>
                      <a:cubicBezTo>
                        <a:pt x="268" y="527"/>
                        <a:pt x="456" y="697"/>
                        <a:pt x="670" y="813"/>
                      </a:cubicBezTo>
                      <a:cubicBezTo>
                        <a:pt x="875" y="946"/>
                        <a:pt x="1098" y="1027"/>
                        <a:pt x="1268" y="1071"/>
                      </a:cubicBezTo>
                      <a:cubicBezTo>
                        <a:pt x="1437" y="1116"/>
                        <a:pt x="1553" y="1125"/>
                        <a:pt x="1553" y="1125"/>
                      </a:cubicBezTo>
                      <a:cubicBezTo>
                        <a:pt x="1027" y="902"/>
                        <a:pt x="661" y="598"/>
                        <a:pt x="420" y="375"/>
                      </a:cubicBezTo>
                      <a:cubicBezTo>
                        <a:pt x="295" y="259"/>
                        <a:pt x="206" y="170"/>
                        <a:pt x="152" y="99"/>
                      </a:cubicBezTo>
                      <a:cubicBezTo>
                        <a:pt x="90" y="36"/>
                        <a:pt x="54" y="1"/>
                        <a:pt x="5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1" name="Google Shape;361;p29"/>
                <p:cNvSpPr/>
                <p:nvPr/>
              </p:nvSpPr>
              <p:spPr>
                <a:xfrm>
                  <a:off x="7521548" y="1421797"/>
                  <a:ext cx="77467" cy="121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4" h="1643" extrusionOk="0">
                      <a:moveTo>
                        <a:pt x="1035" y="1"/>
                      </a:moveTo>
                      <a:cubicBezTo>
                        <a:pt x="883" y="563"/>
                        <a:pt x="598" y="955"/>
                        <a:pt x="366" y="1205"/>
                      </a:cubicBezTo>
                      <a:cubicBezTo>
                        <a:pt x="250" y="1321"/>
                        <a:pt x="143" y="1419"/>
                        <a:pt x="80" y="1508"/>
                      </a:cubicBezTo>
                      <a:cubicBezTo>
                        <a:pt x="27" y="1588"/>
                        <a:pt x="0" y="1642"/>
                        <a:pt x="0" y="1642"/>
                      </a:cubicBezTo>
                      <a:cubicBezTo>
                        <a:pt x="6" y="1642"/>
                        <a:pt x="11" y="1643"/>
                        <a:pt x="17" y="1643"/>
                      </a:cubicBezTo>
                      <a:cubicBezTo>
                        <a:pt x="111" y="1643"/>
                        <a:pt x="214" y="1573"/>
                        <a:pt x="357" y="1464"/>
                      </a:cubicBezTo>
                      <a:cubicBezTo>
                        <a:pt x="518" y="1357"/>
                        <a:pt x="696" y="1151"/>
                        <a:pt x="803" y="928"/>
                      </a:cubicBezTo>
                      <a:cubicBezTo>
                        <a:pt x="928" y="705"/>
                        <a:pt x="990" y="473"/>
                        <a:pt x="1017" y="295"/>
                      </a:cubicBezTo>
                      <a:cubicBezTo>
                        <a:pt x="1044" y="117"/>
                        <a:pt x="1035" y="1"/>
                        <a:pt x="10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2" name="Google Shape;362;p29"/>
                <p:cNvSpPr/>
                <p:nvPr/>
              </p:nvSpPr>
              <p:spPr>
                <a:xfrm>
                  <a:off x="7553974" y="1363549"/>
                  <a:ext cx="147663" cy="205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0" h="2775" extrusionOk="0">
                      <a:moveTo>
                        <a:pt x="1990" y="0"/>
                      </a:moveTo>
                      <a:lnTo>
                        <a:pt x="1990" y="0"/>
                      </a:lnTo>
                      <a:cubicBezTo>
                        <a:pt x="1776" y="18"/>
                        <a:pt x="1410" y="803"/>
                        <a:pt x="1089" y="1579"/>
                      </a:cubicBezTo>
                      <a:cubicBezTo>
                        <a:pt x="999" y="1767"/>
                        <a:pt x="901" y="1945"/>
                        <a:pt x="776" y="2088"/>
                      </a:cubicBezTo>
                      <a:cubicBezTo>
                        <a:pt x="660" y="2240"/>
                        <a:pt x="527" y="2356"/>
                        <a:pt x="402" y="2454"/>
                      </a:cubicBezTo>
                      <a:cubicBezTo>
                        <a:pt x="286" y="2552"/>
                        <a:pt x="179" y="2632"/>
                        <a:pt x="107" y="2686"/>
                      </a:cubicBezTo>
                      <a:cubicBezTo>
                        <a:pt x="36" y="2739"/>
                        <a:pt x="0" y="2775"/>
                        <a:pt x="0" y="2775"/>
                      </a:cubicBezTo>
                      <a:cubicBezTo>
                        <a:pt x="223" y="2650"/>
                        <a:pt x="446" y="2525"/>
                        <a:pt x="634" y="2382"/>
                      </a:cubicBezTo>
                      <a:cubicBezTo>
                        <a:pt x="830" y="2240"/>
                        <a:pt x="999" y="2061"/>
                        <a:pt x="1115" y="1874"/>
                      </a:cubicBezTo>
                      <a:cubicBezTo>
                        <a:pt x="1240" y="1687"/>
                        <a:pt x="1321" y="1508"/>
                        <a:pt x="1401" y="1339"/>
                      </a:cubicBezTo>
                      <a:cubicBezTo>
                        <a:pt x="1472" y="1169"/>
                        <a:pt x="1544" y="1017"/>
                        <a:pt x="1606" y="884"/>
                      </a:cubicBezTo>
                      <a:cubicBezTo>
                        <a:pt x="1856" y="322"/>
                        <a:pt x="1990" y="0"/>
                        <a:pt x="199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" name="Google Shape;363;p29"/>
                <p:cNvSpPr/>
                <p:nvPr/>
              </p:nvSpPr>
              <p:spPr>
                <a:xfrm>
                  <a:off x="7489716" y="1441682"/>
                  <a:ext cx="139130" cy="121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5" h="1642" extrusionOk="0">
                      <a:moveTo>
                        <a:pt x="1874" y="0"/>
                      </a:moveTo>
                      <a:cubicBezTo>
                        <a:pt x="1616" y="509"/>
                        <a:pt x="1268" y="857"/>
                        <a:pt x="973" y="1080"/>
                      </a:cubicBezTo>
                      <a:cubicBezTo>
                        <a:pt x="688" y="1303"/>
                        <a:pt x="456" y="1401"/>
                        <a:pt x="367" y="1445"/>
                      </a:cubicBezTo>
                      <a:lnTo>
                        <a:pt x="1" y="1642"/>
                      </a:lnTo>
                      <a:lnTo>
                        <a:pt x="402" y="1597"/>
                      </a:lnTo>
                      <a:cubicBezTo>
                        <a:pt x="483" y="1579"/>
                        <a:pt x="501" y="1579"/>
                        <a:pt x="501" y="1579"/>
                      </a:cubicBezTo>
                      <a:cubicBezTo>
                        <a:pt x="493" y="1564"/>
                        <a:pt x="482" y="1551"/>
                        <a:pt x="468" y="1539"/>
                      </a:cubicBezTo>
                      <a:lnTo>
                        <a:pt x="468" y="1539"/>
                      </a:lnTo>
                      <a:cubicBezTo>
                        <a:pt x="591" y="1522"/>
                        <a:pt x="757" y="1461"/>
                        <a:pt x="929" y="1356"/>
                      </a:cubicBezTo>
                      <a:cubicBezTo>
                        <a:pt x="1125" y="1231"/>
                        <a:pt x="1321" y="1044"/>
                        <a:pt x="1473" y="839"/>
                      </a:cubicBezTo>
                      <a:cubicBezTo>
                        <a:pt x="1625" y="634"/>
                        <a:pt x="1732" y="419"/>
                        <a:pt x="1794" y="259"/>
                      </a:cubicBezTo>
                      <a:cubicBezTo>
                        <a:pt x="1821" y="179"/>
                        <a:pt x="1839" y="116"/>
                        <a:pt x="1857" y="72"/>
                      </a:cubicBezTo>
                      <a:cubicBezTo>
                        <a:pt x="1865" y="27"/>
                        <a:pt x="1874" y="0"/>
                        <a:pt x="18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4" name="Google Shape;364;p29"/>
                <p:cNvSpPr/>
                <p:nvPr/>
              </p:nvSpPr>
              <p:spPr>
                <a:xfrm>
                  <a:off x="6773527" y="1568714"/>
                  <a:ext cx="103364" cy="127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714" extrusionOk="0">
                      <a:moveTo>
                        <a:pt x="0" y="1"/>
                      </a:moveTo>
                      <a:cubicBezTo>
                        <a:pt x="411" y="492"/>
                        <a:pt x="714" y="920"/>
                        <a:pt x="928" y="1232"/>
                      </a:cubicBezTo>
                      <a:cubicBezTo>
                        <a:pt x="1133" y="1535"/>
                        <a:pt x="1258" y="1714"/>
                        <a:pt x="1258" y="1714"/>
                      </a:cubicBezTo>
                      <a:cubicBezTo>
                        <a:pt x="1392" y="1562"/>
                        <a:pt x="1116" y="1089"/>
                        <a:pt x="768" y="697"/>
                      </a:cubicBezTo>
                      <a:cubicBezTo>
                        <a:pt x="420" y="304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5" name="Google Shape;365;p29"/>
                <p:cNvSpPr/>
                <p:nvPr/>
              </p:nvSpPr>
              <p:spPr>
                <a:xfrm>
                  <a:off x="6766255" y="1581996"/>
                  <a:ext cx="100025" cy="129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8" h="1749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223" y="616"/>
                        <a:pt x="562" y="1071"/>
                        <a:pt x="830" y="1347"/>
                      </a:cubicBezTo>
                      <a:cubicBezTo>
                        <a:pt x="964" y="1490"/>
                        <a:pt x="1071" y="1588"/>
                        <a:pt x="1151" y="1651"/>
                      </a:cubicBezTo>
                      <a:cubicBezTo>
                        <a:pt x="1231" y="1722"/>
                        <a:pt x="1276" y="1749"/>
                        <a:pt x="1276" y="1749"/>
                      </a:cubicBezTo>
                      <a:cubicBezTo>
                        <a:pt x="1347" y="1570"/>
                        <a:pt x="964" y="1223"/>
                        <a:pt x="625" y="830"/>
                      </a:cubicBezTo>
                      <a:cubicBezTo>
                        <a:pt x="286" y="438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" name="Google Shape;366;p29"/>
                <p:cNvSpPr/>
                <p:nvPr/>
              </p:nvSpPr>
              <p:spPr>
                <a:xfrm>
                  <a:off x="6786734" y="1651522"/>
                  <a:ext cx="65669" cy="125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1687" extrusionOk="0">
                      <a:moveTo>
                        <a:pt x="108" y="0"/>
                      </a:moveTo>
                      <a:cubicBezTo>
                        <a:pt x="19" y="45"/>
                        <a:pt x="1" y="196"/>
                        <a:pt x="81" y="384"/>
                      </a:cubicBezTo>
                      <a:cubicBezTo>
                        <a:pt x="152" y="562"/>
                        <a:pt x="313" y="741"/>
                        <a:pt x="447" y="919"/>
                      </a:cubicBezTo>
                      <a:cubicBezTo>
                        <a:pt x="518" y="1008"/>
                        <a:pt x="590" y="1097"/>
                        <a:pt x="634" y="1187"/>
                      </a:cubicBezTo>
                      <a:cubicBezTo>
                        <a:pt x="688" y="1276"/>
                        <a:pt x="723" y="1374"/>
                        <a:pt x="750" y="1454"/>
                      </a:cubicBezTo>
                      <a:cubicBezTo>
                        <a:pt x="786" y="1535"/>
                        <a:pt x="813" y="1597"/>
                        <a:pt x="839" y="1633"/>
                      </a:cubicBezTo>
                      <a:cubicBezTo>
                        <a:pt x="866" y="1668"/>
                        <a:pt x="884" y="1686"/>
                        <a:pt x="884" y="1686"/>
                      </a:cubicBezTo>
                      <a:cubicBezTo>
                        <a:pt x="830" y="1570"/>
                        <a:pt x="830" y="1445"/>
                        <a:pt x="804" y="1311"/>
                      </a:cubicBezTo>
                      <a:cubicBezTo>
                        <a:pt x="777" y="1178"/>
                        <a:pt x="723" y="1053"/>
                        <a:pt x="670" y="946"/>
                      </a:cubicBezTo>
                      <a:cubicBezTo>
                        <a:pt x="554" y="732"/>
                        <a:pt x="429" y="571"/>
                        <a:pt x="331" y="437"/>
                      </a:cubicBezTo>
                      <a:cubicBezTo>
                        <a:pt x="242" y="303"/>
                        <a:pt x="188" y="196"/>
                        <a:pt x="152" y="125"/>
                      </a:cubicBezTo>
                      <a:cubicBezTo>
                        <a:pt x="135" y="80"/>
                        <a:pt x="126" y="54"/>
                        <a:pt x="117" y="36"/>
                      </a:cubicBezTo>
                      <a:cubicBezTo>
                        <a:pt x="108" y="9"/>
                        <a:pt x="108" y="0"/>
                        <a:pt x="1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" name="Google Shape;367;p29"/>
                <p:cNvSpPr/>
                <p:nvPr/>
              </p:nvSpPr>
              <p:spPr>
                <a:xfrm>
                  <a:off x="6688121" y="2043896"/>
                  <a:ext cx="141059" cy="23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1" h="315" extrusionOk="0">
                      <a:moveTo>
                        <a:pt x="1101" y="1"/>
                      </a:moveTo>
                      <a:cubicBezTo>
                        <a:pt x="1035" y="1"/>
                        <a:pt x="969" y="4"/>
                        <a:pt x="902" y="11"/>
                      </a:cubicBezTo>
                      <a:cubicBezTo>
                        <a:pt x="661" y="38"/>
                        <a:pt x="429" y="109"/>
                        <a:pt x="268" y="172"/>
                      </a:cubicBezTo>
                      <a:cubicBezTo>
                        <a:pt x="99" y="243"/>
                        <a:pt x="1" y="306"/>
                        <a:pt x="1" y="306"/>
                      </a:cubicBezTo>
                      <a:cubicBezTo>
                        <a:pt x="343" y="219"/>
                        <a:pt x="656" y="191"/>
                        <a:pt x="923" y="191"/>
                      </a:cubicBezTo>
                      <a:cubicBezTo>
                        <a:pt x="1094" y="191"/>
                        <a:pt x="1246" y="202"/>
                        <a:pt x="1374" y="216"/>
                      </a:cubicBezTo>
                      <a:cubicBezTo>
                        <a:pt x="1544" y="243"/>
                        <a:pt x="1669" y="270"/>
                        <a:pt x="1758" y="288"/>
                      </a:cubicBezTo>
                      <a:cubicBezTo>
                        <a:pt x="1847" y="306"/>
                        <a:pt x="1901" y="314"/>
                        <a:pt x="1901" y="314"/>
                      </a:cubicBezTo>
                      <a:cubicBezTo>
                        <a:pt x="1901" y="225"/>
                        <a:pt x="1785" y="127"/>
                        <a:pt x="1597" y="65"/>
                      </a:cubicBezTo>
                      <a:cubicBezTo>
                        <a:pt x="1454" y="26"/>
                        <a:pt x="1281" y="1"/>
                        <a:pt x="110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8" name="Google Shape;368;p29"/>
                <p:cNvSpPr/>
                <p:nvPr/>
              </p:nvSpPr>
              <p:spPr>
                <a:xfrm>
                  <a:off x="7606286" y="2046122"/>
                  <a:ext cx="146995" cy="24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" h="333" extrusionOk="0">
                      <a:moveTo>
                        <a:pt x="1058" y="0"/>
                      </a:moveTo>
                      <a:cubicBezTo>
                        <a:pt x="855" y="0"/>
                        <a:pt x="674" y="22"/>
                        <a:pt x="526" y="53"/>
                      </a:cubicBezTo>
                      <a:cubicBezTo>
                        <a:pt x="357" y="88"/>
                        <a:pt x="214" y="142"/>
                        <a:pt x="125" y="204"/>
                      </a:cubicBezTo>
                      <a:cubicBezTo>
                        <a:pt x="80" y="240"/>
                        <a:pt x="54" y="267"/>
                        <a:pt x="36" y="284"/>
                      </a:cubicBezTo>
                      <a:cubicBezTo>
                        <a:pt x="18" y="311"/>
                        <a:pt x="0" y="320"/>
                        <a:pt x="0" y="320"/>
                      </a:cubicBezTo>
                      <a:cubicBezTo>
                        <a:pt x="23" y="329"/>
                        <a:pt x="47" y="332"/>
                        <a:pt x="73" y="332"/>
                      </a:cubicBezTo>
                      <a:cubicBezTo>
                        <a:pt x="157" y="332"/>
                        <a:pt x="256" y="296"/>
                        <a:pt x="393" y="276"/>
                      </a:cubicBezTo>
                      <a:cubicBezTo>
                        <a:pt x="562" y="249"/>
                        <a:pt x="803" y="204"/>
                        <a:pt x="1035" y="177"/>
                      </a:cubicBezTo>
                      <a:cubicBezTo>
                        <a:pt x="1267" y="151"/>
                        <a:pt x="1499" y="142"/>
                        <a:pt x="1677" y="142"/>
                      </a:cubicBezTo>
                      <a:cubicBezTo>
                        <a:pt x="1856" y="151"/>
                        <a:pt x="1981" y="160"/>
                        <a:pt x="1981" y="160"/>
                      </a:cubicBezTo>
                      <a:cubicBezTo>
                        <a:pt x="1651" y="41"/>
                        <a:pt x="1334" y="0"/>
                        <a:pt x="105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9" name="Google Shape;369;p29"/>
                <p:cNvSpPr/>
                <p:nvPr/>
              </p:nvSpPr>
              <p:spPr>
                <a:xfrm>
                  <a:off x="7643980" y="2018149"/>
                  <a:ext cx="81474" cy="207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8" h="279" extrusionOk="0">
                      <a:moveTo>
                        <a:pt x="755" y="0"/>
                      </a:moveTo>
                      <a:cubicBezTo>
                        <a:pt x="568" y="0"/>
                        <a:pt x="405" y="33"/>
                        <a:pt x="286" y="73"/>
                      </a:cubicBezTo>
                      <a:cubicBezTo>
                        <a:pt x="99" y="126"/>
                        <a:pt x="1" y="189"/>
                        <a:pt x="1" y="189"/>
                      </a:cubicBezTo>
                      <a:cubicBezTo>
                        <a:pt x="41" y="255"/>
                        <a:pt x="106" y="279"/>
                        <a:pt x="185" y="279"/>
                      </a:cubicBezTo>
                      <a:cubicBezTo>
                        <a:pt x="298" y="279"/>
                        <a:pt x="439" y="231"/>
                        <a:pt x="580" y="189"/>
                      </a:cubicBezTo>
                      <a:cubicBezTo>
                        <a:pt x="830" y="108"/>
                        <a:pt x="1098" y="37"/>
                        <a:pt x="1098" y="37"/>
                      </a:cubicBezTo>
                      <a:cubicBezTo>
                        <a:pt x="978" y="11"/>
                        <a:pt x="863" y="0"/>
                        <a:pt x="7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29"/>
                <p:cNvSpPr/>
                <p:nvPr/>
              </p:nvSpPr>
              <p:spPr>
                <a:xfrm>
                  <a:off x="6665638" y="2394792"/>
                  <a:ext cx="74202" cy="175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" h="237" extrusionOk="0">
                      <a:moveTo>
                        <a:pt x="574" y="0"/>
                      </a:moveTo>
                      <a:cubicBezTo>
                        <a:pt x="455" y="0"/>
                        <a:pt x="350" y="16"/>
                        <a:pt x="268" y="37"/>
                      </a:cubicBezTo>
                      <a:cubicBezTo>
                        <a:pt x="89" y="73"/>
                        <a:pt x="0" y="126"/>
                        <a:pt x="0" y="126"/>
                      </a:cubicBezTo>
                      <a:cubicBezTo>
                        <a:pt x="44" y="209"/>
                        <a:pt x="118" y="237"/>
                        <a:pt x="208" y="237"/>
                      </a:cubicBezTo>
                      <a:cubicBezTo>
                        <a:pt x="302" y="237"/>
                        <a:pt x="413" y="207"/>
                        <a:pt x="527" y="180"/>
                      </a:cubicBezTo>
                      <a:cubicBezTo>
                        <a:pt x="643" y="144"/>
                        <a:pt x="759" y="117"/>
                        <a:pt x="848" y="100"/>
                      </a:cubicBezTo>
                      <a:cubicBezTo>
                        <a:pt x="937" y="82"/>
                        <a:pt x="999" y="64"/>
                        <a:pt x="999" y="64"/>
                      </a:cubicBezTo>
                      <a:cubicBezTo>
                        <a:pt x="847" y="18"/>
                        <a:pt x="702" y="0"/>
                        <a:pt x="5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29"/>
                <p:cNvSpPr/>
                <p:nvPr/>
              </p:nvSpPr>
              <p:spPr>
                <a:xfrm>
                  <a:off x="6678846" y="2363405"/>
                  <a:ext cx="45783" cy="15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212" extrusionOk="0">
                      <a:moveTo>
                        <a:pt x="327" y="1"/>
                      </a:moveTo>
                      <a:cubicBezTo>
                        <a:pt x="267" y="1"/>
                        <a:pt x="214" y="7"/>
                        <a:pt x="170" y="14"/>
                      </a:cubicBezTo>
                      <a:cubicBezTo>
                        <a:pt x="63" y="32"/>
                        <a:pt x="1" y="68"/>
                        <a:pt x="1" y="68"/>
                      </a:cubicBezTo>
                      <a:cubicBezTo>
                        <a:pt x="33" y="175"/>
                        <a:pt x="98" y="211"/>
                        <a:pt x="174" y="211"/>
                      </a:cubicBezTo>
                      <a:cubicBezTo>
                        <a:pt x="223" y="211"/>
                        <a:pt x="278" y="196"/>
                        <a:pt x="331" y="175"/>
                      </a:cubicBezTo>
                      <a:cubicBezTo>
                        <a:pt x="474" y="130"/>
                        <a:pt x="616" y="50"/>
                        <a:pt x="616" y="50"/>
                      </a:cubicBezTo>
                      <a:cubicBezTo>
                        <a:pt x="511" y="13"/>
                        <a:pt x="412" y="1"/>
                        <a:pt x="3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29"/>
                <p:cNvSpPr/>
                <p:nvPr/>
              </p:nvSpPr>
              <p:spPr>
                <a:xfrm>
                  <a:off x="6777459" y="2310797"/>
                  <a:ext cx="168885" cy="10420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6" h="14043" extrusionOk="0">
                      <a:moveTo>
                        <a:pt x="1339" y="0"/>
                      </a:moveTo>
                      <a:lnTo>
                        <a:pt x="1339" y="0"/>
                      </a:lnTo>
                      <a:cubicBezTo>
                        <a:pt x="1312" y="9"/>
                        <a:pt x="1277" y="36"/>
                        <a:pt x="1232" y="63"/>
                      </a:cubicBezTo>
                      <a:cubicBezTo>
                        <a:pt x="1196" y="99"/>
                        <a:pt x="1143" y="143"/>
                        <a:pt x="1098" y="197"/>
                      </a:cubicBezTo>
                      <a:cubicBezTo>
                        <a:pt x="1009" y="322"/>
                        <a:pt x="911" y="500"/>
                        <a:pt x="831" y="723"/>
                      </a:cubicBezTo>
                      <a:cubicBezTo>
                        <a:pt x="759" y="946"/>
                        <a:pt x="697" y="1214"/>
                        <a:pt x="616" y="1499"/>
                      </a:cubicBezTo>
                      <a:cubicBezTo>
                        <a:pt x="572" y="1642"/>
                        <a:pt x="518" y="1785"/>
                        <a:pt x="447" y="1927"/>
                      </a:cubicBezTo>
                      <a:cubicBezTo>
                        <a:pt x="376" y="2070"/>
                        <a:pt x="286" y="2222"/>
                        <a:pt x="215" y="2391"/>
                      </a:cubicBezTo>
                      <a:cubicBezTo>
                        <a:pt x="54" y="2730"/>
                        <a:pt x="1" y="3141"/>
                        <a:pt x="10" y="3542"/>
                      </a:cubicBezTo>
                      <a:cubicBezTo>
                        <a:pt x="19" y="3952"/>
                        <a:pt x="81" y="4372"/>
                        <a:pt x="90" y="4791"/>
                      </a:cubicBezTo>
                      <a:cubicBezTo>
                        <a:pt x="99" y="5005"/>
                        <a:pt x="90" y="5210"/>
                        <a:pt x="63" y="5433"/>
                      </a:cubicBezTo>
                      <a:cubicBezTo>
                        <a:pt x="37" y="5647"/>
                        <a:pt x="10" y="5870"/>
                        <a:pt x="19" y="6111"/>
                      </a:cubicBezTo>
                      <a:cubicBezTo>
                        <a:pt x="46" y="6575"/>
                        <a:pt x="242" y="7003"/>
                        <a:pt x="411" y="7423"/>
                      </a:cubicBezTo>
                      <a:cubicBezTo>
                        <a:pt x="750" y="8243"/>
                        <a:pt x="920" y="9127"/>
                        <a:pt x="938" y="9947"/>
                      </a:cubicBezTo>
                      <a:cubicBezTo>
                        <a:pt x="947" y="10153"/>
                        <a:pt x="938" y="10358"/>
                        <a:pt x="938" y="10563"/>
                      </a:cubicBezTo>
                      <a:cubicBezTo>
                        <a:pt x="929" y="10759"/>
                        <a:pt x="938" y="10964"/>
                        <a:pt x="1000" y="11143"/>
                      </a:cubicBezTo>
                      <a:cubicBezTo>
                        <a:pt x="1054" y="11330"/>
                        <a:pt x="1134" y="11491"/>
                        <a:pt x="1214" y="11651"/>
                      </a:cubicBezTo>
                      <a:cubicBezTo>
                        <a:pt x="1294" y="11812"/>
                        <a:pt x="1357" y="11972"/>
                        <a:pt x="1402" y="12133"/>
                      </a:cubicBezTo>
                      <a:cubicBezTo>
                        <a:pt x="1500" y="12445"/>
                        <a:pt x="1553" y="12749"/>
                        <a:pt x="1625" y="12998"/>
                      </a:cubicBezTo>
                      <a:cubicBezTo>
                        <a:pt x="1687" y="13257"/>
                        <a:pt x="1776" y="13471"/>
                        <a:pt x="1874" y="13632"/>
                      </a:cubicBezTo>
                      <a:cubicBezTo>
                        <a:pt x="1972" y="13792"/>
                        <a:pt x="2080" y="13890"/>
                        <a:pt x="2151" y="13953"/>
                      </a:cubicBezTo>
                      <a:cubicBezTo>
                        <a:pt x="2196" y="13989"/>
                        <a:pt x="2222" y="14006"/>
                        <a:pt x="2240" y="14024"/>
                      </a:cubicBezTo>
                      <a:cubicBezTo>
                        <a:pt x="2250" y="14028"/>
                        <a:pt x="2257" y="14031"/>
                        <a:pt x="2263" y="14034"/>
                      </a:cubicBezTo>
                      <a:lnTo>
                        <a:pt x="2263" y="14034"/>
                      </a:lnTo>
                      <a:cubicBezTo>
                        <a:pt x="2047" y="13890"/>
                        <a:pt x="1899" y="13663"/>
                        <a:pt x="1803" y="13427"/>
                      </a:cubicBezTo>
                      <a:cubicBezTo>
                        <a:pt x="1696" y="13186"/>
                        <a:pt x="1642" y="12927"/>
                        <a:pt x="1598" y="12668"/>
                      </a:cubicBezTo>
                      <a:cubicBezTo>
                        <a:pt x="1544" y="12410"/>
                        <a:pt x="1500" y="12151"/>
                        <a:pt x="1410" y="11901"/>
                      </a:cubicBezTo>
                      <a:cubicBezTo>
                        <a:pt x="1321" y="11651"/>
                        <a:pt x="1187" y="11419"/>
                        <a:pt x="1116" y="11196"/>
                      </a:cubicBezTo>
                      <a:cubicBezTo>
                        <a:pt x="1036" y="10964"/>
                        <a:pt x="1036" y="10732"/>
                        <a:pt x="1054" y="10483"/>
                      </a:cubicBezTo>
                      <a:cubicBezTo>
                        <a:pt x="1071" y="10242"/>
                        <a:pt x="1071" y="9992"/>
                        <a:pt x="1063" y="9751"/>
                      </a:cubicBezTo>
                      <a:cubicBezTo>
                        <a:pt x="1054" y="9269"/>
                        <a:pt x="982" y="8797"/>
                        <a:pt x="884" y="8350"/>
                      </a:cubicBezTo>
                      <a:cubicBezTo>
                        <a:pt x="786" y="7904"/>
                        <a:pt x="634" y="7485"/>
                        <a:pt x="474" y="7093"/>
                      </a:cubicBezTo>
                      <a:cubicBezTo>
                        <a:pt x="322" y="6709"/>
                        <a:pt x="197" y="6325"/>
                        <a:pt x="215" y="5951"/>
                      </a:cubicBezTo>
                      <a:cubicBezTo>
                        <a:pt x="215" y="5763"/>
                        <a:pt x="242" y="5576"/>
                        <a:pt x="260" y="5389"/>
                      </a:cubicBezTo>
                      <a:cubicBezTo>
                        <a:pt x="286" y="5201"/>
                        <a:pt x="295" y="5014"/>
                        <a:pt x="295" y="4827"/>
                      </a:cubicBezTo>
                      <a:cubicBezTo>
                        <a:pt x="286" y="4461"/>
                        <a:pt x="242" y="4122"/>
                        <a:pt x="215" y="3801"/>
                      </a:cubicBezTo>
                      <a:cubicBezTo>
                        <a:pt x="197" y="3480"/>
                        <a:pt x="197" y="3176"/>
                        <a:pt x="242" y="2900"/>
                      </a:cubicBezTo>
                      <a:cubicBezTo>
                        <a:pt x="269" y="2766"/>
                        <a:pt x="304" y="2641"/>
                        <a:pt x="358" y="2516"/>
                      </a:cubicBezTo>
                      <a:cubicBezTo>
                        <a:pt x="402" y="2391"/>
                        <a:pt x="465" y="2284"/>
                        <a:pt x="518" y="2168"/>
                      </a:cubicBezTo>
                      <a:cubicBezTo>
                        <a:pt x="634" y="1945"/>
                        <a:pt x="724" y="1704"/>
                        <a:pt x="777" y="1490"/>
                      </a:cubicBezTo>
                      <a:cubicBezTo>
                        <a:pt x="831" y="1285"/>
                        <a:pt x="866" y="1089"/>
                        <a:pt x="902" y="919"/>
                      </a:cubicBezTo>
                      <a:cubicBezTo>
                        <a:pt x="947" y="750"/>
                        <a:pt x="982" y="607"/>
                        <a:pt x="1036" y="491"/>
                      </a:cubicBezTo>
                      <a:cubicBezTo>
                        <a:pt x="1080" y="366"/>
                        <a:pt x="1134" y="277"/>
                        <a:pt x="1179" y="206"/>
                      </a:cubicBezTo>
                      <a:cubicBezTo>
                        <a:pt x="1223" y="134"/>
                        <a:pt x="1268" y="81"/>
                        <a:pt x="1294" y="54"/>
                      </a:cubicBezTo>
                      <a:cubicBezTo>
                        <a:pt x="1321" y="18"/>
                        <a:pt x="1339" y="0"/>
                        <a:pt x="1339" y="0"/>
                      </a:cubicBezTo>
                      <a:close/>
                      <a:moveTo>
                        <a:pt x="2263" y="14034"/>
                      </a:moveTo>
                      <a:cubicBezTo>
                        <a:pt x="2267" y="14036"/>
                        <a:pt x="2271" y="14039"/>
                        <a:pt x="2276" y="14042"/>
                      </a:cubicBezTo>
                      <a:cubicBezTo>
                        <a:pt x="2276" y="14042"/>
                        <a:pt x="2272" y="14038"/>
                        <a:pt x="2263" y="140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29"/>
                <p:cNvSpPr/>
                <p:nvPr/>
              </p:nvSpPr>
              <p:spPr>
                <a:xfrm>
                  <a:off x="6848321" y="3096509"/>
                  <a:ext cx="151670" cy="160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4" h="2169" extrusionOk="0">
                      <a:moveTo>
                        <a:pt x="90" y="1"/>
                      </a:moveTo>
                      <a:cubicBezTo>
                        <a:pt x="45" y="18"/>
                        <a:pt x="0" y="81"/>
                        <a:pt x="0" y="188"/>
                      </a:cubicBezTo>
                      <a:cubicBezTo>
                        <a:pt x="0" y="295"/>
                        <a:pt x="36" y="429"/>
                        <a:pt x="125" y="563"/>
                      </a:cubicBezTo>
                      <a:cubicBezTo>
                        <a:pt x="215" y="688"/>
                        <a:pt x="339" y="812"/>
                        <a:pt x="473" y="928"/>
                      </a:cubicBezTo>
                      <a:cubicBezTo>
                        <a:pt x="616" y="1044"/>
                        <a:pt x="768" y="1151"/>
                        <a:pt x="910" y="1258"/>
                      </a:cubicBezTo>
                      <a:cubicBezTo>
                        <a:pt x="1214" y="1473"/>
                        <a:pt x="1508" y="1687"/>
                        <a:pt x="1713" y="1856"/>
                      </a:cubicBezTo>
                      <a:cubicBezTo>
                        <a:pt x="1919" y="2035"/>
                        <a:pt x="2043" y="2168"/>
                        <a:pt x="2043" y="2168"/>
                      </a:cubicBezTo>
                      <a:cubicBezTo>
                        <a:pt x="1785" y="1794"/>
                        <a:pt x="1472" y="1499"/>
                        <a:pt x="1187" y="1258"/>
                      </a:cubicBezTo>
                      <a:cubicBezTo>
                        <a:pt x="910" y="1018"/>
                        <a:pt x="643" y="821"/>
                        <a:pt x="455" y="652"/>
                      </a:cubicBezTo>
                      <a:cubicBezTo>
                        <a:pt x="268" y="473"/>
                        <a:pt x="161" y="313"/>
                        <a:pt x="125" y="188"/>
                      </a:cubicBezTo>
                      <a:cubicBezTo>
                        <a:pt x="99" y="126"/>
                        <a:pt x="99" y="81"/>
                        <a:pt x="90" y="45"/>
                      </a:cubicBezTo>
                      <a:cubicBezTo>
                        <a:pt x="90" y="18"/>
                        <a:pt x="90" y="1"/>
                        <a:pt x="9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29"/>
                <p:cNvSpPr/>
                <p:nvPr/>
              </p:nvSpPr>
              <p:spPr>
                <a:xfrm>
                  <a:off x="7111142" y="2858844"/>
                  <a:ext cx="94015" cy="784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7" h="10573" extrusionOk="0">
                      <a:moveTo>
                        <a:pt x="1267" y="1"/>
                      </a:moveTo>
                      <a:lnTo>
                        <a:pt x="1267" y="1"/>
                      </a:lnTo>
                      <a:cubicBezTo>
                        <a:pt x="1196" y="55"/>
                        <a:pt x="1071" y="260"/>
                        <a:pt x="955" y="590"/>
                      </a:cubicBezTo>
                      <a:cubicBezTo>
                        <a:pt x="839" y="911"/>
                        <a:pt x="741" y="1357"/>
                        <a:pt x="678" y="1883"/>
                      </a:cubicBezTo>
                      <a:cubicBezTo>
                        <a:pt x="625" y="2419"/>
                        <a:pt x="607" y="3016"/>
                        <a:pt x="607" y="3650"/>
                      </a:cubicBezTo>
                      <a:cubicBezTo>
                        <a:pt x="607" y="3962"/>
                        <a:pt x="607" y="4283"/>
                        <a:pt x="598" y="4613"/>
                      </a:cubicBezTo>
                      <a:cubicBezTo>
                        <a:pt x="598" y="4934"/>
                        <a:pt x="571" y="5255"/>
                        <a:pt x="473" y="5559"/>
                      </a:cubicBezTo>
                      <a:cubicBezTo>
                        <a:pt x="455" y="5639"/>
                        <a:pt x="419" y="5719"/>
                        <a:pt x="402" y="5800"/>
                      </a:cubicBezTo>
                      <a:cubicBezTo>
                        <a:pt x="384" y="5889"/>
                        <a:pt x="375" y="5987"/>
                        <a:pt x="384" y="6076"/>
                      </a:cubicBezTo>
                      <a:cubicBezTo>
                        <a:pt x="419" y="6255"/>
                        <a:pt x="509" y="6397"/>
                        <a:pt x="571" y="6540"/>
                      </a:cubicBezTo>
                      <a:cubicBezTo>
                        <a:pt x="714" y="6826"/>
                        <a:pt x="732" y="7138"/>
                        <a:pt x="696" y="7432"/>
                      </a:cubicBezTo>
                      <a:cubicBezTo>
                        <a:pt x="660" y="7736"/>
                        <a:pt x="571" y="8021"/>
                        <a:pt x="491" y="8280"/>
                      </a:cubicBezTo>
                      <a:cubicBezTo>
                        <a:pt x="446" y="8414"/>
                        <a:pt x="402" y="8547"/>
                        <a:pt x="357" y="8663"/>
                      </a:cubicBezTo>
                      <a:cubicBezTo>
                        <a:pt x="303" y="8788"/>
                        <a:pt x="241" y="8895"/>
                        <a:pt x="170" y="8993"/>
                      </a:cubicBezTo>
                      <a:cubicBezTo>
                        <a:pt x="107" y="9091"/>
                        <a:pt x="72" y="9207"/>
                        <a:pt x="54" y="9315"/>
                      </a:cubicBezTo>
                      <a:cubicBezTo>
                        <a:pt x="45" y="9422"/>
                        <a:pt x="54" y="9520"/>
                        <a:pt x="63" y="9618"/>
                      </a:cubicBezTo>
                      <a:cubicBezTo>
                        <a:pt x="89" y="9814"/>
                        <a:pt x="125" y="9984"/>
                        <a:pt x="125" y="10126"/>
                      </a:cubicBezTo>
                      <a:cubicBezTo>
                        <a:pt x="134" y="10269"/>
                        <a:pt x="98" y="10394"/>
                        <a:pt x="63" y="10465"/>
                      </a:cubicBezTo>
                      <a:cubicBezTo>
                        <a:pt x="45" y="10501"/>
                        <a:pt x="27" y="10528"/>
                        <a:pt x="18" y="10546"/>
                      </a:cubicBezTo>
                      <a:cubicBezTo>
                        <a:pt x="0" y="10563"/>
                        <a:pt x="0" y="10572"/>
                        <a:pt x="0" y="10572"/>
                      </a:cubicBezTo>
                      <a:cubicBezTo>
                        <a:pt x="72" y="10483"/>
                        <a:pt x="116" y="10376"/>
                        <a:pt x="134" y="10278"/>
                      </a:cubicBezTo>
                      <a:cubicBezTo>
                        <a:pt x="152" y="10171"/>
                        <a:pt x="152" y="10064"/>
                        <a:pt x="143" y="9957"/>
                      </a:cubicBezTo>
                      <a:cubicBezTo>
                        <a:pt x="125" y="9761"/>
                        <a:pt x="89" y="9564"/>
                        <a:pt x="107" y="9386"/>
                      </a:cubicBezTo>
                      <a:cubicBezTo>
                        <a:pt x="107" y="9297"/>
                        <a:pt x="134" y="9207"/>
                        <a:pt x="170" y="9136"/>
                      </a:cubicBezTo>
                      <a:cubicBezTo>
                        <a:pt x="214" y="9056"/>
                        <a:pt x="268" y="8984"/>
                        <a:pt x="321" y="8904"/>
                      </a:cubicBezTo>
                      <a:cubicBezTo>
                        <a:pt x="428" y="8735"/>
                        <a:pt x="500" y="8547"/>
                        <a:pt x="562" y="8378"/>
                      </a:cubicBezTo>
                      <a:cubicBezTo>
                        <a:pt x="687" y="8021"/>
                        <a:pt x="803" y="7673"/>
                        <a:pt x="839" y="7307"/>
                      </a:cubicBezTo>
                      <a:cubicBezTo>
                        <a:pt x="857" y="7129"/>
                        <a:pt x="848" y="6942"/>
                        <a:pt x="812" y="6763"/>
                      </a:cubicBezTo>
                      <a:cubicBezTo>
                        <a:pt x="794" y="6674"/>
                        <a:pt x="758" y="6585"/>
                        <a:pt x="732" y="6504"/>
                      </a:cubicBezTo>
                      <a:cubicBezTo>
                        <a:pt x="696" y="6433"/>
                        <a:pt x="660" y="6353"/>
                        <a:pt x="625" y="6281"/>
                      </a:cubicBezTo>
                      <a:cubicBezTo>
                        <a:pt x="562" y="6130"/>
                        <a:pt x="526" y="5996"/>
                        <a:pt x="562" y="5862"/>
                      </a:cubicBezTo>
                      <a:cubicBezTo>
                        <a:pt x="598" y="5728"/>
                        <a:pt x="669" y="5577"/>
                        <a:pt x="705" y="5416"/>
                      </a:cubicBezTo>
                      <a:cubicBezTo>
                        <a:pt x="776" y="5104"/>
                        <a:pt x="785" y="4792"/>
                        <a:pt x="794" y="4506"/>
                      </a:cubicBezTo>
                      <a:cubicBezTo>
                        <a:pt x="803" y="3935"/>
                        <a:pt x="803" y="3400"/>
                        <a:pt x="812" y="2927"/>
                      </a:cubicBezTo>
                      <a:cubicBezTo>
                        <a:pt x="821" y="2454"/>
                        <a:pt x="839" y="2026"/>
                        <a:pt x="883" y="1660"/>
                      </a:cubicBezTo>
                      <a:cubicBezTo>
                        <a:pt x="919" y="1295"/>
                        <a:pt x="981" y="991"/>
                        <a:pt x="1035" y="741"/>
                      </a:cubicBezTo>
                      <a:cubicBezTo>
                        <a:pt x="1097" y="492"/>
                        <a:pt x="1151" y="304"/>
                        <a:pt x="1196" y="188"/>
                      </a:cubicBezTo>
                      <a:cubicBezTo>
                        <a:pt x="1240" y="63"/>
                        <a:pt x="1267" y="1"/>
                        <a:pt x="12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29"/>
                <p:cNvSpPr/>
                <p:nvPr/>
              </p:nvSpPr>
              <p:spPr>
                <a:xfrm>
                  <a:off x="6850325" y="3256041"/>
                  <a:ext cx="164878" cy="11114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" h="14979" extrusionOk="0">
                      <a:moveTo>
                        <a:pt x="598" y="1"/>
                      </a:moveTo>
                      <a:cubicBezTo>
                        <a:pt x="589" y="72"/>
                        <a:pt x="598" y="188"/>
                        <a:pt x="562" y="349"/>
                      </a:cubicBezTo>
                      <a:cubicBezTo>
                        <a:pt x="536" y="509"/>
                        <a:pt x="464" y="705"/>
                        <a:pt x="357" y="919"/>
                      </a:cubicBezTo>
                      <a:cubicBezTo>
                        <a:pt x="259" y="1151"/>
                        <a:pt x="125" y="1401"/>
                        <a:pt x="63" y="1731"/>
                      </a:cubicBezTo>
                      <a:cubicBezTo>
                        <a:pt x="0" y="2061"/>
                        <a:pt x="72" y="2436"/>
                        <a:pt x="170" y="2802"/>
                      </a:cubicBezTo>
                      <a:cubicBezTo>
                        <a:pt x="384" y="3515"/>
                        <a:pt x="491" y="4363"/>
                        <a:pt x="509" y="5264"/>
                      </a:cubicBezTo>
                      <a:cubicBezTo>
                        <a:pt x="544" y="6156"/>
                        <a:pt x="491" y="7120"/>
                        <a:pt x="598" y="8065"/>
                      </a:cubicBezTo>
                      <a:cubicBezTo>
                        <a:pt x="714" y="9020"/>
                        <a:pt x="982" y="9930"/>
                        <a:pt x="1347" y="10733"/>
                      </a:cubicBezTo>
                      <a:cubicBezTo>
                        <a:pt x="1437" y="10938"/>
                        <a:pt x="1535" y="11125"/>
                        <a:pt x="1579" y="11321"/>
                      </a:cubicBezTo>
                      <a:cubicBezTo>
                        <a:pt x="1624" y="11527"/>
                        <a:pt x="1597" y="11732"/>
                        <a:pt x="1561" y="11928"/>
                      </a:cubicBezTo>
                      <a:cubicBezTo>
                        <a:pt x="1508" y="12320"/>
                        <a:pt x="1463" y="12695"/>
                        <a:pt x="1437" y="13043"/>
                      </a:cubicBezTo>
                      <a:cubicBezTo>
                        <a:pt x="1410" y="13391"/>
                        <a:pt x="1392" y="13712"/>
                        <a:pt x="1401" y="13989"/>
                      </a:cubicBezTo>
                      <a:cubicBezTo>
                        <a:pt x="1410" y="14123"/>
                        <a:pt x="1437" y="14256"/>
                        <a:pt x="1490" y="14354"/>
                      </a:cubicBezTo>
                      <a:cubicBezTo>
                        <a:pt x="1544" y="14462"/>
                        <a:pt x="1624" y="14524"/>
                        <a:pt x="1704" y="14578"/>
                      </a:cubicBezTo>
                      <a:cubicBezTo>
                        <a:pt x="1874" y="14685"/>
                        <a:pt x="2016" y="14756"/>
                        <a:pt x="2106" y="14836"/>
                      </a:cubicBezTo>
                      <a:cubicBezTo>
                        <a:pt x="2150" y="14872"/>
                        <a:pt x="2177" y="14908"/>
                        <a:pt x="2195" y="14934"/>
                      </a:cubicBezTo>
                      <a:cubicBezTo>
                        <a:pt x="2203" y="14947"/>
                        <a:pt x="2209" y="14957"/>
                        <a:pt x="2214" y="14965"/>
                      </a:cubicBezTo>
                      <a:lnTo>
                        <a:pt x="2214" y="14965"/>
                      </a:lnTo>
                      <a:cubicBezTo>
                        <a:pt x="2132" y="14822"/>
                        <a:pt x="1995" y="14736"/>
                        <a:pt x="1883" y="14667"/>
                      </a:cubicBezTo>
                      <a:cubicBezTo>
                        <a:pt x="1758" y="14595"/>
                        <a:pt x="1642" y="14524"/>
                        <a:pt x="1561" y="14417"/>
                      </a:cubicBezTo>
                      <a:cubicBezTo>
                        <a:pt x="1490" y="14319"/>
                        <a:pt x="1454" y="14185"/>
                        <a:pt x="1445" y="14051"/>
                      </a:cubicBezTo>
                      <a:cubicBezTo>
                        <a:pt x="1437" y="13926"/>
                        <a:pt x="1445" y="13784"/>
                        <a:pt x="1454" y="13641"/>
                      </a:cubicBezTo>
                      <a:cubicBezTo>
                        <a:pt x="1490" y="13088"/>
                        <a:pt x="1561" y="12552"/>
                        <a:pt x="1651" y="12035"/>
                      </a:cubicBezTo>
                      <a:cubicBezTo>
                        <a:pt x="1695" y="11776"/>
                        <a:pt x="1749" y="11491"/>
                        <a:pt x="1677" y="11214"/>
                      </a:cubicBezTo>
                      <a:cubicBezTo>
                        <a:pt x="1642" y="11080"/>
                        <a:pt x="1588" y="10965"/>
                        <a:pt x="1535" y="10840"/>
                      </a:cubicBezTo>
                      <a:cubicBezTo>
                        <a:pt x="1481" y="10724"/>
                        <a:pt x="1437" y="10617"/>
                        <a:pt x="1383" y="10501"/>
                      </a:cubicBezTo>
                      <a:cubicBezTo>
                        <a:pt x="1205" y="10037"/>
                        <a:pt x="1062" y="9573"/>
                        <a:pt x="955" y="9109"/>
                      </a:cubicBezTo>
                      <a:cubicBezTo>
                        <a:pt x="848" y="8654"/>
                        <a:pt x="785" y="8199"/>
                        <a:pt x="750" y="7762"/>
                      </a:cubicBezTo>
                      <a:cubicBezTo>
                        <a:pt x="723" y="7325"/>
                        <a:pt x="714" y="6897"/>
                        <a:pt x="723" y="6486"/>
                      </a:cubicBezTo>
                      <a:cubicBezTo>
                        <a:pt x="723" y="5665"/>
                        <a:pt x="714" y="4898"/>
                        <a:pt x="643" y="4211"/>
                      </a:cubicBezTo>
                      <a:cubicBezTo>
                        <a:pt x="598" y="3863"/>
                        <a:pt x="544" y="3542"/>
                        <a:pt x="482" y="3239"/>
                      </a:cubicBezTo>
                      <a:cubicBezTo>
                        <a:pt x="411" y="2936"/>
                        <a:pt x="312" y="2668"/>
                        <a:pt x="259" y="2409"/>
                      </a:cubicBezTo>
                      <a:cubicBezTo>
                        <a:pt x="205" y="2159"/>
                        <a:pt x="179" y="1919"/>
                        <a:pt x="223" y="1713"/>
                      </a:cubicBezTo>
                      <a:cubicBezTo>
                        <a:pt x="259" y="1499"/>
                        <a:pt x="339" y="1312"/>
                        <a:pt x="402" y="1142"/>
                      </a:cubicBezTo>
                      <a:cubicBezTo>
                        <a:pt x="536" y="803"/>
                        <a:pt x="634" y="518"/>
                        <a:pt x="634" y="313"/>
                      </a:cubicBezTo>
                      <a:cubicBezTo>
                        <a:pt x="634" y="259"/>
                        <a:pt x="634" y="215"/>
                        <a:pt x="625" y="170"/>
                      </a:cubicBezTo>
                      <a:cubicBezTo>
                        <a:pt x="625" y="134"/>
                        <a:pt x="616" y="108"/>
                        <a:pt x="616" y="81"/>
                      </a:cubicBezTo>
                      <a:cubicBezTo>
                        <a:pt x="598" y="27"/>
                        <a:pt x="598" y="1"/>
                        <a:pt x="598" y="1"/>
                      </a:cubicBezTo>
                      <a:close/>
                      <a:moveTo>
                        <a:pt x="2214" y="14965"/>
                      </a:moveTo>
                      <a:lnTo>
                        <a:pt x="2214" y="14965"/>
                      </a:lnTo>
                      <a:cubicBezTo>
                        <a:pt x="2217" y="14970"/>
                        <a:pt x="2219" y="14974"/>
                        <a:pt x="2222" y="14979"/>
                      </a:cubicBezTo>
                      <a:cubicBezTo>
                        <a:pt x="2222" y="14979"/>
                        <a:pt x="2219" y="14974"/>
                        <a:pt x="2214" y="1496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29"/>
                <p:cNvSpPr/>
                <p:nvPr/>
              </p:nvSpPr>
              <p:spPr>
                <a:xfrm>
                  <a:off x="6997243" y="4341377"/>
                  <a:ext cx="188103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5" h="313" extrusionOk="0">
                      <a:moveTo>
                        <a:pt x="936" y="0"/>
                      </a:moveTo>
                      <a:cubicBezTo>
                        <a:pt x="848" y="0"/>
                        <a:pt x="765" y="4"/>
                        <a:pt x="688" y="13"/>
                      </a:cubicBezTo>
                      <a:cubicBezTo>
                        <a:pt x="456" y="40"/>
                        <a:pt x="277" y="111"/>
                        <a:pt x="161" y="182"/>
                      </a:cubicBezTo>
                      <a:cubicBezTo>
                        <a:pt x="108" y="209"/>
                        <a:pt x="63" y="245"/>
                        <a:pt x="45" y="263"/>
                      </a:cubicBezTo>
                      <a:cubicBezTo>
                        <a:pt x="19" y="281"/>
                        <a:pt x="1" y="298"/>
                        <a:pt x="1" y="298"/>
                      </a:cubicBezTo>
                      <a:cubicBezTo>
                        <a:pt x="23" y="308"/>
                        <a:pt x="48" y="313"/>
                        <a:pt x="77" y="313"/>
                      </a:cubicBezTo>
                      <a:cubicBezTo>
                        <a:pt x="174" y="313"/>
                        <a:pt x="310" y="264"/>
                        <a:pt x="482" y="236"/>
                      </a:cubicBezTo>
                      <a:cubicBezTo>
                        <a:pt x="653" y="209"/>
                        <a:pt x="870" y="197"/>
                        <a:pt x="1102" y="197"/>
                      </a:cubicBezTo>
                      <a:cubicBezTo>
                        <a:pt x="1174" y="197"/>
                        <a:pt x="1247" y="198"/>
                        <a:pt x="1321" y="200"/>
                      </a:cubicBezTo>
                      <a:cubicBezTo>
                        <a:pt x="1389" y="201"/>
                        <a:pt x="1458" y="202"/>
                        <a:pt x="1525" y="202"/>
                      </a:cubicBezTo>
                      <a:cubicBezTo>
                        <a:pt x="2062" y="202"/>
                        <a:pt x="2534" y="174"/>
                        <a:pt x="2534" y="174"/>
                      </a:cubicBezTo>
                      <a:cubicBezTo>
                        <a:pt x="2160" y="111"/>
                        <a:pt x="1821" y="75"/>
                        <a:pt x="1508" y="40"/>
                      </a:cubicBezTo>
                      <a:cubicBezTo>
                        <a:pt x="1306" y="16"/>
                        <a:pt x="1112" y="0"/>
                        <a:pt x="9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" name="Google Shape;377;p29"/>
                <p:cNvSpPr/>
                <p:nvPr/>
              </p:nvSpPr>
              <p:spPr>
                <a:xfrm>
                  <a:off x="7115074" y="3523461"/>
                  <a:ext cx="109968" cy="825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1126" extrusionOk="0">
                      <a:moveTo>
                        <a:pt x="295" y="1"/>
                      </a:moveTo>
                      <a:lnTo>
                        <a:pt x="295" y="1"/>
                      </a:lnTo>
                      <a:cubicBezTo>
                        <a:pt x="215" y="81"/>
                        <a:pt x="134" y="170"/>
                        <a:pt x="81" y="277"/>
                      </a:cubicBezTo>
                      <a:cubicBezTo>
                        <a:pt x="19" y="384"/>
                        <a:pt x="1" y="527"/>
                        <a:pt x="54" y="643"/>
                      </a:cubicBezTo>
                      <a:cubicBezTo>
                        <a:pt x="108" y="759"/>
                        <a:pt x="170" y="839"/>
                        <a:pt x="206" y="928"/>
                      </a:cubicBezTo>
                      <a:cubicBezTo>
                        <a:pt x="242" y="1027"/>
                        <a:pt x="268" y="1125"/>
                        <a:pt x="277" y="1223"/>
                      </a:cubicBezTo>
                      <a:cubicBezTo>
                        <a:pt x="304" y="1428"/>
                        <a:pt x="304" y="1633"/>
                        <a:pt x="304" y="1838"/>
                      </a:cubicBezTo>
                      <a:cubicBezTo>
                        <a:pt x="313" y="2053"/>
                        <a:pt x="313" y="2258"/>
                        <a:pt x="313" y="2454"/>
                      </a:cubicBezTo>
                      <a:cubicBezTo>
                        <a:pt x="331" y="3266"/>
                        <a:pt x="340" y="4033"/>
                        <a:pt x="358" y="4764"/>
                      </a:cubicBezTo>
                      <a:cubicBezTo>
                        <a:pt x="366" y="5487"/>
                        <a:pt x="402" y="6165"/>
                        <a:pt x="304" y="6772"/>
                      </a:cubicBezTo>
                      <a:cubicBezTo>
                        <a:pt x="259" y="7075"/>
                        <a:pt x="161" y="7352"/>
                        <a:pt x="99" y="7646"/>
                      </a:cubicBezTo>
                      <a:cubicBezTo>
                        <a:pt x="63" y="7789"/>
                        <a:pt x="45" y="7940"/>
                        <a:pt x="54" y="8092"/>
                      </a:cubicBezTo>
                      <a:cubicBezTo>
                        <a:pt x="63" y="8244"/>
                        <a:pt x="117" y="8404"/>
                        <a:pt x="224" y="8520"/>
                      </a:cubicBezTo>
                      <a:cubicBezTo>
                        <a:pt x="331" y="8627"/>
                        <a:pt x="447" y="8690"/>
                        <a:pt x="545" y="8761"/>
                      </a:cubicBezTo>
                      <a:cubicBezTo>
                        <a:pt x="643" y="8824"/>
                        <a:pt x="741" y="8895"/>
                        <a:pt x="821" y="8966"/>
                      </a:cubicBezTo>
                      <a:cubicBezTo>
                        <a:pt x="911" y="9047"/>
                        <a:pt x="991" y="9118"/>
                        <a:pt x="1062" y="9198"/>
                      </a:cubicBezTo>
                      <a:cubicBezTo>
                        <a:pt x="1143" y="9270"/>
                        <a:pt x="1214" y="9350"/>
                        <a:pt x="1259" y="9421"/>
                      </a:cubicBezTo>
                      <a:cubicBezTo>
                        <a:pt x="1303" y="9493"/>
                        <a:pt x="1312" y="9555"/>
                        <a:pt x="1303" y="9635"/>
                      </a:cubicBezTo>
                      <a:cubicBezTo>
                        <a:pt x="1285" y="9725"/>
                        <a:pt x="1259" y="9814"/>
                        <a:pt x="1241" y="9894"/>
                      </a:cubicBezTo>
                      <a:cubicBezTo>
                        <a:pt x="1196" y="10055"/>
                        <a:pt x="1143" y="10206"/>
                        <a:pt x="1098" y="10340"/>
                      </a:cubicBezTo>
                      <a:cubicBezTo>
                        <a:pt x="1009" y="10599"/>
                        <a:pt x="928" y="10795"/>
                        <a:pt x="866" y="10929"/>
                      </a:cubicBezTo>
                      <a:cubicBezTo>
                        <a:pt x="804" y="11063"/>
                        <a:pt x="777" y="11125"/>
                        <a:pt x="777" y="11125"/>
                      </a:cubicBezTo>
                      <a:cubicBezTo>
                        <a:pt x="857" y="11072"/>
                        <a:pt x="1009" y="10858"/>
                        <a:pt x="1160" y="10510"/>
                      </a:cubicBezTo>
                      <a:cubicBezTo>
                        <a:pt x="1241" y="10340"/>
                        <a:pt x="1321" y="10135"/>
                        <a:pt x="1392" y="9903"/>
                      </a:cubicBezTo>
                      <a:cubicBezTo>
                        <a:pt x="1419" y="9841"/>
                        <a:pt x="1428" y="9787"/>
                        <a:pt x="1446" y="9716"/>
                      </a:cubicBezTo>
                      <a:cubicBezTo>
                        <a:pt x="1464" y="9653"/>
                        <a:pt x="1482" y="9582"/>
                        <a:pt x="1473" y="9493"/>
                      </a:cubicBezTo>
                      <a:cubicBezTo>
                        <a:pt x="1455" y="9412"/>
                        <a:pt x="1419" y="9332"/>
                        <a:pt x="1375" y="9270"/>
                      </a:cubicBezTo>
                      <a:cubicBezTo>
                        <a:pt x="1330" y="9207"/>
                        <a:pt x="1276" y="9163"/>
                        <a:pt x="1232" y="9100"/>
                      </a:cubicBezTo>
                      <a:cubicBezTo>
                        <a:pt x="1036" y="8886"/>
                        <a:pt x="786" y="8681"/>
                        <a:pt x="509" y="8502"/>
                      </a:cubicBezTo>
                      <a:cubicBezTo>
                        <a:pt x="384" y="8413"/>
                        <a:pt x="295" y="8324"/>
                        <a:pt x="268" y="8181"/>
                      </a:cubicBezTo>
                      <a:cubicBezTo>
                        <a:pt x="233" y="8038"/>
                        <a:pt x="250" y="7878"/>
                        <a:pt x="286" y="7717"/>
                      </a:cubicBezTo>
                      <a:cubicBezTo>
                        <a:pt x="313" y="7557"/>
                        <a:pt x="366" y="7387"/>
                        <a:pt x="411" y="7218"/>
                      </a:cubicBezTo>
                      <a:cubicBezTo>
                        <a:pt x="456" y="7039"/>
                        <a:pt x="482" y="6861"/>
                        <a:pt x="509" y="6683"/>
                      </a:cubicBezTo>
                      <a:cubicBezTo>
                        <a:pt x="554" y="6317"/>
                        <a:pt x="554" y="5951"/>
                        <a:pt x="545" y="5585"/>
                      </a:cubicBezTo>
                      <a:cubicBezTo>
                        <a:pt x="491" y="4140"/>
                        <a:pt x="429" y="2722"/>
                        <a:pt x="375" y="1669"/>
                      </a:cubicBezTo>
                      <a:cubicBezTo>
                        <a:pt x="358" y="1401"/>
                        <a:pt x="340" y="1160"/>
                        <a:pt x="259" y="964"/>
                      </a:cubicBezTo>
                      <a:cubicBezTo>
                        <a:pt x="224" y="866"/>
                        <a:pt x="170" y="786"/>
                        <a:pt x="117" y="705"/>
                      </a:cubicBezTo>
                      <a:cubicBezTo>
                        <a:pt x="72" y="625"/>
                        <a:pt x="36" y="527"/>
                        <a:pt x="45" y="438"/>
                      </a:cubicBezTo>
                      <a:cubicBezTo>
                        <a:pt x="72" y="268"/>
                        <a:pt x="161" y="170"/>
                        <a:pt x="206" y="99"/>
                      </a:cubicBezTo>
                      <a:cubicBezTo>
                        <a:pt x="259" y="37"/>
                        <a:pt x="295" y="1"/>
                        <a:pt x="29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" name="Google Shape;378;p29"/>
                <p:cNvSpPr/>
                <p:nvPr/>
              </p:nvSpPr>
              <p:spPr>
                <a:xfrm>
                  <a:off x="7191205" y="2903216"/>
                  <a:ext cx="153673" cy="636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1" h="8583" extrusionOk="0">
                      <a:moveTo>
                        <a:pt x="161" y="1"/>
                      </a:moveTo>
                      <a:cubicBezTo>
                        <a:pt x="72" y="135"/>
                        <a:pt x="1" y="795"/>
                        <a:pt x="18" y="1714"/>
                      </a:cubicBezTo>
                      <a:cubicBezTo>
                        <a:pt x="27" y="2169"/>
                        <a:pt x="54" y="2686"/>
                        <a:pt x="117" y="3230"/>
                      </a:cubicBezTo>
                      <a:cubicBezTo>
                        <a:pt x="143" y="3507"/>
                        <a:pt x="179" y="3783"/>
                        <a:pt x="215" y="4060"/>
                      </a:cubicBezTo>
                      <a:cubicBezTo>
                        <a:pt x="259" y="4345"/>
                        <a:pt x="322" y="4631"/>
                        <a:pt x="331" y="4898"/>
                      </a:cubicBezTo>
                      <a:cubicBezTo>
                        <a:pt x="340" y="5041"/>
                        <a:pt x="331" y="5175"/>
                        <a:pt x="295" y="5300"/>
                      </a:cubicBezTo>
                      <a:cubicBezTo>
                        <a:pt x="268" y="5434"/>
                        <a:pt x="206" y="5567"/>
                        <a:pt x="179" y="5710"/>
                      </a:cubicBezTo>
                      <a:cubicBezTo>
                        <a:pt x="143" y="5853"/>
                        <a:pt x="152" y="6022"/>
                        <a:pt x="233" y="6147"/>
                      </a:cubicBezTo>
                      <a:cubicBezTo>
                        <a:pt x="313" y="6272"/>
                        <a:pt x="429" y="6361"/>
                        <a:pt x="527" y="6442"/>
                      </a:cubicBezTo>
                      <a:cubicBezTo>
                        <a:pt x="732" y="6602"/>
                        <a:pt x="875" y="6816"/>
                        <a:pt x="937" y="7048"/>
                      </a:cubicBezTo>
                      <a:cubicBezTo>
                        <a:pt x="973" y="7164"/>
                        <a:pt x="991" y="7280"/>
                        <a:pt x="991" y="7387"/>
                      </a:cubicBezTo>
                      <a:cubicBezTo>
                        <a:pt x="991" y="7503"/>
                        <a:pt x="964" y="7610"/>
                        <a:pt x="1000" y="7708"/>
                      </a:cubicBezTo>
                      <a:cubicBezTo>
                        <a:pt x="1035" y="7816"/>
                        <a:pt x="1134" y="7860"/>
                        <a:pt x="1214" y="7896"/>
                      </a:cubicBezTo>
                      <a:cubicBezTo>
                        <a:pt x="1303" y="7931"/>
                        <a:pt x="1392" y="7967"/>
                        <a:pt x="1464" y="8012"/>
                      </a:cubicBezTo>
                      <a:cubicBezTo>
                        <a:pt x="1615" y="8092"/>
                        <a:pt x="1731" y="8190"/>
                        <a:pt x="1820" y="8279"/>
                      </a:cubicBezTo>
                      <a:cubicBezTo>
                        <a:pt x="1910" y="8360"/>
                        <a:pt x="1972" y="8440"/>
                        <a:pt x="2008" y="8493"/>
                      </a:cubicBezTo>
                      <a:cubicBezTo>
                        <a:pt x="2044" y="8547"/>
                        <a:pt x="2070" y="8583"/>
                        <a:pt x="2070" y="8583"/>
                      </a:cubicBezTo>
                      <a:cubicBezTo>
                        <a:pt x="1892" y="8262"/>
                        <a:pt x="1615" y="8012"/>
                        <a:pt x="1294" y="7869"/>
                      </a:cubicBezTo>
                      <a:cubicBezTo>
                        <a:pt x="1214" y="7833"/>
                        <a:pt x="1142" y="7807"/>
                        <a:pt x="1107" y="7753"/>
                      </a:cubicBezTo>
                      <a:cubicBezTo>
                        <a:pt x="1062" y="7717"/>
                        <a:pt x="1053" y="7655"/>
                        <a:pt x="1053" y="7584"/>
                      </a:cubicBezTo>
                      <a:cubicBezTo>
                        <a:pt x="1062" y="7512"/>
                        <a:pt x="1071" y="7423"/>
                        <a:pt x="1071" y="7334"/>
                      </a:cubicBezTo>
                      <a:cubicBezTo>
                        <a:pt x="1071" y="7245"/>
                        <a:pt x="1062" y="7164"/>
                        <a:pt x="1044" y="7075"/>
                      </a:cubicBezTo>
                      <a:cubicBezTo>
                        <a:pt x="1018" y="6906"/>
                        <a:pt x="946" y="6754"/>
                        <a:pt x="857" y="6611"/>
                      </a:cubicBezTo>
                      <a:cubicBezTo>
                        <a:pt x="759" y="6468"/>
                        <a:pt x="634" y="6361"/>
                        <a:pt x="527" y="6263"/>
                      </a:cubicBezTo>
                      <a:cubicBezTo>
                        <a:pt x="411" y="6165"/>
                        <a:pt x="331" y="6067"/>
                        <a:pt x="313" y="5951"/>
                      </a:cubicBezTo>
                      <a:cubicBezTo>
                        <a:pt x="295" y="5835"/>
                        <a:pt x="340" y="5701"/>
                        <a:pt x="384" y="5567"/>
                      </a:cubicBezTo>
                      <a:cubicBezTo>
                        <a:pt x="429" y="5443"/>
                        <a:pt x="482" y="5291"/>
                        <a:pt x="500" y="5139"/>
                      </a:cubicBezTo>
                      <a:cubicBezTo>
                        <a:pt x="518" y="4996"/>
                        <a:pt x="509" y="4854"/>
                        <a:pt x="500" y="4711"/>
                      </a:cubicBezTo>
                      <a:cubicBezTo>
                        <a:pt x="473" y="4443"/>
                        <a:pt x="429" y="4194"/>
                        <a:pt x="393" y="3944"/>
                      </a:cubicBezTo>
                      <a:cubicBezTo>
                        <a:pt x="331" y="3453"/>
                        <a:pt x="286" y="2998"/>
                        <a:pt x="250" y="2588"/>
                      </a:cubicBezTo>
                      <a:cubicBezTo>
                        <a:pt x="188" y="1767"/>
                        <a:pt x="170" y="1125"/>
                        <a:pt x="170" y="679"/>
                      </a:cubicBezTo>
                      <a:cubicBezTo>
                        <a:pt x="161" y="233"/>
                        <a:pt x="161" y="1"/>
                        <a:pt x="1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" name="Google Shape;379;p29"/>
                <p:cNvSpPr/>
                <p:nvPr/>
              </p:nvSpPr>
              <p:spPr>
                <a:xfrm>
                  <a:off x="7268671" y="3485099"/>
                  <a:ext cx="46377" cy="138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" h="1865" extrusionOk="0">
                      <a:moveTo>
                        <a:pt x="197" y="0"/>
                      </a:moveTo>
                      <a:cubicBezTo>
                        <a:pt x="98" y="27"/>
                        <a:pt x="54" y="170"/>
                        <a:pt x="18" y="366"/>
                      </a:cubicBezTo>
                      <a:cubicBezTo>
                        <a:pt x="9" y="464"/>
                        <a:pt x="0" y="571"/>
                        <a:pt x="9" y="696"/>
                      </a:cubicBezTo>
                      <a:cubicBezTo>
                        <a:pt x="9" y="767"/>
                        <a:pt x="27" y="839"/>
                        <a:pt x="72" y="910"/>
                      </a:cubicBezTo>
                      <a:cubicBezTo>
                        <a:pt x="116" y="982"/>
                        <a:pt x="179" y="1026"/>
                        <a:pt x="214" y="1053"/>
                      </a:cubicBezTo>
                      <a:cubicBezTo>
                        <a:pt x="259" y="1089"/>
                        <a:pt x="286" y="1115"/>
                        <a:pt x="304" y="1169"/>
                      </a:cubicBezTo>
                      <a:cubicBezTo>
                        <a:pt x="322" y="1214"/>
                        <a:pt x="330" y="1276"/>
                        <a:pt x="339" y="1329"/>
                      </a:cubicBezTo>
                      <a:cubicBezTo>
                        <a:pt x="366" y="1445"/>
                        <a:pt x="402" y="1553"/>
                        <a:pt x="446" y="1633"/>
                      </a:cubicBezTo>
                      <a:cubicBezTo>
                        <a:pt x="491" y="1713"/>
                        <a:pt x="536" y="1767"/>
                        <a:pt x="571" y="1802"/>
                      </a:cubicBezTo>
                      <a:cubicBezTo>
                        <a:pt x="607" y="1847"/>
                        <a:pt x="625" y="1865"/>
                        <a:pt x="625" y="1865"/>
                      </a:cubicBezTo>
                      <a:cubicBezTo>
                        <a:pt x="553" y="1740"/>
                        <a:pt x="509" y="1606"/>
                        <a:pt x="482" y="1481"/>
                      </a:cubicBezTo>
                      <a:cubicBezTo>
                        <a:pt x="473" y="1419"/>
                        <a:pt x="473" y="1365"/>
                        <a:pt x="473" y="1303"/>
                      </a:cubicBezTo>
                      <a:cubicBezTo>
                        <a:pt x="464" y="1231"/>
                        <a:pt x="473" y="1160"/>
                        <a:pt x="446" y="1080"/>
                      </a:cubicBezTo>
                      <a:cubicBezTo>
                        <a:pt x="411" y="999"/>
                        <a:pt x="348" y="937"/>
                        <a:pt x="313" y="901"/>
                      </a:cubicBezTo>
                      <a:cubicBezTo>
                        <a:pt x="268" y="866"/>
                        <a:pt x="241" y="839"/>
                        <a:pt x="232" y="803"/>
                      </a:cubicBezTo>
                      <a:cubicBezTo>
                        <a:pt x="206" y="741"/>
                        <a:pt x="197" y="651"/>
                        <a:pt x="206" y="562"/>
                      </a:cubicBezTo>
                      <a:cubicBezTo>
                        <a:pt x="206" y="205"/>
                        <a:pt x="197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" name="Google Shape;380;p29"/>
                <p:cNvSpPr/>
                <p:nvPr/>
              </p:nvSpPr>
              <p:spPr>
                <a:xfrm>
                  <a:off x="7222963" y="3592245"/>
                  <a:ext cx="82810" cy="138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6" h="1866" extrusionOk="0">
                      <a:moveTo>
                        <a:pt x="1014" y="1"/>
                      </a:moveTo>
                      <a:cubicBezTo>
                        <a:pt x="911" y="1"/>
                        <a:pt x="759" y="53"/>
                        <a:pt x="590" y="153"/>
                      </a:cubicBezTo>
                      <a:cubicBezTo>
                        <a:pt x="474" y="216"/>
                        <a:pt x="349" y="314"/>
                        <a:pt x="224" y="421"/>
                      </a:cubicBezTo>
                      <a:cubicBezTo>
                        <a:pt x="161" y="483"/>
                        <a:pt x="99" y="528"/>
                        <a:pt x="36" y="635"/>
                      </a:cubicBezTo>
                      <a:cubicBezTo>
                        <a:pt x="10" y="688"/>
                        <a:pt x="1" y="751"/>
                        <a:pt x="10" y="804"/>
                      </a:cubicBezTo>
                      <a:cubicBezTo>
                        <a:pt x="10" y="858"/>
                        <a:pt x="28" y="911"/>
                        <a:pt x="54" y="947"/>
                      </a:cubicBezTo>
                      <a:cubicBezTo>
                        <a:pt x="215" y="1259"/>
                        <a:pt x="420" y="1536"/>
                        <a:pt x="625" y="1679"/>
                      </a:cubicBezTo>
                      <a:cubicBezTo>
                        <a:pt x="723" y="1759"/>
                        <a:pt x="813" y="1804"/>
                        <a:pt x="884" y="1830"/>
                      </a:cubicBezTo>
                      <a:cubicBezTo>
                        <a:pt x="946" y="1857"/>
                        <a:pt x="982" y="1866"/>
                        <a:pt x="982" y="1866"/>
                      </a:cubicBezTo>
                      <a:cubicBezTo>
                        <a:pt x="804" y="1777"/>
                        <a:pt x="670" y="1643"/>
                        <a:pt x="563" y="1500"/>
                      </a:cubicBezTo>
                      <a:cubicBezTo>
                        <a:pt x="447" y="1357"/>
                        <a:pt x="367" y="1197"/>
                        <a:pt x="295" y="1054"/>
                      </a:cubicBezTo>
                      <a:cubicBezTo>
                        <a:pt x="260" y="983"/>
                        <a:pt x="215" y="902"/>
                        <a:pt x="197" y="840"/>
                      </a:cubicBezTo>
                      <a:cubicBezTo>
                        <a:pt x="179" y="778"/>
                        <a:pt x="188" y="751"/>
                        <a:pt x="215" y="715"/>
                      </a:cubicBezTo>
                      <a:cubicBezTo>
                        <a:pt x="242" y="671"/>
                        <a:pt x="304" y="626"/>
                        <a:pt x="349" y="581"/>
                      </a:cubicBezTo>
                      <a:cubicBezTo>
                        <a:pt x="393" y="537"/>
                        <a:pt x="447" y="492"/>
                        <a:pt x="491" y="456"/>
                      </a:cubicBezTo>
                      <a:cubicBezTo>
                        <a:pt x="670" y="305"/>
                        <a:pt x="830" y="198"/>
                        <a:pt x="938" y="135"/>
                      </a:cubicBezTo>
                      <a:cubicBezTo>
                        <a:pt x="1053" y="64"/>
                        <a:pt x="1116" y="28"/>
                        <a:pt x="1116" y="28"/>
                      </a:cubicBezTo>
                      <a:cubicBezTo>
                        <a:pt x="1092" y="10"/>
                        <a:pt x="1058" y="1"/>
                        <a:pt x="101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" name="Google Shape;381;p29"/>
                <p:cNvSpPr/>
                <p:nvPr/>
              </p:nvSpPr>
              <p:spPr>
                <a:xfrm>
                  <a:off x="7230902" y="3670453"/>
                  <a:ext cx="184096" cy="246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1" h="3328" extrusionOk="0">
                      <a:moveTo>
                        <a:pt x="81" y="0"/>
                      </a:moveTo>
                      <a:cubicBezTo>
                        <a:pt x="1" y="107"/>
                        <a:pt x="45" y="518"/>
                        <a:pt x="90" y="1080"/>
                      </a:cubicBezTo>
                      <a:cubicBezTo>
                        <a:pt x="108" y="1356"/>
                        <a:pt x="126" y="1677"/>
                        <a:pt x="99" y="2007"/>
                      </a:cubicBezTo>
                      <a:cubicBezTo>
                        <a:pt x="90" y="2177"/>
                        <a:pt x="72" y="2346"/>
                        <a:pt x="63" y="2534"/>
                      </a:cubicBezTo>
                      <a:cubicBezTo>
                        <a:pt x="54" y="2712"/>
                        <a:pt x="63" y="2908"/>
                        <a:pt x="126" y="3087"/>
                      </a:cubicBezTo>
                      <a:lnTo>
                        <a:pt x="161" y="3167"/>
                      </a:lnTo>
                      <a:lnTo>
                        <a:pt x="224" y="3140"/>
                      </a:lnTo>
                      <a:cubicBezTo>
                        <a:pt x="230" y="3137"/>
                        <a:pt x="237" y="3136"/>
                        <a:pt x="245" y="3136"/>
                      </a:cubicBezTo>
                      <a:cubicBezTo>
                        <a:pt x="331" y="3136"/>
                        <a:pt x="489" y="3311"/>
                        <a:pt x="670" y="3319"/>
                      </a:cubicBezTo>
                      <a:cubicBezTo>
                        <a:pt x="715" y="3325"/>
                        <a:pt x="758" y="3328"/>
                        <a:pt x="801" y="3328"/>
                      </a:cubicBezTo>
                      <a:cubicBezTo>
                        <a:pt x="938" y="3328"/>
                        <a:pt x="1065" y="3299"/>
                        <a:pt x="1187" y="3265"/>
                      </a:cubicBezTo>
                      <a:cubicBezTo>
                        <a:pt x="1509" y="3176"/>
                        <a:pt x="1785" y="3024"/>
                        <a:pt x="1990" y="2873"/>
                      </a:cubicBezTo>
                      <a:cubicBezTo>
                        <a:pt x="2195" y="2712"/>
                        <a:pt x="2347" y="2552"/>
                        <a:pt x="2418" y="2436"/>
                      </a:cubicBezTo>
                      <a:cubicBezTo>
                        <a:pt x="2454" y="2373"/>
                        <a:pt x="2472" y="2320"/>
                        <a:pt x="2472" y="2293"/>
                      </a:cubicBezTo>
                      <a:cubicBezTo>
                        <a:pt x="2481" y="2257"/>
                        <a:pt x="2472" y="2239"/>
                        <a:pt x="2472" y="2239"/>
                      </a:cubicBezTo>
                      <a:cubicBezTo>
                        <a:pt x="2472" y="2346"/>
                        <a:pt x="2392" y="2444"/>
                        <a:pt x="2302" y="2534"/>
                      </a:cubicBezTo>
                      <a:cubicBezTo>
                        <a:pt x="2213" y="2614"/>
                        <a:pt x="2115" y="2694"/>
                        <a:pt x="2017" y="2766"/>
                      </a:cubicBezTo>
                      <a:cubicBezTo>
                        <a:pt x="1821" y="2899"/>
                        <a:pt x="1607" y="3007"/>
                        <a:pt x="1393" y="3078"/>
                      </a:cubicBezTo>
                      <a:cubicBezTo>
                        <a:pt x="1194" y="3136"/>
                        <a:pt x="988" y="3186"/>
                        <a:pt x="810" y="3186"/>
                      </a:cubicBezTo>
                      <a:cubicBezTo>
                        <a:pt x="796" y="3186"/>
                        <a:pt x="782" y="3186"/>
                        <a:pt x="768" y="3185"/>
                      </a:cubicBezTo>
                      <a:cubicBezTo>
                        <a:pt x="670" y="3176"/>
                        <a:pt x="590" y="3149"/>
                        <a:pt x="527" y="3096"/>
                      </a:cubicBezTo>
                      <a:cubicBezTo>
                        <a:pt x="483" y="3069"/>
                        <a:pt x="447" y="3033"/>
                        <a:pt x="393" y="3007"/>
                      </a:cubicBezTo>
                      <a:cubicBezTo>
                        <a:pt x="362" y="2991"/>
                        <a:pt x="322" y="2975"/>
                        <a:pt x="278" y="2969"/>
                      </a:cubicBezTo>
                      <a:lnTo>
                        <a:pt x="278" y="2969"/>
                      </a:lnTo>
                      <a:cubicBezTo>
                        <a:pt x="235" y="2782"/>
                        <a:pt x="244" y="2584"/>
                        <a:pt x="260" y="2400"/>
                      </a:cubicBezTo>
                      <a:cubicBezTo>
                        <a:pt x="286" y="2186"/>
                        <a:pt x="313" y="1972"/>
                        <a:pt x="313" y="1784"/>
                      </a:cubicBezTo>
                      <a:cubicBezTo>
                        <a:pt x="313" y="1392"/>
                        <a:pt x="268" y="1071"/>
                        <a:pt x="233" y="803"/>
                      </a:cubicBezTo>
                      <a:cubicBezTo>
                        <a:pt x="188" y="544"/>
                        <a:pt x="153" y="339"/>
                        <a:pt x="126" y="205"/>
                      </a:cubicBezTo>
                      <a:cubicBezTo>
                        <a:pt x="99" y="72"/>
                        <a:pt x="81" y="0"/>
                        <a:pt x="8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" name="Google Shape;382;p29"/>
                <p:cNvSpPr/>
                <p:nvPr/>
              </p:nvSpPr>
              <p:spPr>
                <a:xfrm>
                  <a:off x="7407650" y="3628752"/>
                  <a:ext cx="76874" cy="210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" h="2837" extrusionOk="0">
                      <a:moveTo>
                        <a:pt x="1036" y="0"/>
                      </a:moveTo>
                      <a:cubicBezTo>
                        <a:pt x="884" y="170"/>
                        <a:pt x="732" y="339"/>
                        <a:pt x="598" y="500"/>
                      </a:cubicBezTo>
                      <a:cubicBezTo>
                        <a:pt x="527" y="580"/>
                        <a:pt x="456" y="651"/>
                        <a:pt x="393" y="732"/>
                      </a:cubicBezTo>
                      <a:cubicBezTo>
                        <a:pt x="358" y="767"/>
                        <a:pt x="322" y="803"/>
                        <a:pt x="295" y="857"/>
                      </a:cubicBezTo>
                      <a:cubicBezTo>
                        <a:pt x="259" y="901"/>
                        <a:pt x="233" y="964"/>
                        <a:pt x="233" y="1026"/>
                      </a:cubicBezTo>
                      <a:cubicBezTo>
                        <a:pt x="215" y="1151"/>
                        <a:pt x="251" y="1240"/>
                        <a:pt x="251" y="1320"/>
                      </a:cubicBezTo>
                      <a:cubicBezTo>
                        <a:pt x="259" y="1401"/>
                        <a:pt x="251" y="1481"/>
                        <a:pt x="251" y="1552"/>
                      </a:cubicBezTo>
                      <a:cubicBezTo>
                        <a:pt x="233" y="1704"/>
                        <a:pt x="197" y="1847"/>
                        <a:pt x="161" y="1981"/>
                      </a:cubicBezTo>
                      <a:cubicBezTo>
                        <a:pt x="81" y="2230"/>
                        <a:pt x="28" y="2453"/>
                        <a:pt x="10" y="2605"/>
                      </a:cubicBezTo>
                      <a:cubicBezTo>
                        <a:pt x="1" y="2676"/>
                        <a:pt x="1" y="2739"/>
                        <a:pt x="1" y="2775"/>
                      </a:cubicBezTo>
                      <a:lnTo>
                        <a:pt x="1" y="2837"/>
                      </a:lnTo>
                      <a:cubicBezTo>
                        <a:pt x="45" y="2810"/>
                        <a:pt x="81" y="2748"/>
                        <a:pt x="126" y="2659"/>
                      </a:cubicBezTo>
                      <a:cubicBezTo>
                        <a:pt x="161" y="2569"/>
                        <a:pt x="206" y="2444"/>
                        <a:pt x="251" y="2311"/>
                      </a:cubicBezTo>
                      <a:cubicBezTo>
                        <a:pt x="304" y="2168"/>
                        <a:pt x="358" y="2007"/>
                        <a:pt x="402" y="1829"/>
                      </a:cubicBezTo>
                      <a:cubicBezTo>
                        <a:pt x="438" y="1651"/>
                        <a:pt x="456" y="1436"/>
                        <a:pt x="420" y="1240"/>
                      </a:cubicBezTo>
                      <a:cubicBezTo>
                        <a:pt x="402" y="1142"/>
                        <a:pt x="375" y="1062"/>
                        <a:pt x="393" y="999"/>
                      </a:cubicBezTo>
                      <a:cubicBezTo>
                        <a:pt x="411" y="928"/>
                        <a:pt x="474" y="857"/>
                        <a:pt x="518" y="785"/>
                      </a:cubicBezTo>
                      <a:cubicBezTo>
                        <a:pt x="616" y="642"/>
                        <a:pt x="706" y="500"/>
                        <a:pt x="786" y="384"/>
                      </a:cubicBezTo>
                      <a:cubicBezTo>
                        <a:pt x="937" y="161"/>
                        <a:pt x="1036" y="0"/>
                        <a:pt x="10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" name="Google Shape;383;p29"/>
                <p:cNvSpPr/>
                <p:nvPr/>
              </p:nvSpPr>
              <p:spPr>
                <a:xfrm>
                  <a:off x="7332187" y="3567165"/>
                  <a:ext cx="177492" cy="1656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92" h="2232" extrusionOk="0">
                      <a:moveTo>
                        <a:pt x="2392" y="0"/>
                      </a:moveTo>
                      <a:lnTo>
                        <a:pt x="2392" y="0"/>
                      </a:lnTo>
                      <a:cubicBezTo>
                        <a:pt x="2293" y="45"/>
                        <a:pt x="2222" y="268"/>
                        <a:pt x="2079" y="562"/>
                      </a:cubicBezTo>
                      <a:cubicBezTo>
                        <a:pt x="1946" y="857"/>
                        <a:pt x="1740" y="1205"/>
                        <a:pt x="1446" y="1490"/>
                      </a:cubicBezTo>
                      <a:cubicBezTo>
                        <a:pt x="1303" y="1633"/>
                        <a:pt x="1134" y="1749"/>
                        <a:pt x="973" y="1847"/>
                      </a:cubicBezTo>
                      <a:cubicBezTo>
                        <a:pt x="804" y="1954"/>
                        <a:pt x="661" y="2052"/>
                        <a:pt x="518" y="2115"/>
                      </a:cubicBezTo>
                      <a:cubicBezTo>
                        <a:pt x="375" y="2177"/>
                        <a:pt x="242" y="2204"/>
                        <a:pt x="152" y="2204"/>
                      </a:cubicBezTo>
                      <a:lnTo>
                        <a:pt x="36" y="2204"/>
                      </a:lnTo>
                      <a:cubicBezTo>
                        <a:pt x="10" y="2195"/>
                        <a:pt x="1" y="2195"/>
                        <a:pt x="1" y="2195"/>
                      </a:cubicBezTo>
                      <a:lnTo>
                        <a:pt x="1" y="2195"/>
                      </a:lnTo>
                      <a:cubicBezTo>
                        <a:pt x="76" y="2220"/>
                        <a:pt x="154" y="2231"/>
                        <a:pt x="231" y="2231"/>
                      </a:cubicBezTo>
                      <a:cubicBezTo>
                        <a:pt x="290" y="2231"/>
                        <a:pt x="348" y="2225"/>
                        <a:pt x="402" y="2213"/>
                      </a:cubicBezTo>
                      <a:cubicBezTo>
                        <a:pt x="536" y="2186"/>
                        <a:pt x="652" y="2142"/>
                        <a:pt x="759" y="2097"/>
                      </a:cubicBezTo>
                      <a:cubicBezTo>
                        <a:pt x="982" y="1990"/>
                        <a:pt x="1178" y="1892"/>
                        <a:pt x="1357" y="1776"/>
                      </a:cubicBezTo>
                      <a:cubicBezTo>
                        <a:pt x="1731" y="1526"/>
                        <a:pt x="1963" y="1214"/>
                        <a:pt x="2106" y="937"/>
                      </a:cubicBezTo>
                      <a:cubicBezTo>
                        <a:pt x="2258" y="661"/>
                        <a:pt x="2329" y="420"/>
                        <a:pt x="2356" y="250"/>
                      </a:cubicBezTo>
                      <a:cubicBezTo>
                        <a:pt x="2392" y="90"/>
                        <a:pt x="2392" y="0"/>
                        <a:pt x="239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" name="Google Shape;384;p29"/>
                <p:cNvSpPr/>
                <p:nvPr/>
              </p:nvSpPr>
              <p:spPr>
                <a:xfrm>
                  <a:off x="7495059" y="3335510"/>
                  <a:ext cx="70863" cy="253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5" h="3417" extrusionOk="0">
                      <a:moveTo>
                        <a:pt x="696" y="0"/>
                      </a:moveTo>
                      <a:cubicBezTo>
                        <a:pt x="696" y="0"/>
                        <a:pt x="695" y="3"/>
                        <a:pt x="693" y="7"/>
                      </a:cubicBezTo>
                      <a:lnTo>
                        <a:pt x="693" y="7"/>
                      </a:lnTo>
                      <a:cubicBezTo>
                        <a:pt x="694" y="5"/>
                        <a:pt x="695" y="2"/>
                        <a:pt x="696" y="0"/>
                      </a:cubicBezTo>
                      <a:close/>
                      <a:moveTo>
                        <a:pt x="693" y="7"/>
                      </a:moveTo>
                      <a:lnTo>
                        <a:pt x="693" y="7"/>
                      </a:lnTo>
                      <a:cubicBezTo>
                        <a:pt x="634" y="148"/>
                        <a:pt x="634" y="297"/>
                        <a:pt x="652" y="428"/>
                      </a:cubicBezTo>
                      <a:cubicBezTo>
                        <a:pt x="678" y="562"/>
                        <a:pt x="714" y="687"/>
                        <a:pt x="750" y="812"/>
                      </a:cubicBezTo>
                      <a:cubicBezTo>
                        <a:pt x="785" y="928"/>
                        <a:pt x="812" y="1044"/>
                        <a:pt x="812" y="1142"/>
                      </a:cubicBezTo>
                      <a:cubicBezTo>
                        <a:pt x="821" y="1249"/>
                        <a:pt x="794" y="1347"/>
                        <a:pt x="759" y="1445"/>
                      </a:cubicBezTo>
                      <a:cubicBezTo>
                        <a:pt x="723" y="1552"/>
                        <a:pt x="678" y="1659"/>
                        <a:pt x="669" y="1784"/>
                      </a:cubicBezTo>
                      <a:cubicBezTo>
                        <a:pt x="661" y="1891"/>
                        <a:pt x="661" y="1990"/>
                        <a:pt x="634" y="2061"/>
                      </a:cubicBezTo>
                      <a:cubicBezTo>
                        <a:pt x="589" y="2204"/>
                        <a:pt x="446" y="2311"/>
                        <a:pt x="330" y="2436"/>
                      </a:cubicBezTo>
                      <a:cubicBezTo>
                        <a:pt x="206" y="2578"/>
                        <a:pt x="161" y="2739"/>
                        <a:pt x="134" y="2864"/>
                      </a:cubicBezTo>
                      <a:cubicBezTo>
                        <a:pt x="98" y="2998"/>
                        <a:pt x="90" y="3096"/>
                        <a:pt x="72" y="3176"/>
                      </a:cubicBezTo>
                      <a:cubicBezTo>
                        <a:pt x="54" y="3265"/>
                        <a:pt x="36" y="3319"/>
                        <a:pt x="27" y="3363"/>
                      </a:cubicBezTo>
                      <a:cubicBezTo>
                        <a:pt x="9" y="3399"/>
                        <a:pt x="0" y="3417"/>
                        <a:pt x="0" y="3417"/>
                      </a:cubicBezTo>
                      <a:cubicBezTo>
                        <a:pt x="54" y="3417"/>
                        <a:pt x="116" y="3363"/>
                        <a:pt x="179" y="3247"/>
                      </a:cubicBezTo>
                      <a:cubicBezTo>
                        <a:pt x="232" y="3140"/>
                        <a:pt x="268" y="2989"/>
                        <a:pt x="322" y="2837"/>
                      </a:cubicBezTo>
                      <a:cubicBezTo>
                        <a:pt x="357" y="2757"/>
                        <a:pt x="393" y="2676"/>
                        <a:pt x="437" y="2614"/>
                      </a:cubicBezTo>
                      <a:cubicBezTo>
                        <a:pt x="491" y="2543"/>
                        <a:pt x="562" y="2480"/>
                        <a:pt x="643" y="2400"/>
                      </a:cubicBezTo>
                      <a:cubicBezTo>
                        <a:pt x="723" y="2320"/>
                        <a:pt x="803" y="2213"/>
                        <a:pt x="830" y="2079"/>
                      </a:cubicBezTo>
                      <a:cubicBezTo>
                        <a:pt x="857" y="1945"/>
                        <a:pt x="839" y="1838"/>
                        <a:pt x="857" y="1740"/>
                      </a:cubicBezTo>
                      <a:cubicBezTo>
                        <a:pt x="866" y="1642"/>
                        <a:pt x="901" y="1535"/>
                        <a:pt x="928" y="1427"/>
                      </a:cubicBezTo>
                      <a:cubicBezTo>
                        <a:pt x="955" y="1312"/>
                        <a:pt x="955" y="1196"/>
                        <a:pt x="937" y="1088"/>
                      </a:cubicBezTo>
                      <a:cubicBezTo>
                        <a:pt x="892" y="874"/>
                        <a:pt x="803" y="705"/>
                        <a:pt x="750" y="553"/>
                      </a:cubicBezTo>
                      <a:cubicBezTo>
                        <a:pt x="696" y="402"/>
                        <a:pt x="661" y="259"/>
                        <a:pt x="669" y="161"/>
                      </a:cubicBezTo>
                      <a:cubicBezTo>
                        <a:pt x="669" y="76"/>
                        <a:pt x="686" y="25"/>
                        <a:pt x="693" y="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29"/>
                <p:cNvSpPr/>
                <p:nvPr/>
              </p:nvSpPr>
              <p:spPr>
                <a:xfrm>
                  <a:off x="7489716" y="3305385"/>
                  <a:ext cx="91492" cy="131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3" h="1772" extrusionOk="0">
                      <a:moveTo>
                        <a:pt x="1199" y="0"/>
                      </a:moveTo>
                      <a:cubicBezTo>
                        <a:pt x="1112" y="0"/>
                        <a:pt x="993" y="88"/>
                        <a:pt x="875" y="246"/>
                      </a:cubicBezTo>
                      <a:cubicBezTo>
                        <a:pt x="741" y="415"/>
                        <a:pt x="599" y="674"/>
                        <a:pt x="554" y="950"/>
                      </a:cubicBezTo>
                      <a:cubicBezTo>
                        <a:pt x="536" y="1093"/>
                        <a:pt x="545" y="1218"/>
                        <a:pt x="474" y="1307"/>
                      </a:cubicBezTo>
                      <a:cubicBezTo>
                        <a:pt x="447" y="1352"/>
                        <a:pt x="402" y="1396"/>
                        <a:pt x="358" y="1432"/>
                      </a:cubicBezTo>
                      <a:cubicBezTo>
                        <a:pt x="313" y="1468"/>
                        <a:pt x="278" y="1503"/>
                        <a:pt x="242" y="1539"/>
                      </a:cubicBezTo>
                      <a:cubicBezTo>
                        <a:pt x="99" y="1673"/>
                        <a:pt x="1" y="1771"/>
                        <a:pt x="1" y="1771"/>
                      </a:cubicBezTo>
                      <a:cubicBezTo>
                        <a:pt x="144" y="1682"/>
                        <a:pt x="278" y="1602"/>
                        <a:pt x="402" y="1521"/>
                      </a:cubicBezTo>
                      <a:cubicBezTo>
                        <a:pt x="465" y="1477"/>
                        <a:pt x="536" y="1441"/>
                        <a:pt x="599" y="1370"/>
                      </a:cubicBezTo>
                      <a:cubicBezTo>
                        <a:pt x="661" y="1298"/>
                        <a:pt x="679" y="1209"/>
                        <a:pt x="697" y="1138"/>
                      </a:cubicBezTo>
                      <a:cubicBezTo>
                        <a:pt x="741" y="879"/>
                        <a:pt x="831" y="683"/>
                        <a:pt x="920" y="522"/>
                      </a:cubicBezTo>
                      <a:cubicBezTo>
                        <a:pt x="1009" y="353"/>
                        <a:pt x="1098" y="228"/>
                        <a:pt x="1152" y="138"/>
                      </a:cubicBezTo>
                      <a:cubicBezTo>
                        <a:pt x="1205" y="49"/>
                        <a:pt x="1232" y="5"/>
                        <a:pt x="1232" y="5"/>
                      </a:cubicBezTo>
                      <a:cubicBezTo>
                        <a:pt x="1222" y="2"/>
                        <a:pt x="1211" y="0"/>
                        <a:pt x="119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386;p29"/>
                <p:cNvSpPr/>
                <p:nvPr/>
              </p:nvSpPr>
              <p:spPr>
                <a:xfrm>
                  <a:off x="7567182" y="2825750"/>
                  <a:ext cx="39847" cy="4879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" h="6576" extrusionOk="0">
                      <a:moveTo>
                        <a:pt x="536" y="1"/>
                      </a:moveTo>
                      <a:lnTo>
                        <a:pt x="536" y="1"/>
                      </a:lnTo>
                      <a:cubicBezTo>
                        <a:pt x="135" y="3908"/>
                        <a:pt x="1" y="6576"/>
                        <a:pt x="1" y="6576"/>
                      </a:cubicBezTo>
                      <a:cubicBezTo>
                        <a:pt x="411" y="6201"/>
                        <a:pt x="536" y="1"/>
                        <a:pt x="5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387;p29"/>
                <p:cNvSpPr/>
                <p:nvPr/>
              </p:nvSpPr>
              <p:spPr>
                <a:xfrm>
                  <a:off x="7540024" y="2382252"/>
                  <a:ext cx="41182" cy="166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" h="2249" extrusionOk="0">
                      <a:moveTo>
                        <a:pt x="1" y="1"/>
                      </a:moveTo>
                      <a:lnTo>
                        <a:pt x="1" y="1"/>
                      </a:lnTo>
                      <a:cubicBezTo>
                        <a:pt x="215" y="652"/>
                        <a:pt x="304" y="1214"/>
                        <a:pt x="340" y="1616"/>
                      </a:cubicBezTo>
                      <a:cubicBezTo>
                        <a:pt x="367" y="1812"/>
                        <a:pt x="376" y="1972"/>
                        <a:pt x="376" y="2079"/>
                      </a:cubicBezTo>
                      <a:cubicBezTo>
                        <a:pt x="385" y="2187"/>
                        <a:pt x="385" y="2249"/>
                        <a:pt x="385" y="2249"/>
                      </a:cubicBezTo>
                      <a:cubicBezTo>
                        <a:pt x="483" y="2213"/>
                        <a:pt x="536" y="2053"/>
                        <a:pt x="545" y="1821"/>
                      </a:cubicBezTo>
                      <a:cubicBezTo>
                        <a:pt x="554" y="1598"/>
                        <a:pt x="518" y="1303"/>
                        <a:pt x="438" y="1027"/>
                      </a:cubicBezTo>
                      <a:cubicBezTo>
                        <a:pt x="367" y="750"/>
                        <a:pt x="260" y="492"/>
                        <a:pt x="162" y="304"/>
                      </a:cubicBezTo>
                      <a:cubicBezTo>
                        <a:pt x="72" y="117"/>
                        <a:pt x="1" y="1"/>
                        <a:pt x="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29"/>
                <p:cNvSpPr/>
                <p:nvPr/>
              </p:nvSpPr>
              <p:spPr>
                <a:xfrm>
                  <a:off x="7381828" y="2380323"/>
                  <a:ext cx="53723" cy="90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4" h="1214" extrusionOk="0">
                      <a:moveTo>
                        <a:pt x="536" y="0"/>
                      </a:moveTo>
                      <a:lnTo>
                        <a:pt x="536" y="0"/>
                      </a:lnTo>
                      <a:cubicBezTo>
                        <a:pt x="497" y="306"/>
                        <a:pt x="506" y="598"/>
                        <a:pt x="545" y="852"/>
                      </a:cubicBezTo>
                      <a:lnTo>
                        <a:pt x="545" y="852"/>
                      </a:lnTo>
                      <a:cubicBezTo>
                        <a:pt x="429" y="871"/>
                        <a:pt x="324" y="897"/>
                        <a:pt x="229" y="925"/>
                      </a:cubicBezTo>
                      <a:lnTo>
                        <a:pt x="229" y="925"/>
                      </a:lnTo>
                      <a:cubicBezTo>
                        <a:pt x="262" y="668"/>
                        <a:pt x="268" y="462"/>
                        <a:pt x="268" y="312"/>
                      </a:cubicBezTo>
                      <a:cubicBezTo>
                        <a:pt x="268" y="134"/>
                        <a:pt x="260" y="36"/>
                        <a:pt x="260" y="36"/>
                      </a:cubicBezTo>
                      <a:cubicBezTo>
                        <a:pt x="99" y="107"/>
                        <a:pt x="81" y="553"/>
                        <a:pt x="19" y="1053"/>
                      </a:cubicBezTo>
                      <a:lnTo>
                        <a:pt x="1" y="1213"/>
                      </a:lnTo>
                      <a:lnTo>
                        <a:pt x="144" y="1160"/>
                      </a:lnTo>
                      <a:cubicBezTo>
                        <a:pt x="313" y="1088"/>
                        <a:pt x="492" y="1035"/>
                        <a:pt x="661" y="990"/>
                      </a:cubicBezTo>
                      <a:lnTo>
                        <a:pt x="723" y="973"/>
                      </a:lnTo>
                      <a:lnTo>
                        <a:pt x="706" y="928"/>
                      </a:lnTo>
                      <a:cubicBezTo>
                        <a:pt x="634" y="687"/>
                        <a:pt x="590" y="455"/>
                        <a:pt x="563" y="286"/>
                      </a:cubicBezTo>
                      <a:cubicBezTo>
                        <a:pt x="536" y="116"/>
                        <a:pt x="536" y="0"/>
                        <a:pt x="5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389;p29"/>
                <p:cNvSpPr/>
                <p:nvPr/>
              </p:nvSpPr>
              <p:spPr>
                <a:xfrm>
                  <a:off x="7158779" y="2430631"/>
                  <a:ext cx="43779" cy="4389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" h="5915" extrusionOk="0">
                      <a:moveTo>
                        <a:pt x="589" y="0"/>
                      </a:moveTo>
                      <a:cubicBezTo>
                        <a:pt x="473" y="446"/>
                        <a:pt x="464" y="883"/>
                        <a:pt x="455" y="1294"/>
                      </a:cubicBezTo>
                      <a:cubicBezTo>
                        <a:pt x="455" y="1695"/>
                        <a:pt x="455" y="2088"/>
                        <a:pt x="411" y="2436"/>
                      </a:cubicBezTo>
                      <a:cubicBezTo>
                        <a:pt x="384" y="2614"/>
                        <a:pt x="348" y="2783"/>
                        <a:pt x="295" y="2935"/>
                      </a:cubicBezTo>
                      <a:cubicBezTo>
                        <a:pt x="250" y="3096"/>
                        <a:pt x="188" y="3230"/>
                        <a:pt x="116" y="3381"/>
                      </a:cubicBezTo>
                      <a:cubicBezTo>
                        <a:pt x="36" y="3524"/>
                        <a:pt x="0" y="3702"/>
                        <a:pt x="0" y="3854"/>
                      </a:cubicBezTo>
                      <a:cubicBezTo>
                        <a:pt x="0" y="4015"/>
                        <a:pt x="18" y="4157"/>
                        <a:pt x="36" y="4282"/>
                      </a:cubicBezTo>
                      <a:cubicBezTo>
                        <a:pt x="108" y="4809"/>
                        <a:pt x="206" y="5219"/>
                        <a:pt x="286" y="5495"/>
                      </a:cubicBezTo>
                      <a:cubicBezTo>
                        <a:pt x="366" y="5763"/>
                        <a:pt x="420" y="5915"/>
                        <a:pt x="420" y="5915"/>
                      </a:cubicBezTo>
                      <a:cubicBezTo>
                        <a:pt x="482" y="5790"/>
                        <a:pt x="393" y="5379"/>
                        <a:pt x="313" y="4817"/>
                      </a:cubicBezTo>
                      <a:cubicBezTo>
                        <a:pt x="286" y="4675"/>
                        <a:pt x="268" y="4523"/>
                        <a:pt x="241" y="4362"/>
                      </a:cubicBezTo>
                      <a:cubicBezTo>
                        <a:pt x="223" y="4202"/>
                        <a:pt x="197" y="4041"/>
                        <a:pt x="197" y="3872"/>
                      </a:cubicBezTo>
                      <a:cubicBezTo>
                        <a:pt x="197" y="3711"/>
                        <a:pt x="232" y="3569"/>
                        <a:pt x="313" y="3408"/>
                      </a:cubicBezTo>
                      <a:cubicBezTo>
                        <a:pt x="393" y="3238"/>
                        <a:pt x="455" y="3060"/>
                        <a:pt x="500" y="2882"/>
                      </a:cubicBezTo>
                      <a:cubicBezTo>
                        <a:pt x="580" y="2516"/>
                        <a:pt x="589" y="2141"/>
                        <a:pt x="580" y="1811"/>
                      </a:cubicBezTo>
                      <a:cubicBezTo>
                        <a:pt x="571" y="1472"/>
                        <a:pt x="545" y="1160"/>
                        <a:pt x="536" y="892"/>
                      </a:cubicBezTo>
                      <a:cubicBezTo>
                        <a:pt x="536" y="625"/>
                        <a:pt x="545" y="402"/>
                        <a:pt x="554" y="250"/>
                      </a:cubicBezTo>
                      <a:cubicBezTo>
                        <a:pt x="580" y="89"/>
                        <a:pt x="589" y="0"/>
                        <a:pt x="58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" name="Google Shape;390;p29"/>
                <p:cNvSpPr/>
                <p:nvPr/>
              </p:nvSpPr>
              <p:spPr>
                <a:xfrm>
                  <a:off x="6940999" y="2471664"/>
                  <a:ext cx="19293" cy="172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" h="2320" extrusionOk="0">
                      <a:moveTo>
                        <a:pt x="179" y="0"/>
                      </a:moveTo>
                      <a:cubicBezTo>
                        <a:pt x="0" y="98"/>
                        <a:pt x="45" y="660"/>
                        <a:pt x="63" y="1213"/>
                      </a:cubicBezTo>
                      <a:cubicBezTo>
                        <a:pt x="99" y="1767"/>
                        <a:pt x="107" y="2320"/>
                        <a:pt x="107" y="2320"/>
                      </a:cubicBezTo>
                      <a:cubicBezTo>
                        <a:pt x="250" y="1642"/>
                        <a:pt x="259" y="1053"/>
                        <a:pt x="241" y="643"/>
                      </a:cubicBezTo>
                      <a:cubicBezTo>
                        <a:pt x="223" y="232"/>
                        <a:pt x="179" y="0"/>
                        <a:pt x="1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29"/>
                <p:cNvSpPr/>
                <p:nvPr/>
              </p:nvSpPr>
              <p:spPr>
                <a:xfrm>
                  <a:off x="6841050" y="2460460"/>
                  <a:ext cx="55652" cy="1456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" h="1963" extrusionOk="0">
                      <a:moveTo>
                        <a:pt x="704" y="0"/>
                      </a:moveTo>
                      <a:cubicBezTo>
                        <a:pt x="616" y="0"/>
                        <a:pt x="497" y="81"/>
                        <a:pt x="384" y="232"/>
                      </a:cubicBezTo>
                      <a:cubicBezTo>
                        <a:pt x="259" y="401"/>
                        <a:pt x="134" y="651"/>
                        <a:pt x="72" y="918"/>
                      </a:cubicBezTo>
                      <a:cubicBezTo>
                        <a:pt x="9" y="1186"/>
                        <a:pt x="0" y="1445"/>
                        <a:pt x="18" y="1641"/>
                      </a:cubicBezTo>
                      <a:cubicBezTo>
                        <a:pt x="27" y="1739"/>
                        <a:pt x="36" y="1819"/>
                        <a:pt x="45" y="1873"/>
                      </a:cubicBezTo>
                      <a:cubicBezTo>
                        <a:pt x="54" y="1926"/>
                        <a:pt x="63" y="1962"/>
                        <a:pt x="63" y="1962"/>
                      </a:cubicBezTo>
                      <a:cubicBezTo>
                        <a:pt x="81" y="1320"/>
                        <a:pt x="277" y="820"/>
                        <a:pt x="446" y="499"/>
                      </a:cubicBezTo>
                      <a:cubicBezTo>
                        <a:pt x="527" y="339"/>
                        <a:pt x="607" y="214"/>
                        <a:pt x="661" y="133"/>
                      </a:cubicBezTo>
                      <a:cubicBezTo>
                        <a:pt x="723" y="53"/>
                        <a:pt x="750" y="8"/>
                        <a:pt x="750" y="8"/>
                      </a:cubicBezTo>
                      <a:cubicBezTo>
                        <a:pt x="736" y="3"/>
                        <a:pt x="721" y="0"/>
                        <a:pt x="70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" name="Google Shape;392;p29"/>
                <p:cNvSpPr/>
                <p:nvPr/>
              </p:nvSpPr>
              <p:spPr>
                <a:xfrm>
                  <a:off x="7421599" y="2613313"/>
                  <a:ext cx="20554" cy="525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" h="7084" extrusionOk="0">
                      <a:moveTo>
                        <a:pt x="89" y="0"/>
                      </a:moveTo>
                      <a:cubicBezTo>
                        <a:pt x="0" y="116"/>
                        <a:pt x="0" y="616"/>
                        <a:pt x="18" y="1294"/>
                      </a:cubicBezTo>
                      <a:cubicBezTo>
                        <a:pt x="27" y="1981"/>
                        <a:pt x="63" y="2846"/>
                        <a:pt x="71" y="3703"/>
                      </a:cubicBezTo>
                      <a:cubicBezTo>
                        <a:pt x="98" y="5415"/>
                        <a:pt x="0" y="7084"/>
                        <a:pt x="0" y="7084"/>
                      </a:cubicBezTo>
                      <a:cubicBezTo>
                        <a:pt x="268" y="4987"/>
                        <a:pt x="277" y="3203"/>
                        <a:pt x="232" y="1954"/>
                      </a:cubicBezTo>
                      <a:cubicBezTo>
                        <a:pt x="205" y="1338"/>
                        <a:pt x="170" y="848"/>
                        <a:pt x="143" y="509"/>
                      </a:cubicBezTo>
                      <a:cubicBezTo>
                        <a:pt x="107" y="179"/>
                        <a:pt x="89" y="0"/>
                        <a:pt x="8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" name="Google Shape;393;p29"/>
                <p:cNvSpPr/>
                <p:nvPr/>
              </p:nvSpPr>
              <p:spPr>
                <a:xfrm>
                  <a:off x="7268003" y="2733741"/>
                  <a:ext cx="115904" cy="530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62" h="7156" extrusionOk="0">
                      <a:moveTo>
                        <a:pt x="27" y="1"/>
                      </a:moveTo>
                      <a:cubicBezTo>
                        <a:pt x="0" y="72"/>
                        <a:pt x="27" y="224"/>
                        <a:pt x="72" y="456"/>
                      </a:cubicBezTo>
                      <a:cubicBezTo>
                        <a:pt x="116" y="679"/>
                        <a:pt x="170" y="973"/>
                        <a:pt x="223" y="1321"/>
                      </a:cubicBezTo>
                      <a:cubicBezTo>
                        <a:pt x="331" y="2017"/>
                        <a:pt x="384" y="2918"/>
                        <a:pt x="518" y="3801"/>
                      </a:cubicBezTo>
                      <a:cubicBezTo>
                        <a:pt x="589" y="4247"/>
                        <a:pt x="687" y="4684"/>
                        <a:pt x="821" y="5077"/>
                      </a:cubicBezTo>
                      <a:cubicBezTo>
                        <a:pt x="955" y="5470"/>
                        <a:pt x="1133" y="5808"/>
                        <a:pt x="1267" y="6103"/>
                      </a:cubicBezTo>
                      <a:cubicBezTo>
                        <a:pt x="1401" y="6406"/>
                        <a:pt x="1481" y="6665"/>
                        <a:pt x="1526" y="6852"/>
                      </a:cubicBezTo>
                      <a:cubicBezTo>
                        <a:pt x="1543" y="6944"/>
                        <a:pt x="1551" y="7012"/>
                        <a:pt x="1560" y="7064"/>
                      </a:cubicBezTo>
                      <a:lnTo>
                        <a:pt x="1560" y="7064"/>
                      </a:lnTo>
                      <a:cubicBezTo>
                        <a:pt x="1550" y="6813"/>
                        <a:pt x="1499" y="6576"/>
                        <a:pt x="1428" y="6353"/>
                      </a:cubicBezTo>
                      <a:cubicBezTo>
                        <a:pt x="1339" y="6094"/>
                        <a:pt x="1240" y="5862"/>
                        <a:pt x="1151" y="5630"/>
                      </a:cubicBezTo>
                      <a:cubicBezTo>
                        <a:pt x="964" y="5166"/>
                        <a:pt x="848" y="4720"/>
                        <a:pt x="768" y="4283"/>
                      </a:cubicBezTo>
                      <a:cubicBezTo>
                        <a:pt x="696" y="3846"/>
                        <a:pt x="652" y="3436"/>
                        <a:pt x="616" y="3052"/>
                      </a:cubicBezTo>
                      <a:cubicBezTo>
                        <a:pt x="580" y="2659"/>
                        <a:pt x="545" y="2311"/>
                        <a:pt x="509" y="1990"/>
                      </a:cubicBezTo>
                      <a:cubicBezTo>
                        <a:pt x="429" y="1339"/>
                        <a:pt x="313" y="840"/>
                        <a:pt x="215" y="501"/>
                      </a:cubicBezTo>
                      <a:cubicBezTo>
                        <a:pt x="161" y="331"/>
                        <a:pt x="107" y="206"/>
                        <a:pt x="81" y="126"/>
                      </a:cubicBezTo>
                      <a:cubicBezTo>
                        <a:pt x="45" y="37"/>
                        <a:pt x="27" y="1"/>
                        <a:pt x="27" y="1"/>
                      </a:cubicBezTo>
                      <a:close/>
                      <a:moveTo>
                        <a:pt x="1560" y="7064"/>
                      </a:moveTo>
                      <a:cubicBezTo>
                        <a:pt x="1561" y="7094"/>
                        <a:pt x="1562" y="7125"/>
                        <a:pt x="1562" y="7156"/>
                      </a:cubicBezTo>
                      <a:cubicBezTo>
                        <a:pt x="1562" y="7156"/>
                        <a:pt x="1562" y="7129"/>
                        <a:pt x="1562" y="7075"/>
                      </a:cubicBezTo>
                      <a:cubicBezTo>
                        <a:pt x="1561" y="7072"/>
                        <a:pt x="1560" y="7068"/>
                        <a:pt x="1560" y="706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" name="Google Shape;394;p29"/>
                <p:cNvSpPr/>
                <p:nvPr/>
              </p:nvSpPr>
              <p:spPr>
                <a:xfrm>
                  <a:off x="7077380" y="2892976"/>
                  <a:ext cx="39105" cy="398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7" h="5376" extrusionOk="0">
                      <a:moveTo>
                        <a:pt x="497" y="1"/>
                      </a:moveTo>
                      <a:cubicBezTo>
                        <a:pt x="434" y="1"/>
                        <a:pt x="329" y="45"/>
                        <a:pt x="223" y="165"/>
                      </a:cubicBezTo>
                      <a:cubicBezTo>
                        <a:pt x="107" y="308"/>
                        <a:pt x="18" y="549"/>
                        <a:pt x="9" y="835"/>
                      </a:cubicBezTo>
                      <a:cubicBezTo>
                        <a:pt x="0" y="1120"/>
                        <a:pt x="45" y="1414"/>
                        <a:pt x="80" y="1736"/>
                      </a:cubicBezTo>
                      <a:cubicBezTo>
                        <a:pt x="116" y="2057"/>
                        <a:pt x="143" y="2387"/>
                        <a:pt x="170" y="2726"/>
                      </a:cubicBezTo>
                      <a:cubicBezTo>
                        <a:pt x="223" y="3395"/>
                        <a:pt x="232" y="4055"/>
                        <a:pt x="223" y="4555"/>
                      </a:cubicBezTo>
                      <a:cubicBezTo>
                        <a:pt x="223" y="4795"/>
                        <a:pt x="214" y="5001"/>
                        <a:pt x="205" y="5152"/>
                      </a:cubicBezTo>
                      <a:cubicBezTo>
                        <a:pt x="196" y="5295"/>
                        <a:pt x="196" y="5375"/>
                        <a:pt x="196" y="5375"/>
                      </a:cubicBezTo>
                      <a:cubicBezTo>
                        <a:pt x="446" y="3725"/>
                        <a:pt x="366" y="2315"/>
                        <a:pt x="232" y="1343"/>
                      </a:cubicBezTo>
                      <a:cubicBezTo>
                        <a:pt x="205" y="1102"/>
                        <a:pt x="179" y="897"/>
                        <a:pt x="188" y="719"/>
                      </a:cubicBezTo>
                      <a:cubicBezTo>
                        <a:pt x="196" y="540"/>
                        <a:pt x="241" y="388"/>
                        <a:pt x="295" y="281"/>
                      </a:cubicBezTo>
                      <a:cubicBezTo>
                        <a:pt x="348" y="174"/>
                        <a:pt x="411" y="103"/>
                        <a:pt x="455" y="58"/>
                      </a:cubicBezTo>
                      <a:cubicBezTo>
                        <a:pt x="500" y="23"/>
                        <a:pt x="527" y="5"/>
                        <a:pt x="527" y="5"/>
                      </a:cubicBezTo>
                      <a:cubicBezTo>
                        <a:pt x="518" y="2"/>
                        <a:pt x="508" y="1"/>
                        <a:pt x="4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5;p29"/>
                <p:cNvSpPr/>
                <p:nvPr/>
              </p:nvSpPr>
              <p:spPr>
                <a:xfrm>
                  <a:off x="7017797" y="3383147"/>
                  <a:ext cx="82810" cy="547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6" h="7379" extrusionOk="0">
                      <a:moveTo>
                        <a:pt x="1115" y="0"/>
                      </a:moveTo>
                      <a:cubicBezTo>
                        <a:pt x="1071" y="63"/>
                        <a:pt x="1044" y="232"/>
                        <a:pt x="973" y="455"/>
                      </a:cubicBezTo>
                      <a:cubicBezTo>
                        <a:pt x="901" y="678"/>
                        <a:pt x="776" y="964"/>
                        <a:pt x="625" y="1285"/>
                      </a:cubicBezTo>
                      <a:cubicBezTo>
                        <a:pt x="464" y="1615"/>
                        <a:pt x="286" y="1999"/>
                        <a:pt x="170" y="2427"/>
                      </a:cubicBezTo>
                      <a:cubicBezTo>
                        <a:pt x="54" y="2864"/>
                        <a:pt x="0" y="3337"/>
                        <a:pt x="18" y="3792"/>
                      </a:cubicBezTo>
                      <a:cubicBezTo>
                        <a:pt x="36" y="4256"/>
                        <a:pt x="89" y="4711"/>
                        <a:pt x="125" y="5130"/>
                      </a:cubicBezTo>
                      <a:cubicBezTo>
                        <a:pt x="170" y="5549"/>
                        <a:pt x="214" y="5942"/>
                        <a:pt x="250" y="6272"/>
                      </a:cubicBezTo>
                      <a:cubicBezTo>
                        <a:pt x="330" y="6941"/>
                        <a:pt x="375" y="7378"/>
                        <a:pt x="375" y="7378"/>
                      </a:cubicBezTo>
                      <a:cubicBezTo>
                        <a:pt x="321" y="6263"/>
                        <a:pt x="268" y="5228"/>
                        <a:pt x="214" y="4318"/>
                      </a:cubicBezTo>
                      <a:cubicBezTo>
                        <a:pt x="188" y="3854"/>
                        <a:pt x="188" y="3435"/>
                        <a:pt x="250" y="3051"/>
                      </a:cubicBezTo>
                      <a:cubicBezTo>
                        <a:pt x="304" y="2668"/>
                        <a:pt x="402" y="2320"/>
                        <a:pt x="518" y="2017"/>
                      </a:cubicBezTo>
                      <a:cubicBezTo>
                        <a:pt x="634" y="1713"/>
                        <a:pt x="759" y="1446"/>
                        <a:pt x="857" y="1205"/>
                      </a:cubicBezTo>
                      <a:cubicBezTo>
                        <a:pt x="955" y="964"/>
                        <a:pt x="1026" y="750"/>
                        <a:pt x="1062" y="562"/>
                      </a:cubicBezTo>
                      <a:cubicBezTo>
                        <a:pt x="1106" y="384"/>
                        <a:pt x="1115" y="241"/>
                        <a:pt x="1115" y="152"/>
                      </a:cubicBezTo>
                      <a:cubicBezTo>
                        <a:pt x="1115" y="54"/>
                        <a:pt x="1115" y="0"/>
                        <a:pt x="111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" name="Google Shape;396;p29"/>
                <p:cNvSpPr/>
                <p:nvPr/>
              </p:nvSpPr>
              <p:spPr>
                <a:xfrm>
                  <a:off x="6975428" y="3373872"/>
                  <a:ext cx="36433" cy="591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" h="7967" extrusionOk="0">
                      <a:moveTo>
                        <a:pt x="348" y="1"/>
                      </a:moveTo>
                      <a:lnTo>
                        <a:pt x="348" y="1"/>
                      </a:lnTo>
                      <a:cubicBezTo>
                        <a:pt x="152" y="232"/>
                        <a:pt x="63" y="2240"/>
                        <a:pt x="18" y="4193"/>
                      </a:cubicBezTo>
                      <a:cubicBezTo>
                        <a:pt x="9" y="4675"/>
                        <a:pt x="0" y="5166"/>
                        <a:pt x="18" y="5612"/>
                      </a:cubicBezTo>
                      <a:cubicBezTo>
                        <a:pt x="36" y="6067"/>
                        <a:pt x="81" y="6486"/>
                        <a:pt x="143" y="6834"/>
                      </a:cubicBezTo>
                      <a:cubicBezTo>
                        <a:pt x="214" y="7191"/>
                        <a:pt x="295" y="7476"/>
                        <a:pt x="366" y="7664"/>
                      </a:cubicBezTo>
                      <a:cubicBezTo>
                        <a:pt x="402" y="7762"/>
                        <a:pt x="437" y="7842"/>
                        <a:pt x="455" y="7887"/>
                      </a:cubicBezTo>
                      <a:cubicBezTo>
                        <a:pt x="473" y="7940"/>
                        <a:pt x="491" y="7967"/>
                        <a:pt x="491" y="7967"/>
                      </a:cubicBezTo>
                      <a:cubicBezTo>
                        <a:pt x="286" y="7414"/>
                        <a:pt x="197" y="6843"/>
                        <a:pt x="170" y="6308"/>
                      </a:cubicBezTo>
                      <a:cubicBezTo>
                        <a:pt x="134" y="5764"/>
                        <a:pt x="152" y="5246"/>
                        <a:pt x="170" y="4755"/>
                      </a:cubicBezTo>
                      <a:cubicBezTo>
                        <a:pt x="214" y="3783"/>
                        <a:pt x="250" y="2927"/>
                        <a:pt x="277" y="2222"/>
                      </a:cubicBezTo>
                      <a:lnTo>
                        <a:pt x="34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397;p29"/>
                <p:cNvSpPr/>
                <p:nvPr/>
              </p:nvSpPr>
              <p:spPr>
                <a:xfrm>
                  <a:off x="7381828" y="3363261"/>
                  <a:ext cx="66263" cy="356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3" h="4810" extrusionOk="0">
                      <a:moveTo>
                        <a:pt x="697" y="1"/>
                      </a:moveTo>
                      <a:cubicBezTo>
                        <a:pt x="607" y="81"/>
                        <a:pt x="590" y="438"/>
                        <a:pt x="607" y="920"/>
                      </a:cubicBezTo>
                      <a:cubicBezTo>
                        <a:pt x="616" y="1161"/>
                        <a:pt x="634" y="1428"/>
                        <a:pt x="661" y="1723"/>
                      </a:cubicBezTo>
                      <a:cubicBezTo>
                        <a:pt x="688" y="2008"/>
                        <a:pt x="723" y="2302"/>
                        <a:pt x="670" y="2588"/>
                      </a:cubicBezTo>
                      <a:cubicBezTo>
                        <a:pt x="625" y="2864"/>
                        <a:pt x="438" y="3114"/>
                        <a:pt x="349" y="3391"/>
                      </a:cubicBezTo>
                      <a:cubicBezTo>
                        <a:pt x="268" y="3676"/>
                        <a:pt x="331" y="3935"/>
                        <a:pt x="331" y="4158"/>
                      </a:cubicBezTo>
                      <a:cubicBezTo>
                        <a:pt x="331" y="4381"/>
                        <a:pt x="260" y="4568"/>
                        <a:pt x="170" y="4675"/>
                      </a:cubicBezTo>
                      <a:cubicBezTo>
                        <a:pt x="126" y="4729"/>
                        <a:pt x="81" y="4765"/>
                        <a:pt x="45" y="4782"/>
                      </a:cubicBezTo>
                      <a:cubicBezTo>
                        <a:pt x="19" y="4800"/>
                        <a:pt x="1" y="4809"/>
                        <a:pt x="1" y="4809"/>
                      </a:cubicBezTo>
                      <a:cubicBezTo>
                        <a:pt x="99" y="4774"/>
                        <a:pt x="179" y="4711"/>
                        <a:pt x="242" y="4631"/>
                      </a:cubicBezTo>
                      <a:cubicBezTo>
                        <a:pt x="304" y="4542"/>
                        <a:pt x="340" y="4452"/>
                        <a:pt x="367" y="4363"/>
                      </a:cubicBezTo>
                      <a:cubicBezTo>
                        <a:pt x="411" y="4176"/>
                        <a:pt x="402" y="3988"/>
                        <a:pt x="411" y="3828"/>
                      </a:cubicBezTo>
                      <a:cubicBezTo>
                        <a:pt x="411" y="3658"/>
                        <a:pt x="429" y="3516"/>
                        <a:pt x="492" y="3382"/>
                      </a:cubicBezTo>
                      <a:cubicBezTo>
                        <a:pt x="554" y="3239"/>
                        <a:pt x="643" y="3114"/>
                        <a:pt x="715" y="2971"/>
                      </a:cubicBezTo>
                      <a:cubicBezTo>
                        <a:pt x="786" y="2829"/>
                        <a:pt x="839" y="2677"/>
                        <a:pt x="857" y="2525"/>
                      </a:cubicBezTo>
                      <a:cubicBezTo>
                        <a:pt x="884" y="2374"/>
                        <a:pt x="893" y="2231"/>
                        <a:pt x="884" y="2097"/>
                      </a:cubicBezTo>
                      <a:cubicBezTo>
                        <a:pt x="875" y="1830"/>
                        <a:pt x="848" y="1589"/>
                        <a:pt x="831" y="1375"/>
                      </a:cubicBezTo>
                      <a:cubicBezTo>
                        <a:pt x="759" y="500"/>
                        <a:pt x="697" y="1"/>
                        <a:pt x="69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398;p29"/>
                <p:cNvSpPr/>
                <p:nvPr/>
              </p:nvSpPr>
              <p:spPr>
                <a:xfrm>
                  <a:off x="7331519" y="3718090"/>
                  <a:ext cx="75538" cy="1675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8" h="2258" extrusionOk="0">
                      <a:moveTo>
                        <a:pt x="955" y="0"/>
                      </a:moveTo>
                      <a:cubicBezTo>
                        <a:pt x="866" y="45"/>
                        <a:pt x="839" y="232"/>
                        <a:pt x="822" y="473"/>
                      </a:cubicBezTo>
                      <a:cubicBezTo>
                        <a:pt x="813" y="714"/>
                        <a:pt x="813" y="1026"/>
                        <a:pt x="723" y="1312"/>
                      </a:cubicBezTo>
                      <a:cubicBezTo>
                        <a:pt x="652" y="1597"/>
                        <a:pt x="474" y="1856"/>
                        <a:pt x="313" y="2017"/>
                      </a:cubicBezTo>
                      <a:cubicBezTo>
                        <a:pt x="233" y="2106"/>
                        <a:pt x="153" y="2159"/>
                        <a:pt x="99" y="2204"/>
                      </a:cubicBezTo>
                      <a:cubicBezTo>
                        <a:pt x="37" y="2240"/>
                        <a:pt x="1" y="2257"/>
                        <a:pt x="1" y="2257"/>
                      </a:cubicBezTo>
                      <a:cubicBezTo>
                        <a:pt x="384" y="2124"/>
                        <a:pt x="661" y="1838"/>
                        <a:pt x="813" y="1544"/>
                      </a:cubicBezTo>
                      <a:cubicBezTo>
                        <a:pt x="973" y="1249"/>
                        <a:pt x="1000" y="955"/>
                        <a:pt x="1009" y="723"/>
                      </a:cubicBezTo>
                      <a:cubicBezTo>
                        <a:pt x="1018" y="491"/>
                        <a:pt x="991" y="304"/>
                        <a:pt x="982" y="188"/>
                      </a:cubicBezTo>
                      <a:cubicBezTo>
                        <a:pt x="964" y="63"/>
                        <a:pt x="955" y="0"/>
                        <a:pt x="9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399;p29"/>
                <p:cNvSpPr/>
                <p:nvPr/>
              </p:nvSpPr>
              <p:spPr>
                <a:xfrm>
                  <a:off x="6923784" y="4351542"/>
                  <a:ext cx="251621" cy="207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1" h="2797" extrusionOk="0">
                      <a:moveTo>
                        <a:pt x="3266" y="1"/>
                      </a:moveTo>
                      <a:lnTo>
                        <a:pt x="3266" y="1"/>
                      </a:lnTo>
                      <a:cubicBezTo>
                        <a:pt x="3373" y="268"/>
                        <a:pt x="3346" y="554"/>
                        <a:pt x="3292" y="822"/>
                      </a:cubicBezTo>
                      <a:cubicBezTo>
                        <a:pt x="3239" y="1098"/>
                        <a:pt x="3150" y="1357"/>
                        <a:pt x="3078" y="1616"/>
                      </a:cubicBezTo>
                      <a:cubicBezTo>
                        <a:pt x="3043" y="1749"/>
                        <a:pt x="2998" y="1874"/>
                        <a:pt x="2962" y="1999"/>
                      </a:cubicBezTo>
                      <a:cubicBezTo>
                        <a:pt x="2927" y="2124"/>
                        <a:pt x="2882" y="2231"/>
                        <a:pt x="2811" y="2320"/>
                      </a:cubicBezTo>
                      <a:cubicBezTo>
                        <a:pt x="2668" y="2490"/>
                        <a:pt x="2436" y="2561"/>
                        <a:pt x="2213" y="2588"/>
                      </a:cubicBezTo>
                      <a:cubicBezTo>
                        <a:pt x="2036" y="2608"/>
                        <a:pt x="1860" y="2617"/>
                        <a:pt x="1688" y="2617"/>
                      </a:cubicBezTo>
                      <a:cubicBezTo>
                        <a:pt x="1409" y="2617"/>
                        <a:pt x="1141" y="2594"/>
                        <a:pt x="893" y="2561"/>
                      </a:cubicBezTo>
                      <a:cubicBezTo>
                        <a:pt x="786" y="2543"/>
                        <a:pt x="687" y="2525"/>
                        <a:pt x="589" y="2508"/>
                      </a:cubicBezTo>
                      <a:cubicBezTo>
                        <a:pt x="500" y="2490"/>
                        <a:pt x="411" y="2472"/>
                        <a:pt x="339" y="2436"/>
                      </a:cubicBezTo>
                      <a:cubicBezTo>
                        <a:pt x="215" y="2365"/>
                        <a:pt x="188" y="2204"/>
                        <a:pt x="224" y="2053"/>
                      </a:cubicBezTo>
                      <a:cubicBezTo>
                        <a:pt x="286" y="1749"/>
                        <a:pt x="500" y="1517"/>
                        <a:pt x="670" y="1303"/>
                      </a:cubicBezTo>
                      <a:cubicBezTo>
                        <a:pt x="839" y="1098"/>
                        <a:pt x="973" y="884"/>
                        <a:pt x="1044" y="697"/>
                      </a:cubicBezTo>
                      <a:cubicBezTo>
                        <a:pt x="1107" y="509"/>
                        <a:pt x="1107" y="340"/>
                        <a:pt x="1089" y="233"/>
                      </a:cubicBezTo>
                      <a:cubicBezTo>
                        <a:pt x="1080" y="179"/>
                        <a:pt x="1071" y="144"/>
                        <a:pt x="1053" y="117"/>
                      </a:cubicBezTo>
                      <a:cubicBezTo>
                        <a:pt x="1044" y="90"/>
                        <a:pt x="1044" y="81"/>
                        <a:pt x="1044" y="81"/>
                      </a:cubicBezTo>
                      <a:cubicBezTo>
                        <a:pt x="1026" y="161"/>
                        <a:pt x="1044" y="340"/>
                        <a:pt x="955" y="563"/>
                      </a:cubicBezTo>
                      <a:cubicBezTo>
                        <a:pt x="910" y="679"/>
                        <a:pt x="848" y="804"/>
                        <a:pt x="750" y="929"/>
                      </a:cubicBezTo>
                      <a:cubicBezTo>
                        <a:pt x="661" y="1054"/>
                        <a:pt x="545" y="1178"/>
                        <a:pt x="420" y="1330"/>
                      </a:cubicBezTo>
                      <a:cubicBezTo>
                        <a:pt x="295" y="1473"/>
                        <a:pt x="152" y="1642"/>
                        <a:pt x="72" y="1865"/>
                      </a:cubicBezTo>
                      <a:cubicBezTo>
                        <a:pt x="27" y="1972"/>
                        <a:pt x="0" y="2097"/>
                        <a:pt x="9" y="2231"/>
                      </a:cubicBezTo>
                      <a:cubicBezTo>
                        <a:pt x="18" y="2294"/>
                        <a:pt x="36" y="2365"/>
                        <a:pt x="72" y="2427"/>
                      </a:cubicBezTo>
                      <a:cubicBezTo>
                        <a:pt x="108" y="2499"/>
                        <a:pt x="161" y="2552"/>
                        <a:pt x="224" y="2588"/>
                      </a:cubicBezTo>
                      <a:cubicBezTo>
                        <a:pt x="339" y="2668"/>
                        <a:pt x="473" y="2686"/>
                        <a:pt x="589" y="2713"/>
                      </a:cubicBezTo>
                      <a:cubicBezTo>
                        <a:pt x="705" y="2731"/>
                        <a:pt x="821" y="2749"/>
                        <a:pt x="946" y="2757"/>
                      </a:cubicBezTo>
                      <a:cubicBezTo>
                        <a:pt x="1130" y="2785"/>
                        <a:pt x="1314" y="2796"/>
                        <a:pt x="1502" y="2796"/>
                      </a:cubicBezTo>
                      <a:cubicBezTo>
                        <a:pt x="1560" y="2796"/>
                        <a:pt x="1619" y="2795"/>
                        <a:pt x="1678" y="2793"/>
                      </a:cubicBezTo>
                      <a:cubicBezTo>
                        <a:pt x="1919" y="2784"/>
                        <a:pt x="2159" y="2775"/>
                        <a:pt x="2400" y="2713"/>
                      </a:cubicBezTo>
                      <a:cubicBezTo>
                        <a:pt x="2632" y="2650"/>
                        <a:pt x="2864" y="2525"/>
                        <a:pt x="2980" y="2311"/>
                      </a:cubicBezTo>
                      <a:cubicBezTo>
                        <a:pt x="3034" y="2204"/>
                        <a:pt x="3060" y="2097"/>
                        <a:pt x="3087" y="1990"/>
                      </a:cubicBezTo>
                      <a:cubicBezTo>
                        <a:pt x="3114" y="1892"/>
                        <a:pt x="3132" y="1785"/>
                        <a:pt x="3159" y="1687"/>
                      </a:cubicBezTo>
                      <a:cubicBezTo>
                        <a:pt x="3203" y="1491"/>
                        <a:pt x="3248" y="1303"/>
                        <a:pt x="3292" y="1134"/>
                      </a:cubicBezTo>
                      <a:cubicBezTo>
                        <a:pt x="3373" y="786"/>
                        <a:pt x="3390" y="492"/>
                        <a:pt x="3355" y="295"/>
                      </a:cubicBezTo>
                      <a:cubicBezTo>
                        <a:pt x="3346" y="197"/>
                        <a:pt x="3319" y="126"/>
                        <a:pt x="3301" y="81"/>
                      </a:cubicBezTo>
                      <a:cubicBezTo>
                        <a:pt x="3283" y="28"/>
                        <a:pt x="3266" y="1"/>
                        <a:pt x="326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" name="Google Shape;400;p29"/>
                <p:cNvSpPr/>
                <p:nvPr/>
              </p:nvSpPr>
              <p:spPr>
                <a:xfrm>
                  <a:off x="6928384" y="4497866"/>
                  <a:ext cx="222533" cy="106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9" h="1432" extrusionOk="0">
                      <a:moveTo>
                        <a:pt x="2972" y="0"/>
                      </a:moveTo>
                      <a:cubicBezTo>
                        <a:pt x="2963" y="348"/>
                        <a:pt x="2927" y="678"/>
                        <a:pt x="2874" y="991"/>
                      </a:cubicBezTo>
                      <a:cubicBezTo>
                        <a:pt x="2865" y="1035"/>
                        <a:pt x="2856" y="1071"/>
                        <a:pt x="2847" y="1098"/>
                      </a:cubicBezTo>
                      <a:cubicBezTo>
                        <a:pt x="2838" y="1116"/>
                        <a:pt x="2829" y="1133"/>
                        <a:pt x="2811" y="1151"/>
                      </a:cubicBezTo>
                      <a:cubicBezTo>
                        <a:pt x="2775" y="1178"/>
                        <a:pt x="2713" y="1187"/>
                        <a:pt x="2642" y="1187"/>
                      </a:cubicBezTo>
                      <a:cubicBezTo>
                        <a:pt x="2579" y="1178"/>
                        <a:pt x="2508" y="1169"/>
                        <a:pt x="2427" y="1160"/>
                      </a:cubicBezTo>
                      <a:cubicBezTo>
                        <a:pt x="2356" y="1151"/>
                        <a:pt x="2276" y="1142"/>
                        <a:pt x="2204" y="1133"/>
                      </a:cubicBezTo>
                      <a:cubicBezTo>
                        <a:pt x="2145" y="1130"/>
                        <a:pt x="2085" y="1127"/>
                        <a:pt x="2024" y="1127"/>
                      </a:cubicBezTo>
                      <a:cubicBezTo>
                        <a:pt x="1938" y="1127"/>
                        <a:pt x="1851" y="1132"/>
                        <a:pt x="1767" y="1142"/>
                      </a:cubicBezTo>
                      <a:cubicBezTo>
                        <a:pt x="1625" y="1160"/>
                        <a:pt x="1491" y="1214"/>
                        <a:pt x="1384" y="1231"/>
                      </a:cubicBezTo>
                      <a:cubicBezTo>
                        <a:pt x="1356" y="1236"/>
                        <a:pt x="1328" y="1239"/>
                        <a:pt x="1300" y="1239"/>
                      </a:cubicBezTo>
                      <a:cubicBezTo>
                        <a:pt x="1226" y="1239"/>
                        <a:pt x="1149" y="1224"/>
                        <a:pt x="1071" y="1205"/>
                      </a:cubicBezTo>
                      <a:cubicBezTo>
                        <a:pt x="964" y="1178"/>
                        <a:pt x="857" y="1142"/>
                        <a:pt x="759" y="1124"/>
                      </a:cubicBezTo>
                      <a:cubicBezTo>
                        <a:pt x="554" y="1071"/>
                        <a:pt x="376" y="1026"/>
                        <a:pt x="224" y="991"/>
                      </a:cubicBezTo>
                      <a:cubicBezTo>
                        <a:pt x="206" y="982"/>
                        <a:pt x="188" y="982"/>
                        <a:pt x="170" y="973"/>
                      </a:cubicBezTo>
                      <a:cubicBezTo>
                        <a:pt x="170" y="955"/>
                        <a:pt x="170" y="937"/>
                        <a:pt x="170" y="919"/>
                      </a:cubicBezTo>
                      <a:cubicBezTo>
                        <a:pt x="170" y="857"/>
                        <a:pt x="179" y="803"/>
                        <a:pt x="188" y="750"/>
                      </a:cubicBezTo>
                      <a:cubicBezTo>
                        <a:pt x="197" y="643"/>
                        <a:pt x="224" y="562"/>
                        <a:pt x="242" y="509"/>
                      </a:cubicBezTo>
                      <a:cubicBezTo>
                        <a:pt x="260" y="464"/>
                        <a:pt x="269" y="438"/>
                        <a:pt x="269" y="438"/>
                      </a:cubicBezTo>
                      <a:lnTo>
                        <a:pt x="269" y="438"/>
                      </a:lnTo>
                      <a:cubicBezTo>
                        <a:pt x="215" y="446"/>
                        <a:pt x="135" y="527"/>
                        <a:pt x="81" y="669"/>
                      </a:cubicBezTo>
                      <a:cubicBezTo>
                        <a:pt x="54" y="741"/>
                        <a:pt x="28" y="830"/>
                        <a:pt x="10" y="928"/>
                      </a:cubicBezTo>
                      <a:cubicBezTo>
                        <a:pt x="10" y="955"/>
                        <a:pt x="1" y="982"/>
                        <a:pt x="10" y="1026"/>
                      </a:cubicBezTo>
                      <a:cubicBezTo>
                        <a:pt x="19" y="1044"/>
                        <a:pt x="28" y="1071"/>
                        <a:pt x="54" y="1098"/>
                      </a:cubicBezTo>
                      <a:cubicBezTo>
                        <a:pt x="72" y="1116"/>
                        <a:pt x="99" y="1124"/>
                        <a:pt x="117" y="1133"/>
                      </a:cubicBezTo>
                      <a:cubicBezTo>
                        <a:pt x="170" y="1151"/>
                        <a:pt x="224" y="1169"/>
                        <a:pt x="277" y="1187"/>
                      </a:cubicBezTo>
                      <a:cubicBezTo>
                        <a:pt x="492" y="1258"/>
                        <a:pt x="741" y="1321"/>
                        <a:pt x="1009" y="1392"/>
                      </a:cubicBezTo>
                      <a:cubicBezTo>
                        <a:pt x="1080" y="1410"/>
                        <a:pt x="1152" y="1428"/>
                        <a:pt x="1232" y="1428"/>
                      </a:cubicBezTo>
                      <a:cubicBezTo>
                        <a:pt x="1254" y="1430"/>
                        <a:pt x="1276" y="1431"/>
                        <a:pt x="1298" y="1431"/>
                      </a:cubicBezTo>
                      <a:cubicBezTo>
                        <a:pt x="1359" y="1431"/>
                        <a:pt x="1421" y="1423"/>
                        <a:pt x="1473" y="1410"/>
                      </a:cubicBezTo>
                      <a:cubicBezTo>
                        <a:pt x="1625" y="1365"/>
                        <a:pt x="1741" y="1321"/>
                        <a:pt x="1874" y="1312"/>
                      </a:cubicBezTo>
                      <a:cubicBezTo>
                        <a:pt x="2017" y="1294"/>
                        <a:pt x="2151" y="1294"/>
                        <a:pt x="2294" y="1294"/>
                      </a:cubicBezTo>
                      <a:cubicBezTo>
                        <a:pt x="2395" y="1301"/>
                        <a:pt x="2497" y="1318"/>
                        <a:pt x="2602" y="1318"/>
                      </a:cubicBezTo>
                      <a:cubicBezTo>
                        <a:pt x="2636" y="1318"/>
                        <a:pt x="2670" y="1316"/>
                        <a:pt x="2704" y="1312"/>
                      </a:cubicBezTo>
                      <a:cubicBezTo>
                        <a:pt x="2775" y="1303"/>
                        <a:pt x="2856" y="1276"/>
                        <a:pt x="2900" y="1223"/>
                      </a:cubicBezTo>
                      <a:cubicBezTo>
                        <a:pt x="2954" y="1169"/>
                        <a:pt x="2963" y="1089"/>
                        <a:pt x="2963" y="1035"/>
                      </a:cubicBezTo>
                      <a:cubicBezTo>
                        <a:pt x="2981" y="910"/>
                        <a:pt x="2989" y="794"/>
                        <a:pt x="2989" y="696"/>
                      </a:cubicBezTo>
                      <a:cubicBezTo>
                        <a:pt x="2998" y="482"/>
                        <a:pt x="2998" y="313"/>
                        <a:pt x="2989" y="188"/>
                      </a:cubicBezTo>
                      <a:cubicBezTo>
                        <a:pt x="2981" y="63"/>
                        <a:pt x="2972" y="0"/>
                        <a:pt x="297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401;p29"/>
                <p:cNvSpPr/>
                <p:nvPr/>
              </p:nvSpPr>
              <p:spPr>
                <a:xfrm>
                  <a:off x="7250788" y="3836588"/>
                  <a:ext cx="208583" cy="405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1" h="5468" extrusionOk="0">
                      <a:moveTo>
                        <a:pt x="2150" y="0"/>
                      </a:moveTo>
                      <a:lnTo>
                        <a:pt x="2150" y="0"/>
                      </a:lnTo>
                      <a:cubicBezTo>
                        <a:pt x="2284" y="393"/>
                        <a:pt x="2418" y="776"/>
                        <a:pt x="2543" y="1142"/>
                      </a:cubicBezTo>
                      <a:cubicBezTo>
                        <a:pt x="2668" y="1517"/>
                        <a:pt x="2739" y="1892"/>
                        <a:pt x="2695" y="2248"/>
                      </a:cubicBezTo>
                      <a:cubicBezTo>
                        <a:pt x="2668" y="2614"/>
                        <a:pt x="2588" y="2980"/>
                        <a:pt x="2534" y="3337"/>
                      </a:cubicBezTo>
                      <a:cubicBezTo>
                        <a:pt x="2472" y="3685"/>
                        <a:pt x="2427" y="4033"/>
                        <a:pt x="2347" y="4345"/>
                      </a:cubicBezTo>
                      <a:cubicBezTo>
                        <a:pt x="2266" y="4657"/>
                        <a:pt x="2133" y="4951"/>
                        <a:pt x="1910" y="5130"/>
                      </a:cubicBezTo>
                      <a:cubicBezTo>
                        <a:pt x="1794" y="5219"/>
                        <a:pt x="1669" y="5273"/>
                        <a:pt x="1544" y="5282"/>
                      </a:cubicBezTo>
                      <a:cubicBezTo>
                        <a:pt x="1419" y="5282"/>
                        <a:pt x="1312" y="5228"/>
                        <a:pt x="1214" y="5139"/>
                      </a:cubicBezTo>
                      <a:cubicBezTo>
                        <a:pt x="1116" y="5050"/>
                        <a:pt x="1035" y="4943"/>
                        <a:pt x="946" y="4827"/>
                      </a:cubicBezTo>
                      <a:cubicBezTo>
                        <a:pt x="866" y="4720"/>
                        <a:pt x="794" y="4604"/>
                        <a:pt x="723" y="4496"/>
                      </a:cubicBezTo>
                      <a:cubicBezTo>
                        <a:pt x="580" y="4273"/>
                        <a:pt x="464" y="4050"/>
                        <a:pt x="375" y="3827"/>
                      </a:cubicBezTo>
                      <a:cubicBezTo>
                        <a:pt x="286" y="3613"/>
                        <a:pt x="232" y="3399"/>
                        <a:pt x="206" y="3194"/>
                      </a:cubicBezTo>
                      <a:cubicBezTo>
                        <a:pt x="179" y="2980"/>
                        <a:pt x="188" y="2784"/>
                        <a:pt x="197" y="2596"/>
                      </a:cubicBezTo>
                      <a:cubicBezTo>
                        <a:pt x="224" y="2231"/>
                        <a:pt x="268" y="1909"/>
                        <a:pt x="286" y="1642"/>
                      </a:cubicBezTo>
                      <a:cubicBezTo>
                        <a:pt x="295" y="1374"/>
                        <a:pt x="286" y="1169"/>
                        <a:pt x="268" y="1035"/>
                      </a:cubicBezTo>
                      <a:cubicBezTo>
                        <a:pt x="259" y="964"/>
                        <a:pt x="241" y="910"/>
                        <a:pt x="241" y="875"/>
                      </a:cubicBezTo>
                      <a:cubicBezTo>
                        <a:pt x="232" y="839"/>
                        <a:pt x="224" y="821"/>
                        <a:pt x="224" y="821"/>
                      </a:cubicBezTo>
                      <a:cubicBezTo>
                        <a:pt x="197" y="919"/>
                        <a:pt x="215" y="1160"/>
                        <a:pt x="170" y="1508"/>
                      </a:cubicBezTo>
                      <a:cubicBezTo>
                        <a:pt x="152" y="1677"/>
                        <a:pt x="125" y="1874"/>
                        <a:pt x="90" y="2097"/>
                      </a:cubicBezTo>
                      <a:cubicBezTo>
                        <a:pt x="54" y="2320"/>
                        <a:pt x="18" y="2570"/>
                        <a:pt x="9" y="2846"/>
                      </a:cubicBezTo>
                      <a:cubicBezTo>
                        <a:pt x="0" y="3114"/>
                        <a:pt x="36" y="3417"/>
                        <a:pt x="125" y="3711"/>
                      </a:cubicBezTo>
                      <a:cubicBezTo>
                        <a:pt x="215" y="4006"/>
                        <a:pt x="366" y="4300"/>
                        <a:pt x="536" y="4577"/>
                      </a:cubicBezTo>
                      <a:cubicBezTo>
                        <a:pt x="625" y="4711"/>
                        <a:pt x="714" y="4844"/>
                        <a:pt x="821" y="4978"/>
                      </a:cubicBezTo>
                      <a:cubicBezTo>
                        <a:pt x="919" y="5112"/>
                        <a:pt x="1026" y="5255"/>
                        <a:pt x="1187" y="5362"/>
                      </a:cubicBezTo>
                      <a:cubicBezTo>
                        <a:pt x="1258" y="5406"/>
                        <a:pt x="1356" y="5451"/>
                        <a:pt x="1455" y="5460"/>
                      </a:cubicBezTo>
                      <a:cubicBezTo>
                        <a:pt x="1482" y="5465"/>
                        <a:pt x="1509" y="5467"/>
                        <a:pt x="1537" y="5467"/>
                      </a:cubicBezTo>
                      <a:cubicBezTo>
                        <a:pt x="1607" y="5467"/>
                        <a:pt x="1676" y="5452"/>
                        <a:pt x="1740" y="5433"/>
                      </a:cubicBezTo>
                      <a:cubicBezTo>
                        <a:pt x="1919" y="5371"/>
                        <a:pt x="2061" y="5246"/>
                        <a:pt x="2177" y="5112"/>
                      </a:cubicBezTo>
                      <a:cubicBezTo>
                        <a:pt x="2400" y="4827"/>
                        <a:pt x="2489" y="4488"/>
                        <a:pt x="2552" y="4157"/>
                      </a:cubicBezTo>
                      <a:cubicBezTo>
                        <a:pt x="2605" y="3836"/>
                        <a:pt x="2641" y="3515"/>
                        <a:pt x="2686" y="3212"/>
                      </a:cubicBezTo>
                      <a:cubicBezTo>
                        <a:pt x="2721" y="2900"/>
                        <a:pt x="2775" y="2605"/>
                        <a:pt x="2793" y="2320"/>
                      </a:cubicBezTo>
                      <a:cubicBezTo>
                        <a:pt x="2811" y="2043"/>
                        <a:pt x="2784" y="1767"/>
                        <a:pt x="2721" y="1535"/>
                      </a:cubicBezTo>
                      <a:cubicBezTo>
                        <a:pt x="2659" y="1294"/>
                        <a:pt x="2579" y="1089"/>
                        <a:pt x="2507" y="901"/>
                      </a:cubicBezTo>
                      <a:cubicBezTo>
                        <a:pt x="2436" y="714"/>
                        <a:pt x="2373" y="553"/>
                        <a:pt x="2320" y="420"/>
                      </a:cubicBezTo>
                      <a:cubicBezTo>
                        <a:pt x="2213" y="152"/>
                        <a:pt x="2150" y="0"/>
                        <a:pt x="21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29"/>
                <p:cNvSpPr/>
                <p:nvPr/>
              </p:nvSpPr>
              <p:spPr>
                <a:xfrm>
                  <a:off x="7038276" y="4373135"/>
                  <a:ext cx="88153" cy="160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" h="216" extrusionOk="0">
                      <a:moveTo>
                        <a:pt x="535" y="1"/>
                      </a:moveTo>
                      <a:cubicBezTo>
                        <a:pt x="459" y="1"/>
                        <a:pt x="391" y="5"/>
                        <a:pt x="331" y="13"/>
                      </a:cubicBezTo>
                      <a:cubicBezTo>
                        <a:pt x="117" y="40"/>
                        <a:pt x="1" y="85"/>
                        <a:pt x="1" y="85"/>
                      </a:cubicBezTo>
                      <a:cubicBezTo>
                        <a:pt x="41" y="186"/>
                        <a:pt x="145" y="215"/>
                        <a:pt x="279" y="215"/>
                      </a:cubicBezTo>
                      <a:cubicBezTo>
                        <a:pt x="382" y="215"/>
                        <a:pt x="502" y="198"/>
                        <a:pt x="625" y="183"/>
                      </a:cubicBezTo>
                      <a:cubicBezTo>
                        <a:pt x="902" y="138"/>
                        <a:pt x="1187" y="111"/>
                        <a:pt x="1187" y="111"/>
                      </a:cubicBezTo>
                      <a:cubicBezTo>
                        <a:pt x="947" y="29"/>
                        <a:pt x="720" y="1"/>
                        <a:pt x="5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403;p29"/>
                <p:cNvSpPr/>
                <p:nvPr/>
              </p:nvSpPr>
              <p:spPr>
                <a:xfrm>
                  <a:off x="7043619" y="4402963"/>
                  <a:ext cx="62924" cy="150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" h="203" extrusionOk="0">
                      <a:moveTo>
                        <a:pt x="328" y="1"/>
                      </a:moveTo>
                      <a:cubicBezTo>
                        <a:pt x="294" y="1"/>
                        <a:pt x="262" y="2"/>
                        <a:pt x="232" y="4"/>
                      </a:cubicBezTo>
                      <a:cubicBezTo>
                        <a:pt x="80" y="13"/>
                        <a:pt x="0" y="39"/>
                        <a:pt x="0" y="39"/>
                      </a:cubicBezTo>
                      <a:cubicBezTo>
                        <a:pt x="24" y="165"/>
                        <a:pt x="125" y="203"/>
                        <a:pt x="248" y="203"/>
                      </a:cubicBezTo>
                      <a:cubicBezTo>
                        <a:pt x="308" y="203"/>
                        <a:pt x="373" y="194"/>
                        <a:pt x="437" y="182"/>
                      </a:cubicBezTo>
                      <a:cubicBezTo>
                        <a:pt x="634" y="146"/>
                        <a:pt x="848" y="84"/>
                        <a:pt x="848" y="84"/>
                      </a:cubicBezTo>
                      <a:cubicBezTo>
                        <a:pt x="653" y="19"/>
                        <a:pt x="471" y="1"/>
                        <a:pt x="32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" name="Google Shape;404;p29"/>
                <p:cNvSpPr/>
                <p:nvPr/>
              </p:nvSpPr>
              <p:spPr>
                <a:xfrm>
                  <a:off x="7312375" y="3922661"/>
                  <a:ext cx="64927" cy="26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5" h="356" extrusionOk="0">
                      <a:moveTo>
                        <a:pt x="874" y="0"/>
                      </a:moveTo>
                      <a:cubicBezTo>
                        <a:pt x="330" y="62"/>
                        <a:pt x="0" y="250"/>
                        <a:pt x="0" y="250"/>
                      </a:cubicBezTo>
                      <a:cubicBezTo>
                        <a:pt x="36" y="326"/>
                        <a:pt x="100" y="355"/>
                        <a:pt x="177" y="355"/>
                      </a:cubicBezTo>
                      <a:cubicBezTo>
                        <a:pt x="444" y="355"/>
                        <a:pt x="874" y="0"/>
                        <a:pt x="87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" name="Google Shape;405;p29"/>
                <p:cNvSpPr/>
                <p:nvPr/>
              </p:nvSpPr>
              <p:spPr>
                <a:xfrm>
                  <a:off x="7321650" y="3958946"/>
                  <a:ext cx="58323" cy="23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" h="317" extrusionOk="0">
                      <a:moveTo>
                        <a:pt x="737" y="1"/>
                      </a:moveTo>
                      <a:cubicBezTo>
                        <a:pt x="509" y="1"/>
                        <a:pt x="322" y="59"/>
                        <a:pt x="205" y="109"/>
                      </a:cubicBezTo>
                      <a:cubicBezTo>
                        <a:pt x="71" y="171"/>
                        <a:pt x="0" y="225"/>
                        <a:pt x="0" y="225"/>
                      </a:cubicBezTo>
                      <a:cubicBezTo>
                        <a:pt x="41" y="292"/>
                        <a:pt x="96" y="317"/>
                        <a:pt x="158" y="317"/>
                      </a:cubicBezTo>
                      <a:cubicBezTo>
                        <a:pt x="245" y="317"/>
                        <a:pt x="347" y="268"/>
                        <a:pt x="446" y="216"/>
                      </a:cubicBezTo>
                      <a:cubicBezTo>
                        <a:pt x="616" y="118"/>
                        <a:pt x="785" y="2"/>
                        <a:pt x="785" y="2"/>
                      </a:cubicBezTo>
                      <a:cubicBezTo>
                        <a:pt x="769" y="1"/>
                        <a:pt x="753" y="1"/>
                        <a:pt x="73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" name="Google Shape;406;p29"/>
                <p:cNvSpPr/>
                <p:nvPr/>
              </p:nvSpPr>
              <p:spPr>
                <a:xfrm>
                  <a:off x="7321650" y="3987735"/>
                  <a:ext cx="73535" cy="259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1" h="350" extrusionOk="0">
                      <a:moveTo>
                        <a:pt x="867" y="1"/>
                      </a:moveTo>
                      <a:cubicBezTo>
                        <a:pt x="610" y="1"/>
                        <a:pt x="396" y="69"/>
                        <a:pt x="250" y="131"/>
                      </a:cubicBezTo>
                      <a:cubicBezTo>
                        <a:pt x="80" y="202"/>
                        <a:pt x="0" y="274"/>
                        <a:pt x="0" y="274"/>
                      </a:cubicBezTo>
                      <a:cubicBezTo>
                        <a:pt x="42" y="328"/>
                        <a:pt x="95" y="350"/>
                        <a:pt x="157" y="350"/>
                      </a:cubicBezTo>
                      <a:cubicBezTo>
                        <a:pt x="266" y="350"/>
                        <a:pt x="402" y="283"/>
                        <a:pt x="544" y="220"/>
                      </a:cubicBezTo>
                      <a:cubicBezTo>
                        <a:pt x="758" y="113"/>
                        <a:pt x="990" y="6"/>
                        <a:pt x="990" y="6"/>
                      </a:cubicBezTo>
                      <a:cubicBezTo>
                        <a:pt x="948" y="3"/>
                        <a:pt x="907" y="1"/>
                        <a:pt x="8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" name="Google Shape;407;p29"/>
                <p:cNvSpPr/>
                <p:nvPr/>
              </p:nvSpPr>
              <p:spPr>
                <a:xfrm>
                  <a:off x="6643081" y="2495483"/>
                  <a:ext cx="21296" cy="149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" h="2017" extrusionOk="0">
                      <a:moveTo>
                        <a:pt x="179" y="0"/>
                      </a:moveTo>
                      <a:cubicBezTo>
                        <a:pt x="179" y="0"/>
                        <a:pt x="162" y="116"/>
                        <a:pt x="135" y="295"/>
                      </a:cubicBezTo>
                      <a:cubicBezTo>
                        <a:pt x="117" y="482"/>
                        <a:pt x="81" y="732"/>
                        <a:pt x="54" y="1008"/>
                      </a:cubicBezTo>
                      <a:cubicBezTo>
                        <a:pt x="37" y="1285"/>
                        <a:pt x="19" y="1535"/>
                        <a:pt x="10" y="1713"/>
                      </a:cubicBezTo>
                      <a:cubicBezTo>
                        <a:pt x="1" y="1901"/>
                        <a:pt x="1" y="2017"/>
                        <a:pt x="1" y="2017"/>
                      </a:cubicBezTo>
                      <a:cubicBezTo>
                        <a:pt x="1" y="2017"/>
                        <a:pt x="54" y="1909"/>
                        <a:pt x="117" y="1740"/>
                      </a:cubicBezTo>
                      <a:cubicBezTo>
                        <a:pt x="170" y="1562"/>
                        <a:pt x="242" y="1312"/>
                        <a:pt x="260" y="1026"/>
                      </a:cubicBezTo>
                      <a:cubicBezTo>
                        <a:pt x="286" y="741"/>
                        <a:pt x="269" y="482"/>
                        <a:pt x="242" y="295"/>
                      </a:cubicBezTo>
                      <a:cubicBezTo>
                        <a:pt x="215" y="116"/>
                        <a:pt x="179" y="0"/>
                        <a:pt x="1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" name="Google Shape;408;p29"/>
                <p:cNvSpPr/>
                <p:nvPr/>
              </p:nvSpPr>
              <p:spPr>
                <a:xfrm>
                  <a:off x="7591668" y="2348120"/>
                  <a:ext cx="150334" cy="34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6" h="461" extrusionOk="0">
                      <a:moveTo>
                        <a:pt x="924" y="0"/>
                      </a:moveTo>
                      <a:cubicBezTo>
                        <a:pt x="671" y="0"/>
                        <a:pt x="454" y="57"/>
                        <a:pt x="295" y="95"/>
                      </a:cubicBezTo>
                      <a:cubicBezTo>
                        <a:pt x="108" y="149"/>
                        <a:pt x="1" y="193"/>
                        <a:pt x="1" y="193"/>
                      </a:cubicBezTo>
                      <a:cubicBezTo>
                        <a:pt x="1" y="193"/>
                        <a:pt x="117" y="175"/>
                        <a:pt x="304" y="149"/>
                      </a:cubicBezTo>
                      <a:cubicBezTo>
                        <a:pt x="451" y="129"/>
                        <a:pt x="634" y="103"/>
                        <a:pt x="836" y="103"/>
                      </a:cubicBezTo>
                      <a:cubicBezTo>
                        <a:pt x="904" y="103"/>
                        <a:pt x="973" y="106"/>
                        <a:pt x="1045" y="113"/>
                      </a:cubicBezTo>
                      <a:cubicBezTo>
                        <a:pt x="1339" y="140"/>
                        <a:pt x="1589" y="229"/>
                        <a:pt x="1758" y="309"/>
                      </a:cubicBezTo>
                      <a:cubicBezTo>
                        <a:pt x="1847" y="354"/>
                        <a:pt x="1910" y="390"/>
                        <a:pt x="1955" y="416"/>
                      </a:cubicBezTo>
                      <a:cubicBezTo>
                        <a:pt x="1999" y="443"/>
                        <a:pt x="2026" y="461"/>
                        <a:pt x="2026" y="461"/>
                      </a:cubicBezTo>
                      <a:cubicBezTo>
                        <a:pt x="2026" y="461"/>
                        <a:pt x="2008" y="443"/>
                        <a:pt x="1963" y="407"/>
                      </a:cubicBezTo>
                      <a:cubicBezTo>
                        <a:pt x="1928" y="372"/>
                        <a:pt x="1865" y="318"/>
                        <a:pt x="1785" y="265"/>
                      </a:cubicBezTo>
                      <a:cubicBezTo>
                        <a:pt x="1616" y="158"/>
                        <a:pt x="1366" y="42"/>
                        <a:pt x="1062" y="6"/>
                      </a:cubicBezTo>
                      <a:cubicBezTo>
                        <a:pt x="1015" y="2"/>
                        <a:pt x="969" y="0"/>
                        <a:pt x="92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09" name="Google Shape;409;p29"/>
            <p:cNvGrpSpPr/>
            <p:nvPr/>
          </p:nvGrpSpPr>
          <p:grpSpPr>
            <a:xfrm>
              <a:off x="7349607" y="539399"/>
              <a:ext cx="1088048" cy="2083047"/>
              <a:chOff x="7349607" y="539399"/>
              <a:chExt cx="1088048" cy="2083047"/>
            </a:xfrm>
          </p:grpSpPr>
          <p:sp>
            <p:nvSpPr>
              <p:cNvPr id="410" name="Google Shape;410;p29"/>
              <p:cNvSpPr/>
              <p:nvPr/>
            </p:nvSpPr>
            <p:spPr>
              <a:xfrm rot="-1901267">
                <a:off x="7331350" y="835094"/>
                <a:ext cx="682022" cy="124040"/>
              </a:xfrm>
              <a:custGeom>
                <a:avLst/>
                <a:gdLst/>
                <a:ahLst/>
                <a:cxnLst/>
                <a:rect l="l" t="t" r="r" b="b"/>
                <a:pathLst>
                  <a:path w="19981" h="3952" extrusionOk="0">
                    <a:moveTo>
                      <a:pt x="5286" y="1"/>
                    </a:moveTo>
                    <a:cubicBezTo>
                      <a:pt x="4865" y="1"/>
                      <a:pt x="4444" y="14"/>
                      <a:pt x="4024" y="53"/>
                    </a:cubicBezTo>
                    <a:cubicBezTo>
                      <a:pt x="3756" y="71"/>
                      <a:pt x="3497" y="107"/>
                      <a:pt x="3239" y="133"/>
                    </a:cubicBezTo>
                    <a:cubicBezTo>
                      <a:pt x="2320" y="249"/>
                      <a:pt x="1410" y="437"/>
                      <a:pt x="509" y="695"/>
                    </a:cubicBezTo>
                    <a:cubicBezTo>
                      <a:pt x="313" y="758"/>
                      <a:pt x="107" y="811"/>
                      <a:pt x="0" y="1061"/>
                    </a:cubicBezTo>
                    <a:cubicBezTo>
                      <a:pt x="97" y="1109"/>
                      <a:pt x="183" y="1129"/>
                      <a:pt x="270" y="1129"/>
                    </a:cubicBezTo>
                    <a:cubicBezTo>
                      <a:pt x="328" y="1129"/>
                      <a:pt x="386" y="1120"/>
                      <a:pt x="446" y="1106"/>
                    </a:cubicBezTo>
                    <a:cubicBezTo>
                      <a:pt x="1080" y="981"/>
                      <a:pt x="1713" y="847"/>
                      <a:pt x="2355" y="731"/>
                    </a:cubicBezTo>
                    <a:cubicBezTo>
                      <a:pt x="2659" y="678"/>
                      <a:pt x="2971" y="642"/>
                      <a:pt x="3283" y="615"/>
                    </a:cubicBezTo>
                    <a:cubicBezTo>
                      <a:pt x="3970" y="562"/>
                      <a:pt x="4657" y="499"/>
                      <a:pt x="5344" y="472"/>
                    </a:cubicBezTo>
                    <a:cubicBezTo>
                      <a:pt x="5397" y="469"/>
                      <a:pt x="5451" y="468"/>
                      <a:pt x="5505" y="468"/>
                    </a:cubicBezTo>
                    <a:cubicBezTo>
                      <a:pt x="5783" y="468"/>
                      <a:pt x="6066" y="502"/>
                      <a:pt x="6343" y="517"/>
                    </a:cubicBezTo>
                    <a:cubicBezTo>
                      <a:pt x="6798" y="544"/>
                      <a:pt x="7244" y="562"/>
                      <a:pt x="7690" y="615"/>
                    </a:cubicBezTo>
                    <a:cubicBezTo>
                      <a:pt x="8529" y="704"/>
                      <a:pt x="9376" y="785"/>
                      <a:pt x="10206" y="954"/>
                    </a:cubicBezTo>
                    <a:cubicBezTo>
                      <a:pt x="11223" y="1150"/>
                      <a:pt x="12258" y="1320"/>
                      <a:pt x="13266" y="1623"/>
                    </a:cubicBezTo>
                    <a:cubicBezTo>
                      <a:pt x="14122" y="1891"/>
                      <a:pt x="14997" y="2114"/>
                      <a:pt x="15853" y="2399"/>
                    </a:cubicBezTo>
                    <a:cubicBezTo>
                      <a:pt x="16406" y="2578"/>
                      <a:pt x="16932" y="2827"/>
                      <a:pt x="17477" y="3050"/>
                    </a:cubicBezTo>
                    <a:cubicBezTo>
                      <a:pt x="17503" y="3059"/>
                      <a:pt x="17512" y="3095"/>
                      <a:pt x="17575" y="3158"/>
                    </a:cubicBezTo>
                    <a:cubicBezTo>
                      <a:pt x="17378" y="3166"/>
                      <a:pt x="17227" y="3184"/>
                      <a:pt x="17075" y="3184"/>
                    </a:cubicBezTo>
                    <a:cubicBezTo>
                      <a:pt x="16602" y="3193"/>
                      <a:pt x="16174" y="3363"/>
                      <a:pt x="15764" y="3586"/>
                    </a:cubicBezTo>
                    <a:cubicBezTo>
                      <a:pt x="15675" y="3630"/>
                      <a:pt x="15603" y="3728"/>
                      <a:pt x="15469" y="3836"/>
                    </a:cubicBezTo>
                    <a:cubicBezTo>
                      <a:pt x="15603" y="3880"/>
                      <a:pt x="15675" y="3916"/>
                      <a:pt x="15746" y="3916"/>
                    </a:cubicBezTo>
                    <a:cubicBezTo>
                      <a:pt x="16228" y="3934"/>
                      <a:pt x="16709" y="3952"/>
                      <a:pt x="17191" y="3952"/>
                    </a:cubicBezTo>
                    <a:cubicBezTo>
                      <a:pt x="17646" y="3943"/>
                      <a:pt x="18110" y="3898"/>
                      <a:pt x="18565" y="3889"/>
                    </a:cubicBezTo>
                    <a:cubicBezTo>
                      <a:pt x="18694" y="3885"/>
                      <a:pt x="18825" y="3883"/>
                      <a:pt x="18956" y="3883"/>
                    </a:cubicBezTo>
                    <a:cubicBezTo>
                      <a:pt x="19142" y="3883"/>
                      <a:pt x="19328" y="3888"/>
                      <a:pt x="19511" y="3898"/>
                    </a:cubicBezTo>
                    <a:cubicBezTo>
                      <a:pt x="19517" y="3898"/>
                      <a:pt x="19523" y="3898"/>
                      <a:pt x="19529" y="3898"/>
                    </a:cubicBezTo>
                    <a:cubicBezTo>
                      <a:pt x="19829" y="3898"/>
                      <a:pt x="19980" y="3678"/>
                      <a:pt x="19832" y="3372"/>
                    </a:cubicBezTo>
                    <a:cubicBezTo>
                      <a:pt x="19760" y="3211"/>
                      <a:pt x="19680" y="3042"/>
                      <a:pt x="19573" y="2908"/>
                    </a:cubicBezTo>
                    <a:cubicBezTo>
                      <a:pt x="19154" y="2372"/>
                      <a:pt x="18672" y="1891"/>
                      <a:pt x="18101" y="1507"/>
                    </a:cubicBezTo>
                    <a:cubicBezTo>
                      <a:pt x="18003" y="1436"/>
                      <a:pt x="17914" y="1347"/>
                      <a:pt x="17807" y="1275"/>
                    </a:cubicBezTo>
                    <a:cubicBezTo>
                      <a:pt x="17712" y="1208"/>
                      <a:pt x="17611" y="1173"/>
                      <a:pt x="17528" y="1173"/>
                    </a:cubicBezTo>
                    <a:cubicBezTo>
                      <a:pt x="17478" y="1173"/>
                      <a:pt x="17435" y="1186"/>
                      <a:pt x="17405" y="1213"/>
                    </a:cubicBezTo>
                    <a:cubicBezTo>
                      <a:pt x="17307" y="1293"/>
                      <a:pt x="17316" y="1480"/>
                      <a:pt x="17450" y="1641"/>
                    </a:cubicBezTo>
                    <a:cubicBezTo>
                      <a:pt x="17664" y="1882"/>
                      <a:pt x="17887" y="2114"/>
                      <a:pt x="18110" y="2355"/>
                    </a:cubicBezTo>
                    <a:cubicBezTo>
                      <a:pt x="18164" y="2417"/>
                      <a:pt x="18217" y="2471"/>
                      <a:pt x="18297" y="2551"/>
                    </a:cubicBezTo>
                    <a:cubicBezTo>
                      <a:pt x="18268" y="2560"/>
                      <a:pt x="18241" y="2564"/>
                      <a:pt x="18216" y="2564"/>
                    </a:cubicBezTo>
                    <a:cubicBezTo>
                      <a:pt x="18121" y="2564"/>
                      <a:pt x="18058" y="2508"/>
                      <a:pt x="17994" y="2480"/>
                    </a:cubicBezTo>
                    <a:cubicBezTo>
                      <a:pt x="17262" y="2123"/>
                      <a:pt x="16504" y="1810"/>
                      <a:pt x="15719" y="1596"/>
                    </a:cubicBezTo>
                    <a:cubicBezTo>
                      <a:pt x="15425" y="1525"/>
                      <a:pt x="15121" y="1463"/>
                      <a:pt x="14827" y="1391"/>
                    </a:cubicBezTo>
                    <a:cubicBezTo>
                      <a:pt x="14069" y="1195"/>
                      <a:pt x="13310" y="990"/>
                      <a:pt x="12552" y="811"/>
                    </a:cubicBezTo>
                    <a:cubicBezTo>
                      <a:pt x="12026" y="695"/>
                      <a:pt x="11500" y="633"/>
                      <a:pt x="10973" y="526"/>
                    </a:cubicBezTo>
                    <a:cubicBezTo>
                      <a:pt x="9974" y="321"/>
                      <a:pt x="8948" y="249"/>
                      <a:pt x="7931" y="115"/>
                    </a:cubicBezTo>
                    <a:cubicBezTo>
                      <a:pt x="7512" y="53"/>
                      <a:pt x="7084" y="53"/>
                      <a:pt x="6655" y="35"/>
                    </a:cubicBezTo>
                    <a:cubicBezTo>
                      <a:pt x="6197" y="17"/>
                      <a:pt x="5741" y="1"/>
                      <a:pt x="52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9"/>
              <p:cNvSpPr/>
              <p:nvPr/>
            </p:nvSpPr>
            <p:spPr>
              <a:xfrm>
                <a:off x="8150749" y="1413265"/>
                <a:ext cx="286894" cy="316005"/>
              </a:xfrm>
              <a:custGeom>
                <a:avLst/>
                <a:gdLst/>
                <a:ahLst/>
                <a:cxnLst/>
                <a:rect l="l" t="t" r="r" b="b"/>
                <a:pathLst>
                  <a:path w="19868" h="21884" extrusionOk="0">
                    <a:moveTo>
                      <a:pt x="8172" y="0"/>
                    </a:moveTo>
                    <a:cubicBezTo>
                      <a:pt x="7459" y="188"/>
                      <a:pt x="6700" y="116"/>
                      <a:pt x="6022" y="411"/>
                    </a:cubicBezTo>
                    <a:cubicBezTo>
                      <a:pt x="5755" y="589"/>
                      <a:pt x="5434" y="634"/>
                      <a:pt x="5130" y="714"/>
                    </a:cubicBezTo>
                    <a:cubicBezTo>
                      <a:pt x="5059" y="767"/>
                      <a:pt x="4916" y="794"/>
                      <a:pt x="4907" y="892"/>
                    </a:cubicBezTo>
                    <a:cubicBezTo>
                      <a:pt x="4874" y="883"/>
                      <a:pt x="4840" y="879"/>
                      <a:pt x="4807" y="879"/>
                    </a:cubicBezTo>
                    <a:cubicBezTo>
                      <a:pt x="4613" y="879"/>
                      <a:pt x="4430" y="1017"/>
                      <a:pt x="4247" y="1071"/>
                    </a:cubicBezTo>
                    <a:cubicBezTo>
                      <a:pt x="4087" y="1205"/>
                      <a:pt x="3881" y="1249"/>
                      <a:pt x="3730" y="1392"/>
                    </a:cubicBezTo>
                    <a:cubicBezTo>
                      <a:pt x="3569" y="1436"/>
                      <a:pt x="3391" y="1445"/>
                      <a:pt x="3239" y="1517"/>
                    </a:cubicBezTo>
                    <a:cubicBezTo>
                      <a:pt x="3195" y="1597"/>
                      <a:pt x="3087" y="1633"/>
                      <a:pt x="3052" y="1731"/>
                    </a:cubicBezTo>
                    <a:cubicBezTo>
                      <a:pt x="3007" y="1856"/>
                      <a:pt x="2829" y="1856"/>
                      <a:pt x="2740" y="1954"/>
                    </a:cubicBezTo>
                    <a:cubicBezTo>
                      <a:pt x="2490" y="2195"/>
                      <a:pt x="2186" y="2373"/>
                      <a:pt x="1910" y="2569"/>
                    </a:cubicBezTo>
                    <a:cubicBezTo>
                      <a:pt x="1669" y="2962"/>
                      <a:pt x="1321" y="3283"/>
                      <a:pt x="1134" y="3711"/>
                    </a:cubicBezTo>
                    <a:cubicBezTo>
                      <a:pt x="1062" y="3925"/>
                      <a:pt x="875" y="4086"/>
                      <a:pt x="813" y="4309"/>
                    </a:cubicBezTo>
                    <a:cubicBezTo>
                      <a:pt x="714" y="4407"/>
                      <a:pt x="643" y="4532"/>
                      <a:pt x="634" y="4666"/>
                    </a:cubicBezTo>
                    <a:cubicBezTo>
                      <a:pt x="545" y="4782"/>
                      <a:pt x="483" y="4907"/>
                      <a:pt x="438" y="5041"/>
                    </a:cubicBezTo>
                    <a:cubicBezTo>
                      <a:pt x="393" y="5504"/>
                      <a:pt x="215" y="5968"/>
                      <a:pt x="242" y="6441"/>
                    </a:cubicBezTo>
                    <a:cubicBezTo>
                      <a:pt x="144" y="6593"/>
                      <a:pt x="10" y="6736"/>
                      <a:pt x="117" y="6941"/>
                    </a:cubicBezTo>
                    <a:cubicBezTo>
                      <a:pt x="45" y="7467"/>
                      <a:pt x="63" y="7993"/>
                      <a:pt x="1" y="8529"/>
                    </a:cubicBezTo>
                    <a:cubicBezTo>
                      <a:pt x="72" y="8743"/>
                      <a:pt x="10" y="8966"/>
                      <a:pt x="1" y="9189"/>
                    </a:cubicBezTo>
                    <a:cubicBezTo>
                      <a:pt x="63" y="9376"/>
                      <a:pt x="19" y="9581"/>
                      <a:pt x="1" y="9769"/>
                    </a:cubicBezTo>
                    <a:cubicBezTo>
                      <a:pt x="36" y="10126"/>
                      <a:pt x="36" y="10482"/>
                      <a:pt x="108" y="10830"/>
                    </a:cubicBezTo>
                    <a:cubicBezTo>
                      <a:pt x="117" y="11098"/>
                      <a:pt x="304" y="11312"/>
                      <a:pt x="304" y="11580"/>
                    </a:cubicBezTo>
                    <a:cubicBezTo>
                      <a:pt x="268" y="11794"/>
                      <a:pt x="420" y="11972"/>
                      <a:pt x="402" y="12186"/>
                    </a:cubicBezTo>
                    <a:cubicBezTo>
                      <a:pt x="518" y="12276"/>
                      <a:pt x="545" y="12418"/>
                      <a:pt x="545" y="12561"/>
                    </a:cubicBezTo>
                    <a:cubicBezTo>
                      <a:pt x="554" y="12766"/>
                      <a:pt x="679" y="12936"/>
                      <a:pt x="732" y="13123"/>
                    </a:cubicBezTo>
                    <a:cubicBezTo>
                      <a:pt x="679" y="13266"/>
                      <a:pt x="697" y="13489"/>
                      <a:pt x="830" y="13569"/>
                    </a:cubicBezTo>
                    <a:cubicBezTo>
                      <a:pt x="1009" y="13953"/>
                      <a:pt x="1134" y="14354"/>
                      <a:pt x="1285" y="14756"/>
                    </a:cubicBezTo>
                    <a:cubicBezTo>
                      <a:pt x="1464" y="14889"/>
                      <a:pt x="1446" y="15139"/>
                      <a:pt x="1544" y="15326"/>
                    </a:cubicBezTo>
                    <a:cubicBezTo>
                      <a:pt x="1615" y="15532"/>
                      <a:pt x="1767" y="15701"/>
                      <a:pt x="1874" y="15880"/>
                    </a:cubicBezTo>
                    <a:cubicBezTo>
                      <a:pt x="2106" y="16129"/>
                      <a:pt x="2133" y="16504"/>
                      <a:pt x="2383" y="16745"/>
                    </a:cubicBezTo>
                    <a:cubicBezTo>
                      <a:pt x="2499" y="16834"/>
                      <a:pt x="2552" y="16959"/>
                      <a:pt x="2570" y="17093"/>
                    </a:cubicBezTo>
                    <a:cubicBezTo>
                      <a:pt x="2784" y="17459"/>
                      <a:pt x="3096" y="17744"/>
                      <a:pt x="3364" y="18074"/>
                    </a:cubicBezTo>
                    <a:cubicBezTo>
                      <a:pt x="3614" y="18199"/>
                      <a:pt x="3703" y="18502"/>
                      <a:pt x="3962" y="18618"/>
                    </a:cubicBezTo>
                    <a:cubicBezTo>
                      <a:pt x="4096" y="18645"/>
                      <a:pt x="4051" y="18824"/>
                      <a:pt x="4176" y="18850"/>
                    </a:cubicBezTo>
                    <a:cubicBezTo>
                      <a:pt x="4390" y="18939"/>
                      <a:pt x="4488" y="19189"/>
                      <a:pt x="4720" y="19278"/>
                    </a:cubicBezTo>
                    <a:cubicBezTo>
                      <a:pt x="4836" y="19314"/>
                      <a:pt x="4907" y="19439"/>
                      <a:pt x="5032" y="19457"/>
                    </a:cubicBezTo>
                    <a:cubicBezTo>
                      <a:pt x="5211" y="19582"/>
                      <a:pt x="5416" y="19716"/>
                      <a:pt x="5639" y="19760"/>
                    </a:cubicBezTo>
                    <a:cubicBezTo>
                      <a:pt x="5844" y="19948"/>
                      <a:pt x="6138" y="20028"/>
                      <a:pt x="6370" y="20180"/>
                    </a:cubicBezTo>
                    <a:cubicBezTo>
                      <a:pt x="6718" y="20313"/>
                      <a:pt x="7013" y="20545"/>
                      <a:pt x="7370" y="20652"/>
                    </a:cubicBezTo>
                    <a:cubicBezTo>
                      <a:pt x="7682" y="20813"/>
                      <a:pt x="8039" y="20911"/>
                      <a:pt x="8333" y="21107"/>
                    </a:cubicBezTo>
                    <a:cubicBezTo>
                      <a:pt x="8761" y="21277"/>
                      <a:pt x="9181" y="21464"/>
                      <a:pt x="9600" y="21643"/>
                    </a:cubicBezTo>
                    <a:cubicBezTo>
                      <a:pt x="9841" y="21651"/>
                      <a:pt x="10082" y="21687"/>
                      <a:pt x="10305" y="21785"/>
                    </a:cubicBezTo>
                    <a:cubicBezTo>
                      <a:pt x="10545" y="21830"/>
                      <a:pt x="10813" y="21767"/>
                      <a:pt x="11045" y="21883"/>
                    </a:cubicBezTo>
                    <a:cubicBezTo>
                      <a:pt x="11106" y="21836"/>
                      <a:pt x="11170" y="21821"/>
                      <a:pt x="11237" y="21821"/>
                    </a:cubicBezTo>
                    <a:cubicBezTo>
                      <a:pt x="11359" y="21821"/>
                      <a:pt x="11489" y="21873"/>
                      <a:pt x="11618" y="21873"/>
                    </a:cubicBezTo>
                    <a:cubicBezTo>
                      <a:pt x="11644" y="21873"/>
                      <a:pt x="11670" y="21871"/>
                      <a:pt x="11696" y="21866"/>
                    </a:cubicBezTo>
                    <a:cubicBezTo>
                      <a:pt x="11764" y="21832"/>
                      <a:pt x="11837" y="21814"/>
                      <a:pt x="11911" y="21814"/>
                    </a:cubicBezTo>
                    <a:cubicBezTo>
                      <a:pt x="11993" y="21814"/>
                      <a:pt x="12076" y="21836"/>
                      <a:pt x="12151" y="21883"/>
                    </a:cubicBezTo>
                    <a:cubicBezTo>
                      <a:pt x="12247" y="21836"/>
                      <a:pt x="12349" y="21815"/>
                      <a:pt x="12451" y="21815"/>
                    </a:cubicBezTo>
                    <a:cubicBezTo>
                      <a:pt x="12558" y="21815"/>
                      <a:pt x="12666" y="21838"/>
                      <a:pt x="12767" y="21874"/>
                    </a:cubicBezTo>
                    <a:cubicBezTo>
                      <a:pt x="12892" y="21776"/>
                      <a:pt x="13061" y="21883"/>
                      <a:pt x="13124" y="21714"/>
                    </a:cubicBezTo>
                    <a:cubicBezTo>
                      <a:pt x="13148" y="21717"/>
                      <a:pt x="13172" y="21719"/>
                      <a:pt x="13196" y="21719"/>
                    </a:cubicBezTo>
                    <a:cubicBezTo>
                      <a:pt x="13376" y="21719"/>
                      <a:pt x="13549" y="21633"/>
                      <a:pt x="13659" y="21491"/>
                    </a:cubicBezTo>
                    <a:cubicBezTo>
                      <a:pt x="13730" y="21393"/>
                      <a:pt x="13846" y="21393"/>
                      <a:pt x="13962" y="21393"/>
                    </a:cubicBezTo>
                    <a:cubicBezTo>
                      <a:pt x="14221" y="21286"/>
                      <a:pt x="14587" y="21295"/>
                      <a:pt x="14765" y="21045"/>
                    </a:cubicBezTo>
                    <a:lnTo>
                      <a:pt x="14756" y="21000"/>
                    </a:lnTo>
                    <a:cubicBezTo>
                      <a:pt x="14836" y="20956"/>
                      <a:pt x="14988" y="20956"/>
                      <a:pt x="15024" y="20858"/>
                    </a:cubicBezTo>
                    <a:cubicBezTo>
                      <a:pt x="15104" y="20840"/>
                      <a:pt x="15095" y="20706"/>
                      <a:pt x="15167" y="20652"/>
                    </a:cubicBezTo>
                    <a:cubicBezTo>
                      <a:pt x="15398" y="20474"/>
                      <a:pt x="15729" y="20420"/>
                      <a:pt x="15907" y="20162"/>
                    </a:cubicBezTo>
                    <a:cubicBezTo>
                      <a:pt x="16076" y="19912"/>
                      <a:pt x="16415" y="19849"/>
                      <a:pt x="16576" y="19582"/>
                    </a:cubicBezTo>
                    <a:cubicBezTo>
                      <a:pt x="16674" y="19359"/>
                      <a:pt x="17067" y="19332"/>
                      <a:pt x="16933" y="19011"/>
                    </a:cubicBezTo>
                    <a:cubicBezTo>
                      <a:pt x="17067" y="18877"/>
                      <a:pt x="17361" y="18895"/>
                      <a:pt x="17370" y="18663"/>
                    </a:cubicBezTo>
                    <a:cubicBezTo>
                      <a:pt x="17432" y="18618"/>
                      <a:pt x="17513" y="18574"/>
                      <a:pt x="17575" y="18511"/>
                    </a:cubicBezTo>
                    <a:cubicBezTo>
                      <a:pt x="17602" y="18351"/>
                      <a:pt x="17691" y="18226"/>
                      <a:pt x="17852" y="18163"/>
                    </a:cubicBezTo>
                    <a:cubicBezTo>
                      <a:pt x="18173" y="18038"/>
                      <a:pt x="18039" y="17619"/>
                      <a:pt x="18173" y="17378"/>
                    </a:cubicBezTo>
                    <a:cubicBezTo>
                      <a:pt x="18209" y="17253"/>
                      <a:pt x="18405" y="17289"/>
                      <a:pt x="18423" y="17146"/>
                    </a:cubicBezTo>
                    <a:cubicBezTo>
                      <a:pt x="18423" y="17013"/>
                      <a:pt x="18557" y="16932"/>
                      <a:pt x="18565" y="16798"/>
                    </a:cubicBezTo>
                    <a:cubicBezTo>
                      <a:pt x="18583" y="16611"/>
                      <a:pt x="18797" y="16522"/>
                      <a:pt x="18797" y="16326"/>
                    </a:cubicBezTo>
                    <a:cubicBezTo>
                      <a:pt x="18922" y="16183"/>
                      <a:pt x="19127" y="16067"/>
                      <a:pt x="19056" y="15826"/>
                    </a:cubicBezTo>
                    <a:cubicBezTo>
                      <a:pt x="19136" y="15416"/>
                      <a:pt x="19252" y="15005"/>
                      <a:pt x="19270" y="14586"/>
                    </a:cubicBezTo>
                    <a:cubicBezTo>
                      <a:pt x="19181" y="14381"/>
                      <a:pt x="19413" y="14283"/>
                      <a:pt x="19404" y="14104"/>
                    </a:cubicBezTo>
                    <a:cubicBezTo>
                      <a:pt x="19440" y="13667"/>
                      <a:pt x="19681" y="13266"/>
                      <a:pt x="19627" y="12820"/>
                    </a:cubicBezTo>
                    <a:cubicBezTo>
                      <a:pt x="19725" y="12766"/>
                      <a:pt x="19672" y="12579"/>
                      <a:pt x="19698" y="12463"/>
                    </a:cubicBezTo>
                    <a:cubicBezTo>
                      <a:pt x="19823" y="12204"/>
                      <a:pt x="19431" y="12079"/>
                      <a:pt x="19600" y="11821"/>
                    </a:cubicBezTo>
                    <a:cubicBezTo>
                      <a:pt x="19600" y="11482"/>
                      <a:pt x="19707" y="11151"/>
                      <a:pt x="19707" y="10821"/>
                    </a:cubicBezTo>
                    <a:lnTo>
                      <a:pt x="19752" y="10830"/>
                    </a:lnTo>
                    <a:cubicBezTo>
                      <a:pt x="19752" y="10491"/>
                      <a:pt x="19770" y="10152"/>
                      <a:pt x="19743" y="9822"/>
                    </a:cubicBezTo>
                    <a:cubicBezTo>
                      <a:pt x="19761" y="9653"/>
                      <a:pt x="19761" y="9483"/>
                      <a:pt x="19725" y="9314"/>
                    </a:cubicBezTo>
                    <a:cubicBezTo>
                      <a:pt x="19627" y="9225"/>
                      <a:pt x="19868" y="8859"/>
                      <a:pt x="19716" y="8841"/>
                    </a:cubicBezTo>
                    <a:cubicBezTo>
                      <a:pt x="19725" y="8645"/>
                      <a:pt x="19707" y="8457"/>
                      <a:pt x="19716" y="8261"/>
                    </a:cubicBezTo>
                    <a:lnTo>
                      <a:pt x="19672" y="8261"/>
                    </a:lnTo>
                    <a:cubicBezTo>
                      <a:pt x="19672" y="8181"/>
                      <a:pt x="19672" y="8100"/>
                      <a:pt x="19645" y="8029"/>
                    </a:cubicBezTo>
                    <a:cubicBezTo>
                      <a:pt x="19582" y="7860"/>
                      <a:pt x="19672" y="7681"/>
                      <a:pt x="19672" y="7512"/>
                    </a:cubicBezTo>
                    <a:lnTo>
                      <a:pt x="19627" y="7512"/>
                    </a:lnTo>
                    <a:cubicBezTo>
                      <a:pt x="19582" y="7298"/>
                      <a:pt x="19440" y="7110"/>
                      <a:pt x="19368" y="6896"/>
                    </a:cubicBezTo>
                    <a:cubicBezTo>
                      <a:pt x="19404" y="6807"/>
                      <a:pt x="19413" y="6709"/>
                      <a:pt x="19395" y="6620"/>
                    </a:cubicBezTo>
                    <a:cubicBezTo>
                      <a:pt x="19413" y="6405"/>
                      <a:pt x="19458" y="6111"/>
                      <a:pt x="19217" y="6013"/>
                    </a:cubicBezTo>
                    <a:cubicBezTo>
                      <a:pt x="19127" y="5879"/>
                      <a:pt x="19181" y="5656"/>
                      <a:pt x="19020" y="5549"/>
                    </a:cubicBezTo>
                    <a:cubicBezTo>
                      <a:pt x="19003" y="5344"/>
                      <a:pt x="19127" y="5049"/>
                      <a:pt x="18913" y="4898"/>
                    </a:cubicBezTo>
                    <a:cubicBezTo>
                      <a:pt x="18888" y="4838"/>
                      <a:pt x="18870" y="4754"/>
                      <a:pt x="18792" y="4754"/>
                    </a:cubicBezTo>
                    <a:cubicBezTo>
                      <a:pt x="18788" y="4754"/>
                      <a:pt x="18784" y="4755"/>
                      <a:pt x="18780" y="4755"/>
                    </a:cubicBezTo>
                    <a:cubicBezTo>
                      <a:pt x="18780" y="4657"/>
                      <a:pt x="18708" y="4577"/>
                      <a:pt x="18655" y="4496"/>
                    </a:cubicBezTo>
                    <a:cubicBezTo>
                      <a:pt x="18646" y="4407"/>
                      <a:pt x="18619" y="4273"/>
                      <a:pt x="18521" y="4238"/>
                    </a:cubicBezTo>
                    <a:cubicBezTo>
                      <a:pt x="18405" y="4122"/>
                      <a:pt x="18360" y="3952"/>
                      <a:pt x="18253" y="3836"/>
                    </a:cubicBezTo>
                    <a:cubicBezTo>
                      <a:pt x="18271" y="3765"/>
                      <a:pt x="18253" y="3720"/>
                      <a:pt x="18209" y="3702"/>
                    </a:cubicBezTo>
                    <a:cubicBezTo>
                      <a:pt x="18262" y="3533"/>
                      <a:pt x="18244" y="3301"/>
                      <a:pt x="18075" y="3221"/>
                    </a:cubicBezTo>
                    <a:cubicBezTo>
                      <a:pt x="18048" y="3158"/>
                      <a:pt x="18021" y="3060"/>
                      <a:pt x="17941" y="3051"/>
                    </a:cubicBezTo>
                    <a:cubicBezTo>
                      <a:pt x="17896" y="2944"/>
                      <a:pt x="17763" y="2900"/>
                      <a:pt x="17682" y="2819"/>
                    </a:cubicBezTo>
                    <a:cubicBezTo>
                      <a:pt x="17673" y="2614"/>
                      <a:pt x="17459" y="2569"/>
                      <a:pt x="17334" y="2462"/>
                    </a:cubicBezTo>
                    <a:cubicBezTo>
                      <a:pt x="17156" y="2213"/>
                      <a:pt x="16924" y="2016"/>
                      <a:pt x="16737" y="1775"/>
                    </a:cubicBezTo>
                    <a:cubicBezTo>
                      <a:pt x="16540" y="1731"/>
                      <a:pt x="16415" y="1544"/>
                      <a:pt x="16219" y="1490"/>
                    </a:cubicBezTo>
                    <a:cubicBezTo>
                      <a:pt x="16005" y="1383"/>
                      <a:pt x="15871" y="1151"/>
                      <a:pt x="15639" y="1053"/>
                    </a:cubicBezTo>
                    <a:cubicBezTo>
                      <a:pt x="15470" y="990"/>
                      <a:pt x="15309" y="892"/>
                      <a:pt x="15140" y="803"/>
                    </a:cubicBezTo>
                    <a:cubicBezTo>
                      <a:pt x="14792" y="758"/>
                      <a:pt x="14462" y="651"/>
                      <a:pt x="14114" y="589"/>
                    </a:cubicBezTo>
                    <a:cubicBezTo>
                      <a:pt x="13480" y="509"/>
                      <a:pt x="12856" y="402"/>
                      <a:pt x="12223" y="357"/>
                    </a:cubicBezTo>
                    <a:lnTo>
                      <a:pt x="12160" y="357"/>
                    </a:lnTo>
                    <a:cubicBezTo>
                      <a:pt x="12097" y="306"/>
                      <a:pt x="12020" y="296"/>
                      <a:pt x="11941" y="296"/>
                    </a:cubicBezTo>
                    <a:cubicBezTo>
                      <a:pt x="11894" y="296"/>
                      <a:pt x="11847" y="300"/>
                      <a:pt x="11800" y="300"/>
                    </a:cubicBezTo>
                    <a:cubicBezTo>
                      <a:pt x="11748" y="300"/>
                      <a:pt x="11697" y="295"/>
                      <a:pt x="11652" y="277"/>
                    </a:cubicBezTo>
                    <a:cubicBezTo>
                      <a:pt x="11259" y="170"/>
                      <a:pt x="10858" y="232"/>
                      <a:pt x="10465" y="134"/>
                    </a:cubicBezTo>
                    <a:cubicBezTo>
                      <a:pt x="10444" y="134"/>
                      <a:pt x="10422" y="135"/>
                      <a:pt x="10401" y="135"/>
                    </a:cubicBezTo>
                    <a:cubicBezTo>
                      <a:pt x="10036" y="135"/>
                      <a:pt x="9682" y="75"/>
                      <a:pt x="9320" y="75"/>
                    </a:cubicBezTo>
                    <a:cubicBezTo>
                      <a:pt x="9262" y="75"/>
                      <a:pt x="9203" y="77"/>
                      <a:pt x="9145" y="81"/>
                    </a:cubicBezTo>
                    <a:lnTo>
                      <a:pt x="9145" y="36"/>
                    </a:lnTo>
                    <a:cubicBezTo>
                      <a:pt x="9013" y="36"/>
                      <a:pt x="8882" y="39"/>
                      <a:pt x="8752" y="39"/>
                    </a:cubicBezTo>
                    <a:cubicBezTo>
                      <a:pt x="8558" y="39"/>
                      <a:pt x="8365" y="32"/>
                      <a:pt x="817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9"/>
              <p:cNvSpPr/>
              <p:nvPr/>
            </p:nvSpPr>
            <p:spPr>
              <a:xfrm>
                <a:off x="8150749" y="539399"/>
                <a:ext cx="286880" cy="267434"/>
              </a:xfrm>
              <a:custGeom>
                <a:avLst/>
                <a:gdLst/>
                <a:ahLst/>
                <a:cxnLst/>
                <a:rect l="l" t="t" r="r" b="b"/>
                <a:pathLst>
                  <a:path w="22955" h="21399" extrusionOk="0">
                    <a:moveTo>
                      <a:pt x="12450" y="0"/>
                    </a:moveTo>
                    <a:cubicBezTo>
                      <a:pt x="12370" y="0"/>
                      <a:pt x="12270" y="24"/>
                      <a:pt x="12202" y="24"/>
                    </a:cubicBezTo>
                    <a:cubicBezTo>
                      <a:pt x="12186" y="24"/>
                      <a:pt x="12172" y="23"/>
                      <a:pt x="12160" y="20"/>
                    </a:cubicBezTo>
                    <a:cubicBezTo>
                      <a:pt x="12111" y="13"/>
                      <a:pt x="12064" y="6"/>
                      <a:pt x="12020" y="6"/>
                    </a:cubicBezTo>
                    <a:cubicBezTo>
                      <a:pt x="11951" y="6"/>
                      <a:pt x="11892" y="22"/>
                      <a:pt x="11848" y="82"/>
                    </a:cubicBezTo>
                    <a:cubicBezTo>
                      <a:pt x="11759" y="162"/>
                      <a:pt x="11625" y="171"/>
                      <a:pt x="11536" y="260"/>
                    </a:cubicBezTo>
                    <a:cubicBezTo>
                      <a:pt x="11513" y="275"/>
                      <a:pt x="11491" y="281"/>
                      <a:pt x="11470" y="281"/>
                    </a:cubicBezTo>
                    <a:cubicBezTo>
                      <a:pt x="11401" y="281"/>
                      <a:pt x="11339" y="216"/>
                      <a:pt x="11277" y="189"/>
                    </a:cubicBezTo>
                    <a:lnTo>
                      <a:pt x="11286" y="144"/>
                    </a:lnTo>
                    <a:cubicBezTo>
                      <a:pt x="11161" y="144"/>
                      <a:pt x="10911" y="153"/>
                      <a:pt x="10787" y="153"/>
                    </a:cubicBezTo>
                    <a:cubicBezTo>
                      <a:pt x="10735" y="130"/>
                      <a:pt x="10690" y="120"/>
                      <a:pt x="10648" y="120"/>
                    </a:cubicBezTo>
                    <a:cubicBezTo>
                      <a:pt x="10436" y="120"/>
                      <a:pt x="10329" y="381"/>
                      <a:pt x="10135" y="448"/>
                    </a:cubicBezTo>
                    <a:cubicBezTo>
                      <a:pt x="10020" y="370"/>
                      <a:pt x="9898" y="340"/>
                      <a:pt x="9774" y="340"/>
                    </a:cubicBezTo>
                    <a:cubicBezTo>
                      <a:pt x="9569" y="340"/>
                      <a:pt x="9360" y="422"/>
                      <a:pt x="9172" y="510"/>
                    </a:cubicBezTo>
                    <a:cubicBezTo>
                      <a:pt x="9145" y="626"/>
                      <a:pt x="9065" y="698"/>
                      <a:pt x="8967" y="769"/>
                    </a:cubicBezTo>
                    <a:cubicBezTo>
                      <a:pt x="8744" y="840"/>
                      <a:pt x="8503" y="903"/>
                      <a:pt x="8271" y="974"/>
                    </a:cubicBezTo>
                    <a:cubicBezTo>
                      <a:pt x="8191" y="1001"/>
                      <a:pt x="8021" y="965"/>
                      <a:pt x="7967" y="1063"/>
                    </a:cubicBezTo>
                    <a:cubicBezTo>
                      <a:pt x="7962" y="1063"/>
                      <a:pt x="7957" y="1062"/>
                      <a:pt x="7952" y="1062"/>
                    </a:cubicBezTo>
                    <a:cubicBezTo>
                      <a:pt x="7825" y="1062"/>
                      <a:pt x="7829" y="1278"/>
                      <a:pt x="7700" y="1286"/>
                    </a:cubicBezTo>
                    <a:cubicBezTo>
                      <a:pt x="7504" y="1295"/>
                      <a:pt x="7254" y="1286"/>
                      <a:pt x="7147" y="1483"/>
                    </a:cubicBezTo>
                    <a:cubicBezTo>
                      <a:pt x="7122" y="1598"/>
                      <a:pt x="7029" y="1735"/>
                      <a:pt x="6896" y="1735"/>
                    </a:cubicBezTo>
                    <a:cubicBezTo>
                      <a:pt x="6885" y="1735"/>
                      <a:pt x="6873" y="1734"/>
                      <a:pt x="6861" y="1732"/>
                    </a:cubicBezTo>
                    <a:cubicBezTo>
                      <a:pt x="6825" y="1716"/>
                      <a:pt x="6792" y="1709"/>
                      <a:pt x="6762" y="1709"/>
                    </a:cubicBezTo>
                    <a:cubicBezTo>
                      <a:pt x="6644" y="1709"/>
                      <a:pt x="6568" y="1818"/>
                      <a:pt x="6504" y="1911"/>
                    </a:cubicBezTo>
                    <a:cubicBezTo>
                      <a:pt x="6371" y="1973"/>
                      <a:pt x="6326" y="2143"/>
                      <a:pt x="6246" y="2268"/>
                    </a:cubicBezTo>
                    <a:cubicBezTo>
                      <a:pt x="6130" y="2357"/>
                      <a:pt x="5996" y="2384"/>
                      <a:pt x="5862" y="2410"/>
                    </a:cubicBezTo>
                    <a:cubicBezTo>
                      <a:pt x="5684" y="2553"/>
                      <a:pt x="5514" y="2687"/>
                      <a:pt x="5363" y="2848"/>
                    </a:cubicBezTo>
                    <a:cubicBezTo>
                      <a:pt x="5254" y="2964"/>
                      <a:pt x="5246" y="3223"/>
                      <a:pt x="5064" y="3223"/>
                    </a:cubicBezTo>
                    <a:cubicBezTo>
                      <a:pt x="5037" y="3223"/>
                      <a:pt x="5006" y="3217"/>
                      <a:pt x="4970" y="3204"/>
                    </a:cubicBezTo>
                    <a:cubicBezTo>
                      <a:pt x="4818" y="3320"/>
                      <a:pt x="4729" y="3499"/>
                      <a:pt x="4658" y="3677"/>
                    </a:cubicBezTo>
                    <a:cubicBezTo>
                      <a:pt x="4506" y="3775"/>
                      <a:pt x="4346" y="3865"/>
                      <a:pt x="4221" y="3998"/>
                    </a:cubicBezTo>
                    <a:cubicBezTo>
                      <a:pt x="4167" y="4141"/>
                      <a:pt x="4015" y="4186"/>
                      <a:pt x="3908" y="4266"/>
                    </a:cubicBezTo>
                    <a:cubicBezTo>
                      <a:pt x="3828" y="4346"/>
                      <a:pt x="3837" y="4471"/>
                      <a:pt x="3730" y="4534"/>
                    </a:cubicBezTo>
                    <a:cubicBezTo>
                      <a:pt x="3659" y="4676"/>
                      <a:pt x="3445" y="4560"/>
                      <a:pt x="3364" y="4694"/>
                    </a:cubicBezTo>
                    <a:cubicBezTo>
                      <a:pt x="3311" y="4855"/>
                      <a:pt x="3177" y="4962"/>
                      <a:pt x="3132" y="5122"/>
                    </a:cubicBezTo>
                    <a:cubicBezTo>
                      <a:pt x="2775" y="5426"/>
                      <a:pt x="2767" y="5934"/>
                      <a:pt x="2472" y="6282"/>
                    </a:cubicBezTo>
                    <a:cubicBezTo>
                      <a:pt x="2294" y="6514"/>
                      <a:pt x="2133" y="6791"/>
                      <a:pt x="2089" y="7085"/>
                    </a:cubicBezTo>
                    <a:lnTo>
                      <a:pt x="2053" y="7094"/>
                    </a:lnTo>
                    <a:cubicBezTo>
                      <a:pt x="1848" y="7620"/>
                      <a:pt x="1616" y="8129"/>
                      <a:pt x="1446" y="8673"/>
                    </a:cubicBezTo>
                    <a:cubicBezTo>
                      <a:pt x="1232" y="9057"/>
                      <a:pt x="1152" y="9494"/>
                      <a:pt x="1018" y="9913"/>
                    </a:cubicBezTo>
                    <a:cubicBezTo>
                      <a:pt x="893" y="10163"/>
                      <a:pt x="893" y="10457"/>
                      <a:pt x="813" y="10725"/>
                    </a:cubicBezTo>
                    <a:cubicBezTo>
                      <a:pt x="572" y="11269"/>
                      <a:pt x="456" y="11858"/>
                      <a:pt x="313" y="12438"/>
                    </a:cubicBezTo>
                    <a:cubicBezTo>
                      <a:pt x="197" y="12678"/>
                      <a:pt x="224" y="12973"/>
                      <a:pt x="135" y="13232"/>
                    </a:cubicBezTo>
                    <a:lnTo>
                      <a:pt x="99" y="13232"/>
                    </a:lnTo>
                    <a:cubicBezTo>
                      <a:pt x="1" y="13678"/>
                      <a:pt x="99" y="14115"/>
                      <a:pt x="99" y="14561"/>
                    </a:cubicBezTo>
                    <a:lnTo>
                      <a:pt x="135" y="14552"/>
                    </a:lnTo>
                    <a:cubicBezTo>
                      <a:pt x="162" y="14766"/>
                      <a:pt x="188" y="14989"/>
                      <a:pt x="197" y="15212"/>
                    </a:cubicBezTo>
                    <a:cubicBezTo>
                      <a:pt x="144" y="15408"/>
                      <a:pt x="251" y="15596"/>
                      <a:pt x="251" y="15783"/>
                    </a:cubicBezTo>
                    <a:cubicBezTo>
                      <a:pt x="286" y="15997"/>
                      <a:pt x="269" y="16229"/>
                      <a:pt x="411" y="16407"/>
                    </a:cubicBezTo>
                    <a:cubicBezTo>
                      <a:pt x="474" y="16479"/>
                      <a:pt x="438" y="16675"/>
                      <a:pt x="545" y="16675"/>
                    </a:cubicBezTo>
                    <a:cubicBezTo>
                      <a:pt x="501" y="16880"/>
                      <a:pt x="670" y="17050"/>
                      <a:pt x="750" y="17219"/>
                    </a:cubicBezTo>
                    <a:cubicBezTo>
                      <a:pt x="786" y="17415"/>
                      <a:pt x="982" y="17531"/>
                      <a:pt x="1000" y="17728"/>
                    </a:cubicBezTo>
                    <a:cubicBezTo>
                      <a:pt x="1214" y="18085"/>
                      <a:pt x="1375" y="18477"/>
                      <a:pt x="1634" y="18816"/>
                    </a:cubicBezTo>
                    <a:cubicBezTo>
                      <a:pt x="1919" y="18959"/>
                      <a:pt x="2133" y="19244"/>
                      <a:pt x="2231" y="19539"/>
                    </a:cubicBezTo>
                    <a:cubicBezTo>
                      <a:pt x="2543" y="19780"/>
                      <a:pt x="2954" y="19815"/>
                      <a:pt x="3248" y="20074"/>
                    </a:cubicBezTo>
                    <a:cubicBezTo>
                      <a:pt x="3436" y="20125"/>
                      <a:pt x="3591" y="20298"/>
                      <a:pt x="3791" y="20298"/>
                    </a:cubicBezTo>
                    <a:cubicBezTo>
                      <a:pt x="3800" y="20298"/>
                      <a:pt x="3810" y="20298"/>
                      <a:pt x="3819" y="20297"/>
                    </a:cubicBezTo>
                    <a:lnTo>
                      <a:pt x="3819" y="20297"/>
                    </a:lnTo>
                    <a:cubicBezTo>
                      <a:pt x="3792" y="20386"/>
                      <a:pt x="3917" y="20395"/>
                      <a:pt x="3971" y="20413"/>
                    </a:cubicBezTo>
                    <a:cubicBezTo>
                      <a:pt x="4122" y="20453"/>
                      <a:pt x="4259" y="20570"/>
                      <a:pt x="4419" y="20570"/>
                    </a:cubicBezTo>
                    <a:cubicBezTo>
                      <a:pt x="4439" y="20570"/>
                      <a:pt x="4459" y="20569"/>
                      <a:pt x="4479" y="20565"/>
                    </a:cubicBezTo>
                    <a:lnTo>
                      <a:pt x="4479" y="20565"/>
                    </a:lnTo>
                    <a:lnTo>
                      <a:pt x="4470" y="20609"/>
                    </a:lnTo>
                    <a:cubicBezTo>
                      <a:pt x="4923" y="20678"/>
                      <a:pt x="5327" y="20959"/>
                      <a:pt x="5792" y="20959"/>
                    </a:cubicBezTo>
                    <a:cubicBezTo>
                      <a:pt x="5812" y="20959"/>
                      <a:pt x="5833" y="20958"/>
                      <a:pt x="5853" y="20957"/>
                    </a:cubicBezTo>
                    <a:lnTo>
                      <a:pt x="5880" y="20957"/>
                    </a:lnTo>
                    <a:cubicBezTo>
                      <a:pt x="6451" y="21234"/>
                      <a:pt x="7102" y="21243"/>
                      <a:pt x="7718" y="21359"/>
                    </a:cubicBezTo>
                    <a:cubicBezTo>
                      <a:pt x="7741" y="21369"/>
                      <a:pt x="7765" y="21372"/>
                      <a:pt x="7788" y="21372"/>
                    </a:cubicBezTo>
                    <a:cubicBezTo>
                      <a:pt x="7862" y="21372"/>
                      <a:pt x="7938" y="21336"/>
                      <a:pt x="8012" y="21336"/>
                    </a:cubicBezTo>
                    <a:cubicBezTo>
                      <a:pt x="8042" y="21336"/>
                      <a:pt x="8072" y="21342"/>
                      <a:pt x="8101" y="21359"/>
                    </a:cubicBezTo>
                    <a:cubicBezTo>
                      <a:pt x="8343" y="21387"/>
                      <a:pt x="8585" y="21398"/>
                      <a:pt x="8827" y="21398"/>
                    </a:cubicBezTo>
                    <a:cubicBezTo>
                      <a:pt x="9426" y="21398"/>
                      <a:pt x="10026" y="21329"/>
                      <a:pt x="10617" y="21278"/>
                    </a:cubicBezTo>
                    <a:lnTo>
                      <a:pt x="10617" y="21234"/>
                    </a:lnTo>
                    <a:lnTo>
                      <a:pt x="10653" y="21225"/>
                    </a:lnTo>
                    <a:cubicBezTo>
                      <a:pt x="10705" y="21232"/>
                      <a:pt x="10758" y="21236"/>
                      <a:pt x="10811" y="21236"/>
                    </a:cubicBezTo>
                    <a:cubicBezTo>
                      <a:pt x="10896" y="21236"/>
                      <a:pt x="10981" y="21225"/>
                      <a:pt x="11063" y="21198"/>
                    </a:cubicBezTo>
                    <a:cubicBezTo>
                      <a:pt x="11277" y="21109"/>
                      <a:pt x="11527" y="21153"/>
                      <a:pt x="11741" y="21046"/>
                    </a:cubicBezTo>
                    <a:cubicBezTo>
                      <a:pt x="11787" y="21063"/>
                      <a:pt x="11833" y="21070"/>
                      <a:pt x="11879" y="21070"/>
                    </a:cubicBezTo>
                    <a:cubicBezTo>
                      <a:pt x="12040" y="21070"/>
                      <a:pt x="12200" y="20989"/>
                      <a:pt x="12361" y="20989"/>
                    </a:cubicBezTo>
                    <a:cubicBezTo>
                      <a:pt x="12395" y="20989"/>
                      <a:pt x="12430" y="20993"/>
                      <a:pt x="12464" y="21002"/>
                    </a:cubicBezTo>
                    <a:cubicBezTo>
                      <a:pt x="12821" y="20841"/>
                      <a:pt x="13204" y="20770"/>
                      <a:pt x="13552" y="20591"/>
                    </a:cubicBezTo>
                    <a:cubicBezTo>
                      <a:pt x="13891" y="20565"/>
                      <a:pt x="14168" y="20351"/>
                      <a:pt x="14507" y="20351"/>
                    </a:cubicBezTo>
                    <a:cubicBezTo>
                      <a:pt x="14466" y="20287"/>
                      <a:pt x="14478" y="20267"/>
                      <a:pt x="14515" y="20267"/>
                    </a:cubicBezTo>
                    <a:cubicBezTo>
                      <a:pt x="14573" y="20267"/>
                      <a:pt x="14691" y="20315"/>
                      <a:pt x="14761" y="20315"/>
                    </a:cubicBezTo>
                    <a:cubicBezTo>
                      <a:pt x="14784" y="20315"/>
                      <a:pt x="14801" y="20310"/>
                      <a:pt x="14810" y="20297"/>
                    </a:cubicBezTo>
                    <a:cubicBezTo>
                      <a:pt x="14975" y="20231"/>
                      <a:pt x="15110" y="20080"/>
                      <a:pt x="15307" y="20080"/>
                    </a:cubicBezTo>
                    <a:cubicBezTo>
                      <a:pt x="15322" y="20080"/>
                      <a:pt x="15338" y="20081"/>
                      <a:pt x="15354" y="20083"/>
                    </a:cubicBezTo>
                    <a:cubicBezTo>
                      <a:pt x="15354" y="20065"/>
                      <a:pt x="15354" y="20020"/>
                      <a:pt x="15354" y="20003"/>
                    </a:cubicBezTo>
                    <a:cubicBezTo>
                      <a:pt x="15470" y="19976"/>
                      <a:pt x="15568" y="19887"/>
                      <a:pt x="15657" y="19806"/>
                    </a:cubicBezTo>
                    <a:cubicBezTo>
                      <a:pt x="15671" y="19808"/>
                      <a:pt x="15684" y="19809"/>
                      <a:pt x="15697" y="19809"/>
                    </a:cubicBezTo>
                    <a:cubicBezTo>
                      <a:pt x="15899" y="19809"/>
                      <a:pt x="16082" y="19628"/>
                      <a:pt x="16294" y="19628"/>
                    </a:cubicBezTo>
                    <a:cubicBezTo>
                      <a:pt x="16299" y="19628"/>
                      <a:pt x="16304" y="19628"/>
                      <a:pt x="16309" y="19628"/>
                    </a:cubicBezTo>
                    <a:cubicBezTo>
                      <a:pt x="16380" y="19548"/>
                      <a:pt x="16585" y="19530"/>
                      <a:pt x="16576" y="19423"/>
                    </a:cubicBezTo>
                    <a:lnTo>
                      <a:pt x="16576" y="19423"/>
                    </a:lnTo>
                    <a:cubicBezTo>
                      <a:pt x="16603" y="19430"/>
                      <a:pt x="16629" y="19433"/>
                      <a:pt x="16654" y="19433"/>
                    </a:cubicBezTo>
                    <a:cubicBezTo>
                      <a:pt x="16833" y="19433"/>
                      <a:pt x="16970" y="19269"/>
                      <a:pt x="17163" y="19269"/>
                    </a:cubicBezTo>
                    <a:cubicBezTo>
                      <a:pt x="17175" y="19269"/>
                      <a:pt x="17188" y="19270"/>
                      <a:pt x="17201" y="19271"/>
                    </a:cubicBezTo>
                    <a:cubicBezTo>
                      <a:pt x="17415" y="19173"/>
                      <a:pt x="17629" y="19039"/>
                      <a:pt x="17816" y="18879"/>
                    </a:cubicBezTo>
                    <a:lnTo>
                      <a:pt x="17816" y="18834"/>
                    </a:lnTo>
                    <a:cubicBezTo>
                      <a:pt x="18048" y="18807"/>
                      <a:pt x="18182" y="18513"/>
                      <a:pt x="18441" y="18477"/>
                    </a:cubicBezTo>
                    <a:cubicBezTo>
                      <a:pt x="18575" y="18334"/>
                      <a:pt x="18726" y="18201"/>
                      <a:pt x="18887" y="18093"/>
                    </a:cubicBezTo>
                    <a:cubicBezTo>
                      <a:pt x="18887" y="18067"/>
                      <a:pt x="18887" y="18022"/>
                      <a:pt x="18878" y="18004"/>
                    </a:cubicBezTo>
                    <a:cubicBezTo>
                      <a:pt x="19038" y="17915"/>
                      <a:pt x="19235" y="17754"/>
                      <a:pt x="19235" y="17558"/>
                    </a:cubicBezTo>
                    <a:cubicBezTo>
                      <a:pt x="19467" y="17433"/>
                      <a:pt x="19538" y="17148"/>
                      <a:pt x="19761" y="17023"/>
                    </a:cubicBezTo>
                    <a:cubicBezTo>
                      <a:pt x="19984" y="16800"/>
                      <a:pt x="20136" y="16514"/>
                      <a:pt x="20341" y="16274"/>
                    </a:cubicBezTo>
                    <a:cubicBezTo>
                      <a:pt x="20841" y="15560"/>
                      <a:pt x="21394" y="14873"/>
                      <a:pt x="21893" y="14159"/>
                    </a:cubicBezTo>
                    <a:cubicBezTo>
                      <a:pt x="22045" y="14070"/>
                      <a:pt x="22063" y="13865"/>
                      <a:pt x="22018" y="13704"/>
                    </a:cubicBezTo>
                    <a:cubicBezTo>
                      <a:pt x="22018" y="13490"/>
                      <a:pt x="22143" y="13303"/>
                      <a:pt x="22277" y="13125"/>
                    </a:cubicBezTo>
                    <a:cubicBezTo>
                      <a:pt x="22384" y="12839"/>
                      <a:pt x="22544" y="12580"/>
                      <a:pt x="22705" y="12322"/>
                    </a:cubicBezTo>
                    <a:cubicBezTo>
                      <a:pt x="22785" y="12018"/>
                      <a:pt x="22875" y="11706"/>
                      <a:pt x="22803" y="11385"/>
                    </a:cubicBezTo>
                    <a:cubicBezTo>
                      <a:pt x="22785" y="11260"/>
                      <a:pt x="22955" y="11162"/>
                      <a:pt x="22910" y="11028"/>
                    </a:cubicBezTo>
                    <a:cubicBezTo>
                      <a:pt x="22848" y="10850"/>
                      <a:pt x="22883" y="10662"/>
                      <a:pt x="22821" y="10493"/>
                    </a:cubicBezTo>
                    <a:cubicBezTo>
                      <a:pt x="22794" y="10413"/>
                      <a:pt x="22839" y="10314"/>
                      <a:pt x="22759" y="10252"/>
                    </a:cubicBezTo>
                    <a:cubicBezTo>
                      <a:pt x="22723" y="10074"/>
                      <a:pt x="22714" y="9886"/>
                      <a:pt x="22634" y="9717"/>
                    </a:cubicBezTo>
                    <a:cubicBezTo>
                      <a:pt x="22509" y="9645"/>
                      <a:pt x="22402" y="9547"/>
                      <a:pt x="22420" y="9396"/>
                    </a:cubicBezTo>
                    <a:cubicBezTo>
                      <a:pt x="22214" y="9262"/>
                      <a:pt x="22134" y="9030"/>
                      <a:pt x="22018" y="8825"/>
                    </a:cubicBezTo>
                    <a:cubicBezTo>
                      <a:pt x="22018" y="8691"/>
                      <a:pt x="21947" y="8548"/>
                      <a:pt x="21974" y="8414"/>
                    </a:cubicBezTo>
                    <a:lnTo>
                      <a:pt x="21974" y="8414"/>
                    </a:lnTo>
                    <a:lnTo>
                      <a:pt x="21938" y="8423"/>
                    </a:lnTo>
                    <a:cubicBezTo>
                      <a:pt x="21947" y="8327"/>
                      <a:pt x="21964" y="8120"/>
                      <a:pt x="21847" y="8120"/>
                    </a:cubicBezTo>
                    <a:cubicBezTo>
                      <a:pt x="21845" y="8120"/>
                      <a:pt x="21842" y="8120"/>
                      <a:pt x="21840" y="8120"/>
                    </a:cubicBezTo>
                    <a:cubicBezTo>
                      <a:pt x="21866" y="7968"/>
                      <a:pt x="21849" y="7808"/>
                      <a:pt x="21849" y="7656"/>
                    </a:cubicBezTo>
                    <a:cubicBezTo>
                      <a:pt x="21858" y="7379"/>
                      <a:pt x="21849" y="7094"/>
                      <a:pt x="21849" y="6808"/>
                    </a:cubicBezTo>
                    <a:cubicBezTo>
                      <a:pt x="21911" y="6701"/>
                      <a:pt x="21911" y="6576"/>
                      <a:pt x="21947" y="6461"/>
                    </a:cubicBezTo>
                    <a:cubicBezTo>
                      <a:pt x="22089" y="6336"/>
                      <a:pt x="22072" y="6050"/>
                      <a:pt x="22036" y="5845"/>
                    </a:cubicBezTo>
                    <a:lnTo>
                      <a:pt x="22036" y="5845"/>
                    </a:lnTo>
                    <a:lnTo>
                      <a:pt x="21991" y="5854"/>
                    </a:lnTo>
                    <a:cubicBezTo>
                      <a:pt x="21920" y="5774"/>
                      <a:pt x="21858" y="5675"/>
                      <a:pt x="21947" y="5577"/>
                    </a:cubicBezTo>
                    <a:cubicBezTo>
                      <a:pt x="22018" y="5497"/>
                      <a:pt x="21893" y="5435"/>
                      <a:pt x="21875" y="5354"/>
                    </a:cubicBezTo>
                    <a:cubicBezTo>
                      <a:pt x="21884" y="5319"/>
                      <a:pt x="21893" y="5256"/>
                      <a:pt x="21902" y="5220"/>
                    </a:cubicBezTo>
                    <a:cubicBezTo>
                      <a:pt x="21893" y="5096"/>
                      <a:pt x="21777" y="5015"/>
                      <a:pt x="21742" y="4908"/>
                    </a:cubicBezTo>
                    <a:cubicBezTo>
                      <a:pt x="21750" y="4694"/>
                      <a:pt x="21599" y="4525"/>
                      <a:pt x="21456" y="4391"/>
                    </a:cubicBezTo>
                    <a:cubicBezTo>
                      <a:pt x="21429" y="4248"/>
                      <a:pt x="21331" y="4114"/>
                      <a:pt x="21180" y="4088"/>
                    </a:cubicBezTo>
                    <a:cubicBezTo>
                      <a:pt x="21108" y="4088"/>
                      <a:pt x="21117" y="4007"/>
                      <a:pt x="21064" y="3989"/>
                    </a:cubicBezTo>
                    <a:cubicBezTo>
                      <a:pt x="21072" y="3873"/>
                      <a:pt x="20983" y="3793"/>
                      <a:pt x="20974" y="3677"/>
                    </a:cubicBezTo>
                    <a:cubicBezTo>
                      <a:pt x="20967" y="3639"/>
                      <a:pt x="20952" y="3554"/>
                      <a:pt x="20903" y="3554"/>
                    </a:cubicBezTo>
                    <a:cubicBezTo>
                      <a:pt x="20895" y="3554"/>
                      <a:pt x="20886" y="3556"/>
                      <a:pt x="20876" y="3561"/>
                    </a:cubicBezTo>
                    <a:cubicBezTo>
                      <a:pt x="20805" y="3454"/>
                      <a:pt x="20814" y="3285"/>
                      <a:pt x="20689" y="3213"/>
                    </a:cubicBezTo>
                    <a:cubicBezTo>
                      <a:pt x="20600" y="3178"/>
                      <a:pt x="20484" y="3160"/>
                      <a:pt x="20430" y="3071"/>
                    </a:cubicBezTo>
                    <a:cubicBezTo>
                      <a:pt x="20332" y="2839"/>
                      <a:pt x="20020" y="2883"/>
                      <a:pt x="19877" y="2696"/>
                    </a:cubicBezTo>
                    <a:cubicBezTo>
                      <a:pt x="19734" y="2526"/>
                      <a:pt x="19458" y="2571"/>
                      <a:pt x="19360" y="2366"/>
                    </a:cubicBezTo>
                    <a:cubicBezTo>
                      <a:pt x="19199" y="2285"/>
                      <a:pt x="19021" y="2241"/>
                      <a:pt x="18860" y="2161"/>
                    </a:cubicBezTo>
                    <a:cubicBezTo>
                      <a:pt x="18771" y="2089"/>
                      <a:pt x="18708" y="1973"/>
                      <a:pt x="18584" y="1955"/>
                    </a:cubicBezTo>
                    <a:cubicBezTo>
                      <a:pt x="18334" y="1893"/>
                      <a:pt x="18102" y="1777"/>
                      <a:pt x="17906" y="1616"/>
                    </a:cubicBezTo>
                    <a:cubicBezTo>
                      <a:pt x="17558" y="1536"/>
                      <a:pt x="17299" y="1277"/>
                      <a:pt x="17022" y="1081"/>
                    </a:cubicBezTo>
                    <a:cubicBezTo>
                      <a:pt x="16764" y="1001"/>
                      <a:pt x="16496" y="929"/>
                      <a:pt x="16264" y="778"/>
                    </a:cubicBezTo>
                    <a:cubicBezTo>
                      <a:pt x="15943" y="653"/>
                      <a:pt x="15604" y="591"/>
                      <a:pt x="15292" y="421"/>
                    </a:cubicBezTo>
                    <a:cubicBezTo>
                      <a:pt x="14997" y="403"/>
                      <a:pt x="14685" y="394"/>
                      <a:pt x="14417" y="234"/>
                    </a:cubicBezTo>
                    <a:cubicBezTo>
                      <a:pt x="14351" y="184"/>
                      <a:pt x="14276" y="172"/>
                      <a:pt x="14197" y="172"/>
                    </a:cubicBezTo>
                    <a:cubicBezTo>
                      <a:pt x="14127" y="172"/>
                      <a:pt x="14054" y="182"/>
                      <a:pt x="13984" y="182"/>
                    </a:cubicBezTo>
                    <a:cubicBezTo>
                      <a:pt x="13920" y="182"/>
                      <a:pt x="13858" y="174"/>
                      <a:pt x="13802" y="144"/>
                    </a:cubicBezTo>
                    <a:cubicBezTo>
                      <a:pt x="13694" y="93"/>
                      <a:pt x="13575" y="63"/>
                      <a:pt x="13456" y="63"/>
                    </a:cubicBezTo>
                    <a:cubicBezTo>
                      <a:pt x="13368" y="63"/>
                      <a:pt x="13279" y="80"/>
                      <a:pt x="13195" y="118"/>
                    </a:cubicBezTo>
                    <a:cubicBezTo>
                      <a:pt x="13160" y="132"/>
                      <a:pt x="13127" y="137"/>
                      <a:pt x="13094" y="137"/>
                    </a:cubicBezTo>
                    <a:cubicBezTo>
                      <a:pt x="12953" y="137"/>
                      <a:pt x="12828" y="32"/>
                      <a:pt x="12684" y="32"/>
                    </a:cubicBezTo>
                    <a:cubicBezTo>
                      <a:pt x="12647" y="32"/>
                      <a:pt x="12610" y="39"/>
                      <a:pt x="12571" y="55"/>
                    </a:cubicBezTo>
                    <a:cubicBezTo>
                      <a:pt x="12554" y="12"/>
                      <a:pt x="12507" y="0"/>
                      <a:pt x="124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9"/>
              <p:cNvSpPr/>
              <p:nvPr/>
            </p:nvSpPr>
            <p:spPr>
              <a:xfrm>
                <a:off x="8150749" y="1879867"/>
                <a:ext cx="286890" cy="286743"/>
              </a:xfrm>
              <a:custGeom>
                <a:avLst/>
                <a:gdLst/>
                <a:ahLst/>
                <a:cxnLst/>
                <a:rect l="l" t="t" r="r" b="b"/>
                <a:pathLst>
                  <a:path w="21510" h="21499" extrusionOk="0">
                    <a:moveTo>
                      <a:pt x="11164" y="0"/>
                    </a:moveTo>
                    <a:cubicBezTo>
                      <a:pt x="11086" y="0"/>
                      <a:pt x="10992" y="29"/>
                      <a:pt x="10947" y="74"/>
                    </a:cubicBezTo>
                    <a:cubicBezTo>
                      <a:pt x="10884" y="217"/>
                      <a:pt x="10706" y="217"/>
                      <a:pt x="10563" y="226"/>
                    </a:cubicBezTo>
                    <a:cubicBezTo>
                      <a:pt x="10545" y="208"/>
                      <a:pt x="10510" y="190"/>
                      <a:pt x="10483" y="181"/>
                    </a:cubicBezTo>
                    <a:cubicBezTo>
                      <a:pt x="10491" y="143"/>
                      <a:pt x="10466" y="135"/>
                      <a:pt x="10433" y="135"/>
                    </a:cubicBezTo>
                    <a:cubicBezTo>
                      <a:pt x="10407" y="135"/>
                      <a:pt x="10375" y="140"/>
                      <a:pt x="10350" y="140"/>
                    </a:cubicBezTo>
                    <a:cubicBezTo>
                      <a:pt x="10339" y="140"/>
                      <a:pt x="10330" y="139"/>
                      <a:pt x="10322" y="136"/>
                    </a:cubicBezTo>
                    <a:cubicBezTo>
                      <a:pt x="10318" y="101"/>
                      <a:pt x="10274" y="90"/>
                      <a:pt x="10219" y="90"/>
                    </a:cubicBezTo>
                    <a:cubicBezTo>
                      <a:pt x="10149" y="90"/>
                      <a:pt x="10063" y="108"/>
                      <a:pt x="10028" y="118"/>
                    </a:cubicBezTo>
                    <a:cubicBezTo>
                      <a:pt x="9936" y="142"/>
                      <a:pt x="9890" y="291"/>
                      <a:pt x="9798" y="291"/>
                    </a:cubicBezTo>
                    <a:cubicBezTo>
                      <a:pt x="9784" y="291"/>
                      <a:pt x="9768" y="288"/>
                      <a:pt x="9751" y="279"/>
                    </a:cubicBezTo>
                    <a:cubicBezTo>
                      <a:pt x="9719" y="266"/>
                      <a:pt x="9689" y="261"/>
                      <a:pt x="9659" y="261"/>
                    </a:cubicBezTo>
                    <a:cubicBezTo>
                      <a:pt x="9468" y="261"/>
                      <a:pt x="9317" y="491"/>
                      <a:pt x="9130" y="491"/>
                    </a:cubicBezTo>
                    <a:cubicBezTo>
                      <a:pt x="9103" y="491"/>
                      <a:pt x="9075" y="486"/>
                      <a:pt x="9047" y="475"/>
                    </a:cubicBezTo>
                    <a:cubicBezTo>
                      <a:pt x="8972" y="516"/>
                      <a:pt x="8908" y="577"/>
                      <a:pt x="8831" y="577"/>
                    </a:cubicBezTo>
                    <a:cubicBezTo>
                      <a:pt x="8806" y="577"/>
                      <a:pt x="8780" y="571"/>
                      <a:pt x="8752" y="556"/>
                    </a:cubicBezTo>
                    <a:cubicBezTo>
                      <a:pt x="8663" y="580"/>
                      <a:pt x="8572" y="586"/>
                      <a:pt x="8479" y="586"/>
                    </a:cubicBezTo>
                    <a:cubicBezTo>
                      <a:pt x="8394" y="586"/>
                      <a:pt x="8308" y="581"/>
                      <a:pt x="8221" y="581"/>
                    </a:cubicBezTo>
                    <a:cubicBezTo>
                      <a:pt x="8196" y="581"/>
                      <a:pt x="8171" y="581"/>
                      <a:pt x="8146" y="582"/>
                    </a:cubicBezTo>
                    <a:lnTo>
                      <a:pt x="8155" y="627"/>
                    </a:lnTo>
                    <a:cubicBezTo>
                      <a:pt x="8021" y="627"/>
                      <a:pt x="7896" y="672"/>
                      <a:pt x="7780" y="734"/>
                    </a:cubicBezTo>
                    <a:cubicBezTo>
                      <a:pt x="7477" y="743"/>
                      <a:pt x="7218" y="930"/>
                      <a:pt x="6915" y="957"/>
                    </a:cubicBezTo>
                    <a:cubicBezTo>
                      <a:pt x="6799" y="993"/>
                      <a:pt x="6736" y="1118"/>
                      <a:pt x="6620" y="1144"/>
                    </a:cubicBezTo>
                    <a:cubicBezTo>
                      <a:pt x="6600" y="1141"/>
                      <a:pt x="6580" y="1140"/>
                      <a:pt x="6560" y="1140"/>
                    </a:cubicBezTo>
                    <a:cubicBezTo>
                      <a:pt x="6414" y="1140"/>
                      <a:pt x="6282" y="1224"/>
                      <a:pt x="6219" y="1350"/>
                    </a:cubicBezTo>
                    <a:cubicBezTo>
                      <a:pt x="6130" y="1414"/>
                      <a:pt x="6021" y="1449"/>
                      <a:pt x="5909" y="1449"/>
                    </a:cubicBezTo>
                    <a:cubicBezTo>
                      <a:pt x="5896" y="1449"/>
                      <a:pt x="5883" y="1449"/>
                      <a:pt x="5871" y="1448"/>
                    </a:cubicBezTo>
                    <a:cubicBezTo>
                      <a:pt x="5728" y="1528"/>
                      <a:pt x="5541" y="1519"/>
                      <a:pt x="5443" y="1662"/>
                    </a:cubicBezTo>
                    <a:cubicBezTo>
                      <a:pt x="5086" y="2028"/>
                      <a:pt x="4613" y="2286"/>
                      <a:pt x="4372" y="2759"/>
                    </a:cubicBezTo>
                    <a:cubicBezTo>
                      <a:pt x="3935" y="3232"/>
                      <a:pt x="3685" y="3856"/>
                      <a:pt x="3257" y="4338"/>
                    </a:cubicBezTo>
                    <a:cubicBezTo>
                      <a:pt x="3079" y="4543"/>
                      <a:pt x="2998" y="4802"/>
                      <a:pt x="2838" y="5016"/>
                    </a:cubicBezTo>
                    <a:cubicBezTo>
                      <a:pt x="2659" y="5212"/>
                      <a:pt x="2543" y="5453"/>
                      <a:pt x="2436" y="5694"/>
                    </a:cubicBezTo>
                    <a:cubicBezTo>
                      <a:pt x="2276" y="5810"/>
                      <a:pt x="2204" y="6033"/>
                      <a:pt x="2088" y="6194"/>
                    </a:cubicBezTo>
                    <a:cubicBezTo>
                      <a:pt x="2070" y="6354"/>
                      <a:pt x="1963" y="6470"/>
                      <a:pt x="1901" y="6613"/>
                    </a:cubicBezTo>
                    <a:cubicBezTo>
                      <a:pt x="1758" y="6782"/>
                      <a:pt x="1874" y="7032"/>
                      <a:pt x="1723" y="7202"/>
                    </a:cubicBezTo>
                    <a:cubicBezTo>
                      <a:pt x="1696" y="7416"/>
                      <a:pt x="1508" y="7567"/>
                      <a:pt x="1437" y="7764"/>
                    </a:cubicBezTo>
                    <a:cubicBezTo>
                      <a:pt x="1357" y="8308"/>
                      <a:pt x="1125" y="8808"/>
                      <a:pt x="946" y="9325"/>
                    </a:cubicBezTo>
                    <a:cubicBezTo>
                      <a:pt x="982" y="9601"/>
                      <a:pt x="732" y="9816"/>
                      <a:pt x="741" y="10083"/>
                    </a:cubicBezTo>
                    <a:lnTo>
                      <a:pt x="706" y="10092"/>
                    </a:lnTo>
                    <a:cubicBezTo>
                      <a:pt x="572" y="10699"/>
                      <a:pt x="420" y="11305"/>
                      <a:pt x="268" y="11912"/>
                    </a:cubicBezTo>
                    <a:cubicBezTo>
                      <a:pt x="170" y="12162"/>
                      <a:pt x="304" y="12438"/>
                      <a:pt x="197" y="12688"/>
                    </a:cubicBezTo>
                    <a:cubicBezTo>
                      <a:pt x="117" y="12947"/>
                      <a:pt x="152" y="13214"/>
                      <a:pt x="108" y="13482"/>
                    </a:cubicBezTo>
                    <a:cubicBezTo>
                      <a:pt x="1" y="13687"/>
                      <a:pt x="224" y="13892"/>
                      <a:pt x="161" y="14098"/>
                    </a:cubicBezTo>
                    <a:cubicBezTo>
                      <a:pt x="108" y="14231"/>
                      <a:pt x="170" y="14374"/>
                      <a:pt x="143" y="14517"/>
                    </a:cubicBezTo>
                    <a:cubicBezTo>
                      <a:pt x="233" y="14829"/>
                      <a:pt x="268" y="15159"/>
                      <a:pt x="456" y="15445"/>
                    </a:cubicBezTo>
                    <a:cubicBezTo>
                      <a:pt x="554" y="15596"/>
                      <a:pt x="554" y="15802"/>
                      <a:pt x="688" y="15935"/>
                    </a:cubicBezTo>
                    <a:cubicBezTo>
                      <a:pt x="786" y="16114"/>
                      <a:pt x="982" y="16248"/>
                      <a:pt x="955" y="16480"/>
                    </a:cubicBezTo>
                    <a:cubicBezTo>
                      <a:pt x="1107" y="16845"/>
                      <a:pt x="1348" y="17184"/>
                      <a:pt x="1705" y="17372"/>
                    </a:cubicBezTo>
                    <a:cubicBezTo>
                      <a:pt x="1812" y="17461"/>
                      <a:pt x="1919" y="17550"/>
                      <a:pt x="1963" y="17684"/>
                    </a:cubicBezTo>
                    <a:cubicBezTo>
                      <a:pt x="2124" y="17773"/>
                      <a:pt x="2276" y="17880"/>
                      <a:pt x="2436" y="17969"/>
                    </a:cubicBezTo>
                    <a:cubicBezTo>
                      <a:pt x="2552" y="18139"/>
                      <a:pt x="2748" y="18157"/>
                      <a:pt x="2891" y="18282"/>
                    </a:cubicBezTo>
                    <a:cubicBezTo>
                      <a:pt x="3114" y="18344"/>
                      <a:pt x="3284" y="18531"/>
                      <a:pt x="3507" y="18603"/>
                    </a:cubicBezTo>
                    <a:cubicBezTo>
                      <a:pt x="3694" y="18799"/>
                      <a:pt x="3935" y="18942"/>
                      <a:pt x="4149" y="19120"/>
                    </a:cubicBezTo>
                    <a:cubicBezTo>
                      <a:pt x="4149" y="19218"/>
                      <a:pt x="4203" y="19352"/>
                      <a:pt x="4327" y="19352"/>
                    </a:cubicBezTo>
                    <a:cubicBezTo>
                      <a:pt x="4729" y="19397"/>
                      <a:pt x="5068" y="19620"/>
                      <a:pt x="5362" y="19878"/>
                    </a:cubicBezTo>
                    <a:cubicBezTo>
                      <a:pt x="5496" y="19994"/>
                      <a:pt x="5683" y="19950"/>
                      <a:pt x="5844" y="20003"/>
                    </a:cubicBezTo>
                    <a:cubicBezTo>
                      <a:pt x="5942" y="20075"/>
                      <a:pt x="6031" y="20164"/>
                      <a:pt x="6138" y="20226"/>
                    </a:cubicBezTo>
                    <a:cubicBezTo>
                      <a:pt x="6326" y="20280"/>
                      <a:pt x="6531" y="20289"/>
                      <a:pt x="6700" y="20396"/>
                    </a:cubicBezTo>
                    <a:cubicBezTo>
                      <a:pt x="6879" y="20548"/>
                      <a:pt x="7147" y="20530"/>
                      <a:pt x="7316" y="20708"/>
                    </a:cubicBezTo>
                    <a:cubicBezTo>
                      <a:pt x="7352" y="20797"/>
                      <a:pt x="7441" y="20833"/>
                      <a:pt x="7521" y="20869"/>
                    </a:cubicBezTo>
                    <a:cubicBezTo>
                      <a:pt x="7547" y="20884"/>
                      <a:pt x="7572" y="20890"/>
                      <a:pt x="7596" y="20890"/>
                    </a:cubicBezTo>
                    <a:cubicBezTo>
                      <a:pt x="7687" y="20890"/>
                      <a:pt x="7765" y="20803"/>
                      <a:pt x="7851" y="20803"/>
                    </a:cubicBezTo>
                    <a:cubicBezTo>
                      <a:pt x="7874" y="20803"/>
                      <a:pt x="7898" y="20809"/>
                      <a:pt x="7923" y="20824"/>
                    </a:cubicBezTo>
                    <a:cubicBezTo>
                      <a:pt x="8095" y="20853"/>
                      <a:pt x="8273" y="20951"/>
                      <a:pt x="8452" y="20951"/>
                    </a:cubicBezTo>
                    <a:cubicBezTo>
                      <a:pt x="8496" y="20951"/>
                      <a:pt x="8539" y="20945"/>
                      <a:pt x="8583" y="20931"/>
                    </a:cubicBezTo>
                    <a:cubicBezTo>
                      <a:pt x="8708" y="21101"/>
                      <a:pt x="8957" y="21136"/>
                      <a:pt x="9047" y="21350"/>
                    </a:cubicBezTo>
                    <a:cubicBezTo>
                      <a:pt x="9189" y="21359"/>
                      <a:pt x="9341" y="21359"/>
                      <a:pt x="9457" y="21466"/>
                    </a:cubicBezTo>
                    <a:cubicBezTo>
                      <a:pt x="9488" y="21489"/>
                      <a:pt x="9515" y="21498"/>
                      <a:pt x="9540" y="21498"/>
                    </a:cubicBezTo>
                    <a:cubicBezTo>
                      <a:pt x="9619" y="21498"/>
                      <a:pt x="9672" y="21404"/>
                      <a:pt x="9760" y="21404"/>
                    </a:cubicBezTo>
                    <a:cubicBezTo>
                      <a:pt x="9948" y="21374"/>
                      <a:pt x="10130" y="21287"/>
                      <a:pt x="10321" y="21287"/>
                    </a:cubicBezTo>
                    <a:cubicBezTo>
                      <a:pt x="10357" y="21287"/>
                      <a:pt x="10393" y="21290"/>
                      <a:pt x="10429" y="21297"/>
                    </a:cubicBezTo>
                    <a:cubicBezTo>
                      <a:pt x="10441" y="21298"/>
                      <a:pt x="10452" y="21298"/>
                      <a:pt x="10463" y="21298"/>
                    </a:cubicBezTo>
                    <a:cubicBezTo>
                      <a:pt x="10519" y="21298"/>
                      <a:pt x="10577" y="21290"/>
                      <a:pt x="10632" y="21290"/>
                    </a:cubicBezTo>
                    <a:cubicBezTo>
                      <a:pt x="10699" y="21290"/>
                      <a:pt x="10764" y="21301"/>
                      <a:pt x="10822" y="21350"/>
                    </a:cubicBezTo>
                    <a:cubicBezTo>
                      <a:pt x="11018" y="21359"/>
                      <a:pt x="11215" y="21364"/>
                      <a:pt x="11411" y="21364"/>
                    </a:cubicBezTo>
                    <a:cubicBezTo>
                      <a:pt x="11607" y="21364"/>
                      <a:pt x="11803" y="21359"/>
                      <a:pt x="12000" y="21350"/>
                    </a:cubicBezTo>
                    <a:cubicBezTo>
                      <a:pt x="12106" y="21286"/>
                      <a:pt x="12221" y="21270"/>
                      <a:pt x="12340" y="21270"/>
                    </a:cubicBezTo>
                    <a:cubicBezTo>
                      <a:pt x="12459" y="21270"/>
                      <a:pt x="12581" y="21286"/>
                      <a:pt x="12700" y="21286"/>
                    </a:cubicBezTo>
                    <a:cubicBezTo>
                      <a:pt x="12740" y="21286"/>
                      <a:pt x="12781" y="21284"/>
                      <a:pt x="12820" y="21279"/>
                    </a:cubicBezTo>
                    <a:lnTo>
                      <a:pt x="12820" y="21243"/>
                    </a:lnTo>
                    <a:cubicBezTo>
                      <a:pt x="13168" y="21145"/>
                      <a:pt x="13534" y="21154"/>
                      <a:pt x="13873" y="21047"/>
                    </a:cubicBezTo>
                    <a:cubicBezTo>
                      <a:pt x="14007" y="21029"/>
                      <a:pt x="14167" y="21003"/>
                      <a:pt x="14274" y="20922"/>
                    </a:cubicBezTo>
                    <a:cubicBezTo>
                      <a:pt x="14293" y="20924"/>
                      <a:pt x="14312" y="20925"/>
                      <a:pt x="14330" y="20925"/>
                    </a:cubicBezTo>
                    <a:cubicBezTo>
                      <a:pt x="14411" y="20925"/>
                      <a:pt x="14491" y="20905"/>
                      <a:pt x="14542" y="20833"/>
                    </a:cubicBezTo>
                    <a:cubicBezTo>
                      <a:pt x="14970" y="20637"/>
                      <a:pt x="15416" y="20467"/>
                      <a:pt x="15845" y="20271"/>
                    </a:cubicBezTo>
                    <a:cubicBezTo>
                      <a:pt x="16451" y="19941"/>
                      <a:pt x="17031" y="19557"/>
                      <a:pt x="17620" y="19200"/>
                    </a:cubicBezTo>
                    <a:cubicBezTo>
                      <a:pt x="18066" y="18879"/>
                      <a:pt x="18565" y="18621"/>
                      <a:pt x="18985" y="18264"/>
                    </a:cubicBezTo>
                    <a:cubicBezTo>
                      <a:pt x="19288" y="18112"/>
                      <a:pt x="19547" y="17862"/>
                      <a:pt x="19814" y="17648"/>
                    </a:cubicBezTo>
                    <a:cubicBezTo>
                      <a:pt x="19868" y="17505"/>
                      <a:pt x="19966" y="17398"/>
                      <a:pt x="20091" y="17318"/>
                    </a:cubicBezTo>
                    <a:cubicBezTo>
                      <a:pt x="20136" y="17211"/>
                      <a:pt x="20225" y="17158"/>
                      <a:pt x="20305" y="17086"/>
                    </a:cubicBezTo>
                    <a:cubicBezTo>
                      <a:pt x="20323" y="16801"/>
                      <a:pt x="20582" y="16631"/>
                      <a:pt x="20760" y="16453"/>
                    </a:cubicBezTo>
                    <a:cubicBezTo>
                      <a:pt x="20805" y="16346"/>
                      <a:pt x="20840" y="16230"/>
                      <a:pt x="20867" y="16123"/>
                    </a:cubicBezTo>
                    <a:cubicBezTo>
                      <a:pt x="20900" y="16090"/>
                      <a:pt x="20955" y="15968"/>
                      <a:pt x="20896" y="15968"/>
                    </a:cubicBezTo>
                    <a:cubicBezTo>
                      <a:pt x="20890" y="15968"/>
                      <a:pt x="20884" y="15969"/>
                      <a:pt x="20876" y="15971"/>
                    </a:cubicBezTo>
                    <a:cubicBezTo>
                      <a:pt x="20885" y="15819"/>
                      <a:pt x="21010" y="15730"/>
                      <a:pt x="21108" y="15632"/>
                    </a:cubicBezTo>
                    <a:cubicBezTo>
                      <a:pt x="21126" y="15356"/>
                      <a:pt x="21313" y="15115"/>
                      <a:pt x="21277" y="14838"/>
                    </a:cubicBezTo>
                    <a:lnTo>
                      <a:pt x="21242" y="14838"/>
                    </a:lnTo>
                    <a:cubicBezTo>
                      <a:pt x="21242" y="14785"/>
                      <a:pt x="21242" y="14731"/>
                      <a:pt x="21242" y="14686"/>
                    </a:cubicBezTo>
                    <a:cubicBezTo>
                      <a:pt x="21313" y="14624"/>
                      <a:pt x="21242" y="14499"/>
                      <a:pt x="21331" y="14446"/>
                    </a:cubicBezTo>
                    <a:cubicBezTo>
                      <a:pt x="21429" y="14365"/>
                      <a:pt x="21456" y="14231"/>
                      <a:pt x="21483" y="14116"/>
                    </a:cubicBezTo>
                    <a:cubicBezTo>
                      <a:pt x="21500" y="14017"/>
                      <a:pt x="21376" y="13991"/>
                      <a:pt x="21358" y="13910"/>
                    </a:cubicBezTo>
                    <a:cubicBezTo>
                      <a:pt x="21322" y="13536"/>
                      <a:pt x="21509" y="13179"/>
                      <a:pt x="21411" y="12813"/>
                    </a:cubicBezTo>
                    <a:cubicBezTo>
                      <a:pt x="21376" y="12679"/>
                      <a:pt x="21438" y="12483"/>
                      <a:pt x="21313" y="12421"/>
                    </a:cubicBezTo>
                    <a:lnTo>
                      <a:pt x="21322" y="12385"/>
                    </a:lnTo>
                    <a:lnTo>
                      <a:pt x="21286" y="12385"/>
                    </a:lnTo>
                    <a:cubicBezTo>
                      <a:pt x="21045" y="12269"/>
                      <a:pt x="21099" y="11974"/>
                      <a:pt x="20938" y="11796"/>
                    </a:cubicBezTo>
                    <a:cubicBezTo>
                      <a:pt x="20974" y="11573"/>
                      <a:pt x="21099" y="11377"/>
                      <a:pt x="21010" y="11145"/>
                    </a:cubicBezTo>
                    <a:cubicBezTo>
                      <a:pt x="20965" y="10984"/>
                      <a:pt x="21144" y="10841"/>
                      <a:pt x="21090" y="10681"/>
                    </a:cubicBezTo>
                    <a:cubicBezTo>
                      <a:pt x="21037" y="10476"/>
                      <a:pt x="21170" y="10297"/>
                      <a:pt x="21233" y="10119"/>
                    </a:cubicBezTo>
                    <a:lnTo>
                      <a:pt x="21188" y="10119"/>
                    </a:lnTo>
                    <a:cubicBezTo>
                      <a:pt x="21206" y="9896"/>
                      <a:pt x="21233" y="9646"/>
                      <a:pt x="21099" y="9459"/>
                    </a:cubicBezTo>
                    <a:cubicBezTo>
                      <a:pt x="21045" y="9378"/>
                      <a:pt x="21081" y="9280"/>
                      <a:pt x="21144" y="9227"/>
                    </a:cubicBezTo>
                    <a:cubicBezTo>
                      <a:pt x="21152" y="9152"/>
                      <a:pt x="21231" y="8920"/>
                      <a:pt x="21146" y="8920"/>
                    </a:cubicBezTo>
                    <a:cubicBezTo>
                      <a:pt x="21140" y="8920"/>
                      <a:pt x="21133" y="8921"/>
                      <a:pt x="21126" y="8923"/>
                    </a:cubicBezTo>
                    <a:cubicBezTo>
                      <a:pt x="21001" y="8709"/>
                      <a:pt x="21028" y="8397"/>
                      <a:pt x="20831" y="8237"/>
                    </a:cubicBezTo>
                    <a:cubicBezTo>
                      <a:pt x="20849" y="8094"/>
                      <a:pt x="20849" y="7942"/>
                      <a:pt x="20724" y="7862"/>
                    </a:cubicBezTo>
                    <a:cubicBezTo>
                      <a:pt x="20787" y="7692"/>
                      <a:pt x="20617" y="7648"/>
                      <a:pt x="20591" y="7514"/>
                    </a:cubicBezTo>
                    <a:cubicBezTo>
                      <a:pt x="20644" y="7416"/>
                      <a:pt x="20751" y="7157"/>
                      <a:pt x="20599" y="7104"/>
                    </a:cubicBezTo>
                    <a:cubicBezTo>
                      <a:pt x="20564" y="7032"/>
                      <a:pt x="20492" y="6997"/>
                      <a:pt x="20439" y="6934"/>
                    </a:cubicBezTo>
                    <a:cubicBezTo>
                      <a:pt x="20421" y="6684"/>
                      <a:pt x="20403" y="6426"/>
                      <a:pt x="20278" y="6212"/>
                    </a:cubicBezTo>
                    <a:cubicBezTo>
                      <a:pt x="20136" y="6104"/>
                      <a:pt x="20189" y="5890"/>
                      <a:pt x="20091" y="5748"/>
                    </a:cubicBezTo>
                    <a:cubicBezTo>
                      <a:pt x="19993" y="5605"/>
                      <a:pt x="19921" y="5444"/>
                      <a:pt x="19850" y="5284"/>
                    </a:cubicBezTo>
                    <a:cubicBezTo>
                      <a:pt x="19895" y="4971"/>
                      <a:pt x="19475" y="4945"/>
                      <a:pt x="19431" y="4686"/>
                    </a:cubicBezTo>
                    <a:cubicBezTo>
                      <a:pt x="19538" y="4401"/>
                      <a:pt x="19145" y="4418"/>
                      <a:pt x="19092" y="4213"/>
                    </a:cubicBezTo>
                    <a:cubicBezTo>
                      <a:pt x="19038" y="3990"/>
                      <a:pt x="18708" y="3963"/>
                      <a:pt x="18690" y="3731"/>
                    </a:cubicBezTo>
                    <a:cubicBezTo>
                      <a:pt x="18351" y="3455"/>
                      <a:pt x="18039" y="3134"/>
                      <a:pt x="17664" y="2911"/>
                    </a:cubicBezTo>
                    <a:cubicBezTo>
                      <a:pt x="17575" y="2857"/>
                      <a:pt x="17655" y="2723"/>
                      <a:pt x="17557" y="2697"/>
                    </a:cubicBezTo>
                    <a:cubicBezTo>
                      <a:pt x="17388" y="2607"/>
                      <a:pt x="17343" y="2393"/>
                      <a:pt x="17165" y="2313"/>
                    </a:cubicBezTo>
                    <a:cubicBezTo>
                      <a:pt x="17013" y="2224"/>
                      <a:pt x="16879" y="2090"/>
                      <a:pt x="16728" y="1992"/>
                    </a:cubicBezTo>
                    <a:cubicBezTo>
                      <a:pt x="16157" y="1573"/>
                      <a:pt x="15514" y="1278"/>
                      <a:pt x="14917" y="904"/>
                    </a:cubicBezTo>
                    <a:cubicBezTo>
                      <a:pt x="14899" y="832"/>
                      <a:pt x="14783" y="850"/>
                      <a:pt x="14729" y="832"/>
                    </a:cubicBezTo>
                    <a:cubicBezTo>
                      <a:pt x="14616" y="718"/>
                      <a:pt x="14489" y="637"/>
                      <a:pt x="14333" y="637"/>
                    </a:cubicBezTo>
                    <a:cubicBezTo>
                      <a:pt x="14306" y="637"/>
                      <a:pt x="14277" y="639"/>
                      <a:pt x="14248" y="645"/>
                    </a:cubicBezTo>
                    <a:cubicBezTo>
                      <a:pt x="14105" y="556"/>
                      <a:pt x="13927" y="520"/>
                      <a:pt x="13802" y="404"/>
                    </a:cubicBezTo>
                    <a:cubicBezTo>
                      <a:pt x="13659" y="252"/>
                      <a:pt x="13400" y="333"/>
                      <a:pt x="13275" y="172"/>
                    </a:cubicBezTo>
                    <a:cubicBezTo>
                      <a:pt x="13233" y="141"/>
                      <a:pt x="13189" y="129"/>
                      <a:pt x="13145" y="129"/>
                    </a:cubicBezTo>
                    <a:cubicBezTo>
                      <a:pt x="13017" y="129"/>
                      <a:pt x="12882" y="224"/>
                      <a:pt x="12755" y="224"/>
                    </a:cubicBezTo>
                    <a:cubicBezTo>
                      <a:pt x="12710" y="224"/>
                      <a:pt x="12666" y="212"/>
                      <a:pt x="12624" y="181"/>
                    </a:cubicBezTo>
                    <a:cubicBezTo>
                      <a:pt x="12426" y="82"/>
                      <a:pt x="12189" y="13"/>
                      <a:pt x="11967" y="13"/>
                    </a:cubicBezTo>
                    <a:cubicBezTo>
                      <a:pt x="11869" y="13"/>
                      <a:pt x="11774" y="26"/>
                      <a:pt x="11687" y="56"/>
                    </a:cubicBezTo>
                    <a:cubicBezTo>
                      <a:pt x="11682" y="55"/>
                      <a:pt x="11677" y="55"/>
                      <a:pt x="11672" y="55"/>
                    </a:cubicBezTo>
                    <a:cubicBezTo>
                      <a:pt x="11620" y="55"/>
                      <a:pt x="11596" y="96"/>
                      <a:pt x="11571" y="136"/>
                    </a:cubicBezTo>
                    <a:cubicBezTo>
                      <a:pt x="11557" y="139"/>
                      <a:pt x="11543" y="140"/>
                      <a:pt x="11529" y="140"/>
                    </a:cubicBezTo>
                    <a:cubicBezTo>
                      <a:pt x="11440" y="140"/>
                      <a:pt x="11363" y="95"/>
                      <a:pt x="11286" y="56"/>
                    </a:cubicBezTo>
                    <a:cubicBezTo>
                      <a:pt x="11274" y="17"/>
                      <a:pt x="11224" y="0"/>
                      <a:pt x="111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9"/>
              <p:cNvSpPr/>
              <p:nvPr/>
            </p:nvSpPr>
            <p:spPr>
              <a:xfrm>
                <a:off x="8150749" y="957462"/>
                <a:ext cx="286906" cy="305203"/>
              </a:xfrm>
              <a:custGeom>
                <a:avLst/>
                <a:gdLst/>
                <a:ahLst/>
                <a:cxnLst/>
                <a:rect l="l" t="t" r="r" b="b"/>
                <a:pathLst>
                  <a:path w="20965" h="22302" extrusionOk="0">
                    <a:moveTo>
                      <a:pt x="10013" y="1"/>
                    </a:moveTo>
                    <a:cubicBezTo>
                      <a:pt x="9832" y="1"/>
                      <a:pt x="9646" y="47"/>
                      <a:pt x="9460" y="47"/>
                    </a:cubicBezTo>
                    <a:cubicBezTo>
                      <a:pt x="9432" y="47"/>
                      <a:pt x="9404" y="46"/>
                      <a:pt x="9376" y="44"/>
                    </a:cubicBezTo>
                    <a:lnTo>
                      <a:pt x="9376" y="44"/>
                    </a:lnTo>
                    <a:lnTo>
                      <a:pt x="9385" y="89"/>
                    </a:lnTo>
                    <a:cubicBezTo>
                      <a:pt x="9242" y="80"/>
                      <a:pt x="9100" y="77"/>
                      <a:pt x="8957" y="77"/>
                    </a:cubicBezTo>
                    <a:cubicBezTo>
                      <a:pt x="8814" y="77"/>
                      <a:pt x="8671" y="80"/>
                      <a:pt x="8529" y="80"/>
                    </a:cubicBezTo>
                    <a:cubicBezTo>
                      <a:pt x="8398" y="65"/>
                      <a:pt x="8260" y="40"/>
                      <a:pt x="8125" y="40"/>
                    </a:cubicBezTo>
                    <a:cubicBezTo>
                      <a:pt x="8011" y="40"/>
                      <a:pt x="7899" y="58"/>
                      <a:pt x="7797" y="115"/>
                    </a:cubicBezTo>
                    <a:cubicBezTo>
                      <a:pt x="7565" y="240"/>
                      <a:pt x="7289" y="213"/>
                      <a:pt x="7039" y="249"/>
                    </a:cubicBezTo>
                    <a:lnTo>
                      <a:pt x="7048" y="294"/>
                    </a:lnTo>
                    <a:cubicBezTo>
                      <a:pt x="7005" y="309"/>
                      <a:pt x="6959" y="312"/>
                      <a:pt x="6912" y="312"/>
                    </a:cubicBezTo>
                    <a:cubicBezTo>
                      <a:pt x="6880" y="312"/>
                      <a:pt x="6848" y="310"/>
                      <a:pt x="6816" y="310"/>
                    </a:cubicBezTo>
                    <a:cubicBezTo>
                      <a:pt x="6730" y="310"/>
                      <a:pt x="6649" y="321"/>
                      <a:pt x="6593" y="401"/>
                    </a:cubicBezTo>
                    <a:cubicBezTo>
                      <a:pt x="6486" y="561"/>
                      <a:pt x="6298" y="490"/>
                      <a:pt x="6156" y="570"/>
                    </a:cubicBezTo>
                    <a:cubicBezTo>
                      <a:pt x="6049" y="561"/>
                      <a:pt x="5941" y="552"/>
                      <a:pt x="5861" y="472"/>
                    </a:cubicBezTo>
                    <a:cubicBezTo>
                      <a:pt x="5832" y="446"/>
                      <a:pt x="5800" y="435"/>
                      <a:pt x="5769" y="435"/>
                    </a:cubicBezTo>
                    <a:cubicBezTo>
                      <a:pt x="5714" y="435"/>
                      <a:pt x="5664" y="472"/>
                      <a:pt x="5647" y="535"/>
                    </a:cubicBezTo>
                    <a:cubicBezTo>
                      <a:pt x="5478" y="588"/>
                      <a:pt x="5344" y="695"/>
                      <a:pt x="5201" y="776"/>
                    </a:cubicBezTo>
                    <a:cubicBezTo>
                      <a:pt x="5191" y="776"/>
                      <a:pt x="5180" y="776"/>
                      <a:pt x="5169" y="776"/>
                    </a:cubicBezTo>
                    <a:cubicBezTo>
                      <a:pt x="5093" y="776"/>
                      <a:pt x="5007" y="767"/>
                      <a:pt x="4924" y="767"/>
                    </a:cubicBezTo>
                    <a:cubicBezTo>
                      <a:pt x="4786" y="767"/>
                      <a:pt x="4654" y="793"/>
                      <a:pt x="4585" y="936"/>
                    </a:cubicBezTo>
                    <a:cubicBezTo>
                      <a:pt x="4354" y="1079"/>
                      <a:pt x="4104" y="1195"/>
                      <a:pt x="3872" y="1338"/>
                    </a:cubicBezTo>
                    <a:cubicBezTo>
                      <a:pt x="3760" y="1345"/>
                      <a:pt x="3829" y="1517"/>
                      <a:pt x="3730" y="1517"/>
                    </a:cubicBezTo>
                    <a:cubicBezTo>
                      <a:pt x="3703" y="1517"/>
                      <a:pt x="3663" y="1504"/>
                      <a:pt x="3604" y="1471"/>
                    </a:cubicBezTo>
                    <a:cubicBezTo>
                      <a:pt x="3488" y="1516"/>
                      <a:pt x="3337" y="1552"/>
                      <a:pt x="3345" y="1694"/>
                    </a:cubicBezTo>
                    <a:cubicBezTo>
                      <a:pt x="3238" y="1793"/>
                      <a:pt x="3131" y="1900"/>
                      <a:pt x="2998" y="1953"/>
                    </a:cubicBezTo>
                    <a:lnTo>
                      <a:pt x="2998" y="1998"/>
                    </a:lnTo>
                    <a:cubicBezTo>
                      <a:pt x="2935" y="2024"/>
                      <a:pt x="2855" y="2060"/>
                      <a:pt x="2801" y="2105"/>
                    </a:cubicBezTo>
                    <a:cubicBezTo>
                      <a:pt x="2819" y="2328"/>
                      <a:pt x="2641" y="2533"/>
                      <a:pt x="2436" y="2586"/>
                    </a:cubicBezTo>
                    <a:cubicBezTo>
                      <a:pt x="2587" y="2836"/>
                      <a:pt x="2088" y="2917"/>
                      <a:pt x="2266" y="3131"/>
                    </a:cubicBezTo>
                    <a:cubicBezTo>
                      <a:pt x="2159" y="3175"/>
                      <a:pt x="2141" y="3309"/>
                      <a:pt x="2034" y="3345"/>
                    </a:cubicBezTo>
                    <a:cubicBezTo>
                      <a:pt x="1918" y="3380"/>
                      <a:pt x="1882" y="3523"/>
                      <a:pt x="1829" y="3621"/>
                    </a:cubicBezTo>
                    <a:cubicBezTo>
                      <a:pt x="1722" y="3675"/>
                      <a:pt x="1579" y="3728"/>
                      <a:pt x="1543" y="3844"/>
                    </a:cubicBezTo>
                    <a:cubicBezTo>
                      <a:pt x="1427" y="3898"/>
                      <a:pt x="1445" y="4067"/>
                      <a:pt x="1365" y="4148"/>
                    </a:cubicBezTo>
                    <a:cubicBezTo>
                      <a:pt x="1294" y="4210"/>
                      <a:pt x="1258" y="4299"/>
                      <a:pt x="1240" y="4389"/>
                    </a:cubicBezTo>
                    <a:cubicBezTo>
                      <a:pt x="1097" y="4620"/>
                      <a:pt x="937" y="4879"/>
                      <a:pt x="937" y="5165"/>
                    </a:cubicBezTo>
                    <a:lnTo>
                      <a:pt x="901" y="5156"/>
                    </a:lnTo>
                    <a:cubicBezTo>
                      <a:pt x="865" y="5370"/>
                      <a:pt x="696" y="5530"/>
                      <a:pt x="687" y="5745"/>
                    </a:cubicBezTo>
                    <a:cubicBezTo>
                      <a:pt x="696" y="6003"/>
                      <a:pt x="535" y="6208"/>
                      <a:pt x="526" y="6458"/>
                    </a:cubicBezTo>
                    <a:lnTo>
                      <a:pt x="491" y="6458"/>
                    </a:lnTo>
                    <a:cubicBezTo>
                      <a:pt x="589" y="6851"/>
                      <a:pt x="223" y="7145"/>
                      <a:pt x="330" y="7529"/>
                    </a:cubicBezTo>
                    <a:cubicBezTo>
                      <a:pt x="321" y="7582"/>
                      <a:pt x="321" y="7645"/>
                      <a:pt x="294" y="7698"/>
                    </a:cubicBezTo>
                    <a:cubicBezTo>
                      <a:pt x="205" y="7823"/>
                      <a:pt x="348" y="7975"/>
                      <a:pt x="268" y="8109"/>
                    </a:cubicBezTo>
                    <a:cubicBezTo>
                      <a:pt x="187" y="8242"/>
                      <a:pt x="134" y="8421"/>
                      <a:pt x="223" y="8564"/>
                    </a:cubicBezTo>
                    <a:cubicBezTo>
                      <a:pt x="196" y="8867"/>
                      <a:pt x="152" y="9161"/>
                      <a:pt x="170" y="9465"/>
                    </a:cubicBezTo>
                    <a:cubicBezTo>
                      <a:pt x="161" y="9589"/>
                      <a:pt x="54" y="9705"/>
                      <a:pt x="98" y="9839"/>
                    </a:cubicBezTo>
                    <a:cubicBezTo>
                      <a:pt x="45" y="10312"/>
                      <a:pt x="116" y="10812"/>
                      <a:pt x="45" y="11284"/>
                    </a:cubicBezTo>
                    <a:cubicBezTo>
                      <a:pt x="107" y="11472"/>
                      <a:pt x="107" y="11659"/>
                      <a:pt x="89" y="11846"/>
                    </a:cubicBezTo>
                    <a:cubicBezTo>
                      <a:pt x="89" y="11909"/>
                      <a:pt x="27" y="11989"/>
                      <a:pt x="89" y="12034"/>
                    </a:cubicBezTo>
                    <a:cubicBezTo>
                      <a:pt x="196" y="12105"/>
                      <a:pt x="0" y="12301"/>
                      <a:pt x="116" y="12319"/>
                    </a:cubicBezTo>
                    <a:lnTo>
                      <a:pt x="125" y="12355"/>
                    </a:lnTo>
                    <a:cubicBezTo>
                      <a:pt x="98" y="12391"/>
                      <a:pt x="54" y="12453"/>
                      <a:pt x="89" y="12507"/>
                    </a:cubicBezTo>
                    <a:cubicBezTo>
                      <a:pt x="241" y="12640"/>
                      <a:pt x="116" y="12863"/>
                      <a:pt x="161" y="13033"/>
                    </a:cubicBezTo>
                    <a:lnTo>
                      <a:pt x="196" y="13033"/>
                    </a:lnTo>
                    <a:cubicBezTo>
                      <a:pt x="214" y="13042"/>
                      <a:pt x="232" y="13060"/>
                      <a:pt x="241" y="13069"/>
                    </a:cubicBezTo>
                    <a:cubicBezTo>
                      <a:pt x="268" y="13131"/>
                      <a:pt x="277" y="13194"/>
                      <a:pt x="294" y="13256"/>
                    </a:cubicBezTo>
                    <a:cubicBezTo>
                      <a:pt x="286" y="13434"/>
                      <a:pt x="303" y="13631"/>
                      <a:pt x="402" y="13791"/>
                    </a:cubicBezTo>
                    <a:cubicBezTo>
                      <a:pt x="393" y="14193"/>
                      <a:pt x="678" y="14514"/>
                      <a:pt x="776" y="14889"/>
                    </a:cubicBezTo>
                    <a:lnTo>
                      <a:pt x="821" y="14897"/>
                    </a:lnTo>
                    <a:cubicBezTo>
                      <a:pt x="830" y="14969"/>
                      <a:pt x="883" y="15031"/>
                      <a:pt x="910" y="15112"/>
                    </a:cubicBezTo>
                    <a:cubicBezTo>
                      <a:pt x="955" y="15433"/>
                      <a:pt x="1151" y="15727"/>
                      <a:pt x="1294" y="16004"/>
                    </a:cubicBezTo>
                    <a:cubicBezTo>
                      <a:pt x="1320" y="16289"/>
                      <a:pt x="1517" y="16521"/>
                      <a:pt x="1695" y="16726"/>
                    </a:cubicBezTo>
                    <a:cubicBezTo>
                      <a:pt x="1740" y="16887"/>
                      <a:pt x="1873" y="16994"/>
                      <a:pt x="1963" y="17137"/>
                    </a:cubicBezTo>
                    <a:cubicBezTo>
                      <a:pt x="2088" y="17217"/>
                      <a:pt x="2132" y="17386"/>
                      <a:pt x="2266" y="17476"/>
                    </a:cubicBezTo>
                    <a:cubicBezTo>
                      <a:pt x="2480" y="17672"/>
                      <a:pt x="2578" y="17975"/>
                      <a:pt x="2801" y="18180"/>
                    </a:cubicBezTo>
                    <a:cubicBezTo>
                      <a:pt x="3515" y="18876"/>
                      <a:pt x="4229" y="19617"/>
                      <a:pt x="5076" y="20152"/>
                    </a:cubicBezTo>
                    <a:cubicBezTo>
                      <a:pt x="5246" y="20357"/>
                      <a:pt x="5487" y="20491"/>
                      <a:pt x="5701" y="20643"/>
                    </a:cubicBezTo>
                    <a:cubicBezTo>
                      <a:pt x="5790" y="20750"/>
                      <a:pt x="5897" y="20830"/>
                      <a:pt x="6022" y="20883"/>
                    </a:cubicBezTo>
                    <a:cubicBezTo>
                      <a:pt x="6530" y="21285"/>
                      <a:pt x="7110" y="21597"/>
                      <a:pt x="7690" y="21900"/>
                    </a:cubicBezTo>
                    <a:cubicBezTo>
                      <a:pt x="7717" y="21900"/>
                      <a:pt x="7770" y="21909"/>
                      <a:pt x="7806" y="21909"/>
                    </a:cubicBezTo>
                    <a:lnTo>
                      <a:pt x="7806" y="21945"/>
                    </a:lnTo>
                    <a:cubicBezTo>
                      <a:pt x="7820" y="21942"/>
                      <a:pt x="7834" y="21941"/>
                      <a:pt x="7847" y="21941"/>
                    </a:cubicBezTo>
                    <a:cubicBezTo>
                      <a:pt x="7978" y="21941"/>
                      <a:pt x="8062" y="22064"/>
                      <a:pt x="8187" y="22064"/>
                    </a:cubicBezTo>
                    <a:cubicBezTo>
                      <a:pt x="8216" y="22064"/>
                      <a:pt x="8246" y="22058"/>
                      <a:pt x="8279" y="22043"/>
                    </a:cubicBezTo>
                    <a:cubicBezTo>
                      <a:pt x="8300" y="22040"/>
                      <a:pt x="8321" y="22039"/>
                      <a:pt x="8343" y="22039"/>
                    </a:cubicBezTo>
                    <a:cubicBezTo>
                      <a:pt x="8441" y="22039"/>
                      <a:pt x="8544" y="22065"/>
                      <a:pt x="8642" y="22065"/>
                    </a:cubicBezTo>
                    <a:cubicBezTo>
                      <a:pt x="8705" y="22065"/>
                      <a:pt x="8767" y="22054"/>
                      <a:pt x="8823" y="22016"/>
                    </a:cubicBezTo>
                    <a:lnTo>
                      <a:pt x="8877" y="22016"/>
                    </a:lnTo>
                    <a:cubicBezTo>
                      <a:pt x="8912" y="22097"/>
                      <a:pt x="9019" y="22088"/>
                      <a:pt x="9082" y="22123"/>
                    </a:cubicBezTo>
                    <a:cubicBezTo>
                      <a:pt x="9204" y="22148"/>
                      <a:pt x="9305" y="22233"/>
                      <a:pt x="9424" y="22233"/>
                    </a:cubicBezTo>
                    <a:cubicBezTo>
                      <a:pt x="9434" y="22233"/>
                      <a:pt x="9445" y="22232"/>
                      <a:pt x="9456" y="22231"/>
                    </a:cubicBezTo>
                    <a:cubicBezTo>
                      <a:pt x="9465" y="22284"/>
                      <a:pt x="9546" y="22284"/>
                      <a:pt x="9581" y="22302"/>
                    </a:cubicBezTo>
                    <a:cubicBezTo>
                      <a:pt x="9656" y="22276"/>
                      <a:pt x="9732" y="22268"/>
                      <a:pt x="9810" y="22268"/>
                    </a:cubicBezTo>
                    <a:cubicBezTo>
                      <a:pt x="9937" y="22268"/>
                      <a:pt x="10066" y="22289"/>
                      <a:pt x="10195" y="22289"/>
                    </a:cubicBezTo>
                    <a:cubicBezTo>
                      <a:pt x="10261" y="22289"/>
                      <a:pt x="10328" y="22284"/>
                      <a:pt x="10393" y="22266"/>
                    </a:cubicBezTo>
                    <a:lnTo>
                      <a:pt x="10393" y="22231"/>
                    </a:lnTo>
                    <a:cubicBezTo>
                      <a:pt x="10415" y="22231"/>
                      <a:pt x="10437" y="22232"/>
                      <a:pt x="10459" y="22232"/>
                    </a:cubicBezTo>
                    <a:cubicBezTo>
                      <a:pt x="10651" y="22232"/>
                      <a:pt x="10843" y="22198"/>
                      <a:pt x="11035" y="22150"/>
                    </a:cubicBezTo>
                    <a:cubicBezTo>
                      <a:pt x="11099" y="22199"/>
                      <a:pt x="11166" y="22218"/>
                      <a:pt x="11235" y="22218"/>
                    </a:cubicBezTo>
                    <a:cubicBezTo>
                      <a:pt x="11328" y="22218"/>
                      <a:pt x="11424" y="22183"/>
                      <a:pt x="11517" y="22141"/>
                    </a:cubicBezTo>
                    <a:cubicBezTo>
                      <a:pt x="11660" y="22141"/>
                      <a:pt x="11847" y="22141"/>
                      <a:pt x="11928" y="21999"/>
                    </a:cubicBezTo>
                    <a:cubicBezTo>
                      <a:pt x="11941" y="22005"/>
                      <a:pt x="11953" y="22008"/>
                      <a:pt x="11966" y="22008"/>
                    </a:cubicBezTo>
                    <a:cubicBezTo>
                      <a:pt x="12018" y="22008"/>
                      <a:pt x="12062" y="21959"/>
                      <a:pt x="12113" y="21959"/>
                    </a:cubicBezTo>
                    <a:cubicBezTo>
                      <a:pt x="12131" y="21959"/>
                      <a:pt x="12149" y="21965"/>
                      <a:pt x="12168" y="21981"/>
                    </a:cubicBezTo>
                    <a:cubicBezTo>
                      <a:pt x="12391" y="21892"/>
                      <a:pt x="12632" y="21892"/>
                      <a:pt x="12864" y="21856"/>
                    </a:cubicBezTo>
                    <a:cubicBezTo>
                      <a:pt x="12886" y="21862"/>
                      <a:pt x="12909" y="21864"/>
                      <a:pt x="12933" y="21864"/>
                    </a:cubicBezTo>
                    <a:cubicBezTo>
                      <a:pt x="13014" y="21864"/>
                      <a:pt x="13100" y="21836"/>
                      <a:pt x="13176" y="21829"/>
                    </a:cubicBezTo>
                    <a:cubicBezTo>
                      <a:pt x="13194" y="21870"/>
                      <a:pt x="13345" y="21916"/>
                      <a:pt x="13434" y="21916"/>
                    </a:cubicBezTo>
                    <a:cubicBezTo>
                      <a:pt x="13480" y="21916"/>
                      <a:pt x="13510" y="21904"/>
                      <a:pt x="13498" y="21874"/>
                    </a:cubicBezTo>
                    <a:cubicBezTo>
                      <a:pt x="13649" y="21829"/>
                      <a:pt x="13792" y="21811"/>
                      <a:pt x="13944" y="21793"/>
                    </a:cubicBezTo>
                    <a:cubicBezTo>
                      <a:pt x="13970" y="21820"/>
                      <a:pt x="14015" y="21838"/>
                      <a:pt x="14069" y="21838"/>
                    </a:cubicBezTo>
                    <a:cubicBezTo>
                      <a:pt x="14090" y="21896"/>
                      <a:pt x="14199" y="21936"/>
                      <a:pt x="14286" y="21936"/>
                    </a:cubicBezTo>
                    <a:cubicBezTo>
                      <a:pt x="14346" y="21936"/>
                      <a:pt x="14395" y="21917"/>
                      <a:pt x="14399" y="21874"/>
                    </a:cubicBezTo>
                    <a:cubicBezTo>
                      <a:pt x="14497" y="21856"/>
                      <a:pt x="14586" y="21793"/>
                      <a:pt x="14693" y="21758"/>
                    </a:cubicBezTo>
                    <a:cubicBezTo>
                      <a:pt x="14721" y="21733"/>
                      <a:pt x="14763" y="21731"/>
                      <a:pt x="14807" y="21731"/>
                    </a:cubicBezTo>
                    <a:cubicBezTo>
                      <a:pt x="14820" y="21731"/>
                      <a:pt x="14832" y="21731"/>
                      <a:pt x="14845" y="21731"/>
                    </a:cubicBezTo>
                    <a:cubicBezTo>
                      <a:pt x="14900" y="21731"/>
                      <a:pt x="14952" y="21726"/>
                      <a:pt x="14970" y="21677"/>
                    </a:cubicBezTo>
                    <a:cubicBezTo>
                      <a:pt x="14987" y="21668"/>
                      <a:pt x="15023" y="21651"/>
                      <a:pt x="15041" y="21642"/>
                    </a:cubicBezTo>
                    <a:cubicBezTo>
                      <a:pt x="15139" y="21642"/>
                      <a:pt x="15255" y="21624"/>
                      <a:pt x="15300" y="21526"/>
                    </a:cubicBezTo>
                    <a:cubicBezTo>
                      <a:pt x="15505" y="21454"/>
                      <a:pt x="15790" y="21490"/>
                      <a:pt x="15933" y="21312"/>
                    </a:cubicBezTo>
                    <a:cubicBezTo>
                      <a:pt x="15951" y="21312"/>
                      <a:pt x="15987" y="21312"/>
                      <a:pt x="15995" y="21303"/>
                    </a:cubicBezTo>
                    <a:cubicBezTo>
                      <a:pt x="16014" y="21307"/>
                      <a:pt x="16034" y="21310"/>
                      <a:pt x="16054" y="21310"/>
                    </a:cubicBezTo>
                    <a:cubicBezTo>
                      <a:pt x="16148" y="21310"/>
                      <a:pt x="16247" y="21262"/>
                      <a:pt x="16299" y="21196"/>
                    </a:cubicBezTo>
                    <a:cubicBezTo>
                      <a:pt x="16424" y="21151"/>
                      <a:pt x="16370" y="20964"/>
                      <a:pt x="16459" y="20883"/>
                    </a:cubicBezTo>
                    <a:cubicBezTo>
                      <a:pt x="16549" y="20892"/>
                      <a:pt x="16620" y="20928"/>
                      <a:pt x="16700" y="20955"/>
                    </a:cubicBezTo>
                    <a:cubicBezTo>
                      <a:pt x="16843" y="20892"/>
                      <a:pt x="16995" y="20830"/>
                      <a:pt x="17102" y="20723"/>
                    </a:cubicBezTo>
                    <a:cubicBezTo>
                      <a:pt x="17191" y="20696"/>
                      <a:pt x="17334" y="20643"/>
                      <a:pt x="17334" y="20544"/>
                    </a:cubicBezTo>
                    <a:cubicBezTo>
                      <a:pt x="17414" y="20464"/>
                      <a:pt x="17521" y="20411"/>
                      <a:pt x="17592" y="20330"/>
                    </a:cubicBezTo>
                    <a:cubicBezTo>
                      <a:pt x="17699" y="20330"/>
                      <a:pt x="17682" y="20205"/>
                      <a:pt x="17744" y="20161"/>
                    </a:cubicBezTo>
                    <a:cubicBezTo>
                      <a:pt x="17762" y="20125"/>
                      <a:pt x="17833" y="20098"/>
                      <a:pt x="17815" y="20054"/>
                    </a:cubicBezTo>
                    <a:cubicBezTo>
                      <a:pt x="17985" y="19956"/>
                      <a:pt x="18226" y="19893"/>
                      <a:pt x="18270" y="19688"/>
                    </a:cubicBezTo>
                    <a:cubicBezTo>
                      <a:pt x="18288" y="19545"/>
                      <a:pt x="18476" y="19536"/>
                      <a:pt x="18583" y="19474"/>
                    </a:cubicBezTo>
                    <a:cubicBezTo>
                      <a:pt x="18636" y="19340"/>
                      <a:pt x="18734" y="19242"/>
                      <a:pt x="18877" y="19206"/>
                    </a:cubicBezTo>
                    <a:cubicBezTo>
                      <a:pt x="18895" y="19117"/>
                      <a:pt x="18948" y="18948"/>
                      <a:pt x="18975" y="18867"/>
                    </a:cubicBezTo>
                    <a:cubicBezTo>
                      <a:pt x="19162" y="18796"/>
                      <a:pt x="19162" y="18600"/>
                      <a:pt x="19216" y="18430"/>
                    </a:cubicBezTo>
                    <a:cubicBezTo>
                      <a:pt x="19350" y="18332"/>
                      <a:pt x="19421" y="18189"/>
                      <a:pt x="19466" y="18038"/>
                    </a:cubicBezTo>
                    <a:cubicBezTo>
                      <a:pt x="19582" y="17904"/>
                      <a:pt x="19680" y="17752"/>
                      <a:pt x="19787" y="17609"/>
                    </a:cubicBezTo>
                    <a:cubicBezTo>
                      <a:pt x="19858" y="17574"/>
                      <a:pt x="19921" y="17511"/>
                      <a:pt x="19930" y="17431"/>
                    </a:cubicBezTo>
                    <a:cubicBezTo>
                      <a:pt x="19921" y="17181"/>
                      <a:pt x="20099" y="16976"/>
                      <a:pt x="20117" y="16735"/>
                    </a:cubicBezTo>
                    <a:cubicBezTo>
                      <a:pt x="20420" y="15914"/>
                      <a:pt x="20465" y="15031"/>
                      <a:pt x="20777" y="14219"/>
                    </a:cubicBezTo>
                    <a:cubicBezTo>
                      <a:pt x="20857" y="14041"/>
                      <a:pt x="20840" y="13836"/>
                      <a:pt x="20741" y="13666"/>
                    </a:cubicBezTo>
                    <a:cubicBezTo>
                      <a:pt x="20715" y="13283"/>
                      <a:pt x="20965" y="12926"/>
                      <a:pt x="20875" y="12551"/>
                    </a:cubicBezTo>
                    <a:cubicBezTo>
                      <a:pt x="20804" y="12462"/>
                      <a:pt x="20831" y="12373"/>
                      <a:pt x="20866" y="12284"/>
                    </a:cubicBezTo>
                    <a:lnTo>
                      <a:pt x="20902" y="12284"/>
                    </a:lnTo>
                    <a:cubicBezTo>
                      <a:pt x="20893" y="12150"/>
                      <a:pt x="20947" y="11954"/>
                      <a:pt x="20822" y="11882"/>
                    </a:cubicBezTo>
                    <a:cubicBezTo>
                      <a:pt x="20777" y="11784"/>
                      <a:pt x="20670" y="11704"/>
                      <a:pt x="20581" y="11641"/>
                    </a:cubicBezTo>
                    <a:cubicBezTo>
                      <a:pt x="20626" y="11606"/>
                      <a:pt x="20626" y="11543"/>
                      <a:pt x="20626" y="11490"/>
                    </a:cubicBezTo>
                    <a:cubicBezTo>
                      <a:pt x="20724" y="11445"/>
                      <a:pt x="20626" y="11222"/>
                      <a:pt x="20661" y="11133"/>
                    </a:cubicBezTo>
                    <a:lnTo>
                      <a:pt x="20697" y="11133"/>
                    </a:lnTo>
                    <a:cubicBezTo>
                      <a:pt x="20706" y="10954"/>
                      <a:pt x="20759" y="10785"/>
                      <a:pt x="20795" y="10606"/>
                    </a:cubicBezTo>
                    <a:cubicBezTo>
                      <a:pt x="20884" y="10571"/>
                      <a:pt x="20768" y="10392"/>
                      <a:pt x="20733" y="10312"/>
                    </a:cubicBezTo>
                    <a:cubicBezTo>
                      <a:pt x="20697" y="10116"/>
                      <a:pt x="20947" y="9893"/>
                      <a:pt x="20786" y="9750"/>
                    </a:cubicBezTo>
                    <a:cubicBezTo>
                      <a:pt x="20786" y="9723"/>
                      <a:pt x="20786" y="9688"/>
                      <a:pt x="20786" y="9670"/>
                    </a:cubicBezTo>
                    <a:lnTo>
                      <a:pt x="20741" y="9670"/>
                    </a:lnTo>
                    <a:cubicBezTo>
                      <a:pt x="20741" y="9652"/>
                      <a:pt x="20733" y="9616"/>
                      <a:pt x="20733" y="9598"/>
                    </a:cubicBezTo>
                    <a:cubicBezTo>
                      <a:pt x="20750" y="9393"/>
                      <a:pt x="20741" y="9188"/>
                      <a:pt x="20733" y="8983"/>
                    </a:cubicBezTo>
                    <a:cubicBezTo>
                      <a:pt x="20822" y="8876"/>
                      <a:pt x="20857" y="8742"/>
                      <a:pt x="20813" y="8608"/>
                    </a:cubicBezTo>
                    <a:cubicBezTo>
                      <a:pt x="20724" y="8510"/>
                      <a:pt x="20581" y="8430"/>
                      <a:pt x="20581" y="8278"/>
                    </a:cubicBezTo>
                    <a:cubicBezTo>
                      <a:pt x="20590" y="8225"/>
                      <a:pt x="20563" y="8171"/>
                      <a:pt x="20501" y="8171"/>
                    </a:cubicBezTo>
                    <a:cubicBezTo>
                      <a:pt x="20376" y="7975"/>
                      <a:pt x="20224" y="7796"/>
                      <a:pt x="20099" y="7600"/>
                    </a:cubicBezTo>
                    <a:cubicBezTo>
                      <a:pt x="19983" y="7431"/>
                      <a:pt x="20028" y="7190"/>
                      <a:pt x="19930" y="7020"/>
                    </a:cubicBezTo>
                    <a:cubicBezTo>
                      <a:pt x="19903" y="6904"/>
                      <a:pt x="19814" y="6815"/>
                      <a:pt x="19733" y="6735"/>
                    </a:cubicBezTo>
                    <a:cubicBezTo>
                      <a:pt x="19742" y="6663"/>
                      <a:pt x="19733" y="6628"/>
                      <a:pt x="19689" y="6619"/>
                    </a:cubicBezTo>
                    <a:cubicBezTo>
                      <a:pt x="19698" y="6538"/>
                      <a:pt x="19644" y="6485"/>
                      <a:pt x="19609" y="6423"/>
                    </a:cubicBezTo>
                    <a:cubicBezTo>
                      <a:pt x="19626" y="6217"/>
                      <a:pt x="19457" y="6039"/>
                      <a:pt x="19439" y="5825"/>
                    </a:cubicBezTo>
                    <a:lnTo>
                      <a:pt x="19403" y="5825"/>
                    </a:lnTo>
                    <a:cubicBezTo>
                      <a:pt x="19377" y="5655"/>
                      <a:pt x="19154" y="5629"/>
                      <a:pt x="19109" y="5459"/>
                    </a:cubicBezTo>
                    <a:cubicBezTo>
                      <a:pt x="18975" y="5165"/>
                      <a:pt x="18752" y="4870"/>
                      <a:pt x="18476" y="4674"/>
                    </a:cubicBezTo>
                    <a:cubicBezTo>
                      <a:pt x="18288" y="4540"/>
                      <a:pt x="18163" y="4344"/>
                      <a:pt x="17967" y="4228"/>
                    </a:cubicBezTo>
                    <a:cubicBezTo>
                      <a:pt x="17690" y="3862"/>
                      <a:pt x="17369" y="3523"/>
                      <a:pt x="16977" y="3291"/>
                    </a:cubicBezTo>
                    <a:cubicBezTo>
                      <a:pt x="16629" y="2970"/>
                      <a:pt x="16192" y="2711"/>
                      <a:pt x="15799" y="2426"/>
                    </a:cubicBezTo>
                    <a:cubicBezTo>
                      <a:pt x="15639" y="2283"/>
                      <a:pt x="15487" y="2114"/>
                      <a:pt x="15282" y="2024"/>
                    </a:cubicBezTo>
                    <a:cubicBezTo>
                      <a:pt x="15224" y="1941"/>
                      <a:pt x="15096" y="1835"/>
                      <a:pt x="14971" y="1835"/>
                    </a:cubicBezTo>
                    <a:cubicBezTo>
                      <a:pt x="14961" y="1835"/>
                      <a:pt x="14952" y="1836"/>
                      <a:pt x="14943" y="1837"/>
                    </a:cubicBezTo>
                    <a:lnTo>
                      <a:pt x="14952" y="1801"/>
                    </a:lnTo>
                    <a:cubicBezTo>
                      <a:pt x="14791" y="1721"/>
                      <a:pt x="14702" y="1525"/>
                      <a:pt x="14515" y="1507"/>
                    </a:cubicBezTo>
                    <a:cubicBezTo>
                      <a:pt x="14506" y="1498"/>
                      <a:pt x="14488" y="1480"/>
                      <a:pt x="14470" y="1471"/>
                    </a:cubicBezTo>
                    <a:cubicBezTo>
                      <a:pt x="14452" y="1391"/>
                      <a:pt x="14327" y="1400"/>
                      <a:pt x="14283" y="1338"/>
                    </a:cubicBezTo>
                    <a:cubicBezTo>
                      <a:pt x="14211" y="1248"/>
                      <a:pt x="14086" y="1257"/>
                      <a:pt x="13988" y="1230"/>
                    </a:cubicBezTo>
                    <a:cubicBezTo>
                      <a:pt x="13944" y="1168"/>
                      <a:pt x="13854" y="1168"/>
                      <a:pt x="13792" y="1150"/>
                    </a:cubicBezTo>
                    <a:cubicBezTo>
                      <a:pt x="13658" y="1043"/>
                      <a:pt x="13444" y="999"/>
                      <a:pt x="13292" y="891"/>
                    </a:cubicBezTo>
                    <a:cubicBezTo>
                      <a:pt x="13284" y="767"/>
                      <a:pt x="13052" y="704"/>
                      <a:pt x="12945" y="668"/>
                    </a:cubicBezTo>
                    <a:cubicBezTo>
                      <a:pt x="12918" y="633"/>
                      <a:pt x="12882" y="597"/>
                      <a:pt x="12846" y="570"/>
                    </a:cubicBezTo>
                    <a:cubicBezTo>
                      <a:pt x="12837" y="571"/>
                      <a:pt x="12828" y="572"/>
                      <a:pt x="12820" y="572"/>
                    </a:cubicBezTo>
                    <a:cubicBezTo>
                      <a:pt x="12692" y="572"/>
                      <a:pt x="12585" y="473"/>
                      <a:pt x="12461" y="473"/>
                    </a:cubicBezTo>
                    <a:cubicBezTo>
                      <a:pt x="12441" y="473"/>
                      <a:pt x="12421" y="475"/>
                      <a:pt x="12400" y="481"/>
                    </a:cubicBezTo>
                    <a:cubicBezTo>
                      <a:pt x="12324" y="458"/>
                      <a:pt x="12247" y="395"/>
                      <a:pt x="12164" y="395"/>
                    </a:cubicBezTo>
                    <a:cubicBezTo>
                      <a:pt x="12151" y="395"/>
                      <a:pt x="12137" y="397"/>
                      <a:pt x="12124" y="401"/>
                    </a:cubicBezTo>
                    <a:cubicBezTo>
                      <a:pt x="11874" y="347"/>
                      <a:pt x="11633" y="285"/>
                      <a:pt x="11392" y="213"/>
                    </a:cubicBezTo>
                    <a:cubicBezTo>
                      <a:pt x="11437" y="124"/>
                      <a:pt x="11294" y="169"/>
                      <a:pt x="11250" y="142"/>
                    </a:cubicBezTo>
                    <a:cubicBezTo>
                      <a:pt x="10928" y="115"/>
                      <a:pt x="10616" y="98"/>
                      <a:pt x="10295" y="53"/>
                    </a:cubicBezTo>
                    <a:cubicBezTo>
                      <a:pt x="10203" y="14"/>
                      <a:pt x="10108" y="1"/>
                      <a:pt x="1001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9"/>
              <p:cNvSpPr/>
              <p:nvPr/>
            </p:nvSpPr>
            <p:spPr>
              <a:xfrm>
                <a:off x="8150749" y="2317244"/>
                <a:ext cx="286906" cy="305203"/>
              </a:xfrm>
              <a:custGeom>
                <a:avLst/>
                <a:gdLst/>
                <a:ahLst/>
                <a:cxnLst/>
                <a:rect l="l" t="t" r="r" b="b"/>
                <a:pathLst>
                  <a:path w="20965" h="22302" extrusionOk="0">
                    <a:moveTo>
                      <a:pt x="10013" y="1"/>
                    </a:moveTo>
                    <a:cubicBezTo>
                      <a:pt x="9832" y="1"/>
                      <a:pt x="9646" y="47"/>
                      <a:pt x="9460" y="47"/>
                    </a:cubicBezTo>
                    <a:cubicBezTo>
                      <a:pt x="9432" y="47"/>
                      <a:pt x="9404" y="46"/>
                      <a:pt x="9376" y="44"/>
                    </a:cubicBezTo>
                    <a:lnTo>
                      <a:pt x="9376" y="44"/>
                    </a:lnTo>
                    <a:lnTo>
                      <a:pt x="9385" y="89"/>
                    </a:lnTo>
                    <a:cubicBezTo>
                      <a:pt x="9242" y="80"/>
                      <a:pt x="9100" y="77"/>
                      <a:pt x="8957" y="77"/>
                    </a:cubicBezTo>
                    <a:cubicBezTo>
                      <a:pt x="8814" y="77"/>
                      <a:pt x="8671" y="80"/>
                      <a:pt x="8529" y="80"/>
                    </a:cubicBezTo>
                    <a:cubicBezTo>
                      <a:pt x="8398" y="65"/>
                      <a:pt x="8260" y="40"/>
                      <a:pt x="8125" y="40"/>
                    </a:cubicBezTo>
                    <a:cubicBezTo>
                      <a:pt x="8011" y="40"/>
                      <a:pt x="7899" y="58"/>
                      <a:pt x="7797" y="115"/>
                    </a:cubicBezTo>
                    <a:cubicBezTo>
                      <a:pt x="7565" y="240"/>
                      <a:pt x="7289" y="213"/>
                      <a:pt x="7039" y="249"/>
                    </a:cubicBezTo>
                    <a:lnTo>
                      <a:pt x="7048" y="294"/>
                    </a:lnTo>
                    <a:cubicBezTo>
                      <a:pt x="7005" y="309"/>
                      <a:pt x="6959" y="312"/>
                      <a:pt x="6912" y="312"/>
                    </a:cubicBezTo>
                    <a:cubicBezTo>
                      <a:pt x="6880" y="312"/>
                      <a:pt x="6848" y="310"/>
                      <a:pt x="6816" y="310"/>
                    </a:cubicBezTo>
                    <a:cubicBezTo>
                      <a:pt x="6730" y="310"/>
                      <a:pt x="6649" y="321"/>
                      <a:pt x="6593" y="401"/>
                    </a:cubicBezTo>
                    <a:cubicBezTo>
                      <a:pt x="6486" y="561"/>
                      <a:pt x="6298" y="490"/>
                      <a:pt x="6156" y="570"/>
                    </a:cubicBezTo>
                    <a:cubicBezTo>
                      <a:pt x="6049" y="561"/>
                      <a:pt x="5941" y="552"/>
                      <a:pt x="5861" y="472"/>
                    </a:cubicBezTo>
                    <a:cubicBezTo>
                      <a:pt x="5832" y="446"/>
                      <a:pt x="5800" y="435"/>
                      <a:pt x="5769" y="435"/>
                    </a:cubicBezTo>
                    <a:cubicBezTo>
                      <a:pt x="5714" y="435"/>
                      <a:pt x="5664" y="472"/>
                      <a:pt x="5647" y="535"/>
                    </a:cubicBezTo>
                    <a:cubicBezTo>
                      <a:pt x="5478" y="588"/>
                      <a:pt x="5344" y="695"/>
                      <a:pt x="5201" y="776"/>
                    </a:cubicBezTo>
                    <a:cubicBezTo>
                      <a:pt x="5191" y="776"/>
                      <a:pt x="5180" y="776"/>
                      <a:pt x="5169" y="776"/>
                    </a:cubicBezTo>
                    <a:cubicBezTo>
                      <a:pt x="5093" y="776"/>
                      <a:pt x="5007" y="767"/>
                      <a:pt x="4924" y="767"/>
                    </a:cubicBezTo>
                    <a:cubicBezTo>
                      <a:pt x="4786" y="767"/>
                      <a:pt x="4654" y="793"/>
                      <a:pt x="4585" y="936"/>
                    </a:cubicBezTo>
                    <a:cubicBezTo>
                      <a:pt x="4354" y="1079"/>
                      <a:pt x="4104" y="1195"/>
                      <a:pt x="3872" y="1338"/>
                    </a:cubicBezTo>
                    <a:cubicBezTo>
                      <a:pt x="3760" y="1345"/>
                      <a:pt x="3829" y="1517"/>
                      <a:pt x="3730" y="1517"/>
                    </a:cubicBezTo>
                    <a:cubicBezTo>
                      <a:pt x="3703" y="1517"/>
                      <a:pt x="3663" y="1504"/>
                      <a:pt x="3604" y="1471"/>
                    </a:cubicBezTo>
                    <a:cubicBezTo>
                      <a:pt x="3488" y="1516"/>
                      <a:pt x="3337" y="1552"/>
                      <a:pt x="3345" y="1694"/>
                    </a:cubicBezTo>
                    <a:cubicBezTo>
                      <a:pt x="3238" y="1793"/>
                      <a:pt x="3131" y="1900"/>
                      <a:pt x="2998" y="1953"/>
                    </a:cubicBezTo>
                    <a:lnTo>
                      <a:pt x="2998" y="1998"/>
                    </a:lnTo>
                    <a:cubicBezTo>
                      <a:pt x="2935" y="2024"/>
                      <a:pt x="2855" y="2060"/>
                      <a:pt x="2801" y="2105"/>
                    </a:cubicBezTo>
                    <a:cubicBezTo>
                      <a:pt x="2819" y="2328"/>
                      <a:pt x="2641" y="2533"/>
                      <a:pt x="2436" y="2586"/>
                    </a:cubicBezTo>
                    <a:cubicBezTo>
                      <a:pt x="2587" y="2836"/>
                      <a:pt x="2088" y="2917"/>
                      <a:pt x="2266" y="3131"/>
                    </a:cubicBezTo>
                    <a:cubicBezTo>
                      <a:pt x="2159" y="3175"/>
                      <a:pt x="2141" y="3309"/>
                      <a:pt x="2034" y="3345"/>
                    </a:cubicBezTo>
                    <a:cubicBezTo>
                      <a:pt x="1918" y="3380"/>
                      <a:pt x="1882" y="3523"/>
                      <a:pt x="1829" y="3621"/>
                    </a:cubicBezTo>
                    <a:cubicBezTo>
                      <a:pt x="1722" y="3675"/>
                      <a:pt x="1579" y="3728"/>
                      <a:pt x="1543" y="3844"/>
                    </a:cubicBezTo>
                    <a:cubicBezTo>
                      <a:pt x="1427" y="3898"/>
                      <a:pt x="1445" y="4067"/>
                      <a:pt x="1365" y="4148"/>
                    </a:cubicBezTo>
                    <a:cubicBezTo>
                      <a:pt x="1294" y="4210"/>
                      <a:pt x="1258" y="4299"/>
                      <a:pt x="1240" y="4389"/>
                    </a:cubicBezTo>
                    <a:cubicBezTo>
                      <a:pt x="1097" y="4620"/>
                      <a:pt x="937" y="4879"/>
                      <a:pt x="937" y="5165"/>
                    </a:cubicBezTo>
                    <a:lnTo>
                      <a:pt x="901" y="5156"/>
                    </a:lnTo>
                    <a:cubicBezTo>
                      <a:pt x="865" y="5370"/>
                      <a:pt x="696" y="5530"/>
                      <a:pt x="687" y="5745"/>
                    </a:cubicBezTo>
                    <a:cubicBezTo>
                      <a:pt x="696" y="6003"/>
                      <a:pt x="535" y="6208"/>
                      <a:pt x="526" y="6458"/>
                    </a:cubicBezTo>
                    <a:lnTo>
                      <a:pt x="491" y="6458"/>
                    </a:lnTo>
                    <a:cubicBezTo>
                      <a:pt x="589" y="6851"/>
                      <a:pt x="223" y="7145"/>
                      <a:pt x="330" y="7529"/>
                    </a:cubicBezTo>
                    <a:cubicBezTo>
                      <a:pt x="321" y="7582"/>
                      <a:pt x="321" y="7645"/>
                      <a:pt x="294" y="7698"/>
                    </a:cubicBezTo>
                    <a:cubicBezTo>
                      <a:pt x="205" y="7823"/>
                      <a:pt x="348" y="7975"/>
                      <a:pt x="268" y="8109"/>
                    </a:cubicBezTo>
                    <a:cubicBezTo>
                      <a:pt x="187" y="8242"/>
                      <a:pt x="134" y="8421"/>
                      <a:pt x="223" y="8564"/>
                    </a:cubicBezTo>
                    <a:cubicBezTo>
                      <a:pt x="196" y="8867"/>
                      <a:pt x="152" y="9161"/>
                      <a:pt x="170" y="9465"/>
                    </a:cubicBezTo>
                    <a:cubicBezTo>
                      <a:pt x="161" y="9589"/>
                      <a:pt x="54" y="9705"/>
                      <a:pt x="98" y="9839"/>
                    </a:cubicBezTo>
                    <a:cubicBezTo>
                      <a:pt x="45" y="10312"/>
                      <a:pt x="116" y="10812"/>
                      <a:pt x="45" y="11284"/>
                    </a:cubicBezTo>
                    <a:cubicBezTo>
                      <a:pt x="107" y="11472"/>
                      <a:pt x="107" y="11659"/>
                      <a:pt x="89" y="11846"/>
                    </a:cubicBezTo>
                    <a:cubicBezTo>
                      <a:pt x="89" y="11909"/>
                      <a:pt x="27" y="11989"/>
                      <a:pt x="89" y="12034"/>
                    </a:cubicBezTo>
                    <a:cubicBezTo>
                      <a:pt x="196" y="12105"/>
                      <a:pt x="0" y="12301"/>
                      <a:pt x="116" y="12319"/>
                    </a:cubicBezTo>
                    <a:lnTo>
                      <a:pt x="125" y="12355"/>
                    </a:lnTo>
                    <a:cubicBezTo>
                      <a:pt x="98" y="12391"/>
                      <a:pt x="54" y="12453"/>
                      <a:pt x="89" y="12507"/>
                    </a:cubicBezTo>
                    <a:cubicBezTo>
                      <a:pt x="241" y="12640"/>
                      <a:pt x="116" y="12863"/>
                      <a:pt x="161" y="13033"/>
                    </a:cubicBezTo>
                    <a:lnTo>
                      <a:pt x="196" y="13033"/>
                    </a:lnTo>
                    <a:cubicBezTo>
                      <a:pt x="214" y="13042"/>
                      <a:pt x="232" y="13060"/>
                      <a:pt x="241" y="13069"/>
                    </a:cubicBezTo>
                    <a:cubicBezTo>
                      <a:pt x="268" y="13131"/>
                      <a:pt x="277" y="13194"/>
                      <a:pt x="294" y="13256"/>
                    </a:cubicBezTo>
                    <a:cubicBezTo>
                      <a:pt x="286" y="13434"/>
                      <a:pt x="303" y="13631"/>
                      <a:pt x="402" y="13791"/>
                    </a:cubicBezTo>
                    <a:cubicBezTo>
                      <a:pt x="393" y="14193"/>
                      <a:pt x="678" y="14514"/>
                      <a:pt x="776" y="14889"/>
                    </a:cubicBezTo>
                    <a:lnTo>
                      <a:pt x="821" y="14897"/>
                    </a:lnTo>
                    <a:cubicBezTo>
                      <a:pt x="830" y="14969"/>
                      <a:pt x="883" y="15031"/>
                      <a:pt x="910" y="15112"/>
                    </a:cubicBezTo>
                    <a:cubicBezTo>
                      <a:pt x="955" y="15433"/>
                      <a:pt x="1151" y="15727"/>
                      <a:pt x="1294" y="16004"/>
                    </a:cubicBezTo>
                    <a:cubicBezTo>
                      <a:pt x="1320" y="16289"/>
                      <a:pt x="1517" y="16521"/>
                      <a:pt x="1695" y="16726"/>
                    </a:cubicBezTo>
                    <a:cubicBezTo>
                      <a:pt x="1740" y="16887"/>
                      <a:pt x="1873" y="16994"/>
                      <a:pt x="1963" y="17137"/>
                    </a:cubicBezTo>
                    <a:cubicBezTo>
                      <a:pt x="2088" y="17217"/>
                      <a:pt x="2132" y="17386"/>
                      <a:pt x="2266" y="17476"/>
                    </a:cubicBezTo>
                    <a:cubicBezTo>
                      <a:pt x="2480" y="17672"/>
                      <a:pt x="2578" y="17975"/>
                      <a:pt x="2801" y="18180"/>
                    </a:cubicBezTo>
                    <a:cubicBezTo>
                      <a:pt x="3515" y="18876"/>
                      <a:pt x="4229" y="19617"/>
                      <a:pt x="5076" y="20152"/>
                    </a:cubicBezTo>
                    <a:cubicBezTo>
                      <a:pt x="5246" y="20357"/>
                      <a:pt x="5487" y="20491"/>
                      <a:pt x="5701" y="20643"/>
                    </a:cubicBezTo>
                    <a:cubicBezTo>
                      <a:pt x="5790" y="20750"/>
                      <a:pt x="5897" y="20830"/>
                      <a:pt x="6022" y="20883"/>
                    </a:cubicBezTo>
                    <a:cubicBezTo>
                      <a:pt x="6530" y="21285"/>
                      <a:pt x="7110" y="21597"/>
                      <a:pt x="7690" y="21900"/>
                    </a:cubicBezTo>
                    <a:cubicBezTo>
                      <a:pt x="7717" y="21900"/>
                      <a:pt x="7770" y="21909"/>
                      <a:pt x="7806" y="21909"/>
                    </a:cubicBezTo>
                    <a:lnTo>
                      <a:pt x="7806" y="21945"/>
                    </a:lnTo>
                    <a:cubicBezTo>
                      <a:pt x="7820" y="21942"/>
                      <a:pt x="7834" y="21941"/>
                      <a:pt x="7847" y="21941"/>
                    </a:cubicBezTo>
                    <a:cubicBezTo>
                      <a:pt x="7978" y="21941"/>
                      <a:pt x="8062" y="22064"/>
                      <a:pt x="8187" y="22064"/>
                    </a:cubicBezTo>
                    <a:cubicBezTo>
                      <a:pt x="8216" y="22064"/>
                      <a:pt x="8246" y="22058"/>
                      <a:pt x="8279" y="22043"/>
                    </a:cubicBezTo>
                    <a:cubicBezTo>
                      <a:pt x="8300" y="22040"/>
                      <a:pt x="8321" y="22039"/>
                      <a:pt x="8343" y="22039"/>
                    </a:cubicBezTo>
                    <a:cubicBezTo>
                      <a:pt x="8441" y="22039"/>
                      <a:pt x="8544" y="22065"/>
                      <a:pt x="8642" y="22065"/>
                    </a:cubicBezTo>
                    <a:cubicBezTo>
                      <a:pt x="8705" y="22065"/>
                      <a:pt x="8767" y="22054"/>
                      <a:pt x="8823" y="22016"/>
                    </a:cubicBezTo>
                    <a:lnTo>
                      <a:pt x="8877" y="22016"/>
                    </a:lnTo>
                    <a:cubicBezTo>
                      <a:pt x="8912" y="22097"/>
                      <a:pt x="9019" y="22088"/>
                      <a:pt x="9082" y="22123"/>
                    </a:cubicBezTo>
                    <a:cubicBezTo>
                      <a:pt x="9204" y="22148"/>
                      <a:pt x="9305" y="22233"/>
                      <a:pt x="9424" y="22233"/>
                    </a:cubicBezTo>
                    <a:cubicBezTo>
                      <a:pt x="9434" y="22233"/>
                      <a:pt x="9445" y="22232"/>
                      <a:pt x="9456" y="22231"/>
                    </a:cubicBezTo>
                    <a:cubicBezTo>
                      <a:pt x="9465" y="22284"/>
                      <a:pt x="9546" y="22284"/>
                      <a:pt x="9581" y="22302"/>
                    </a:cubicBezTo>
                    <a:cubicBezTo>
                      <a:pt x="9656" y="22276"/>
                      <a:pt x="9732" y="22268"/>
                      <a:pt x="9810" y="22268"/>
                    </a:cubicBezTo>
                    <a:cubicBezTo>
                      <a:pt x="9937" y="22268"/>
                      <a:pt x="10066" y="22289"/>
                      <a:pt x="10195" y="22289"/>
                    </a:cubicBezTo>
                    <a:cubicBezTo>
                      <a:pt x="10261" y="22289"/>
                      <a:pt x="10328" y="22284"/>
                      <a:pt x="10393" y="22266"/>
                    </a:cubicBezTo>
                    <a:lnTo>
                      <a:pt x="10393" y="22231"/>
                    </a:lnTo>
                    <a:cubicBezTo>
                      <a:pt x="10415" y="22231"/>
                      <a:pt x="10437" y="22232"/>
                      <a:pt x="10459" y="22232"/>
                    </a:cubicBezTo>
                    <a:cubicBezTo>
                      <a:pt x="10651" y="22232"/>
                      <a:pt x="10843" y="22198"/>
                      <a:pt x="11035" y="22150"/>
                    </a:cubicBezTo>
                    <a:cubicBezTo>
                      <a:pt x="11099" y="22199"/>
                      <a:pt x="11166" y="22218"/>
                      <a:pt x="11235" y="22218"/>
                    </a:cubicBezTo>
                    <a:cubicBezTo>
                      <a:pt x="11328" y="22218"/>
                      <a:pt x="11424" y="22183"/>
                      <a:pt x="11517" y="22141"/>
                    </a:cubicBezTo>
                    <a:cubicBezTo>
                      <a:pt x="11660" y="22141"/>
                      <a:pt x="11847" y="22141"/>
                      <a:pt x="11928" y="21999"/>
                    </a:cubicBezTo>
                    <a:cubicBezTo>
                      <a:pt x="11941" y="22005"/>
                      <a:pt x="11953" y="22008"/>
                      <a:pt x="11966" y="22008"/>
                    </a:cubicBezTo>
                    <a:cubicBezTo>
                      <a:pt x="12018" y="22008"/>
                      <a:pt x="12062" y="21959"/>
                      <a:pt x="12113" y="21959"/>
                    </a:cubicBezTo>
                    <a:cubicBezTo>
                      <a:pt x="12131" y="21959"/>
                      <a:pt x="12149" y="21965"/>
                      <a:pt x="12168" y="21981"/>
                    </a:cubicBezTo>
                    <a:cubicBezTo>
                      <a:pt x="12391" y="21892"/>
                      <a:pt x="12632" y="21892"/>
                      <a:pt x="12864" y="21856"/>
                    </a:cubicBezTo>
                    <a:cubicBezTo>
                      <a:pt x="12886" y="21862"/>
                      <a:pt x="12909" y="21864"/>
                      <a:pt x="12933" y="21864"/>
                    </a:cubicBezTo>
                    <a:cubicBezTo>
                      <a:pt x="13014" y="21864"/>
                      <a:pt x="13100" y="21836"/>
                      <a:pt x="13176" y="21829"/>
                    </a:cubicBezTo>
                    <a:cubicBezTo>
                      <a:pt x="13194" y="21870"/>
                      <a:pt x="13345" y="21916"/>
                      <a:pt x="13434" y="21916"/>
                    </a:cubicBezTo>
                    <a:cubicBezTo>
                      <a:pt x="13480" y="21916"/>
                      <a:pt x="13510" y="21904"/>
                      <a:pt x="13498" y="21874"/>
                    </a:cubicBezTo>
                    <a:cubicBezTo>
                      <a:pt x="13649" y="21829"/>
                      <a:pt x="13792" y="21811"/>
                      <a:pt x="13944" y="21793"/>
                    </a:cubicBezTo>
                    <a:cubicBezTo>
                      <a:pt x="13970" y="21820"/>
                      <a:pt x="14015" y="21838"/>
                      <a:pt x="14069" y="21838"/>
                    </a:cubicBezTo>
                    <a:cubicBezTo>
                      <a:pt x="14090" y="21896"/>
                      <a:pt x="14199" y="21936"/>
                      <a:pt x="14286" y="21936"/>
                    </a:cubicBezTo>
                    <a:cubicBezTo>
                      <a:pt x="14346" y="21936"/>
                      <a:pt x="14395" y="21917"/>
                      <a:pt x="14399" y="21874"/>
                    </a:cubicBezTo>
                    <a:cubicBezTo>
                      <a:pt x="14497" y="21856"/>
                      <a:pt x="14586" y="21793"/>
                      <a:pt x="14693" y="21758"/>
                    </a:cubicBezTo>
                    <a:cubicBezTo>
                      <a:pt x="14721" y="21733"/>
                      <a:pt x="14763" y="21731"/>
                      <a:pt x="14807" y="21731"/>
                    </a:cubicBezTo>
                    <a:cubicBezTo>
                      <a:pt x="14820" y="21731"/>
                      <a:pt x="14832" y="21731"/>
                      <a:pt x="14845" y="21731"/>
                    </a:cubicBezTo>
                    <a:cubicBezTo>
                      <a:pt x="14900" y="21731"/>
                      <a:pt x="14952" y="21726"/>
                      <a:pt x="14970" y="21677"/>
                    </a:cubicBezTo>
                    <a:cubicBezTo>
                      <a:pt x="14987" y="21668"/>
                      <a:pt x="15023" y="21651"/>
                      <a:pt x="15041" y="21642"/>
                    </a:cubicBezTo>
                    <a:cubicBezTo>
                      <a:pt x="15139" y="21642"/>
                      <a:pt x="15255" y="21624"/>
                      <a:pt x="15300" y="21526"/>
                    </a:cubicBezTo>
                    <a:cubicBezTo>
                      <a:pt x="15505" y="21454"/>
                      <a:pt x="15790" y="21490"/>
                      <a:pt x="15933" y="21312"/>
                    </a:cubicBezTo>
                    <a:cubicBezTo>
                      <a:pt x="15951" y="21312"/>
                      <a:pt x="15987" y="21312"/>
                      <a:pt x="15995" y="21303"/>
                    </a:cubicBezTo>
                    <a:cubicBezTo>
                      <a:pt x="16014" y="21307"/>
                      <a:pt x="16034" y="21310"/>
                      <a:pt x="16054" y="21310"/>
                    </a:cubicBezTo>
                    <a:cubicBezTo>
                      <a:pt x="16148" y="21310"/>
                      <a:pt x="16247" y="21262"/>
                      <a:pt x="16299" y="21196"/>
                    </a:cubicBezTo>
                    <a:cubicBezTo>
                      <a:pt x="16424" y="21151"/>
                      <a:pt x="16370" y="20964"/>
                      <a:pt x="16459" y="20883"/>
                    </a:cubicBezTo>
                    <a:cubicBezTo>
                      <a:pt x="16549" y="20892"/>
                      <a:pt x="16620" y="20928"/>
                      <a:pt x="16700" y="20955"/>
                    </a:cubicBezTo>
                    <a:cubicBezTo>
                      <a:pt x="16843" y="20892"/>
                      <a:pt x="16995" y="20830"/>
                      <a:pt x="17102" y="20723"/>
                    </a:cubicBezTo>
                    <a:cubicBezTo>
                      <a:pt x="17191" y="20696"/>
                      <a:pt x="17334" y="20643"/>
                      <a:pt x="17334" y="20544"/>
                    </a:cubicBezTo>
                    <a:cubicBezTo>
                      <a:pt x="17414" y="20464"/>
                      <a:pt x="17521" y="20411"/>
                      <a:pt x="17592" y="20330"/>
                    </a:cubicBezTo>
                    <a:cubicBezTo>
                      <a:pt x="17699" y="20330"/>
                      <a:pt x="17682" y="20205"/>
                      <a:pt x="17744" y="20161"/>
                    </a:cubicBezTo>
                    <a:cubicBezTo>
                      <a:pt x="17762" y="20125"/>
                      <a:pt x="17833" y="20098"/>
                      <a:pt x="17815" y="20054"/>
                    </a:cubicBezTo>
                    <a:cubicBezTo>
                      <a:pt x="17985" y="19956"/>
                      <a:pt x="18226" y="19893"/>
                      <a:pt x="18270" y="19688"/>
                    </a:cubicBezTo>
                    <a:cubicBezTo>
                      <a:pt x="18288" y="19545"/>
                      <a:pt x="18476" y="19536"/>
                      <a:pt x="18583" y="19474"/>
                    </a:cubicBezTo>
                    <a:cubicBezTo>
                      <a:pt x="18636" y="19340"/>
                      <a:pt x="18734" y="19242"/>
                      <a:pt x="18877" y="19206"/>
                    </a:cubicBezTo>
                    <a:cubicBezTo>
                      <a:pt x="18895" y="19117"/>
                      <a:pt x="18948" y="18948"/>
                      <a:pt x="18975" y="18867"/>
                    </a:cubicBezTo>
                    <a:cubicBezTo>
                      <a:pt x="19162" y="18796"/>
                      <a:pt x="19162" y="18600"/>
                      <a:pt x="19216" y="18430"/>
                    </a:cubicBezTo>
                    <a:cubicBezTo>
                      <a:pt x="19350" y="18332"/>
                      <a:pt x="19421" y="18189"/>
                      <a:pt x="19466" y="18038"/>
                    </a:cubicBezTo>
                    <a:cubicBezTo>
                      <a:pt x="19582" y="17904"/>
                      <a:pt x="19680" y="17752"/>
                      <a:pt x="19787" y="17609"/>
                    </a:cubicBezTo>
                    <a:cubicBezTo>
                      <a:pt x="19858" y="17574"/>
                      <a:pt x="19921" y="17511"/>
                      <a:pt x="19930" y="17431"/>
                    </a:cubicBezTo>
                    <a:cubicBezTo>
                      <a:pt x="19921" y="17181"/>
                      <a:pt x="20099" y="16976"/>
                      <a:pt x="20117" y="16735"/>
                    </a:cubicBezTo>
                    <a:cubicBezTo>
                      <a:pt x="20420" y="15914"/>
                      <a:pt x="20465" y="15031"/>
                      <a:pt x="20777" y="14219"/>
                    </a:cubicBezTo>
                    <a:cubicBezTo>
                      <a:pt x="20857" y="14041"/>
                      <a:pt x="20840" y="13836"/>
                      <a:pt x="20741" y="13666"/>
                    </a:cubicBezTo>
                    <a:cubicBezTo>
                      <a:pt x="20715" y="13283"/>
                      <a:pt x="20965" y="12926"/>
                      <a:pt x="20875" y="12551"/>
                    </a:cubicBezTo>
                    <a:cubicBezTo>
                      <a:pt x="20804" y="12462"/>
                      <a:pt x="20831" y="12373"/>
                      <a:pt x="20866" y="12284"/>
                    </a:cubicBezTo>
                    <a:lnTo>
                      <a:pt x="20902" y="12284"/>
                    </a:lnTo>
                    <a:cubicBezTo>
                      <a:pt x="20893" y="12150"/>
                      <a:pt x="20947" y="11954"/>
                      <a:pt x="20822" y="11882"/>
                    </a:cubicBezTo>
                    <a:cubicBezTo>
                      <a:pt x="20777" y="11784"/>
                      <a:pt x="20670" y="11704"/>
                      <a:pt x="20581" y="11641"/>
                    </a:cubicBezTo>
                    <a:cubicBezTo>
                      <a:pt x="20626" y="11606"/>
                      <a:pt x="20626" y="11543"/>
                      <a:pt x="20626" y="11490"/>
                    </a:cubicBezTo>
                    <a:cubicBezTo>
                      <a:pt x="20724" y="11445"/>
                      <a:pt x="20626" y="11222"/>
                      <a:pt x="20661" y="11133"/>
                    </a:cubicBezTo>
                    <a:lnTo>
                      <a:pt x="20697" y="11133"/>
                    </a:lnTo>
                    <a:cubicBezTo>
                      <a:pt x="20706" y="10954"/>
                      <a:pt x="20759" y="10785"/>
                      <a:pt x="20795" y="10606"/>
                    </a:cubicBezTo>
                    <a:cubicBezTo>
                      <a:pt x="20884" y="10571"/>
                      <a:pt x="20768" y="10392"/>
                      <a:pt x="20733" y="10312"/>
                    </a:cubicBezTo>
                    <a:cubicBezTo>
                      <a:pt x="20697" y="10116"/>
                      <a:pt x="20947" y="9893"/>
                      <a:pt x="20786" y="9750"/>
                    </a:cubicBezTo>
                    <a:cubicBezTo>
                      <a:pt x="20786" y="9723"/>
                      <a:pt x="20786" y="9688"/>
                      <a:pt x="20786" y="9670"/>
                    </a:cubicBezTo>
                    <a:lnTo>
                      <a:pt x="20741" y="9670"/>
                    </a:lnTo>
                    <a:cubicBezTo>
                      <a:pt x="20741" y="9652"/>
                      <a:pt x="20733" y="9616"/>
                      <a:pt x="20733" y="9598"/>
                    </a:cubicBezTo>
                    <a:cubicBezTo>
                      <a:pt x="20750" y="9393"/>
                      <a:pt x="20741" y="9188"/>
                      <a:pt x="20733" y="8983"/>
                    </a:cubicBezTo>
                    <a:cubicBezTo>
                      <a:pt x="20822" y="8876"/>
                      <a:pt x="20857" y="8742"/>
                      <a:pt x="20813" y="8608"/>
                    </a:cubicBezTo>
                    <a:cubicBezTo>
                      <a:pt x="20724" y="8510"/>
                      <a:pt x="20581" y="8430"/>
                      <a:pt x="20581" y="8278"/>
                    </a:cubicBezTo>
                    <a:cubicBezTo>
                      <a:pt x="20590" y="8225"/>
                      <a:pt x="20563" y="8171"/>
                      <a:pt x="20501" y="8171"/>
                    </a:cubicBezTo>
                    <a:cubicBezTo>
                      <a:pt x="20376" y="7975"/>
                      <a:pt x="20224" y="7796"/>
                      <a:pt x="20099" y="7600"/>
                    </a:cubicBezTo>
                    <a:cubicBezTo>
                      <a:pt x="19983" y="7431"/>
                      <a:pt x="20028" y="7190"/>
                      <a:pt x="19930" y="7020"/>
                    </a:cubicBezTo>
                    <a:cubicBezTo>
                      <a:pt x="19903" y="6904"/>
                      <a:pt x="19814" y="6815"/>
                      <a:pt x="19733" y="6735"/>
                    </a:cubicBezTo>
                    <a:cubicBezTo>
                      <a:pt x="19742" y="6663"/>
                      <a:pt x="19733" y="6628"/>
                      <a:pt x="19689" y="6619"/>
                    </a:cubicBezTo>
                    <a:cubicBezTo>
                      <a:pt x="19698" y="6538"/>
                      <a:pt x="19644" y="6485"/>
                      <a:pt x="19609" y="6423"/>
                    </a:cubicBezTo>
                    <a:cubicBezTo>
                      <a:pt x="19626" y="6217"/>
                      <a:pt x="19457" y="6039"/>
                      <a:pt x="19439" y="5825"/>
                    </a:cubicBezTo>
                    <a:lnTo>
                      <a:pt x="19403" y="5825"/>
                    </a:lnTo>
                    <a:cubicBezTo>
                      <a:pt x="19377" y="5655"/>
                      <a:pt x="19154" y="5629"/>
                      <a:pt x="19109" y="5459"/>
                    </a:cubicBezTo>
                    <a:cubicBezTo>
                      <a:pt x="18975" y="5165"/>
                      <a:pt x="18752" y="4870"/>
                      <a:pt x="18476" y="4674"/>
                    </a:cubicBezTo>
                    <a:cubicBezTo>
                      <a:pt x="18288" y="4540"/>
                      <a:pt x="18163" y="4344"/>
                      <a:pt x="17967" y="4228"/>
                    </a:cubicBezTo>
                    <a:cubicBezTo>
                      <a:pt x="17690" y="3862"/>
                      <a:pt x="17369" y="3523"/>
                      <a:pt x="16977" y="3291"/>
                    </a:cubicBezTo>
                    <a:cubicBezTo>
                      <a:pt x="16629" y="2970"/>
                      <a:pt x="16192" y="2711"/>
                      <a:pt x="15799" y="2426"/>
                    </a:cubicBezTo>
                    <a:cubicBezTo>
                      <a:pt x="15639" y="2283"/>
                      <a:pt x="15487" y="2114"/>
                      <a:pt x="15282" y="2024"/>
                    </a:cubicBezTo>
                    <a:cubicBezTo>
                      <a:pt x="15224" y="1941"/>
                      <a:pt x="15096" y="1835"/>
                      <a:pt x="14971" y="1835"/>
                    </a:cubicBezTo>
                    <a:cubicBezTo>
                      <a:pt x="14961" y="1835"/>
                      <a:pt x="14952" y="1836"/>
                      <a:pt x="14943" y="1837"/>
                    </a:cubicBezTo>
                    <a:lnTo>
                      <a:pt x="14952" y="1801"/>
                    </a:lnTo>
                    <a:cubicBezTo>
                      <a:pt x="14791" y="1721"/>
                      <a:pt x="14702" y="1525"/>
                      <a:pt x="14515" y="1507"/>
                    </a:cubicBezTo>
                    <a:cubicBezTo>
                      <a:pt x="14506" y="1498"/>
                      <a:pt x="14488" y="1480"/>
                      <a:pt x="14470" y="1471"/>
                    </a:cubicBezTo>
                    <a:cubicBezTo>
                      <a:pt x="14452" y="1391"/>
                      <a:pt x="14327" y="1400"/>
                      <a:pt x="14283" y="1338"/>
                    </a:cubicBezTo>
                    <a:cubicBezTo>
                      <a:pt x="14211" y="1248"/>
                      <a:pt x="14086" y="1257"/>
                      <a:pt x="13988" y="1230"/>
                    </a:cubicBezTo>
                    <a:cubicBezTo>
                      <a:pt x="13944" y="1168"/>
                      <a:pt x="13854" y="1168"/>
                      <a:pt x="13792" y="1150"/>
                    </a:cubicBezTo>
                    <a:cubicBezTo>
                      <a:pt x="13658" y="1043"/>
                      <a:pt x="13444" y="999"/>
                      <a:pt x="13292" y="891"/>
                    </a:cubicBezTo>
                    <a:cubicBezTo>
                      <a:pt x="13284" y="767"/>
                      <a:pt x="13052" y="704"/>
                      <a:pt x="12945" y="668"/>
                    </a:cubicBezTo>
                    <a:cubicBezTo>
                      <a:pt x="12918" y="633"/>
                      <a:pt x="12882" y="597"/>
                      <a:pt x="12846" y="570"/>
                    </a:cubicBezTo>
                    <a:cubicBezTo>
                      <a:pt x="12837" y="571"/>
                      <a:pt x="12828" y="572"/>
                      <a:pt x="12820" y="572"/>
                    </a:cubicBezTo>
                    <a:cubicBezTo>
                      <a:pt x="12692" y="572"/>
                      <a:pt x="12585" y="473"/>
                      <a:pt x="12461" y="473"/>
                    </a:cubicBezTo>
                    <a:cubicBezTo>
                      <a:pt x="12441" y="473"/>
                      <a:pt x="12421" y="475"/>
                      <a:pt x="12400" y="481"/>
                    </a:cubicBezTo>
                    <a:cubicBezTo>
                      <a:pt x="12324" y="458"/>
                      <a:pt x="12247" y="395"/>
                      <a:pt x="12164" y="395"/>
                    </a:cubicBezTo>
                    <a:cubicBezTo>
                      <a:pt x="12151" y="395"/>
                      <a:pt x="12137" y="397"/>
                      <a:pt x="12124" y="401"/>
                    </a:cubicBezTo>
                    <a:cubicBezTo>
                      <a:pt x="11874" y="347"/>
                      <a:pt x="11633" y="285"/>
                      <a:pt x="11392" y="213"/>
                    </a:cubicBezTo>
                    <a:cubicBezTo>
                      <a:pt x="11437" y="124"/>
                      <a:pt x="11294" y="169"/>
                      <a:pt x="11250" y="142"/>
                    </a:cubicBezTo>
                    <a:cubicBezTo>
                      <a:pt x="10928" y="115"/>
                      <a:pt x="10616" y="98"/>
                      <a:pt x="10295" y="53"/>
                    </a:cubicBezTo>
                    <a:cubicBezTo>
                      <a:pt x="10203" y="14"/>
                      <a:pt x="10108" y="1"/>
                      <a:pt x="1001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6" name="Google Shape;416;p29"/>
            <p:cNvSpPr/>
            <p:nvPr/>
          </p:nvSpPr>
          <p:spPr>
            <a:xfrm rot="9938396">
              <a:off x="5755779" y="4597900"/>
              <a:ext cx="876735" cy="171222"/>
            </a:xfrm>
            <a:custGeom>
              <a:avLst/>
              <a:gdLst/>
              <a:ahLst/>
              <a:cxnLst/>
              <a:rect l="l" t="t" r="r" b="b"/>
              <a:pathLst>
                <a:path w="19981" h="3952" extrusionOk="0">
                  <a:moveTo>
                    <a:pt x="5286" y="1"/>
                  </a:moveTo>
                  <a:cubicBezTo>
                    <a:pt x="4865" y="1"/>
                    <a:pt x="4444" y="14"/>
                    <a:pt x="4024" y="53"/>
                  </a:cubicBezTo>
                  <a:cubicBezTo>
                    <a:pt x="3756" y="71"/>
                    <a:pt x="3497" y="107"/>
                    <a:pt x="3239" y="133"/>
                  </a:cubicBezTo>
                  <a:cubicBezTo>
                    <a:pt x="2320" y="249"/>
                    <a:pt x="1410" y="437"/>
                    <a:pt x="509" y="695"/>
                  </a:cubicBezTo>
                  <a:cubicBezTo>
                    <a:pt x="313" y="758"/>
                    <a:pt x="107" y="811"/>
                    <a:pt x="0" y="1061"/>
                  </a:cubicBezTo>
                  <a:cubicBezTo>
                    <a:pt x="97" y="1109"/>
                    <a:pt x="183" y="1129"/>
                    <a:pt x="270" y="1129"/>
                  </a:cubicBezTo>
                  <a:cubicBezTo>
                    <a:pt x="328" y="1129"/>
                    <a:pt x="386" y="1120"/>
                    <a:pt x="446" y="1106"/>
                  </a:cubicBezTo>
                  <a:cubicBezTo>
                    <a:pt x="1080" y="981"/>
                    <a:pt x="1713" y="847"/>
                    <a:pt x="2355" y="731"/>
                  </a:cubicBezTo>
                  <a:cubicBezTo>
                    <a:pt x="2659" y="678"/>
                    <a:pt x="2971" y="642"/>
                    <a:pt x="3283" y="615"/>
                  </a:cubicBezTo>
                  <a:cubicBezTo>
                    <a:pt x="3970" y="562"/>
                    <a:pt x="4657" y="499"/>
                    <a:pt x="5344" y="472"/>
                  </a:cubicBezTo>
                  <a:cubicBezTo>
                    <a:pt x="5397" y="469"/>
                    <a:pt x="5451" y="468"/>
                    <a:pt x="5505" y="468"/>
                  </a:cubicBezTo>
                  <a:cubicBezTo>
                    <a:pt x="5783" y="468"/>
                    <a:pt x="6066" y="502"/>
                    <a:pt x="6343" y="517"/>
                  </a:cubicBezTo>
                  <a:cubicBezTo>
                    <a:pt x="6798" y="544"/>
                    <a:pt x="7244" y="562"/>
                    <a:pt x="7690" y="615"/>
                  </a:cubicBezTo>
                  <a:cubicBezTo>
                    <a:pt x="8529" y="704"/>
                    <a:pt x="9376" y="785"/>
                    <a:pt x="10206" y="954"/>
                  </a:cubicBezTo>
                  <a:cubicBezTo>
                    <a:pt x="11223" y="1150"/>
                    <a:pt x="12258" y="1320"/>
                    <a:pt x="13266" y="1623"/>
                  </a:cubicBezTo>
                  <a:cubicBezTo>
                    <a:pt x="14122" y="1891"/>
                    <a:pt x="14997" y="2114"/>
                    <a:pt x="15853" y="2399"/>
                  </a:cubicBezTo>
                  <a:cubicBezTo>
                    <a:pt x="16406" y="2578"/>
                    <a:pt x="16932" y="2827"/>
                    <a:pt x="17477" y="3050"/>
                  </a:cubicBezTo>
                  <a:cubicBezTo>
                    <a:pt x="17503" y="3059"/>
                    <a:pt x="17512" y="3095"/>
                    <a:pt x="17575" y="3158"/>
                  </a:cubicBezTo>
                  <a:cubicBezTo>
                    <a:pt x="17378" y="3166"/>
                    <a:pt x="17227" y="3184"/>
                    <a:pt x="17075" y="3184"/>
                  </a:cubicBezTo>
                  <a:cubicBezTo>
                    <a:pt x="16602" y="3193"/>
                    <a:pt x="16174" y="3363"/>
                    <a:pt x="15764" y="3586"/>
                  </a:cubicBezTo>
                  <a:cubicBezTo>
                    <a:pt x="15675" y="3630"/>
                    <a:pt x="15603" y="3728"/>
                    <a:pt x="15469" y="3836"/>
                  </a:cubicBezTo>
                  <a:cubicBezTo>
                    <a:pt x="15603" y="3880"/>
                    <a:pt x="15675" y="3916"/>
                    <a:pt x="15746" y="3916"/>
                  </a:cubicBezTo>
                  <a:cubicBezTo>
                    <a:pt x="16228" y="3934"/>
                    <a:pt x="16709" y="3952"/>
                    <a:pt x="17191" y="3952"/>
                  </a:cubicBezTo>
                  <a:cubicBezTo>
                    <a:pt x="17646" y="3943"/>
                    <a:pt x="18110" y="3898"/>
                    <a:pt x="18565" y="3889"/>
                  </a:cubicBezTo>
                  <a:cubicBezTo>
                    <a:pt x="18694" y="3885"/>
                    <a:pt x="18825" y="3883"/>
                    <a:pt x="18956" y="3883"/>
                  </a:cubicBezTo>
                  <a:cubicBezTo>
                    <a:pt x="19142" y="3883"/>
                    <a:pt x="19328" y="3888"/>
                    <a:pt x="19511" y="3898"/>
                  </a:cubicBezTo>
                  <a:cubicBezTo>
                    <a:pt x="19517" y="3898"/>
                    <a:pt x="19523" y="3898"/>
                    <a:pt x="19529" y="3898"/>
                  </a:cubicBezTo>
                  <a:cubicBezTo>
                    <a:pt x="19829" y="3898"/>
                    <a:pt x="19980" y="3678"/>
                    <a:pt x="19832" y="3372"/>
                  </a:cubicBezTo>
                  <a:cubicBezTo>
                    <a:pt x="19760" y="3211"/>
                    <a:pt x="19680" y="3042"/>
                    <a:pt x="19573" y="2908"/>
                  </a:cubicBezTo>
                  <a:cubicBezTo>
                    <a:pt x="19154" y="2372"/>
                    <a:pt x="18672" y="1891"/>
                    <a:pt x="18101" y="1507"/>
                  </a:cubicBezTo>
                  <a:cubicBezTo>
                    <a:pt x="18003" y="1436"/>
                    <a:pt x="17914" y="1347"/>
                    <a:pt x="17807" y="1275"/>
                  </a:cubicBezTo>
                  <a:cubicBezTo>
                    <a:pt x="17712" y="1208"/>
                    <a:pt x="17611" y="1173"/>
                    <a:pt x="17528" y="1173"/>
                  </a:cubicBezTo>
                  <a:cubicBezTo>
                    <a:pt x="17478" y="1173"/>
                    <a:pt x="17435" y="1186"/>
                    <a:pt x="17405" y="1213"/>
                  </a:cubicBezTo>
                  <a:cubicBezTo>
                    <a:pt x="17307" y="1293"/>
                    <a:pt x="17316" y="1480"/>
                    <a:pt x="17450" y="1641"/>
                  </a:cubicBezTo>
                  <a:cubicBezTo>
                    <a:pt x="17664" y="1882"/>
                    <a:pt x="17887" y="2114"/>
                    <a:pt x="18110" y="2355"/>
                  </a:cubicBezTo>
                  <a:cubicBezTo>
                    <a:pt x="18164" y="2417"/>
                    <a:pt x="18217" y="2471"/>
                    <a:pt x="18297" y="2551"/>
                  </a:cubicBezTo>
                  <a:cubicBezTo>
                    <a:pt x="18268" y="2560"/>
                    <a:pt x="18241" y="2564"/>
                    <a:pt x="18216" y="2564"/>
                  </a:cubicBezTo>
                  <a:cubicBezTo>
                    <a:pt x="18121" y="2564"/>
                    <a:pt x="18058" y="2508"/>
                    <a:pt x="17994" y="2480"/>
                  </a:cubicBezTo>
                  <a:cubicBezTo>
                    <a:pt x="17262" y="2123"/>
                    <a:pt x="16504" y="1810"/>
                    <a:pt x="15719" y="1596"/>
                  </a:cubicBezTo>
                  <a:cubicBezTo>
                    <a:pt x="15425" y="1525"/>
                    <a:pt x="15121" y="1463"/>
                    <a:pt x="14827" y="1391"/>
                  </a:cubicBezTo>
                  <a:cubicBezTo>
                    <a:pt x="14069" y="1195"/>
                    <a:pt x="13310" y="990"/>
                    <a:pt x="12552" y="811"/>
                  </a:cubicBezTo>
                  <a:cubicBezTo>
                    <a:pt x="12026" y="695"/>
                    <a:pt x="11500" y="633"/>
                    <a:pt x="10973" y="526"/>
                  </a:cubicBezTo>
                  <a:cubicBezTo>
                    <a:pt x="9974" y="321"/>
                    <a:pt x="8948" y="249"/>
                    <a:pt x="7931" y="115"/>
                  </a:cubicBezTo>
                  <a:cubicBezTo>
                    <a:pt x="7512" y="53"/>
                    <a:pt x="7084" y="53"/>
                    <a:pt x="6655" y="35"/>
                  </a:cubicBezTo>
                  <a:cubicBezTo>
                    <a:pt x="6197" y="17"/>
                    <a:pt x="5741" y="1"/>
                    <a:pt x="5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229;p29">
            <a:extLst>
              <a:ext uri="{FF2B5EF4-FFF2-40B4-BE49-F238E27FC236}">
                <a16:creationId xmlns:a16="http://schemas.microsoft.com/office/drawing/2014/main" id="{956F6E90-AFED-B180-A06A-4E1224F47A59}"/>
              </a:ext>
            </a:extLst>
          </p:cNvPr>
          <p:cNvSpPr txBox="1">
            <a:spLocks/>
          </p:cNvSpPr>
          <p:nvPr/>
        </p:nvSpPr>
        <p:spPr>
          <a:xfrm>
            <a:off x="713100" y="1125300"/>
            <a:ext cx="38589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dirty="0"/>
              <a:t>Course5_Project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>
            <a:spLocks noGrp="1"/>
          </p:cNvSpPr>
          <p:nvPr>
            <p:ph type="title"/>
          </p:nvPr>
        </p:nvSpPr>
        <p:spPr>
          <a:xfrm>
            <a:off x="720000" y="343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Tasks</a:t>
            </a:r>
            <a:endParaRPr dirty="0"/>
          </a:p>
        </p:txBody>
      </p:sp>
      <p:graphicFrame>
        <p:nvGraphicFramePr>
          <p:cNvPr id="423" name="Google Shape;423;p30"/>
          <p:cNvGraphicFramePr/>
          <p:nvPr>
            <p:extLst>
              <p:ext uri="{D42A27DB-BD31-4B8C-83A1-F6EECF244321}">
                <p14:modId xmlns:p14="http://schemas.microsoft.com/office/powerpoint/2010/main" val="2587624516"/>
              </p:ext>
            </p:extLst>
          </p:nvPr>
        </p:nvGraphicFramePr>
        <p:xfrm>
          <a:off x="720000" y="1112100"/>
          <a:ext cx="3852000" cy="3687750"/>
        </p:xfrm>
        <a:graphic>
          <a:graphicData uri="http://schemas.openxmlformats.org/drawingml/2006/table">
            <a:tbl>
              <a:tblPr>
                <a:noFill/>
                <a:tableStyleId>{B32D63BF-391C-4C69-887B-811F24E6547D}</a:tableStyleId>
              </a:tblPr>
              <a:tblGrid>
                <a:gridCol w="38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542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About the Brand </a:t>
                      </a:r>
                      <a:endParaRPr sz="10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773627"/>
                  </a:ext>
                </a:extLst>
              </a:tr>
              <a:tr h="272542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Target Audience </a:t>
                      </a:r>
                      <a:endParaRPr sz="10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7636464"/>
                  </a:ext>
                </a:extLst>
              </a:tr>
              <a:tr h="272542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Competitive Analysis</a:t>
                      </a:r>
                      <a:endParaRPr sz="10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7899362"/>
                  </a:ext>
                </a:extLst>
              </a:tr>
              <a:tr h="272542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Strategic Goal </a:t>
                      </a:r>
                      <a:endParaRPr sz="10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716970"/>
                  </a:ext>
                </a:extLst>
              </a:tr>
              <a:tr h="272542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Add social media profiles to insights </a:t>
                      </a:r>
                      <a:endParaRPr sz="10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7539176"/>
                  </a:ext>
                </a:extLst>
              </a:tr>
              <a:tr h="272542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Analysis and Strategy formulation</a:t>
                      </a:r>
                      <a:endParaRPr sz="10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542">
                <a:tc>
                  <a:txBody>
                    <a:bodyPr/>
                    <a:lstStyle/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ORM strategy and implementation plan</a:t>
                      </a:r>
                      <a:endParaRPr sz="10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542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TATs and SLAs</a:t>
                      </a:r>
                      <a:endParaRPr sz="10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542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Deliverables Evaluation</a:t>
                      </a:r>
                      <a:endParaRPr sz="10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542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ORM strategy components</a:t>
                      </a:r>
                      <a:endParaRPr sz="100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542">
                <a:tc>
                  <a:txBody>
                    <a:bodyPr/>
                    <a:lstStyle/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u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Roadmaps for each components</a:t>
                      </a:r>
                      <a:endParaRPr sz="1000" u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Google Shape;455;p32">
            <a:extLst>
              <a:ext uri="{FF2B5EF4-FFF2-40B4-BE49-F238E27FC236}">
                <a16:creationId xmlns:a16="http://schemas.microsoft.com/office/drawing/2014/main" id="{C1AB0596-4764-5841-6FEF-9AA715D35F78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alphaModFix/>
          </a:blip>
          <a:srcRect l="4511" r="4511"/>
          <a:stretch/>
        </p:blipFill>
        <p:spPr>
          <a:xfrm rot="21379550">
            <a:off x="5264431" y="880997"/>
            <a:ext cx="2846799" cy="3911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Google Shape;456;p32">
            <a:extLst>
              <a:ext uri="{FF2B5EF4-FFF2-40B4-BE49-F238E27FC236}">
                <a16:creationId xmlns:a16="http://schemas.microsoft.com/office/drawing/2014/main" id="{1B092AB5-7E96-7D3C-3EA8-8EF3A453558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0564627">
            <a:off x="4609389" y="769908"/>
            <a:ext cx="1558970" cy="488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456;p32">
            <a:extLst>
              <a:ext uri="{FF2B5EF4-FFF2-40B4-BE49-F238E27FC236}">
                <a16:creationId xmlns:a16="http://schemas.microsoft.com/office/drawing/2014/main" id="{1A152CBF-8D89-5420-FF0E-834F0C17723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0564627">
            <a:off x="7454146" y="4365162"/>
            <a:ext cx="1558970" cy="488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"/>
          <p:cNvSpPr txBox="1">
            <a:spLocks noGrp="1"/>
          </p:cNvSpPr>
          <p:nvPr>
            <p:ph type="title"/>
          </p:nvPr>
        </p:nvSpPr>
        <p:spPr>
          <a:xfrm>
            <a:off x="4010200" y="760258"/>
            <a:ext cx="4420800" cy="58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A</a:t>
            </a:r>
            <a:r>
              <a:rPr lang="en" dirty="0"/>
              <a:t>bout </a:t>
            </a:r>
            <a:r>
              <a:rPr lang="en-IN" b="1" dirty="0"/>
              <a:t>Apex Kinetic</a:t>
            </a:r>
            <a:endParaRPr dirty="0"/>
          </a:p>
        </p:txBody>
      </p:sp>
      <p:sp>
        <p:nvSpPr>
          <p:cNvPr id="454" name="Google Shape;454;p32"/>
          <p:cNvSpPr txBox="1">
            <a:spLocks noGrp="1"/>
          </p:cNvSpPr>
          <p:nvPr>
            <p:ph type="body" idx="1"/>
          </p:nvPr>
        </p:nvSpPr>
        <p:spPr>
          <a:xfrm>
            <a:off x="4010200" y="1457745"/>
            <a:ext cx="4730024" cy="2765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" dirty="0"/>
              <a:t>Apex Kinetic is a moden activewear </a:t>
            </a:r>
            <a:r>
              <a:rPr lang="en-US" dirty="0"/>
              <a:t>founded on the belief that human movement is the ultimate form of technology, the brand was born in a garage gym where the limitations of standard cotton and rigid synthetics became an obstacle to progress.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The founders wanted to create a "second skin" that didn't just sit on the body but responded to it. This led to the development of the Kinetic System, a design philosophy where every stitch serves a purpose: to support the body’s natural mechanics while stripping away the weight of traditional athletic gear.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It is a brand built for the "Apex" </a:t>
            </a:r>
            <a:r>
              <a:rPr lang="en-US"/>
              <a:t>moment— where </a:t>
            </a:r>
            <a:r>
              <a:rPr lang="en-US" dirty="0"/>
              <a:t>preparation meets performance and a new personal best is established. 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455" name="Google Shape;455;p32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21594" t="3417" r="32907" b="2811"/>
          <a:stretch>
            <a:fillRect/>
          </a:stretch>
        </p:blipFill>
        <p:spPr>
          <a:xfrm rot="-220450">
            <a:off x="526177" y="534635"/>
            <a:ext cx="2846799" cy="3911400"/>
          </a:xfrm>
          <a:prstGeom prst="rect">
            <a:avLst/>
          </a:prstGeom>
        </p:spPr>
      </p:pic>
      <p:pic>
        <p:nvPicPr>
          <p:cNvPr id="456" name="Google Shape;45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9887828">
            <a:off x="22017" y="515941"/>
            <a:ext cx="1558970" cy="488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</a:t>
            </a:r>
            <a:r>
              <a:rPr lang="en" dirty="0"/>
              <a:t>arget Audience</a:t>
            </a:r>
            <a:endParaRPr dirty="0"/>
          </a:p>
        </p:txBody>
      </p:sp>
      <p:sp>
        <p:nvSpPr>
          <p:cNvPr id="700" name="Google Shape;700;p34"/>
          <p:cNvSpPr txBox="1">
            <a:spLocks noGrp="1"/>
          </p:cNvSpPr>
          <p:nvPr>
            <p:ph type="subTitle" idx="1"/>
          </p:nvPr>
        </p:nvSpPr>
        <p:spPr>
          <a:xfrm>
            <a:off x="1064900" y="2630143"/>
            <a:ext cx="3330600" cy="11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Age group</a:t>
            </a:r>
            <a:r>
              <a:rPr lang="en-US" dirty="0"/>
              <a:t>: 18-45 years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Gender</a:t>
            </a:r>
            <a:r>
              <a:rPr lang="en-US" dirty="0"/>
              <a:t>: Male &amp; Female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Primary Location</a:t>
            </a:r>
            <a:r>
              <a:rPr lang="en-US" dirty="0"/>
              <a:t>: New Delhi </a:t>
            </a:r>
          </a:p>
          <a:p>
            <a:pPr marL="0" lvl="0" indent="0"/>
            <a:r>
              <a:rPr lang="en-US" b="1" dirty="0"/>
              <a:t>Annual Income range</a:t>
            </a:r>
            <a:r>
              <a:rPr lang="en-US" dirty="0"/>
              <a:t>: </a:t>
            </a:r>
            <a:r>
              <a:rPr lang="en-IN" dirty="0"/>
              <a:t>₹5-35 Lakhs </a:t>
            </a:r>
            <a:endParaRPr lang="en-US" dirty="0"/>
          </a:p>
        </p:txBody>
      </p:sp>
      <p:sp>
        <p:nvSpPr>
          <p:cNvPr id="701" name="Google Shape;701;p34"/>
          <p:cNvSpPr txBox="1">
            <a:spLocks noGrp="1"/>
          </p:cNvSpPr>
          <p:nvPr>
            <p:ph type="subTitle" idx="2"/>
          </p:nvPr>
        </p:nvSpPr>
        <p:spPr>
          <a:xfrm>
            <a:off x="4748484" y="2630130"/>
            <a:ext cx="3545916" cy="14594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b="1" dirty="0"/>
              <a:t>Lifestyle</a:t>
            </a:r>
            <a:r>
              <a:rPr lang="en-US" dirty="0"/>
              <a:t>: Actively engaged in sports/fitness and health-conscious </a:t>
            </a:r>
          </a:p>
          <a:p>
            <a:pPr marL="0" lvl="0" indent="0"/>
            <a:r>
              <a:rPr lang="en-US" b="1" dirty="0"/>
              <a:t>Values</a:t>
            </a:r>
            <a:r>
              <a:rPr lang="en-US" dirty="0"/>
              <a:t>: Health, Safety, Performance, Style</a:t>
            </a:r>
          </a:p>
          <a:p>
            <a:pPr marL="0" lvl="0" indent="0"/>
            <a:r>
              <a:rPr lang="en-US" b="1" dirty="0"/>
              <a:t>Personality Traits</a:t>
            </a:r>
            <a:r>
              <a:rPr lang="en-US" dirty="0"/>
              <a:t>: Goal-Driven, Knowledgeable about the clothes, Aware what material of clothes benefits their workouts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2" name="Google Shape;702;p34"/>
          <p:cNvSpPr txBox="1">
            <a:spLocks noGrp="1"/>
          </p:cNvSpPr>
          <p:nvPr>
            <p:ph type="subTitle" idx="3"/>
          </p:nvPr>
        </p:nvSpPr>
        <p:spPr>
          <a:xfrm>
            <a:off x="1064900" y="2311532"/>
            <a:ext cx="33306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</a:t>
            </a:r>
            <a:r>
              <a:rPr lang="en" dirty="0"/>
              <a:t>emographic segmentation</a:t>
            </a:r>
            <a:endParaRPr dirty="0"/>
          </a:p>
        </p:txBody>
      </p:sp>
      <p:sp>
        <p:nvSpPr>
          <p:cNvPr id="703" name="Google Shape;703;p34"/>
          <p:cNvSpPr txBox="1">
            <a:spLocks noGrp="1"/>
          </p:cNvSpPr>
          <p:nvPr>
            <p:ph type="subTitle" idx="4"/>
          </p:nvPr>
        </p:nvSpPr>
        <p:spPr>
          <a:xfrm>
            <a:off x="4748494" y="2311525"/>
            <a:ext cx="3675505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Psychographic Segmentation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7"/>
          <p:cNvSpPr txBox="1">
            <a:spLocks noGrp="1"/>
          </p:cNvSpPr>
          <p:nvPr>
            <p:ph type="subTitle" idx="5"/>
          </p:nvPr>
        </p:nvSpPr>
        <p:spPr>
          <a:xfrm>
            <a:off x="6022346" y="1780825"/>
            <a:ext cx="2617653" cy="1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Holds a strong legacy position, its high-profile partnership with the BCCI (Indian Cricket Team).</a:t>
            </a:r>
            <a:endParaRPr lang="en" dirty="0"/>
          </a:p>
          <a:p>
            <a:pPr marL="0" lvl="0" indent="0"/>
            <a:r>
              <a:rPr lang="en-US" b="1" dirty="0"/>
              <a:t>Weakness: </a:t>
            </a:r>
            <a:r>
              <a:rPr lang="en-US" dirty="0"/>
              <a:t>Stuck in the "middle-price trap" between Puma and Nike.</a:t>
            </a:r>
            <a:endParaRPr dirty="0"/>
          </a:p>
        </p:txBody>
      </p:sp>
      <p:sp>
        <p:nvSpPr>
          <p:cNvPr id="733" name="Google Shape;733;p37"/>
          <p:cNvSpPr txBox="1">
            <a:spLocks noGrp="1"/>
          </p:cNvSpPr>
          <p:nvPr>
            <p:ph type="subTitle" idx="6"/>
          </p:nvPr>
        </p:nvSpPr>
        <p:spPr>
          <a:xfrm>
            <a:off x="6022450" y="3519025"/>
            <a:ext cx="2819150" cy="12977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Brands like </a:t>
            </a:r>
            <a:r>
              <a:rPr lang="en-IN" b="1" dirty="0"/>
              <a:t>HRX, </a:t>
            </a:r>
            <a:r>
              <a:rPr lang="en-IN" b="1" dirty="0" err="1"/>
              <a:t>BlissClub</a:t>
            </a:r>
            <a:r>
              <a:rPr lang="en-IN" b="1" dirty="0"/>
              <a:t> </a:t>
            </a:r>
            <a:r>
              <a:rPr lang="en-US" dirty="0"/>
              <a:t>sell the idea of fitness to the mass-market. </a:t>
            </a:r>
            <a:r>
              <a:rPr lang="en-IN" b="1" dirty="0"/>
              <a:t>Weakness</a:t>
            </a:r>
            <a:r>
              <a:rPr lang="en-IN" dirty="0"/>
              <a:t>: </a:t>
            </a:r>
            <a:r>
              <a:rPr lang="en-US" dirty="0"/>
              <a:t>struggle to compete with global giants on lack of genuine fabric innovation technology/R&amp;D.</a:t>
            </a:r>
            <a:endParaRPr dirty="0"/>
          </a:p>
        </p:txBody>
      </p:sp>
      <p:sp>
        <p:nvSpPr>
          <p:cNvPr id="734" name="Google Shape;734;p37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Competitor Analysis with MarketShare </a:t>
            </a:r>
            <a:endParaRPr dirty="0"/>
          </a:p>
        </p:txBody>
      </p:sp>
      <p:sp>
        <p:nvSpPr>
          <p:cNvPr id="735" name="Google Shape;735;p37"/>
          <p:cNvSpPr txBox="1">
            <a:spLocks noGrp="1"/>
          </p:cNvSpPr>
          <p:nvPr>
            <p:ph type="subTitle" idx="1"/>
          </p:nvPr>
        </p:nvSpPr>
        <p:spPr>
          <a:xfrm>
            <a:off x="712800" y="1780824"/>
            <a:ext cx="2750400" cy="1264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They have successfully positioned themselves as the bridge between performance and street style.</a:t>
            </a:r>
          </a:p>
          <a:p>
            <a:pPr marL="0" lvl="0" indent="0"/>
            <a:r>
              <a:rPr lang="en-IN" b="1" dirty="0"/>
              <a:t>Weakness</a:t>
            </a:r>
            <a:r>
              <a:rPr lang="en-IN" dirty="0"/>
              <a:t>: </a:t>
            </a:r>
            <a:r>
              <a:rPr lang="en-US" dirty="0"/>
              <a:t>Frequent discounting have made it highly accessible but weakened its "premium" image</a:t>
            </a:r>
            <a:endParaRPr dirty="0"/>
          </a:p>
        </p:txBody>
      </p:sp>
      <p:sp>
        <p:nvSpPr>
          <p:cNvPr id="736" name="Google Shape;736;p37"/>
          <p:cNvSpPr txBox="1">
            <a:spLocks noGrp="1"/>
          </p:cNvSpPr>
          <p:nvPr>
            <p:ph type="subTitle" idx="2"/>
          </p:nvPr>
        </p:nvSpPr>
        <p:spPr>
          <a:xfrm>
            <a:off x="3367574" y="1780825"/>
            <a:ext cx="2536374" cy="12647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Operates on a unique model, acting as both a retailer and a manufacturer.</a:t>
            </a:r>
          </a:p>
          <a:p>
            <a:pPr marL="0" lvl="0" indent="0"/>
            <a:r>
              <a:rPr lang="en-US" b="1" dirty="0"/>
              <a:t>Weakness:</a:t>
            </a:r>
            <a:r>
              <a:rPr lang="en-US" dirty="0"/>
              <a:t> Lack of aspiration and "Cool" factor, </a:t>
            </a:r>
            <a:r>
              <a:rPr lang="en-IN" dirty="0"/>
              <a:t>hyper-utility focused and low costs</a:t>
            </a:r>
            <a:endParaRPr dirty="0"/>
          </a:p>
        </p:txBody>
      </p:sp>
      <p:sp>
        <p:nvSpPr>
          <p:cNvPr id="737" name="Google Shape;737;p37"/>
          <p:cNvSpPr txBox="1">
            <a:spLocks noGrp="1"/>
          </p:cNvSpPr>
          <p:nvPr>
            <p:ph type="subTitle" idx="3"/>
          </p:nvPr>
        </p:nvSpPr>
        <p:spPr>
          <a:xfrm>
            <a:off x="712800" y="3519024"/>
            <a:ext cx="2408400" cy="1297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Premium company-owned stores and digital sales rather than mass-market penetration.</a:t>
            </a:r>
          </a:p>
          <a:p>
            <a:pPr marL="0" lvl="0" indent="0"/>
            <a:r>
              <a:rPr lang="en-IN" b="1" dirty="0"/>
              <a:t>Weakness</a:t>
            </a:r>
            <a:r>
              <a:rPr lang="en-IN" dirty="0"/>
              <a:t>: high entry-level price point locks out the massive volume in India</a:t>
            </a:r>
            <a:endParaRPr dirty="0"/>
          </a:p>
        </p:txBody>
      </p:sp>
      <p:sp>
        <p:nvSpPr>
          <p:cNvPr id="738" name="Google Shape;738;p37"/>
          <p:cNvSpPr txBox="1">
            <a:spLocks noGrp="1"/>
          </p:cNvSpPr>
          <p:nvPr>
            <p:ph type="subTitle" idx="4"/>
          </p:nvPr>
        </p:nvSpPr>
        <p:spPr>
          <a:xfrm>
            <a:off x="3367624" y="3519025"/>
            <a:ext cx="2536375" cy="10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Explosive growth in India, primarily through footwear, by focusing on a specific niche: comfort. </a:t>
            </a:r>
            <a:r>
              <a:rPr lang="en-IN" b="1" dirty="0"/>
              <a:t>Weakness</a:t>
            </a:r>
            <a:r>
              <a:rPr lang="en-IN" dirty="0"/>
              <a:t>: </a:t>
            </a:r>
            <a:r>
              <a:rPr lang="en-US" dirty="0"/>
              <a:t>Limited to "comfort footwear";</a:t>
            </a:r>
            <a:r>
              <a:rPr lang="en-IN" dirty="0"/>
              <a:t> rarely considered for serious activewear </a:t>
            </a:r>
            <a:endParaRPr dirty="0"/>
          </a:p>
        </p:txBody>
      </p:sp>
      <p:sp>
        <p:nvSpPr>
          <p:cNvPr id="739" name="Google Shape;739;p37"/>
          <p:cNvSpPr txBox="1">
            <a:spLocks noGrp="1"/>
          </p:cNvSpPr>
          <p:nvPr>
            <p:ph type="subTitle" idx="7"/>
          </p:nvPr>
        </p:nvSpPr>
        <p:spPr>
          <a:xfrm>
            <a:off x="3367580" y="14622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</a:t>
            </a:r>
            <a:r>
              <a:rPr lang="en" dirty="0"/>
              <a:t>ecathlon (23%)</a:t>
            </a:r>
            <a:endParaRPr dirty="0"/>
          </a:p>
        </p:txBody>
      </p:sp>
      <p:sp>
        <p:nvSpPr>
          <p:cNvPr id="740" name="Google Shape;740;p37"/>
          <p:cNvSpPr txBox="1">
            <a:spLocks noGrp="1"/>
          </p:cNvSpPr>
          <p:nvPr>
            <p:ph type="subTitle" idx="8"/>
          </p:nvPr>
        </p:nvSpPr>
        <p:spPr>
          <a:xfrm>
            <a:off x="3367630" y="32004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Skechers (8%)</a:t>
            </a:r>
            <a:endParaRPr dirty="0"/>
          </a:p>
        </p:txBody>
      </p:sp>
      <p:sp>
        <p:nvSpPr>
          <p:cNvPr id="741" name="Google Shape;741;p37"/>
          <p:cNvSpPr txBox="1">
            <a:spLocks noGrp="1"/>
          </p:cNvSpPr>
          <p:nvPr>
            <p:ph type="subTitle" idx="9"/>
          </p:nvPr>
        </p:nvSpPr>
        <p:spPr>
          <a:xfrm>
            <a:off x="6022504" y="14622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Adidas (16%)</a:t>
            </a:r>
            <a:endParaRPr dirty="0"/>
          </a:p>
        </p:txBody>
      </p:sp>
      <p:sp>
        <p:nvSpPr>
          <p:cNvPr id="742" name="Google Shape;742;p37"/>
          <p:cNvSpPr txBox="1">
            <a:spLocks noGrp="1"/>
          </p:cNvSpPr>
          <p:nvPr>
            <p:ph type="subTitle" idx="13"/>
          </p:nvPr>
        </p:nvSpPr>
        <p:spPr>
          <a:xfrm>
            <a:off x="6022504" y="32004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Local/Others (14%)</a:t>
            </a:r>
            <a:endParaRPr dirty="0"/>
          </a:p>
        </p:txBody>
      </p:sp>
      <p:sp>
        <p:nvSpPr>
          <p:cNvPr id="743" name="Google Shape;743;p37"/>
          <p:cNvSpPr txBox="1">
            <a:spLocks noGrp="1"/>
          </p:cNvSpPr>
          <p:nvPr>
            <p:ph type="subTitle" idx="14"/>
          </p:nvPr>
        </p:nvSpPr>
        <p:spPr>
          <a:xfrm>
            <a:off x="712800" y="14622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</a:t>
            </a:r>
            <a:r>
              <a:rPr lang="en" dirty="0"/>
              <a:t>uma (29%)</a:t>
            </a:r>
            <a:endParaRPr dirty="0"/>
          </a:p>
        </p:txBody>
      </p:sp>
      <p:sp>
        <p:nvSpPr>
          <p:cNvPr id="744" name="Google Shape;744;p37"/>
          <p:cNvSpPr txBox="1">
            <a:spLocks noGrp="1"/>
          </p:cNvSpPr>
          <p:nvPr>
            <p:ph type="subTitle" idx="15"/>
          </p:nvPr>
        </p:nvSpPr>
        <p:spPr>
          <a:xfrm>
            <a:off x="712800" y="3200425"/>
            <a:ext cx="240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Nike (10%)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44"/>
          <p:cNvSpPr/>
          <p:nvPr/>
        </p:nvSpPr>
        <p:spPr>
          <a:xfrm rot="10800000">
            <a:off x="2306328" y="1667880"/>
            <a:ext cx="4359784" cy="984729"/>
          </a:xfrm>
          <a:custGeom>
            <a:avLst/>
            <a:gdLst/>
            <a:ahLst/>
            <a:cxnLst/>
            <a:rect l="l" t="t" r="r" b="b"/>
            <a:pathLst>
              <a:path w="19868" h="21884" extrusionOk="0">
                <a:moveTo>
                  <a:pt x="8172" y="0"/>
                </a:moveTo>
                <a:cubicBezTo>
                  <a:pt x="7459" y="188"/>
                  <a:pt x="6700" y="116"/>
                  <a:pt x="6022" y="411"/>
                </a:cubicBezTo>
                <a:cubicBezTo>
                  <a:pt x="5755" y="589"/>
                  <a:pt x="5434" y="634"/>
                  <a:pt x="5130" y="714"/>
                </a:cubicBezTo>
                <a:cubicBezTo>
                  <a:pt x="5059" y="767"/>
                  <a:pt x="4916" y="794"/>
                  <a:pt x="4907" y="892"/>
                </a:cubicBezTo>
                <a:cubicBezTo>
                  <a:pt x="4874" y="883"/>
                  <a:pt x="4840" y="879"/>
                  <a:pt x="4807" y="879"/>
                </a:cubicBezTo>
                <a:cubicBezTo>
                  <a:pt x="4613" y="879"/>
                  <a:pt x="4430" y="1017"/>
                  <a:pt x="4247" y="1071"/>
                </a:cubicBezTo>
                <a:cubicBezTo>
                  <a:pt x="4087" y="1205"/>
                  <a:pt x="3881" y="1249"/>
                  <a:pt x="3730" y="1392"/>
                </a:cubicBezTo>
                <a:cubicBezTo>
                  <a:pt x="3569" y="1436"/>
                  <a:pt x="3391" y="1445"/>
                  <a:pt x="3239" y="1517"/>
                </a:cubicBezTo>
                <a:cubicBezTo>
                  <a:pt x="3195" y="1597"/>
                  <a:pt x="3087" y="1633"/>
                  <a:pt x="3052" y="1731"/>
                </a:cubicBezTo>
                <a:cubicBezTo>
                  <a:pt x="3007" y="1856"/>
                  <a:pt x="2829" y="1856"/>
                  <a:pt x="2740" y="1954"/>
                </a:cubicBezTo>
                <a:cubicBezTo>
                  <a:pt x="2490" y="2195"/>
                  <a:pt x="2186" y="2373"/>
                  <a:pt x="1910" y="2569"/>
                </a:cubicBezTo>
                <a:cubicBezTo>
                  <a:pt x="1669" y="2962"/>
                  <a:pt x="1321" y="3283"/>
                  <a:pt x="1134" y="3711"/>
                </a:cubicBezTo>
                <a:cubicBezTo>
                  <a:pt x="1062" y="3925"/>
                  <a:pt x="875" y="4086"/>
                  <a:pt x="813" y="4309"/>
                </a:cubicBezTo>
                <a:cubicBezTo>
                  <a:pt x="714" y="4407"/>
                  <a:pt x="643" y="4532"/>
                  <a:pt x="634" y="4666"/>
                </a:cubicBezTo>
                <a:cubicBezTo>
                  <a:pt x="545" y="4782"/>
                  <a:pt x="483" y="4907"/>
                  <a:pt x="438" y="5041"/>
                </a:cubicBezTo>
                <a:cubicBezTo>
                  <a:pt x="393" y="5504"/>
                  <a:pt x="215" y="5968"/>
                  <a:pt x="242" y="6441"/>
                </a:cubicBezTo>
                <a:cubicBezTo>
                  <a:pt x="144" y="6593"/>
                  <a:pt x="10" y="6736"/>
                  <a:pt x="117" y="6941"/>
                </a:cubicBezTo>
                <a:cubicBezTo>
                  <a:pt x="45" y="7467"/>
                  <a:pt x="63" y="7993"/>
                  <a:pt x="1" y="8529"/>
                </a:cubicBezTo>
                <a:cubicBezTo>
                  <a:pt x="72" y="8743"/>
                  <a:pt x="10" y="8966"/>
                  <a:pt x="1" y="9189"/>
                </a:cubicBezTo>
                <a:cubicBezTo>
                  <a:pt x="63" y="9376"/>
                  <a:pt x="19" y="9581"/>
                  <a:pt x="1" y="9769"/>
                </a:cubicBezTo>
                <a:cubicBezTo>
                  <a:pt x="36" y="10126"/>
                  <a:pt x="36" y="10482"/>
                  <a:pt x="108" y="10830"/>
                </a:cubicBezTo>
                <a:cubicBezTo>
                  <a:pt x="117" y="11098"/>
                  <a:pt x="304" y="11312"/>
                  <a:pt x="304" y="11580"/>
                </a:cubicBezTo>
                <a:cubicBezTo>
                  <a:pt x="268" y="11794"/>
                  <a:pt x="420" y="11972"/>
                  <a:pt x="402" y="12186"/>
                </a:cubicBezTo>
                <a:cubicBezTo>
                  <a:pt x="518" y="12276"/>
                  <a:pt x="545" y="12418"/>
                  <a:pt x="545" y="12561"/>
                </a:cubicBezTo>
                <a:cubicBezTo>
                  <a:pt x="554" y="12766"/>
                  <a:pt x="679" y="12936"/>
                  <a:pt x="732" y="13123"/>
                </a:cubicBezTo>
                <a:cubicBezTo>
                  <a:pt x="679" y="13266"/>
                  <a:pt x="697" y="13489"/>
                  <a:pt x="830" y="13569"/>
                </a:cubicBezTo>
                <a:cubicBezTo>
                  <a:pt x="1009" y="13953"/>
                  <a:pt x="1134" y="14354"/>
                  <a:pt x="1285" y="14756"/>
                </a:cubicBezTo>
                <a:cubicBezTo>
                  <a:pt x="1464" y="14889"/>
                  <a:pt x="1446" y="15139"/>
                  <a:pt x="1544" y="15326"/>
                </a:cubicBezTo>
                <a:cubicBezTo>
                  <a:pt x="1615" y="15532"/>
                  <a:pt x="1767" y="15701"/>
                  <a:pt x="1874" y="15880"/>
                </a:cubicBezTo>
                <a:cubicBezTo>
                  <a:pt x="2106" y="16129"/>
                  <a:pt x="2133" y="16504"/>
                  <a:pt x="2383" y="16745"/>
                </a:cubicBezTo>
                <a:cubicBezTo>
                  <a:pt x="2499" y="16834"/>
                  <a:pt x="2552" y="16959"/>
                  <a:pt x="2570" y="17093"/>
                </a:cubicBezTo>
                <a:cubicBezTo>
                  <a:pt x="2784" y="17459"/>
                  <a:pt x="3096" y="17744"/>
                  <a:pt x="3364" y="18074"/>
                </a:cubicBezTo>
                <a:cubicBezTo>
                  <a:pt x="3614" y="18199"/>
                  <a:pt x="3703" y="18502"/>
                  <a:pt x="3962" y="18618"/>
                </a:cubicBezTo>
                <a:cubicBezTo>
                  <a:pt x="4096" y="18645"/>
                  <a:pt x="4051" y="18824"/>
                  <a:pt x="4176" y="18850"/>
                </a:cubicBezTo>
                <a:cubicBezTo>
                  <a:pt x="4390" y="18939"/>
                  <a:pt x="4488" y="19189"/>
                  <a:pt x="4720" y="19278"/>
                </a:cubicBezTo>
                <a:cubicBezTo>
                  <a:pt x="4836" y="19314"/>
                  <a:pt x="4907" y="19439"/>
                  <a:pt x="5032" y="19457"/>
                </a:cubicBezTo>
                <a:cubicBezTo>
                  <a:pt x="5211" y="19582"/>
                  <a:pt x="5416" y="19716"/>
                  <a:pt x="5639" y="19760"/>
                </a:cubicBezTo>
                <a:cubicBezTo>
                  <a:pt x="5844" y="19948"/>
                  <a:pt x="6138" y="20028"/>
                  <a:pt x="6370" y="20180"/>
                </a:cubicBezTo>
                <a:cubicBezTo>
                  <a:pt x="6718" y="20313"/>
                  <a:pt x="7013" y="20545"/>
                  <a:pt x="7370" y="20652"/>
                </a:cubicBezTo>
                <a:cubicBezTo>
                  <a:pt x="7682" y="20813"/>
                  <a:pt x="8039" y="20911"/>
                  <a:pt x="8333" y="21107"/>
                </a:cubicBezTo>
                <a:cubicBezTo>
                  <a:pt x="8761" y="21277"/>
                  <a:pt x="9181" y="21464"/>
                  <a:pt x="9600" y="21643"/>
                </a:cubicBezTo>
                <a:cubicBezTo>
                  <a:pt x="9841" y="21651"/>
                  <a:pt x="10082" y="21687"/>
                  <a:pt x="10305" y="21785"/>
                </a:cubicBezTo>
                <a:cubicBezTo>
                  <a:pt x="10545" y="21830"/>
                  <a:pt x="10813" y="21767"/>
                  <a:pt x="11045" y="21883"/>
                </a:cubicBezTo>
                <a:cubicBezTo>
                  <a:pt x="11106" y="21836"/>
                  <a:pt x="11170" y="21821"/>
                  <a:pt x="11237" y="21821"/>
                </a:cubicBezTo>
                <a:cubicBezTo>
                  <a:pt x="11359" y="21821"/>
                  <a:pt x="11489" y="21873"/>
                  <a:pt x="11618" y="21873"/>
                </a:cubicBezTo>
                <a:cubicBezTo>
                  <a:pt x="11644" y="21873"/>
                  <a:pt x="11670" y="21871"/>
                  <a:pt x="11696" y="21866"/>
                </a:cubicBezTo>
                <a:cubicBezTo>
                  <a:pt x="11764" y="21832"/>
                  <a:pt x="11837" y="21814"/>
                  <a:pt x="11911" y="21814"/>
                </a:cubicBezTo>
                <a:cubicBezTo>
                  <a:pt x="11993" y="21814"/>
                  <a:pt x="12076" y="21836"/>
                  <a:pt x="12151" y="21883"/>
                </a:cubicBezTo>
                <a:cubicBezTo>
                  <a:pt x="12247" y="21836"/>
                  <a:pt x="12349" y="21815"/>
                  <a:pt x="12451" y="21815"/>
                </a:cubicBezTo>
                <a:cubicBezTo>
                  <a:pt x="12558" y="21815"/>
                  <a:pt x="12666" y="21838"/>
                  <a:pt x="12767" y="21874"/>
                </a:cubicBezTo>
                <a:cubicBezTo>
                  <a:pt x="12892" y="21776"/>
                  <a:pt x="13061" y="21883"/>
                  <a:pt x="13124" y="21714"/>
                </a:cubicBezTo>
                <a:cubicBezTo>
                  <a:pt x="13148" y="21717"/>
                  <a:pt x="13172" y="21719"/>
                  <a:pt x="13196" y="21719"/>
                </a:cubicBezTo>
                <a:cubicBezTo>
                  <a:pt x="13376" y="21719"/>
                  <a:pt x="13549" y="21633"/>
                  <a:pt x="13659" y="21491"/>
                </a:cubicBezTo>
                <a:cubicBezTo>
                  <a:pt x="13730" y="21393"/>
                  <a:pt x="13846" y="21393"/>
                  <a:pt x="13962" y="21393"/>
                </a:cubicBezTo>
                <a:cubicBezTo>
                  <a:pt x="14221" y="21286"/>
                  <a:pt x="14587" y="21295"/>
                  <a:pt x="14765" y="21045"/>
                </a:cubicBezTo>
                <a:lnTo>
                  <a:pt x="14756" y="21000"/>
                </a:lnTo>
                <a:cubicBezTo>
                  <a:pt x="14836" y="20956"/>
                  <a:pt x="14988" y="20956"/>
                  <a:pt x="15024" y="20858"/>
                </a:cubicBezTo>
                <a:cubicBezTo>
                  <a:pt x="15104" y="20840"/>
                  <a:pt x="15095" y="20706"/>
                  <a:pt x="15167" y="20652"/>
                </a:cubicBezTo>
                <a:cubicBezTo>
                  <a:pt x="15398" y="20474"/>
                  <a:pt x="15729" y="20420"/>
                  <a:pt x="15907" y="20162"/>
                </a:cubicBezTo>
                <a:cubicBezTo>
                  <a:pt x="16076" y="19912"/>
                  <a:pt x="16415" y="19849"/>
                  <a:pt x="16576" y="19582"/>
                </a:cubicBezTo>
                <a:cubicBezTo>
                  <a:pt x="16674" y="19359"/>
                  <a:pt x="17067" y="19332"/>
                  <a:pt x="16933" y="19011"/>
                </a:cubicBezTo>
                <a:cubicBezTo>
                  <a:pt x="17067" y="18877"/>
                  <a:pt x="17361" y="18895"/>
                  <a:pt x="17370" y="18663"/>
                </a:cubicBezTo>
                <a:cubicBezTo>
                  <a:pt x="17432" y="18618"/>
                  <a:pt x="17513" y="18574"/>
                  <a:pt x="17575" y="18511"/>
                </a:cubicBezTo>
                <a:cubicBezTo>
                  <a:pt x="17602" y="18351"/>
                  <a:pt x="17691" y="18226"/>
                  <a:pt x="17852" y="18163"/>
                </a:cubicBezTo>
                <a:cubicBezTo>
                  <a:pt x="18173" y="18038"/>
                  <a:pt x="18039" y="17619"/>
                  <a:pt x="18173" y="17378"/>
                </a:cubicBezTo>
                <a:cubicBezTo>
                  <a:pt x="18209" y="17253"/>
                  <a:pt x="18405" y="17289"/>
                  <a:pt x="18423" y="17146"/>
                </a:cubicBezTo>
                <a:cubicBezTo>
                  <a:pt x="18423" y="17013"/>
                  <a:pt x="18557" y="16932"/>
                  <a:pt x="18565" y="16798"/>
                </a:cubicBezTo>
                <a:cubicBezTo>
                  <a:pt x="18583" y="16611"/>
                  <a:pt x="18797" y="16522"/>
                  <a:pt x="18797" y="16326"/>
                </a:cubicBezTo>
                <a:cubicBezTo>
                  <a:pt x="18922" y="16183"/>
                  <a:pt x="19127" y="16067"/>
                  <a:pt x="19056" y="15826"/>
                </a:cubicBezTo>
                <a:cubicBezTo>
                  <a:pt x="19136" y="15416"/>
                  <a:pt x="19252" y="15005"/>
                  <a:pt x="19270" y="14586"/>
                </a:cubicBezTo>
                <a:cubicBezTo>
                  <a:pt x="19181" y="14381"/>
                  <a:pt x="19413" y="14283"/>
                  <a:pt x="19404" y="14104"/>
                </a:cubicBezTo>
                <a:cubicBezTo>
                  <a:pt x="19440" y="13667"/>
                  <a:pt x="19681" y="13266"/>
                  <a:pt x="19627" y="12820"/>
                </a:cubicBezTo>
                <a:cubicBezTo>
                  <a:pt x="19725" y="12766"/>
                  <a:pt x="19672" y="12579"/>
                  <a:pt x="19698" y="12463"/>
                </a:cubicBezTo>
                <a:cubicBezTo>
                  <a:pt x="19823" y="12204"/>
                  <a:pt x="19431" y="12079"/>
                  <a:pt x="19600" y="11821"/>
                </a:cubicBezTo>
                <a:cubicBezTo>
                  <a:pt x="19600" y="11482"/>
                  <a:pt x="19707" y="11151"/>
                  <a:pt x="19707" y="10821"/>
                </a:cubicBezTo>
                <a:lnTo>
                  <a:pt x="19752" y="10830"/>
                </a:lnTo>
                <a:cubicBezTo>
                  <a:pt x="19752" y="10491"/>
                  <a:pt x="19770" y="10152"/>
                  <a:pt x="19743" y="9822"/>
                </a:cubicBezTo>
                <a:cubicBezTo>
                  <a:pt x="19761" y="9653"/>
                  <a:pt x="19761" y="9483"/>
                  <a:pt x="19725" y="9314"/>
                </a:cubicBezTo>
                <a:cubicBezTo>
                  <a:pt x="19627" y="9225"/>
                  <a:pt x="19868" y="8859"/>
                  <a:pt x="19716" y="8841"/>
                </a:cubicBezTo>
                <a:cubicBezTo>
                  <a:pt x="19725" y="8645"/>
                  <a:pt x="19707" y="8457"/>
                  <a:pt x="19716" y="8261"/>
                </a:cubicBezTo>
                <a:lnTo>
                  <a:pt x="19672" y="8261"/>
                </a:lnTo>
                <a:cubicBezTo>
                  <a:pt x="19672" y="8181"/>
                  <a:pt x="19672" y="8100"/>
                  <a:pt x="19645" y="8029"/>
                </a:cubicBezTo>
                <a:cubicBezTo>
                  <a:pt x="19582" y="7860"/>
                  <a:pt x="19672" y="7681"/>
                  <a:pt x="19672" y="7512"/>
                </a:cubicBezTo>
                <a:lnTo>
                  <a:pt x="19627" y="7512"/>
                </a:lnTo>
                <a:cubicBezTo>
                  <a:pt x="19582" y="7298"/>
                  <a:pt x="19440" y="7110"/>
                  <a:pt x="19368" y="6896"/>
                </a:cubicBezTo>
                <a:cubicBezTo>
                  <a:pt x="19404" y="6807"/>
                  <a:pt x="19413" y="6709"/>
                  <a:pt x="19395" y="6620"/>
                </a:cubicBezTo>
                <a:cubicBezTo>
                  <a:pt x="19413" y="6405"/>
                  <a:pt x="19458" y="6111"/>
                  <a:pt x="19217" y="6013"/>
                </a:cubicBezTo>
                <a:cubicBezTo>
                  <a:pt x="19127" y="5879"/>
                  <a:pt x="19181" y="5656"/>
                  <a:pt x="19020" y="5549"/>
                </a:cubicBezTo>
                <a:cubicBezTo>
                  <a:pt x="19003" y="5344"/>
                  <a:pt x="19127" y="5049"/>
                  <a:pt x="18913" y="4898"/>
                </a:cubicBezTo>
                <a:cubicBezTo>
                  <a:pt x="18888" y="4838"/>
                  <a:pt x="18870" y="4754"/>
                  <a:pt x="18792" y="4754"/>
                </a:cubicBezTo>
                <a:cubicBezTo>
                  <a:pt x="18788" y="4754"/>
                  <a:pt x="18784" y="4755"/>
                  <a:pt x="18780" y="4755"/>
                </a:cubicBezTo>
                <a:cubicBezTo>
                  <a:pt x="18780" y="4657"/>
                  <a:pt x="18708" y="4577"/>
                  <a:pt x="18655" y="4496"/>
                </a:cubicBezTo>
                <a:cubicBezTo>
                  <a:pt x="18646" y="4407"/>
                  <a:pt x="18619" y="4273"/>
                  <a:pt x="18521" y="4238"/>
                </a:cubicBezTo>
                <a:cubicBezTo>
                  <a:pt x="18405" y="4122"/>
                  <a:pt x="18360" y="3952"/>
                  <a:pt x="18253" y="3836"/>
                </a:cubicBezTo>
                <a:cubicBezTo>
                  <a:pt x="18271" y="3765"/>
                  <a:pt x="18253" y="3720"/>
                  <a:pt x="18209" y="3702"/>
                </a:cubicBezTo>
                <a:cubicBezTo>
                  <a:pt x="18262" y="3533"/>
                  <a:pt x="18244" y="3301"/>
                  <a:pt x="18075" y="3221"/>
                </a:cubicBezTo>
                <a:cubicBezTo>
                  <a:pt x="18048" y="3158"/>
                  <a:pt x="18021" y="3060"/>
                  <a:pt x="17941" y="3051"/>
                </a:cubicBezTo>
                <a:cubicBezTo>
                  <a:pt x="17896" y="2944"/>
                  <a:pt x="17763" y="2900"/>
                  <a:pt x="17682" y="2819"/>
                </a:cubicBezTo>
                <a:cubicBezTo>
                  <a:pt x="17673" y="2614"/>
                  <a:pt x="17459" y="2569"/>
                  <a:pt x="17334" y="2462"/>
                </a:cubicBezTo>
                <a:cubicBezTo>
                  <a:pt x="17156" y="2213"/>
                  <a:pt x="16924" y="2016"/>
                  <a:pt x="16737" y="1775"/>
                </a:cubicBezTo>
                <a:cubicBezTo>
                  <a:pt x="16540" y="1731"/>
                  <a:pt x="16415" y="1544"/>
                  <a:pt x="16219" y="1490"/>
                </a:cubicBezTo>
                <a:cubicBezTo>
                  <a:pt x="16005" y="1383"/>
                  <a:pt x="15871" y="1151"/>
                  <a:pt x="15639" y="1053"/>
                </a:cubicBezTo>
                <a:cubicBezTo>
                  <a:pt x="15470" y="990"/>
                  <a:pt x="15309" y="892"/>
                  <a:pt x="15140" y="803"/>
                </a:cubicBezTo>
                <a:cubicBezTo>
                  <a:pt x="14792" y="758"/>
                  <a:pt x="14462" y="651"/>
                  <a:pt x="14114" y="589"/>
                </a:cubicBezTo>
                <a:cubicBezTo>
                  <a:pt x="13480" y="509"/>
                  <a:pt x="12856" y="402"/>
                  <a:pt x="12223" y="357"/>
                </a:cubicBezTo>
                <a:lnTo>
                  <a:pt x="12160" y="357"/>
                </a:lnTo>
                <a:cubicBezTo>
                  <a:pt x="12097" y="306"/>
                  <a:pt x="12020" y="296"/>
                  <a:pt x="11941" y="296"/>
                </a:cubicBezTo>
                <a:cubicBezTo>
                  <a:pt x="11894" y="296"/>
                  <a:pt x="11847" y="300"/>
                  <a:pt x="11800" y="300"/>
                </a:cubicBezTo>
                <a:cubicBezTo>
                  <a:pt x="11748" y="300"/>
                  <a:pt x="11697" y="295"/>
                  <a:pt x="11652" y="277"/>
                </a:cubicBezTo>
                <a:cubicBezTo>
                  <a:pt x="11259" y="170"/>
                  <a:pt x="10858" y="232"/>
                  <a:pt x="10465" y="134"/>
                </a:cubicBezTo>
                <a:cubicBezTo>
                  <a:pt x="10444" y="134"/>
                  <a:pt x="10422" y="135"/>
                  <a:pt x="10401" y="135"/>
                </a:cubicBezTo>
                <a:cubicBezTo>
                  <a:pt x="10036" y="135"/>
                  <a:pt x="9682" y="75"/>
                  <a:pt x="9320" y="75"/>
                </a:cubicBezTo>
                <a:cubicBezTo>
                  <a:pt x="9262" y="75"/>
                  <a:pt x="9203" y="77"/>
                  <a:pt x="9145" y="81"/>
                </a:cubicBezTo>
                <a:lnTo>
                  <a:pt x="9145" y="36"/>
                </a:lnTo>
                <a:cubicBezTo>
                  <a:pt x="9013" y="36"/>
                  <a:pt x="8882" y="39"/>
                  <a:pt x="8752" y="39"/>
                </a:cubicBezTo>
                <a:cubicBezTo>
                  <a:pt x="8558" y="39"/>
                  <a:pt x="8365" y="32"/>
                  <a:pt x="8172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44"/>
          <p:cNvSpPr txBox="1">
            <a:spLocks noGrp="1"/>
          </p:cNvSpPr>
          <p:nvPr>
            <p:ph type="title"/>
          </p:nvPr>
        </p:nvSpPr>
        <p:spPr>
          <a:xfrm>
            <a:off x="5631872" y="435787"/>
            <a:ext cx="304150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</a:t>
            </a:r>
            <a:r>
              <a:rPr lang="en" dirty="0"/>
              <a:t>trategic goal</a:t>
            </a:r>
            <a:endParaRPr dirty="0"/>
          </a:p>
        </p:txBody>
      </p:sp>
      <p:sp>
        <p:nvSpPr>
          <p:cNvPr id="1005" name="Google Shape;1005;p44"/>
          <p:cNvSpPr txBox="1">
            <a:spLocks noGrp="1"/>
          </p:cNvSpPr>
          <p:nvPr>
            <p:ph type="subTitle" idx="4294967295"/>
          </p:nvPr>
        </p:nvSpPr>
        <p:spPr>
          <a:xfrm>
            <a:off x="2626287" y="2813826"/>
            <a:ext cx="3695313" cy="13211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400" dirty="0"/>
              <a:t>Build and maintain a strong and positive brand image on all online platforms by friendly customer service and good product quality will build long-term trust and loyalty eventually leading towards growth </a:t>
            </a:r>
            <a:endParaRPr sz="1400" dirty="0"/>
          </a:p>
        </p:txBody>
      </p:sp>
      <p:sp>
        <p:nvSpPr>
          <p:cNvPr id="1006" name="Google Shape;1006;p44"/>
          <p:cNvSpPr txBox="1">
            <a:spLocks noGrp="1"/>
          </p:cNvSpPr>
          <p:nvPr>
            <p:ph type="subTitle" idx="4294967295"/>
          </p:nvPr>
        </p:nvSpPr>
        <p:spPr>
          <a:xfrm>
            <a:off x="2626287" y="2055453"/>
            <a:ext cx="3891425" cy="3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dirty="0">
                <a:latin typeface="Syne"/>
                <a:ea typeface="Syne"/>
                <a:cs typeface="Syne"/>
                <a:sym typeface="Syne"/>
              </a:rPr>
              <a:t>Positive I</a:t>
            </a:r>
            <a:r>
              <a:rPr lang="en" sz="2000" dirty="0">
                <a:latin typeface="Syne"/>
                <a:ea typeface="Syne"/>
                <a:cs typeface="Syne"/>
                <a:sym typeface="Syne"/>
              </a:rPr>
              <a:t>mage &amp; growth mindset  </a:t>
            </a:r>
            <a:endParaRPr sz="2000" dirty="0">
              <a:latin typeface="Syne"/>
              <a:ea typeface="Syne"/>
              <a:cs typeface="Syne"/>
              <a:sym typeface="Sy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1"/>
          <p:cNvSpPr txBox="1">
            <a:spLocks noGrp="1"/>
          </p:cNvSpPr>
          <p:nvPr>
            <p:ph type="title"/>
          </p:nvPr>
        </p:nvSpPr>
        <p:spPr>
          <a:xfrm>
            <a:off x="3494525" y="3509085"/>
            <a:ext cx="5318707" cy="63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/>
              <a:t>A</a:t>
            </a:r>
            <a:r>
              <a:rPr lang="en" sz="2400" dirty="0"/>
              <a:t>dd social media profiles to insights</a:t>
            </a:r>
            <a:endParaRPr sz="2400" dirty="0"/>
          </a:p>
        </p:txBody>
      </p:sp>
      <p:sp>
        <p:nvSpPr>
          <p:cNvPr id="956" name="Google Shape;956;p41"/>
          <p:cNvSpPr txBox="1">
            <a:spLocks noGrp="1"/>
          </p:cNvSpPr>
          <p:nvPr>
            <p:ph type="subTitle" idx="1"/>
          </p:nvPr>
        </p:nvSpPr>
        <p:spPr>
          <a:xfrm>
            <a:off x="3376800" y="3982785"/>
            <a:ext cx="60336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On Konnect Insights – Social Analysis – Add Profile – Add your social media accounts </a:t>
            </a:r>
            <a:endParaRPr sz="1100" dirty="0"/>
          </a:p>
        </p:txBody>
      </p:sp>
      <p:pic>
        <p:nvPicPr>
          <p:cNvPr id="957" name="Google Shape;957;p41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26503" t="867" r="30344" b="13768"/>
          <a:stretch>
            <a:fillRect/>
          </a:stretch>
        </p:blipFill>
        <p:spPr>
          <a:xfrm rot="405924">
            <a:off x="803552" y="655191"/>
            <a:ext cx="2477826" cy="3765122"/>
          </a:xfrm>
          <a:prstGeom prst="rect">
            <a:avLst/>
          </a:prstGeom>
        </p:spPr>
      </p:pic>
      <p:pic>
        <p:nvPicPr>
          <p:cNvPr id="958" name="Google Shape;958;p41"/>
          <p:cNvPicPr preferRelativeResize="0">
            <a:picLocks noGrp="1"/>
          </p:cNvPicPr>
          <p:nvPr>
            <p:ph type="pic" idx="3"/>
          </p:nvPr>
        </p:nvPicPr>
        <p:blipFill>
          <a:blip r:embed="rId4">
            <a:alphaModFix/>
          </a:blip>
          <a:srcRect l="15601" r="15601"/>
          <a:stretch/>
        </p:blipFill>
        <p:spPr>
          <a:xfrm rot="-122164">
            <a:off x="4090396" y="569403"/>
            <a:ext cx="4080409" cy="2321143"/>
          </a:xfrm>
          <a:prstGeom prst="rect">
            <a:avLst/>
          </a:prstGeom>
        </p:spPr>
      </p:pic>
      <p:pic>
        <p:nvPicPr>
          <p:cNvPr id="959" name="Google Shape;95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881395">
            <a:off x="3847422" y="379247"/>
            <a:ext cx="620050" cy="5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319901">
            <a:off x="485288" y="345172"/>
            <a:ext cx="1022574" cy="531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8847045">
            <a:off x="7941525" y="198848"/>
            <a:ext cx="595900" cy="119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4">
          <a:extLst>
            <a:ext uri="{FF2B5EF4-FFF2-40B4-BE49-F238E27FC236}">
              <a16:creationId xmlns:a16="http://schemas.microsoft.com/office/drawing/2014/main" id="{95AB7579-6622-A5F0-568D-7FFAAD373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1">
            <a:extLst>
              <a:ext uri="{FF2B5EF4-FFF2-40B4-BE49-F238E27FC236}">
                <a16:creationId xmlns:a16="http://schemas.microsoft.com/office/drawing/2014/main" id="{EAEB8067-CB8E-100A-4C71-75A476129A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02644" y="3653758"/>
            <a:ext cx="3734818" cy="63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/>
              <a:t>S</a:t>
            </a:r>
            <a:r>
              <a:rPr lang="en" sz="2800" dirty="0"/>
              <a:t>entiment Analysis </a:t>
            </a:r>
            <a:endParaRPr sz="2800" dirty="0"/>
          </a:p>
        </p:txBody>
      </p:sp>
      <p:sp>
        <p:nvSpPr>
          <p:cNvPr id="956" name="Google Shape;956;p41">
            <a:extLst>
              <a:ext uri="{FF2B5EF4-FFF2-40B4-BE49-F238E27FC236}">
                <a16:creationId xmlns:a16="http://schemas.microsoft.com/office/drawing/2014/main" id="{606A20C4-38BE-78D2-236E-913820AEEE5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97780" y="4168916"/>
            <a:ext cx="5779144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 Konnect Insights – Dashboard – Add Charts – Monitor – Sentiment Analysis </a:t>
            </a:r>
            <a:endParaRPr dirty="0"/>
          </a:p>
        </p:txBody>
      </p:sp>
      <p:pic>
        <p:nvPicPr>
          <p:cNvPr id="958" name="Google Shape;958;p41">
            <a:extLst>
              <a:ext uri="{FF2B5EF4-FFF2-40B4-BE49-F238E27FC236}">
                <a16:creationId xmlns:a16="http://schemas.microsoft.com/office/drawing/2014/main" id="{B83001FD-E037-EF51-F470-85A38FC0918D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>
            <a:alphaModFix/>
          </a:blip>
          <a:srcRect t="1067" b="1940"/>
          <a:stretch>
            <a:fillRect/>
          </a:stretch>
        </p:blipFill>
        <p:spPr>
          <a:xfrm rot="-122164">
            <a:off x="3771313" y="444501"/>
            <a:ext cx="4883178" cy="2886189"/>
          </a:xfrm>
          <a:prstGeom prst="rect">
            <a:avLst/>
          </a:prstGeom>
        </p:spPr>
      </p:pic>
      <p:pic>
        <p:nvPicPr>
          <p:cNvPr id="959" name="Google Shape;959;p41">
            <a:extLst>
              <a:ext uri="{FF2B5EF4-FFF2-40B4-BE49-F238E27FC236}">
                <a16:creationId xmlns:a16="http://schemas.microsoft.com/office/drawing/2014/main" id="{08AF9854-BD56-FE9A-6E16-7C0266434F2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881395">
            <a:off x="8391526" y="766"/>
            <a:ext cx="620050" cy="5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41">
            <a:extLst>
              <a:ext uri="{FF2B5EF4-FFF2-40B4-BE49-F238E27FC236}">
                <a16:creationId xmlns:a16="http://schemas.microsoft.com/office/drawing/2014/main" id="{29446B00-F806-64E9-182C-104CC2F09C9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319901">
            <a:off x="3210295" y="382593"/>
            <a:ext cx="1022574" cy="5317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02;p44">
            <a:extLst>
              <a:ext uri="{FF2B5EF4-FFF2-40B4-BE49-F238E27FC236}">
                <a16:creationId xmlns:a16="http://schemas.microsoft.com/office/drawing/2014/main" id="{4A7C0199-5A31-09E4-D4D6-D7E01B8731D5}"/>
              </a:ext>
            </a:extLst>
          </p:cNvPr>
          <p:cNvSpPr txBox="1">
            <a:spLocks/>
          </p:cNvSpPr>
          <p:nvPr/>
        </p:nvSpPr>
        <p:spPr>
          <a:xfrm>
            <a:off x="442449" y="488883"/>
            <a:ext cx="394490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r>
              <a:rPr lang="en-IN" dirty="0"/>
              <a:t>Analysis and strategy formulation </a:t>
            </a:r>
          </a:p>
        </p:txBody>
      </p:sp>
    </p:spTree>
    <p:extLst>
      <p:ext uri="{BB962C8B-B14F-4D97-AF65-F5344CB8AC3E}">
        <p14:creationId xmlns:p14="http://schemas.microsoft.com/office/powerpoint/2010/main" val="281901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4">
          <a:extLst>
            <a:ext uri="{FF2B5EF4-FFF2-40B4-BE49-F238E27FC236}">
              <a16:creationId xmlns:a16="http://schemas.microsoft.com/office/drawing/2014/main" id="{C243B743-B18E-9C51-60DB-1CD9EB28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1">
            <a:extLst>
              <a:ext uri="{FF2B5EF4-FFF2-40B4-BE49-F238E27FC236}">
                <a16:creationId xmlns:a16="http://schemas.microsoft.com/office/drawing/2014/main" id="{EFB19E86-2094-8080-7DF2-083FCD328D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08726" y="3668477"/>
            <a:ext cx="3734818" cy="63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/>
              <a:t>Competitive</a:t>
            </a:r>
            <a:r>
              <a:rPr lang="en" sz="2800" dirty="0"/>
              <a:t> Analysis </a:t>
            </a:r>
            <a:endParaRPr sz="2800" dirty="0"/>
          </a:p>
        </p:txBody>
      </p:sp>
      <p:sp>
        <p:nvSpPr>
          <p:cNvPr id="956" name="Google Shape;956;p41">
            <a:extLst>
              <a:ext uri="{FF2B5EF4-FFF2-40B4-BE49-F238E27FC236}">
                <a16:creationId xmlns:a16="http://schemas.microsoft.com/office/drawing/2014/main" id="{521DCEB7-A9B4-0254-D0A9-C896C9AC97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32760" y="4168916"/>
            <a:ext cx="668675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 Konnect Insights – Dashboard – Add Charts – Social Media Analysis – Instagram Comparison </a:t>
            </a:r>
            <a:endParaRPr dirty="0"/>
          </a:p>
        </p:txBody>
      </p:sp>
      <p:pic>
        <p:nvPicPr>
          <p:cNvPr id="958" name="Google Shape;958;p41">
            <a:extLst>
              <a:ext uri="{FF2B5EF4-FFF2-40B4-BE49-F238E27FC236}">
                <a16:creationId xmlns:a16="http://schemas.microsoft.com/office/drawing/2014/main" id="{8D7B6A7B-3E3C-46E5-CE4F-53E06826B793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>
            <a:alphaModFix/>
          </a:blip>
          <a:srcRect t="5958" b="5958"/>
          <a:stretch/>
        </p:blipFill>
        <p:spPr>
          <a:xfrm rot="-122164">
            <a:off x="4025969" y="439976"/>
            <a:ext cx="4628442" cy="2886189"/>
          </a:xfrm>
          <a:prstGeom prst="rect">
            <a:avLst/>
          </a:prstGeom>
        </p:spPr>
      </p:pic>
      <p:pic>
        <p:nvPicPr>
          <p:cNvPr id="959" name="Google Shape;959;p41">
            <a:extLst>
              <a:ext uri="{FF2B5EF4-FFF2-40B4-BE49-F238E27FC236}">
                <a16:creationId xmlns:a16="http://schemas.microsoft.com/office/drawing/2014/main" id="{52AEB61A-D4D3-E592-4E75-E2F350A94AB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881395">
            <a:off x="8391526" y="138193"/>
            <a:ext cx="620050" cy="5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41">
            <a:extLst>
              <a:ext uri="{FF2B5EF4-FFF2-40B4-BE49-F238E27FC236}">
                <a16:creationId xmlns:a16="http://schemas.microsoft.com/office/drawing/2014/main" id="{7BC5056D-F13E-D222-58DD-243BED7E80D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319901">
            <a:off x="3310741" y="358824"/>
            <a:ext cx="1022574" cy="5317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02;p44">
            <a:extLst>
              <a:ext uri="{FF2B5EF4-FFF2-40B4-BE49-F238E27FC236}">
                <a16:creationId xmlns:a16="http://schemas.microsoft.com/office/drawing/2014/main" id="{0BC7C81E-A2DE-29C4-D17A-6357868623DA}"/>
              </a:ext>
            </a:extLst>
          </p:cNvPr>
          <p:cNvSpPr txBox="1">
            <a:spLocks/>
          </p:cNvSpPr>
          <p:nvPr/>
        </p:nvSpPr>
        <p:spPr>
          <a:xfrm>
            <a:off x="442449" y="488883"/>
            <a:ext cx="3944903" cy="1922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r>
              <a:rPr lang="en-IN" dirty="0"/>
              <a:t>Analysis and strategy formulation </a:t>
            </a:r>
          </a:p>
        </p:txBody>
      </p:sp>
    </p:spTree>
    <p:extLst>
      <p:ext uri="{BB962C8B-B14F-4D97-AF65-F5344CB8AC3E}">
        <p14:creationId xmlns:p14="http://schemas.microsoft.com/office/powerpoint/2010/main" val="3106447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>
          <a:extLst>
            <a:ext uri="{FF2B5EF4-FFF2-40B4-BE49-F238E27FC236}">
              <a16:creationId xmlns:a16="http://schemas.microsoft.com/office/drawing/2014/main" id="{5048C9E7-B03C-D89B-9951-0D893A8B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">
            <a:extLst>
              <a:ext uri="{FF2B5EF4-FFF2-40B4-BE49-F238E27FC236}">
                <a16:creationId xmlns:a16="http://schemas.microsoft.com/office/drawing/2014/main" id="{3905D0E0-5F42-BDF7-5707-0EB1B6F4A0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10200" y="760258"/>
            <a:ext cx="4420800" cy="58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ORM Strategy and Implementation Plan</a:t>
            </a:r>
            <a:endParaRPr dirty="0"/>
          </a:p>
        </p:txBody>
      </p:sp>
      <p:sp>
        <p:nvSpPr>
          <p:cNvPr id="454" name="Google Shape;454;p32">
            <a:extLst>
              <a:ext uri="{FF2B5EF4-FFF2-40B4-BE49-F238E27FC236}">
                <a16:creationId xmlns:a16="http://schemas.microsoft.com/office/drawing/2014/main" id="{3965686C-8D14-7E9A-53C4-68210605E2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81944" y="1188807"/>
            <a:ext cx="4803656" cy="27658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AutoNum type="arabicPeriod"/>
            </a:pPr>
            <a:r>
              <a:rPr lang="en-US" b="1" dirty="0">
                <a:solidFill>
                  <a:schemeClr val="dk1"/>
                </a:solidFill>
              </a:rPr>
              <a:t>Customer Success </a:t>
            </a:r>
            <a:r>
              <a:rPr lang="en-US" b="1" dirty="0"/>
              <a:t>S</a:t>
            </a:r>
            <a:r>
              <a:rPr lang="en-US" b="1" dirty="0">
                <a:solidFill>
                  <a:schemeClr val="dk1"/>
                </a:solidFill>
              </a:rPr>
              <a:t>tories </a:t>
            </a:r>
          </a:p>
          <a:p>
            <a:pPr marL="0" lvl="0" indent="0">
              <a:buNone/>
            </a:pPr>
            <a:r>
              <a:rPr lang="en-US" dirty="0"/>
              <a:t>Show genuine customer feedback along with their fitness photos or videos while using Apex Kinetic products </a:t>
            </a:r>
          </a:p>
          <a:p>
            <a:pPr marL="0" lvl="0" indent="0">
              <a:buNone/>
            </a:pPr>
            <a:endParaRPr lang="en-US" dirty="0"/>
          </a:p>
          <a:p>
            <a:pPr marL="228600" lvl="0" indent="-228600">
              <a:buAutoNum type="arabicPeriod" startAt="2"/>
            </a:pPr>
            <a:r>
              <a:rPr lang="en-US" b="1" dirty="0"/>
              <a:t>Review &amp; Rewards </a:t>
            </a:r>
          </a:p>
          <a:p>
            <a:pPr marL="0" lvl="0" indent="0">
              <a:buNone/>
            </a:pPr>
            <a:r>
              <a:rPr lang="en-US" dirty="0"/>
              <a:t>Encourage customers to share their reviews or mention Apex Kinetic on social media to get a chance to earn discounts or rewards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3. Inside the Making </a:t>
            </a:r>
          </a:p>
          <a:p>
            <a:pPr marL="0" lvl="0" indent="0">
              <a:buNone/>
            </a:pPr>
            <a:r>
              <a:rPr lang="en-US" dirty="0"/>
              <a:t>Share behind-the-scenes clips of how Apex Kinetic products are designed, produced and quality-checked to highlight comfort and performance 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b="1" dirty="0"/>
              <a:t>4. Feature Our Customers </a:t>
            </a:r>
          </a:p>
          <a:p>
            <a:pPr marL="0" lvl="0" indent="0">
              <a:buNone/>
            </a:pPr>
            <a:r>
              <a:rPr lang="en-US" dirty="0"/>
              <a:t>Highlight happy customers by posting their photos or reels (with approval) or repost their tagged content wearing Apex Kinetic products </a:t>
            </a:r>
          </a:p>
        </p:txBody>
      </p:sp>
      <p:sp>
        <p:nvSpPr>
          <p:cNvPr id="2" name="Google Shape;955;p41">
            <a:extLst>
              <a:ext uri="{FF2B5EF4-FFF2-40B4-BE49-F238E27FC236}">
                <a16:creationId xmlns:a16="http://schemas.microsoft.com/office/drawing/2014/main" id="{5FD13F70-69D8-E76D-8045-BD8DFC3C319A}"/>
              </a:ext>
            </a:extLst>
          </p:cNvPr>
          <p:cNvSpPr txBox="1">
            <a:spLocks/>
          </p:cNvSpPr>
          <p:nvPr/>
        </p:nvSpPr>
        <p:spPr>
          <a:xfrm>
            <a:off x="275382" y="3743942"/>
            <a:ext cx="3734818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yne"/>
              <a:buNone/>
              <a:defRPr sz="33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pPr algn="ctr"/>
            <a:r>
              <a:rPr lang="en-IN" sz="2800" dirty="0"/>
              <a:t>Engagement </a:t>
            </a:r>
          </a:p>
        </p:txBody>
      </p:sp>
      <p:sp>
        <p:nvSpPr>
          <p:cNvPr id="3" name="Google Shape;956;p41">
            <a:extLst>
              <a:ext uri="{FF2B5EF4-FFF2-40B4-BE49-F238E27FC236}">
                <a16:creationId xmlns:a16="http://schemas.microsoft.com/office/drawing/2014/main" id="{12B89E17-44DB-0631-CF8C-00F62178C0FB}"/>
              </a:ext>
            </a:extLst>
          </p:cNvPr>
          <p:cNvSpPr txBox="1">
            <a:spLocks/>
          </p:cNvSpPr>
          <p:nvPr/>
        </p:nvSpPr>
        <p:spPr>
          <a:xfrm>
            <a:off x="383571" y="4223630"/>
            <a:ext cx="351844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Lato"/>
              <a:buChar char="■"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buFont typeface="Lato"/>
              <a:buNone/>
            </a:pPr>
            <a:r>
              <a:rPr lang="en-US" dirty="0"/>
              <a:t>On Konnect Insights – Dashboard – Add Charts –Widgets – Engagement Overview 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F94E0E3-67FE-1763-1A19-82BFC8FA093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75" r="1164"/>
          <a:stretch>
            <a:fillRect/>
          </a:stretch>
        </p:blipFill>
        <p:spPr>
          <a:xfrm rot="-220410">
            <a:off x="382588" y="538163"/>
            <a:ext cx="3417887" cy="2662237"/>
          </a:xfrm>
          <a:prstGeom prst="rect">
            <a:avLst/>
          </a:prstGeom>
          <a:noFill/>
          <a:ln w="114300" cap="flat" cmpd="sng">
            <a:solidFill>
              <a:srgbClr val="F3F0EF"/>
            </a:solidFill>
            <a:prstDash val="solid"/>
            <a:miter lim="8000"/>
            <a:headEnd type="none" w="sm" len="sm"/>
            <a:tailEnd type="none" w="sm" len="sm"/>
          </a:ln>
          <a:effectLst>
            <a:outerShdw dist="28575" dir="24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456" name="Google Shape;456;p32">
            <a:extLst>
              <a:ext uri="{FF2B5EF4-FFF2-40B4-BE49-F238E27FC236}">
                <a16:creationId xmlns:a16="http://schemas.microsoft.com/office/drawing/2014/main" id="{AD410033-7C3C-5066-5064-85E64D67445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9887828">
            <a:off x="21394" y="426651"/>
            <a:ext cx="940072" cy="328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456;p32">
            <a:extLst>
              <a:ext uri="{FF2B5EF4-FFF2-40B4-BE49-F238E27FC236}">
                <a16:creationId xmlns:a16="http://schemas.microsoft.com/office/drawing/2014/main" id="{343A9F8F-EFED-68F6-70E0-AA44A9EE7A5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9887828">
            <a:off x="3168994" y="2992618"/>
            <a:ext cx="940072" cy="3286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2765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40"/>
          <p:cNvSpPr txBox="1">
            <a:spLocks noGrp="1"/>
          </p:cNvSpPr>
          <p:nvPr>
            <p:ph type="title"/>
          </p:nvPr>
        </p:nvSpPr>
        <p:spPr>
          <a:xfrm>
            <a:off x="5354782" y="193800"/>
            <a:ext cx="30692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TAT &amp; SLA Area</a:t>
            </a:r>
            <a:endParaRPr dirty="0"/>
          </a:p>
        </p:txBody>
      </p:sp>
      <p:graphicFrame>
        <p:nvGraphicFramePr>
          <p:cNvPr id="950" name="Google Shape;950;p40"/>
          <p:cNvGraphicFramePr/>
          <p:nvPr>
            <p:extLst>
              <p:ext uri="{D42A27DB-BD31-4B8C-83A1-F6EECF244321}">
                <p14:modId xmlns:p14="http://schemas.microsoft.com/office/powerpoint/2010/main" val="1288594443"/>
              </p:ext>
            </p:extLst>
          </p:nvPr>
        </p:nvGraphicFramePr>
        <p:xfrm>
          <a:off x="338400" y="937761"/>
          <a:ext cx="8467200" cy="3989079"/>
        </p:xfrm>
        <a:graphic>
          <a:graphicData uri="http://schemas.openxmlformats.org/drawingml/2006/table">
            <a:tbl>
              <a:tblPr>
                <a:noFill/>
                <a:tableStyleId>{E4BAD461-3BC8-4FBA-B404-3AD26B4B0A21}</a:tableStyleId>
              </a:tblPr>
              <a:tblGrid>
                <a:gridCol w="3060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6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283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Syne"/>
                        </a:rPr>
                        <a:t>TAT </a:t>
                      </a:r>
                      <a:r>
                        <a:rPr lang="en-IN" sz="1050" b="1" dirty="0"/>
                        <a:t>(Turnaround Time)</a:t>
                      </a:r>
                      <a:endParaRPr sz="1050" b="1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Syne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Syne"/>
                        </a:rPr>
                        <a:t>D</a:t>
                      </a:r>
                      <a:r>
                        <a:rPr lang="en" sz="105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Syne"/>
                        </a:rPr>
                        <a:t>escription </a:t>
                      </a:r>
                      <a:endParaRPr sz="1050" b="1" dirty="0">
                        <a:solidFill>
                          <a:schemeClr val="dk1"/>
                        </a:solidFill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  <a:sym typeface="Syne"/>
                      </a:endParaRPr>
                    </a:p>
                  </a:txBody>
                  <a:tcPr marL="45700" marR="45700" marT="45700" marB="45700" anchor="ctr">
                    <a:lnL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3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Definition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</a:t>
                      </a:r>
                      <a:r>
                        <a:rPr lang="e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he total time required to complete a task or activity from start to end.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73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r>
                        <a:rPr lang="e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ommunity engagement (Comments, Dms )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Respond to customer comments and messages within 2 hours to maintain quick and active interaction.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73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r>
                        <a:rPr lang="e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risis Response (Negative Feedback/ Brand Issues) 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r>
                        <a:rPr lang="e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cknowledge and handle negative feedback within 1 hour to prevent escalation and protect brand reputation 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73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Stories (Static / Interactive) 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</a:t>
                      </a:r>
                      <a:r>
                        <a:rPr lang="e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ost approved stories within 24 hours to keep the audience consistently engaged 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83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 b="1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SLA </a:t>
                      </a:r>
                      <a:r>
                        <a:rPr lang="en-IN" sz="1050" b="1" dirty="0"/>
                        <a:t>(Service Level Agreement) </a:t>
                      </a:r>
                      <a:endParaRPr sz="1050" b="1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  <a:sym typeface="Syne"/>
                        </a:rPr>
                        <a:t>Description </a:t>
                      </a:r>
                    </a:p>
                  </a:txBody>
                  <a:tcPr marL="45700" marR="45700" marT="45700" marB="45700" anchor="ctr">
                    <a:lnL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73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Definition</a:t>
                      </a: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</a:t>
                      </a:r>
                      <a:r>
                        <a:rPr lang="e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et performance guidenlines to ensure quick communication and a strong, consistent brand presence.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73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r>
                        <a:rPr lang="e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ontent for planned campaigns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r>
                        <a:rPr lang="e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ll campaign images and text must be submitted at least 48 hours before the scheduled posting time for review and approval 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73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Live / Event – based content (athlete features, launches) 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</a:t>
                      </a:r>
                      <a:r>
                        <a:rPr lang="e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osts or live updates should be shared within 24-48 hours after the content is captured 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73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r>
                        <a:rPr lang="en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ommunity Management 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 least 95% of customer comments and messages should be replied to within 5 hour during working hours 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Influencer and partner coordination 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All messages or requests from influencers and partners should receive a response within 24 hours </a:t>
                      </a:r>
                      <a:endParaRPr sz="1050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45700" marR="45700" marT="45700" marB="45700" anchor="ctr">
                    <a:lnL w="19050" cap="flat" cmpd="sng" algn="ctr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4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64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>
          <a:extLst>
            <a:ext uri="{FF2B5EF4-FFF2-40B4-BE49-F238E27FC236}">
              <a16:creationId xmlns:a16="http://schemas.microsoft.com/office/drawing/2014/main" id="{7CEEDDB3-653A-B10B-3EBE-3436A60CD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44">
            <a:extLst>
              <a:ext uri="{FF2B5EF4-FFF2-40B4-BE49-F238E27FC236}">
                <a16:creationId xmlns:a16="http://schemas.microsoft.com/office/drawing/2014/main" id="{ACF78D57-F0D9-7A07-21F2-20D43286DD62}"/>
              </a:ext>
            </a:extLst>
          </p:cNvPr>
          <p:cNvSpPr/>
          <p:nvPr/>
        </p:nvSpPr>
        <p:spPr>
          <a:xfrm rot="10235634">
            <a:off x="818652" y="1402296"/>
            <a:ext cx="649173" cy="984729"/>
          </a:xfrm>
          <a:custGeom>
            <a:avLst/>
            <a:gdLst/>
            <a:ahLst/>
            <a:cxnLst/>
            <a:rect l="l" t="t" r="r" b="b"/>
            <a:pathLst>
              <a:path w="19868" h="21884" extrusionOk="0">
                <a:moveTo>
                  <a:pt x="8172" y="0"/>
                </a:moveTo>
                <a:cubicBezTo>
                  <a:pt x="7459" y="188"/>
                  <a:pt x="6700" y="116"/>
                  <a:pt x="6022" y="411"/>
                </a:cubicBezTo>
                <a:cubicBezTo>
                  <a:pt x="5755" y="589"/>
                  <a:pt x="5434" y="634"/>
                  <a:pt x="5130" y="714"/>
                </a:cubicBezTo>
                <a:cubicBezTo>
                  <a:pt x="5059" y="767"/>
                  <a:pt x="4916" y="794"/>
                  <a:pt x="4907" y="892"/>
                </a:cubicBezTo>
                <a:cubicBezTo>
                  <a:pt x="4874" y="883"/>
                  <a:pt x="4840" y="879"/>
                  <a:pt x="4807" y="879"/>
                </a:cubicBezTo>
                <a:cubicBezTo>
                  <a:pt x="4613" y="879"/>
                  <a:pt x="4430" y="1017"/>
                  <a:pt x="4247" y="1071"/>
                </a:cubicBezTo>
                <a:cubicBezTo>
                  <a:pt x="4087" y="1205"/>
                  <a:pt x="3881" y="1249"/>
                  <a:pt x="3730" y="1392"/>
                </a:cubicBezTo>
                <a:cubicBezTo>
                  <a:pt x="3569" y="1436"/>
                  <a:pt x="3391" y="1445"/>
                  <a:pt x="3239" y="1517"/>
                </a:cubicBezTo>
                <a:cubicBezTo>
                  <a:pt x="3195" y="1597"/>
                  <a:pt x="3087" y="1633"/>
                  <a:pt x="3052" y="1731"/>
                </a:cubicBezTo>
                <a:cubicBezTo>
                  <a:pt x="3007" y="1856"/>
                  <a:pt x="2829" y="1856"/>
                  <a:pt x="2740" y="1954"/>
                </a:cubicBezTo>
                <a:cubicBezTo>
                  <a:pt x="2490" y="2195"/>
                  <a:pt x="2186" y="2373"/>
                  <a:pt x="1910" y="2569"/>
                </a:cubicBezTo>
                <a:cubicBezTo>
                  <a:pt x="1669" y="2962"/>
                  <a:pt x="1321" y="3283"/>
                  <a:pt x="1134" y="3711"/>
                </a:cubicBezTo>
                <a:cubicBezTo>
                  <a:pt x="1062" y="3925"/>
                  <a:pt x="875" y="4086"/>
                  <a:pt x="813" y="4309"/>
                </a:cubicBezTo>
                <a:cubicBezTo>
                  <a:pt x="714" y="4407"/>
                  <a:pt x="643" y="4532"/>
                  <a:pt x="634" y="4666"/>
                </a:cubicBezTo>
                <a:cubicBezTo>
                  <a:pt x="545" y="4782"/>
                  <a:pt x="483" y="4907"/>
                  <a:pt x="438" y="5041"/>
                </a:cubicBezTo>
                <a:cubicBezTo>
                  <a:pt x="393" y="5504"/>
                  <a:pt x="215" y="5968"/>
                  <a:pt x="242" y="6441"/>
                </a:cubicBezTo>
                <a:cubicBezTo>
                  <a:pt x="144" y="6593"/>
                  <a:pt x="10" y="6736"/>
                  <a:pt x="117" y="6941"/>
                </a:cubicBezTo>
                <a:cubicBezTo>
                  <a:pt x="45" y="7467"/>
                  <a:pt x="63" y="7993"/>
                  <a:pt x="1" y="8529"/>
                </a:cubicBezTo>
                <a:cubicBezTo>
                  <a:pt x="72" y="8743"/>
                  <a:pt x="10" y="8966"/>
                  <a:pt x="1" y="9189"/>
                </a:cubicBezTo>
                <a:cubicBezTo>
                  <a:pt x="63" y="9376"/>
                  <a:pt x="19" y="9581"/>
                  <a:pt x="1" y="9769"/>
                </a:cubicBezTo>
                <a:cubicBezTo>
                  <a:pt x="36" y="10126"/>
                  <a:pt x="36" y="10482"/>
                  <a:pt x="108" y="10830"/>
                </a:cubicBezTo>
                <a:cubicBezTo>
                  <a:pt x="117" y="11098"/>
                  <a:pt x="304" y="11312"/>
                  <a:pt x="304" y="11580"/>
                </a:cubicBezTo>
                <a:cubicBezTo>
                  <a:pt x="268" y="11794"/>
                  <a:pt x="420" y="11972"/>
                  <a:pt x="402" y="12186"/>
                </a:cubicBezTo>
                <a:cubicBezTo>
                  <a:pt x="518" y="12276"/>
                  <a:pt x="545" y="12418"/>
                  <a:pt x="545" y="12561"/>
                </a:cubicBezTo>
                <a:cubicBezTo>
                  <a:pt x="554" y="12766"/>
                  <a:pt x="679" y="12936"/>
                  <a:pt x="732" y="13123"/>
                </a:cubicBezTo>
                <a:cubicBezTo>
                  <a:pt x="679" y="13266"/>
                  <a:pt x="697" y="13489"/>
                  <a:pt x="830" y="13569"/>
                </a:cubicBezTo>
                <a:cubicBezTo>
                  <a:pt x="1009" y="13953"/>
                  <a:pt x="1134" y="14354"/>
                  <a:pt x="1285" y="14756"/>
                </a:cubicBezTo>
                <a:cubicBezTo>
                  <a:pt x="1464" y="14889"/>
                  <a:pt x="1446" y="15139"/>
                  <a:pt x="1544" y="15326"/>
                </a:cubicBezTo>
                <a:cubicBezTo>
                  <a:pt x="1615" y="15532"/>
                  <a:pt x="1767" y="15701"/>
                  <a:pt x="1874" y="15880"/>
                </a:cubicBezTo>
                <a:cubicBezTo>
                  <a:pt x="2106" y="16129"/>
                  <a:pt x="2133" y="16504"/>
                  <a:pt x="2383" y="16745"/>
                </a:cubicBezTo>
                <a:cubicBezTo>
                  <a:pt x="2499" y="16834"/>
                  <a:pt x="2552" y="16959"/>
                  <a:pt x="2570" y="17093"/>
                </a:cubicBezTo>
                <a:cubicBezTo>
                  <a:pt x="2784" y="17459"/>
                  <a:pt x="3096" y="17744"/>
                  <a:pt x="3364" y="18074"/>
                </a:cubicBezTo>
                <a:cubicBezTo>
                  <a:pt x="3614" y="18199"/>
                  <a:pt x="3703" y="18502"/>
                  <a:pt x="3962" y="18618"/>
                </a:cubicBezTo>
                <a:cubicBezTo>
                  <a:pt x="4096" y="18645"/>
                  <a:pt x="4051" y="18824"/>
                  <a:pt x="4176" y="18850"/>
                </a:cubicBezTo>
                <a:cubicBezTo>
                  <a:pt x="4390" y="18939"/>
                  <a:pt x="4488" y="19189"/>
                  <a:pt x="4720" y="19278"/>
                </a:cubicBezTo>
                <a:cubicBezTo>
                  <a:pt x="4836" y="19314"/>
                  <a:pt x="4907" y="19439"/>
                  <a:pt x="5032" y="19457"/>
                </a:cubicBezTo>
                <a:cubicBezTo>
                  <a:pt x="5211" y="19582"/>
                  <a:pt x="5416" y="19716"/>
                  <a:pt x="5639" y="19760"/>
                </a:cubicBezTo>
                <a:cubicBezTo>
                  <a:pt x="5844" y="19948"/>
                  <a:pt x="6138" y="20028"/>
                  <a:pt x="6370" y="20180"/>
                </a:cubicBezTo>
                <a:cubicBezTo>
                  <a:pt x="6718" y="20313"/>
                  <a:pt x="7013" y="20545"/>
                  <a:pt x="7370" y="20652"/>
                </a:cubicBezTo>
                <a:cubicBezTo>
                  <a:pt x="7682" y="20813"/>
                  <a:pt x="8039" y="20911"/>
                  <a:pt x="8333" y="21107"/>
                </a:cubicBezTo>
                <a:cubicBezTo>
                  <a:pt x="8761" y="21277"/>
                  <a:pt x="9181" y="21464"/>
                  <a:pt x="9600" y="21643"/>
                </a:cubicBezTo>
                <a:cubicBezTo>
                  <a:pt x="9841" y="21651"/>
                  <a:pt x="10082" y="21687"/>
                  <a:pt x="10305" y="21785"/>
                </a:cubicBezTo>
                <a:cubicBezTo>
                  <a:pt x="10545" y="21830"/>
                  <a:pt x="10813" y="21767"/>
                  <a:pt x="11045" y="21883"/>
                </a:cubicBezTo>
                <a:cubicBezTo>
                  <a:pt x="11106" y="21836"/>
                  <a:pt x="11170" y="21821"/>
                  <a:pt x="11237" y="21821"/>
                </a:cubicBezTo>
                <a:cubicBezTo>
                  <a:pt x="11359" y="21821"/>
                  <a:pt x="11489" y="21873"/>
                  <a:pt x="11618" y="21873"/>
                </a:cubicBezTo>
                <a:cubicBezTo>
                  <a:pt x="11644" y="21873"/>
                  <a:pt x="11670" y="21871"/>
                  <a:pt x="11696" y="21866"/>
                </a:cubicBezTo>
                <a:cubicBezTo>
                  <a:pt x="11764" y="21832"/>
                  <a:pt x="11837" y="21814"/>
                  <a:pt x="11911" y="21814"/>
                </a:cubicBezTo>
                <a:cubicBezTo>
                  <a:pt x="11993" y="21814"/>
                  <a:pt x="12076" y="21836"/>
                  <a:pt x="12151" y="21883"/>
                </a:cubicBezTo>
                <a:cubicBezTo>
                  <a:pt x="12247" y="21836"/>
                  <a:pt x="12349" y="21815"/>
                  <a:pt x="12451" y="21815"/>
                </a:cubicBezTo>
                <a:cubicBezTo>
                  <a:pt x="12558" y="21815"/>
                  <a:pt x="12666" y="21838"/>
                  <a:pt x="12767" y="21874"/>
                </a:cubicBezTo>
                <a:cubicBezTo>
                  <a:pt x="12892" y="21776"/>
                  <a:pt x="13061" y="21883"/>
                  <a:pt x="13124" y="21714"/>
                </a:cubicBezTo>
                <a:cubicBezTo>
                  <a:pt x="13148" y="21717"/>
                  <a:pt x="13172" y="21719"/>
                  <a:pt x="13196" y="21719"/>
                </a:cubicBezTo>
                <a:cubicBezTo>
                  <a:pt x="13376" y="21719"/>
                  <a:pt x="13549" y="21633"/>
                  <a:pt x="13659" y="21491"/>
                </a:cubicBezTo>
                <a:cubicBezTo>
                  <a:pt x="13730" y="21393"/>
                  <a:pt x="13846" y="21393"/>
                  <a:pt x="13962" y="21393"/>
                </a:cubicBezTo>
                <a:cubicBezTo>
                  <a:pt x="14221" y="21286"/>
                  <a:pt x="14587" y="21295"/>
                  <a:pt x="14765" y="21045"/>
                </a:cubicBezTo>
                <a:lnTo>
                  <a:pt x="14756" y="21000"/>
                </a:lnTo>
                <a:cubicBezTo>
                  <a:pt x="14836" y="20956"/>
                  <a:pt x="14988" y="20956"/>
                  <a:pt x="15024" y="20858"/>
                </a:cubicBezTo>
                <a:cubicBezTo>
                  <a:pt x="15104" y="20840"/>
                  <a:pt x="15095" y="20706"/>
                  <a:pt x="15167" y="20652"/>
                </a:cubicBezTo>
                <a:cubicBezTo>
                  <a:pt x="15398" y="20474"/>
                  <a:pt x="15729" y="20420"/>
                  <a:pt x="15907" y="20162"/>
                </a:cubicBezTo>
                <a:cubicBezTo>
                  <a:pt x="16076" y="19912"/>
                  <a:pt x="16415" y="19849"/>
                  <a:pt x="16576" y="19582"/>
                </a:cubicBezTo>
                <a:cubicBezTo>
                  <a:pt x="16674" y="19359"/>
                  <a:pt x="17067" y="19332"/>
                  <a:pt x="16933" y="19011"/>
                </a:cubicBezTo>
                <a:cubicBezTo>
                  <a:pt x="17067" y="18877"/>
                  <a:pt x="17361" y="18895"/>
                  <a:pt x="17370" y="18663"/>
                </a:cubicBezTo>
                <a:cubicBezTo>
                  <a:pt x="17432" y="18618"/>
                  <a:pt x="17513" y="18574"/>
                  <a:pt x="17575" y="18511"/>
                </a:cubicBezTo>
                <a:cubicBezTo>
                  <a:pt x="17602" y="18351"/>
                  <a:pt x="17691" y="18226"/>
                  <a:pt x="17852" y="18163"/>
                </a:cubicBezTo>
                <a:cubicBezTo>
                  <a:pt x="18173" y="18038"/>
                  <a:pt x="18039" y="17619"/>
                  <a:pt x="18173" y="17378"/>
                </a:cubicBezTo>
                <a:cubicBezTo>
                  <a:pt x="18209" y="17253"/>
                  <a:pt x="18405" y="17289"/>
                  <a:pt x="18423" y="17146"/>
                </a:cubicBezTo>
                <a:cubicBezTo>
                  <a:pt x="18423" y="17013"/>
                  <a:pt x="18557" y="16932"/>
                  <a:pt x="18565" y="16798"/>
                </a:cubicBezTo>
                <a:cubicBezTo>
                  <a:pt x="18583" y="16611"/>
                  <a:pt x="18797" y="16522"/>
                  <a:pt x="18797" y="16326"/>
                </a:cubicBezTo>
                <a:cubicBezTo>
                  <a:pt x="18922" y="16183"/>
                  <a:pt x="19127" y="16067"/>
                  <a:pt x="19056" y="15826"/>
                </a:cubicBezTo>
                <a:cubicBezTo>
                  <a:pt x="19136" y="15416"/>
                  <a:pt x="19252" y="15005"/>
                  <a:pt x="19270" y="14586"/>
                </a:cubicBezTo>
                <a:cubicBezTo>
                  <a:pt x="19181" y="14381"/>
                  <a:pt x="19413" y="14283"/>
                  <a:pt x="19404" y="14104"/>
                </a:cubicBezTo>
                <a:cubicBezTo>
                  <a:pt x="19440" y="13667"/>
                  <a:pt x="19681" y="13266"/>
                  <a:pt x="19627" y="12820"/>
                </a:cubicBezTo>
                <a:cubicBezTo>
                  <a:pt x="19725" y="12766"/>
                  <a:pt x="19672" y="12579"/>
                  <a:pt x="19698" y="12463"/>
                </a:cubicBezTo>
                <a:cubicBezTo>
                  <a:pt x="19823" y="12204"/>
                  <a:pt x="19431" y="12079"/>
                  <a:pt x="19600" y="11821"/>
                </a:cubicBezTo>
                <a:cubicBezTo>
                  <a:pt x="19600" y="11482"/>
                  <a:pt x="19707" y="11151"/>
                  <a:pt x="19707" y="10821"/>
                </a:cubicBezTo>
                <a:lnTo>
                  <a:pt x="19752" y="10830"/>
                </a:lnTo>
                <a:cubicBezTo>
                  <a:pt x="19752" y="10491"/>
                  <a:pt x="19770" y="10152"/>
                  <a:pt x="19743" y="9822"/>
                </a:cubicBezTo>
                <a:cubicBezTo>
                  <a:pt x="19761" y="9653"/>
                  <a:pt x="19761" y="9483"/>
                  <a:pt x="19725" y="9314"/>
                </a:cubicBezTo>
                <a:cubicBezTo>
                  <a:pt x="19627" y="9225"/>
                  <a:pt x="19868" y="8859"/>
                  <a:pt x="19716" y="8841"/>
                </a:cubicBezTo>
                <a:cubicBezTo>
                  <a:pt x="19725" y="8645"/>
                  <a:pt x="19707" y="8457"/>
                  <a:pt x="19716" y="8261"/>
                </a:cubicBezTo>
                <a:lnTo>
                  <a:pt x="19672" y="8261"/>
                </a:lnTo>
                <a:cubicBezTo>
                  <a:pt x="19672" y="8181"/>
                  <a:pt x="19672" y="8100"/>
                  <a:pt x="19645" y="8029"/>
                </a:cubicBezTo>
                <a:cubicBezTo>
                  <a:pt x="19582" y="7860"/>
                  <a:pt x="19672" y="7681"/>
                  <a:pt x="19672" y="7512"/>
                </a:cubicBezTo>
                <a:lnTo>
                  <a:pt x="19627" y="7512"/>
                </a:lnTo>
                <a:cubicBezTo>
                  <a:pt x="19582" y="7298"/>
                  <a:pt x="19440" y="7110"/>
                  <a:pt x="19368" y="6896"/>
                </a:cubicBezTo>
                <a:cubicBezTo>
                  <a:pt x="19404" y="6807"/>
                  <a:pt x="19413" y="6709"/>
                  <a:pt x="19395" y="6620"/>
                </a:cubicBezTo>
                <a:cubicBezTo>
                  <a:pt x="19413" y="6405"/>
                  <a:pt x="19458" y="6111"/>
                  <a:pt x="19217" y="6013"/>
                </a:cubicBezTo>
                <a:cubicBezTo>
                  <a:pt x="19127" y="5879"/>
                  <a:pt x="19181" y="5656"/>
                  <a:pt x="19020" y="5549"/>
                </a:cubicBezTo>
                <a:cubicBezTo>
                  <a:pt x="19003" y="5344"/>
                  <a:pt x="19127" y="5049"/>
                  <a:pt x="18913" y="4898"/>
                </a:cubicBezTo>
                <a:cubicBezTo>
                  <a:pt x="18888" y="4838"/>
                  <a:pt x="18870" y="4754"/>
                  <a:pt x="18792" y="4754"/>
                </a:cubicBezTo>
                <a:cubicBezTo>
                  <a:pt x="18788" y="4754"/>
                  <a:pt x="18784" y="4755"/>
                  <a:pt x="18780" y="4755"/>
                </a:cubicBezTo>
                <a:cubicBezTo>
                  <a:pt x="18780" y="4657"/>
                  <a:pt x="18708" y="4577"/>
                  <a:pt x="18655" y="4496"/>
                </a:cubicBezTo>
                <a:cubicBezTo>
                  <a:pt x="18646" y="4407"/>
                  <a:pt x="18619" y="4273"/>
                  <a:pt x="18521" y="4238"/>
                </a:cubicBezTo>
                <a:cubicBezTo>
                  <a:pt x="18405" y="4122"/>
                  <a:pt x="18360" y="3952"/>
                  <a:pt x="18253" y="3836"/>
                </a:cubicBezTo>
                <a:cubicBezTo>
                  <a:pt x="18271" y="3765"/>
                  <a:pt x="18253" y="3720"/>
                  <a:pt x="18209" y="3702"/>
                </a:cubicBezTo>
                <a:cubicBezTo>
                  <a:pt x="18262" y="3533"/>
                  <a:pt x="18244" y="3301"/>
                  <a:pt x="18075" y="3221"/>
                </a:cubicBezTo>
                <a:cubicBezTo>
                  <a:pt x="18048" y="3158"/>
                  <a:pt x="18021" y="3060"/>
                  <a:pt x="17941" y="3051"/>
                </a:cubicBezTo>
                <a:cubicBezTo>
                  <a:pt x="17896" y="2944"/>
                  <a:pt x="17763" y="2900"/>
                  <a:pt x="17682" y="2819"/>
                </a:cubicBezTo>
                <a:cubicBezTo>
                  <a:pt x="17673" y="2614"/>
                  <a:pt x="17459" y="2569"/>
                  <a:pt x="17334" y="2462"/>
                </a:cubicBezTo>
                <a:cubicBezTo>
                  <a:pt x="17156" y="2213"/>
                  <a:pt x="16924" y="2016"/>
                  <a:pt x="16737" y="1775"/>
                </a:cubicBezTo>
                <a:cubicBezTo>
                  <a:pt x="16540" y="1731"/>
                  <a:pt x="16415" y="1544"/>
                  <a:pt x="16219" y="1490"/>
                </a:cubicBezTo>
                <a:cubicBezTo>
                  <a:pt x="16005" y="1383"/>
                  <a:pt x="15871" y="1151"/>
                  <a:pt x="15639" y="1053"/>
                </a:cubicBezTo>
                <a:cubicBezTo>
                  <a:pt x="15470" y="990"/>
                  <a:pt x="15309" y="892"/>
                  <a:pt x="15140" y="803"/>
                </a:cubicBezTo>
                <a:cubicBezTo>
                  <a:pt x="14792" y="758"/>
                  <a:pt x="14462" y="651"/>
                  <a:pt x="14114" y="589"/>
                </a:cubicBezTo>
                <a:cubicBezTo>
                  <a:pt x="13480" y="509"/>
                  <a:pt x="12856" y="402"/>
                  <a:pt x="12223" y="357"/>
                </a:cubicBezTo>
                <a:lnTo>
                  <a:pt x="12160" y="357"/>
                </a:lnTo>
                <a:cubicBezTo>
                  <a:pt x="12097" y="306"/>
                  <a:pt x="12020" y="296"/>
                  <a:pt x="11941" y="296"/>
                </a:cubicBezTo>
                <a:cubicBezTo>
                  <a:pt x="11894" y="296"/>
                  <a:pt x="11847" y="300"/>
                  <a:pt x="11800" y="300"/>
                </a:cubicBezTo>
                <a:cubicBezTo>
                  <a:pt x="11748" y="300"/>
                  <a:pt x="11697" y="295"/>
                  <a:pt x="11652" y="277"/>
                </a:cubicBezTo>
                <a:cubicBezTo>
                  <a:pt x="11259" y="170"/>
                  <a:pt x="10858" y="232"/>
                  <a:pt x="10465" y="134"/>
                </a:cubicBezTo>
                <a:cubicBezTo>
                  <a:pt x="10444" y="134"/>
                  <a:pt x="10422" y="135"/>
                  <a:pt x="10401" y="135"/>
                </a:cubicBezTo>
                <a:cubicBezTo>
                  <a:pt x="10036" y="135"/>
                  <a:pt x="9682" y="75"/>
                  <a:pt x="9320" y="75"/>
                </a:cubicBezTo>
                <a:cubicBezTo>
                  <a:pt x="9262" y="75"/>
                  <a:pt x="9203" y="77"/>
                  <a:pt x="9145" y="81"/>
                </a:cubicBezTo>
                <a:lnTo>
                  <a:pt x="9145" y="36"/>
                </a:lnTo>
                <a:cubicBezTo>
                  <a:pt x="9013" y="36"/>
                  <a:pt x="8882" y="39"/>
                  <a:pt x="8752" y="39"/>
                </a:cubicBezTo>
                <a:cubicBezTo>
                  <a:pt x="8558" y="39"/>
                  <a:pt x="8365" y="32"/>
                  <a:pt x="8172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44">
            <a:extLst>
              <a:ext uri="{FF2B5EF4-FFF2-40B4-BE49-F238E27FC236}">
                <a16:creationId xmlns:a16="http://schemas.microsoft.com/office/drawing/2014/main" id="{DB7EDE88-E5D8-B41E-6147-07AC38D5F0F8}"/>
              </a:ext>
            </a:extLst>
          </p:cNvPr>
          <p:cNvSpPr/>
          <p:nvPr/>
        </p:nvSpPr>
        <p:spPr>
          <a:xfrm rot="-9752466">
            <a:off x="818661" y="3197678"/>
            <a:ext cx="649140" cy="984716"/>
          </a:xfrm>
          <a:custGeom>
            <a:avLst/>
            <a:gdLst/>
            <a:ahLst/>
            <a:cxnLst/>
            <a:rect l="l" t="t" r="r" b="b"/>
            <a:pathLst>
              <a:path w="19868" h="21884" extrusionOk="0">
                <a:moveTo>
                  <a:pt x="8172" y="0"/>
                </a:moveTo>
                <a:cubicBezTo>
                  <a:pt x="7459" y="188"/>
                  <a:pt x="6700" y="116"/>
                  <a:pt x="6022" y="411"/>
                </a:cubicBezTo>
                <a:cubicBezTo>
                  <a:pt x="5755" y="589"/>
                  <a:pt x="5434" y="634"/>
                  <a:pt x="5130" y="714"/>
                </a:cubicBezTo>
                <a:cubicBezTo>
                  <a:pt x="5059" y="767"/>
                  <a:pt x="4916" y="794"/>
                  <a:pt x="4907" y="892"/>
                </a:cubicBezTo>
                <a:cubicBezTo>
                  <a:pt x="4874" y="883"/>
                  <a:pt x="4840" y="879"/>
                  <a:pt x="4807" y="879"/>
                </a:cubicBezTo>
                <a:cubicBezTo>
                  <a:pt x="4613" y="879"/>
                  <a:pt x="4430" y="1017"/>
                  <a:pt x="4247" y="1071"/>
                </a:cubicBezTo>
                <a:cubicBezTo>
                  <a:pt x="4087" y="1205"/>
                  <a:pt x="3881" y="1249"/>
                  <a:pt x="3730" y="1392"/>
                </a:cubicBezTo>
                <a:cubicBezTo>
                  <a:pt x="3569" y="1436"/>
                  <a:pt x="3391" y="1445"/>
                  <a:pt x="3239" y="1517"/>
                </a:cubicBezTo>
                <a:cubicBezTo>
                  <a:pt x="3195" y="1597"/>
                  <a:pt x="3087" y="1633"/>
                  <a:pt x="3052" y="1731"/>
                </a:cubicBezTo>
                <a:cubicBezTo>
                  <a:pt x="3007" y="1856"/>
                  <a:pt x="2829" y="1856"/>
                  <a:pt x="2740" y="1954"/>
                </a:cubicBezTo>
                <a:cubicBezTo>
                  <a:pt x="2490" y="2195"/>
                  <a:pt x="2186" y="2373"/>
                  <a:pt x="1910" y="2569"/>
                </a:cubicBezTo>
                <a:cubicBezTo>
                  <a:pt x="1669" y="2962"/>
                  <a:pt x="1321" y="3283"/>
                  <a:pt x="1134" y="3711"/>
                </a:cubicBezTo>
                <a:cubicBezTo>
                  <a:pt x="1062" y="3925"/>
                  <a:pt x="875" y="4086"/>
                  <a:pt x="813" y="4309"/>
                </a:cubicBezTo>
                <a:cubicBezTo>
                  <a:pt x="714" y="4407"/>
                  <a:pt x="643" y="4532"/>
                  <a:pt x="634" y="4666"/>
                </a:cubicBezTo>
                <a:cubicBezTo>
                  <a:pt x="545" y="4782"/>
                  <a:pt x="483" y="4907"/>
                  <a:pt x="438" y="5041"/>
                </a:cubicBezTo>
                <a:cubicBezTo>
                  <a:pt x="393" y="5504"/>
                  <a:pt x="215" y="5968"/>
                  <a:pt x="242" y="6441"/>
                </a:cubicBezTo>
                <a:cubicBezTo>
                  <a:pt x="144" y="6593"/>
                  <a:pt x="10" y="6736"/>
                  <a:pt x="117" y="6941"/>
                </a:cubicBezTo>
                <a:cubicBezTo>
                  <a:pt x="45" y="7467"/>
                  <a:pt x="63" y="7993"/>
                  <a:pt x="1" y="8529"/>
                </a:cubicBezTo>
                <a:cubicBezTo>
                  <a:pt x="72" y="8743"/>
                  <a:pt x="10" y="8966"/>
                  <a:pt x="1" y="9189"/>
                </a:cubicBezTo>
                <a:cubicBezTo>
                  <a:pt x="63" y="9376"/>
                  <a:pt x="19" y="9581"/>
                  <a:pt x="1" y="9769"/>
                </a:cubicBezTo>
                <a:cubicBezTo>
                  <a:pt x="36" y="10126"/>
                  <a:pt x="36" y="10482"/>
                  <a:pt x="108" y="10830"/>
                </a:cubicBezTo>
                <a:cubicBezTo>
                  <a:pt x="117" y="11098"/>
                  <a:pt x="304" y="11312"/>
                  <a:pt x="304" y="11580"/>
                </a:cubicBezTo>
                <a:cubicBezTo>
                  <a:pt x="268" y="11794"/>
                  <a:pt x="420" y="11972"/>
                  <a:pt x="402" y="12186"/>
                </a:cubicBezTo>
                <a:cubicBezTo>
                  <a:pt x="518" y="12276"/>
                  <a:pt x="545" y="12418"/>
                  <a:pt x="545" y="12561"/>
                </a:cubicBezTo>
                <a:cubicBezTo>
                  <a:pt x="554" y="12766"/>
                  <a:pt x="679" y="12936"/>
                  <a:pt x="732" y="13123"/>
                </a:cubicBezTo>
                <a:cubicBezTo>
                  <a:pt x="679" y="13266"/>
                  <a:pt x="697" y="13489"/>
                  <a:pt x="830" y="13569"/>
                </a:cubicBezTo>
                <a:cubicBezTo>
                  <a:pt x="1009" y="13953"/>
                  <a:pt x="1134" y="14354"/>
                  <a:pt x="1285" y="14756"/>
                </a:cubicBezTo>
                <a:cubicBezTo>
                  <a:pt x="1464" y="14889"/>
                  <a:pt x="1446" y="15139"/>
                  <a:pt x="1544" y="15326"/>
                </a:cubicBezTo>
                <a:cubicBezTo>
                  <a:pt x="1615" y="15532"/>
                  <a:pt x="1767" y="15701"/>
                  <a:pt x="1874" y="15880"/>
                </a:cubicBezTo>
                <a:cubicBezTo>
                  <a:pt x="2106" y="16129"/>
                  <a:pt x="2133" y="16504"/>
                  <a:pt x="2383" y="16745"/>
                </a:cubicBezTo>
                <a:cubicBezTo>
                  <a:pt x="2499" y="16834"/>
                  <a:pt x="2552" y="16959"/>
                  <a:pt x="2570" y="17093"/>
                </a:cubicBezTo>
                <a:cubicBezTo>
                  <a:pt x="2784" y="17459"/>
                  <a:pt x="3096" y="17744"/>
                  <a:pt x="3364" y="18074"/>
                </a:cubicBezTo>
                <a:cubicBezTo>
                  <a:pt x="3614" y="18199"/>
                  <a:pt x="3703" y="18502"/>
                  <a:pt x="3962" y="18618"/>
                </a:cubicBezTo>
                <a:cubicBezTo>
                  <a:pt x="4096" y="18645"/>
                  <a:pt x="4051" y="18824"/>
                  <a:pt x="4176" y="18850"/>
                </a:cubicBezTo>
                <a:cubicBezTo>
                  <a:pt x="4390" y="18939"/>
                  <a:pt x="4488" y="19189"/>
                  <a:pt x="4720" y="19278"/>
                </a:cubicBezTo>
                <a:cubicBezTo>
                  <a:pt x="4836" y="19314"/>
                  <a:pt x="4907" y="19439"/>
                  <a:pt x="5032" y="19457"/>
                </a:cubicBezTo>
                <a:cubicBezTo>
                  <a:pt x="5211" y="19582"/>
                  <a:pt x="5416" y="19716"/>
                  <a:pt x="5639" y="19760"/>
                </a:cubicBezTo>
                <a:cubicBezTo>
                  <a:pt x="5844" y="19948"/>
                  <a:pt x="6138" y="20028"/>
                  <a:pt x="6370" y="20180"/>
                </a:cubicBezTo>
                <a:cubicBezTo>
                  <a:pt x="6718" y="20313"/>
                  <a:pt x="7013" y="20545"/>
                  <a:pt x="7370" y="20652"/>
                </a:cubicBezTo>
                <a:cubicBezTo>
                  <a:pt x="7682" y="20813"/>
                  <a:pt x="8039" y="20911"/>
                  <a:pt x="8333" y="21107"/>
                </a:cubicBezTo>
                <a:cubicBezTo>
                  <a:pt x="8761" y="21277"/>
                  <a:pt x="9181" y="21464"/>
                  <a:pt x="9600" y="21643"/>
                </a:cubicBezTo>
                <a:cubicBezTo>
                  <a:pt x="9841" y="21651"/>
                  <a:pt x="10082" y="21687"/>
                  <a:pt x="10305" y="21785"/>
                </a:cubicBezTo>
                <a:cubicBezTo>
                  <a:pt x="10545" y="21830"/>
                  <a:pt x="10813" y="21767"/>
                  <a:pt x="11045" y="21883"/>
                </a:cubicBezTo>
                <a:cubicBezTo>
                  <a:pt x="11106" y="21836"/>
                  <a:pt x="11170" y="21821"/>
                  <a:pt x="11237" y="21821"/>
                </a:cubicBezTo>
                <a:cubicBezTo>
                  <a:pt x="11359" y="21821"/>
                  <a:pt x="11489" y="21873"/>
                  <a:pt x="11618" y="21873"/>
                </a:cubicBezTo>
                <a:cubicBezTo>
                  <a:pt x="11644" y="21873"/>
                  <a:pt x="11670" y="21871"/>
                  <a:pt x="11696" y="21866"/>
                </a:cubicBezTo>
                <a:cubicBezTo>
                  <a:pt x="11764" y="21832"/>
                  <a:pt x="11837" y="21814"/>
                  <a:pt x="11911" y="21814"/>
                </a:cubicBezTo>
                <a:cubicBezTo>
                  <a:pt x="11993" y="21814"/>
                  <a:pt x="12076" y="21836"/>
                  <a:pt x="12151" y="21883"/>
                </a:cubicBezTo>
                <a:cubicBezTo>
                  <a:pt x="12247" y="21836"/>
                  <a:pt x="12349" y="21815"/>
                  <a:pt x="12451" y="21815"/>
                </a:cubicBezTo>
                <a:cubicBezTo>
                  <a:pt x="12558" y="21815"/>
                  <a:pt x="12666" y="21838"/>
                  <a:pt x="12767" y="21874"/>
                </a:cubicBezTo>
                <a:cubicBezTo>
                  <a:pt x="12892" y="21776"/>
                  <a:pt x="13061" y="21883"/>
                  <a:pt x="13124" y="21714"/>
                </a:cubicBezTo>
                <a:cubicBezTo>
                  <a:pt x="13148" y="21717"/>
                  <a:pt x="13172" y="21719"/>
                  <a:pt x="13196" y="21719"/>
                </a:cubicBezTo>
                <a:cubicBezTo>
                  <a:pt x="13376" y="21719"/>
                  <a:pt x="13549" y="21633"/>
                  <a:pt x="13659" y="21491"/>
                </a:cubicBezTo>
                <a:cubicBezTo>
                  <a:pt x="13730" y="21393"/>
                  <a:pt x="13846" y="21393"/>
                  <a:pt x="13962" y="21393"/>
                </a:cubicBezTo>
                <a:cubicBezTo>
                  <a:pt x="14221" y="21286"/>
                  <a:pt x="14587" y="21295"/>
                  <a:pt x="14765" y="21045"/>
                </a:cubicBezTo>
                <a:lnTo>
                  <a:pt x="14756" y="21000"/>
                </a:lnTo>
                <a:cubicBezTo>
                  <a:pt x="14836" y="20956"/>
                  <a:pt x="14988" y="20956"/>
                  <a:pt x="15024" y="20858"/>
                </a:cubicBezTo>
                <a:cubicBezTo>
                  <a:pt x="15104" y="20840"/>
                  <a:pt x="15095" y="20706"/>
                  <a:pt x="15167" y="20652"/>
                </a:cubicBezTo>
                <a:cubicBezTo>
                  <a:pt x="15398" y="20474"/>
                  <a:pt x="15729" y="20420"/>
                  <a:pt x="15907" y="20162"/>
                </a:cubicBezTo>
                <a:cubicBezTo>
                  <a:pt x="16076" y="19912"/>
                  <a:pt x="16415" y="19849"/>
                  <a:pt x="16576" y="19582"/>
                </a:cubicBezTo>
                <a:cubicBezTo>
                  <a:pt x="16674" y="19359"/>
                  <a:pt x="17067" y="19332"/>
                  <a:pt x="16933" y="19011"/>
                </a:cubicBezTo>
                <a:cubicBezTo>
                  <a:pt x="17067" y="18877"/>
                  <a:pt x="17361" y="18895"/>
                  <a:pt x="17370" y="18663"/>
                </a:cubicBezTo>
                <a:cubicBezTo>
                  <a:pt x="17432" y="18618"/>
                  <a:pt x="17513" y="18574"/>
                  <a:pt x="17575" y="18511"/>
                </a:cubicBezTo>
                <a:cubicBezTo>
                  <a:pt x="17602" y="18351"/>
                  <a:pt x="17691" y="18226"/>
                  <a:pt x="17852" y="18163"/>
                </a:cubicBezTo>
                <a:cubicBezTo>
                  <a:pt x="18173" y="18038"/>
                  <a:pt x="18039" y="17619"/>
                  <a:pt x="18173" y="17378"/>
                </a:cubicBezTo>
                <a:cubicBezTo>
                  <a:pt x="18209" y="17253"/>
                  <a:pt x="18405" y="17289"/>
                  <a:pt x="18423" y="17146"/>
                </a:cubicBezTo>
                <a:cubicBezTo>
                  <a:pt x="18423" y="17013"/>
                  <a:pt x="18557" y="16932"/>
                  <a:pt x="18565" y="16798"/>
                </a:cubicBezTo>
                <a:cubicBezTo>
                  <a:pt x="18583" y="16611"/>
                  <a:pt x="18797" y="16522"/>
                  <a:pt x="18797" y="16326"/>
                </a:cubicBezTo>
                <a:cubicBezTo>
                  <a:pt x="18922" y="16183"/>
                  <a:pt x="19127" y="16067"/>
                  <a:pt x="19056" y="15826"/>
                </a:cubicBezTo>
                <a:cubicBezTo>
                  <a:pt x="19136" y="15416"/>
                  <a:pt x="19252" y="15005"/>
                  <a:pt x="19270" y="14586"/>
                </a:cubicBezTo>
                <a:cubicBezTo>
                  <a:pt x="19181" y="14381"/>
                  <a:pt x="19413" y="14283"/>
                  <a:pt x="19404" y="14104"/>
                </a:cubicBezTo>
                <a:cubicBezTo>
                  <a:pt x="19440" y="13667"/>
                  <a:pt x="19681" y="13266"/>
                  <a:pt x="19627" y="12820"/>
                </a:cubicBezTo>
                <a:cubicBezTo>
                  <a:pt x="19725" y="12766"/>
                  <a:pt x="19672" y="12579"/>
                  <a:pt x="19698" y="12463"/>
                </a:cubicBezTo>
                <a:cubicBezTo>
                  <a:pt x="19823" y="12204"/>
                  <a:pt x="19431" y="12079"/>
                  <a:pt x="19600" y="11821"/>
                </a:cubicBezTo>
                <a:cubicBezTo>
                  <a:pt x="19600" y="11482"/>
                  <a:pt x="19707" y="11151"/>
                  <a:pt x="19707" y="10821"/>
                </a:cubicBezTo>
                <a:lnTo>
                  <a:pt x="19752" y="10830"/>
                </a:lnTo>
                <a:cubicBezTo>
                  <a:pt x="19752" y="10491"/>
                  <a:pt x="19770" y="10152"/>
                  <a:pt x="19743" y="9822"/>
                </a:cubicBezTo>
                <a:cubicBezTo>
                  <a:pt x="19761" y="9653"/>
                  <a:pt x="19761" y="9483"/>
                  <a:pt x="19725" y="9314"/>
                </a:cubicBezTo>
                <a:cubicBezTo>
                  <a:pt x="19627" y="9225"/>
                  <a:pt x="19868" y="8859"/>
                  <a:pt x="19716" y="8841"/>
                </a:cubicBezTo>
                <a:cubicBezTo>
                  <a:pt x="19725" y="8645"/>
                  <a:pt x="19707" y="8457"/>
                  <a:pt x="19716" y="8261"/>
                </a:cubicBezTo>
                <a:lnTo>
                  <a:pt x="19672" y="8261"/>
                </a:lnTo>
                <a:cubicBezTo>
                  <a:pt x="19672" y="8181"/>
                  <a:pt x="19672" y="8100"/>
                  <a:pt x="19645" y="8029"/>
                </a:cubicBezTo>
                <a:cubicBezTo>
                  <a:pt x="19582" y="7860"/>
                  <a:pt x="19672" y="7681"/>
                  <a:pt x="19672" y="7512"/>
                </a:cubicBezTo>
                <a:lnTo>
                  <a:pt x="19627" y="7512"/>
                </a:lnTo>
                <a:cubicBezTo>
                  <a:pt x="19582" y="7298"/>
                  <a:pt x="19440" y="7110"/>
                  <a:pt x="19368" y="6896"/>
                </a:cubicBezTo>
                <a:cubicBezTo>
                  <a:pt x="19404" y="6807"/>
                  <a:pt x="19413" y="6709"/>
                  <a:pt x="19395" y="6620"/>
                </a:cubicBezTo>
                <a:cubicBezTo>
                  <a:pt x="19413" y="6405"/>
                  <a:pt x="19458" y="6111"/>
                  <a:pt x="19217" y="6013"/>
                </a:cubicBezTo>
                <a:cubicBezTo>
                  <a:pt x="19127" y="5879"/>
                  <a:pt x="19181" y="5656"/>
                  <a:pt x="19020" y="5549"/>
                </a:cubicBezTo>
                <a:cubicBezTo>
                  <a:pt x="19003" y="5344"/>
                  <a:pt x="19127" y="5049"/>
                  <a:pt x="18913" y="4898"/>
                </a:cubicBezTo>
                <a:cubicBezTo>
                  <a:pt x="18888" y="4838"/>
                  <a:pt x="18870" y="4754"/>
                  <a:pt x="18792" y="4754"/>
                </a:cubicBezTo>
                <a:cubicBezTo>
                  <a:pt x="18788" y="4754"/>
                  <a:pt x="18784" y="4755"/>
                  <a:pt x="18780" y="4755"/>
                </a:cubicBezTo>
                <a:cubicBezTo>
                  <a:pt x="18780" y="4657"/>
                  <a:pt x="18708" y="4577"/>
                  <a:pt x="18655" y="4496"/>
                </a:cubicBezTo>
                <a:cubicBezTo>
                  <a:pt x="18646" y="4407"/>
                  <a:pt x="18619" y="4273"/>
                  <a:pt x="18521" y="4238"/>
                </a:cubicBezTo>
                <a:cubicBezTo>
                  <a:pt x="18405" y="4122"/>
                  <a:pt x="18360" y="3952"/>
                  <a:pt x="18253" y="3836"/>
                </a:cubicBezTo>
                <a:cubicBezTo>
                  <a:pt x="18271" y="3765"/>
                  <a:pt x="18253" y="3720"/>
                  <a:pt x="18209" y="3702"/>
                </a:cubicBezTo>
                <a:cubicBezTo>
                  <a:pt x="18262" y="3533"/>
                  <a:pt x="18244" y="3301"/>
                  <a:pt x="18075" y="3221"/>
                </a:cubicBezTo>
                <a:cubicBezTo>
                  <a:pt x="18048" y="3158"/>
                  <a:pt x="18021" y="3060"/>
                  <a:pt x="17941" y="3051"/>
                </a:cubicBezTo>
                <a:cubicBezTo>
                  <a:pt x="17896" y="2944"/>
                  <a:pt x="17763" y="2900"/>
                  <a:pt x="17682" y="2819"/>
                </a:cubicBezTo>
                <a:cubicBezTo>
                  <a:pt x="17673" y="2614"/>
                  <a:pt x="17459" y="2569"/>
                  <a:pt x="17334" y="2462"/>
                </a:cubicBezTo>
                <a:cubicBezTo>
                  <a:pt x="17156" y="2213"/>
                  <a:pt x="16924" y="2016"/>
                  <a:pt x="16737" y="1775"/>
                </a:cubicBezTo>
                <a:cubicBezTo>
                  <a:pt x="16540" y="1731"/>
                  <a:pt x="16415" y="1544"/>
                  <a:pt x="16219" y="1490"/>
                </a:cubicBezTo>
                <a:cubicBezTo>
                  <a:pt x="16005" y="1383"/>
                  <a:pt x="15871" y="1151"/>
                  <a:pt x="15639" y="1053"/>
                </a:cubicBezTo>
                <a:cubicBezTo>
                  <a:pt x="15470" y="990"/>
                  <a:pt x="15309" y="892"/>
                  <a:pt x="15140" y="803"/>
                </a:cubicBezTo>
                <a:cubicBezTo>
                  <a:pt x="14792" y="758"/>
                  <a:pt x="14462" y="651"/>
                  <a:pt x="14114" y="589"/>
                </a:cubicBezTo>
                <a:cubicBezTo>
                  <a:pt x="13480" y="509"/>
                  <a:pt x="12856" y="402"/>
                  <a:pt x="12223" y="357"/>
                </a:cubicBezTo>
                <a:lnTo>
                  <a:pt x="12160" y="357"/>
                </a:lnTo>
                <a:cubicBezTo>
                  <a:pt x="12097" y="306"/>
                  <a:pt x="12020" y="296"/>
                  <a:pt x="11941" y="296"/>
                </a:cubicBezTo>
                <a:cubicBezTo>
                  <a:pt x="11894" y="296"/>
                  <a:pt x="11847" y="300"/>
                  <a:pt x="11800" y="300"/>
                </a:cubicBezTo>
                <a:cubicBezTo>
                  <a:pt x="11748" y="300"/>
                  <a:pt x="11697" y="295"/>
                  <a:pt x="11652" y="277"/>
                </a:cubicBezTo>
                <a:cubicBezTo>
                  <a:pt x="11259" y="170"/>
                  <a:pt x="10858" y="232"/>
                  <a:pt x="10465" y="134"/>
                </a:cubicBezTo>
                <a:cubicBezTo>
                  <a:pt x="10444" y="134"/>
                  <a:pt x="10422" y="135"/>
                  <a:pt x="10401" y="135"/>
                </a:cubicBezTo>
                <a:cubicBezTo>
                  <a:pt x="10036" y="135"/>
                  <a:pt x="9682" y="75"/>
                  <a:pt x="9320" y="75"/>
                </a:cubicBezTo>
                <a:cubicBezTo>
                  <a:pt x="9262" y="75"/>
                  <a:pt x="9203" y="77"/>
                  <a:pt x="9145" y="81"/>
                </a:cubicBezTo>
                <a:lnTo>
                  <a:pt x="9145" y="36"/>
                </a:lnTo>
                <a:cubicBezTo>
                  <a:pt x="9013" y="36"/>
                  <a:pt x="8882" y="39"/>
                  <a:pt x="8752" y="39"/>
                </a:cubicBezTo>
                <a:cubicBezTo>
                  <a:pt x="8558" y="39"/>
                  <a:pt x="8365" y="32"/>
                  <a:pt x="8172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44">
            <a:extLst>
              <a:ext uri="{FF2B5EF4-FFF2-40B4-BE49-F238E27FC236}">
                <a16:creationId xmlns:a16="http://schemas.microsoft.com/office/drawing/2014/main" id="{9179538C-FDDE-BD94-4B3C-2AE42F9EC4D2}"/>
              </a:ext>
            </a:extLst>
          </p:cNvPr>
          <p:cNvSpPr/>
          <p:nvPr/>
        </p:nvSpPr>
        <p:spPr>
          <a:xfrm rot="263">
            <a:off x="4704560" y="3197675"/>
            <a:ext cx="649137" cy="984725"/>
          </a:xfrm>
          <a:custGeom>
            <a:avLst/>
            <a:gdLst/>
            <a:ahLst/>
            <a:cxnLst/>
            <a:rect l="l" t="t" r="r" b="b"/>
            <a:pathLst>
              <a:path w="19868" h="21884" extrusionOk="0">
                <a:moveTo>
                  <a:pt x="8172" y="0"/>
                </a:moveTo>
                <a:cubicBezTo>
                  <a:pt x="7459" y="188"/>
                  <a:pt x="6700" y="116"/>
                  <a:pt x="6022" y="411"/>
                </a:cubicBezTo>
                <a:cubicBezTo>
                  <a:pt x="5755" y="589"/>
                  <a:pt x="5434" y="634"/>
                  <a:pt x="5130" y="714"/>
                </a:cubicBezTo>
                <a:cubicBezTo>
                  <a:pt x="5059" y="767"/>
                  <a:pt x="4916" y="794"/>
                  <a:pt x="4907" y="892"/>
                </a:cubicBezTo>
                <a:cubicBezTo>
                  <a:pt x="4874" y="883"/>
                  <a:pt x="4840" y="879"/>
                  <a:pt x="4807" y="879"/>
                </a:cubicBezTo>
                <a:cubicBezTo>
                  <a:pt x="4613" y="879"/>
                  <a:pt x="4430" y="1017"/>
                  <a:pt x="4247" y="1071"/>
                </a:cubicBezTo>
                <a:cubicBezTo>
                  <a:pt x="4087" y="1205"/>
                  <a:pt x="3881" y="1249"/>
                  <a:pt x="3730" y="1392"/>
                </a:cubicBezTo>
                <a:cubicBezTo>
                  <a:pt x="3569" y="1436"/>
                  <a:pt x="3391" y="1445"/>
                  <a:pt x="3239" y="1517"/>
                </a:cubicBezTo>
                <a:cubicBezTo>
                  <a:pt x="3195" y="1597"/>
                  <a:pt x="3087" y="1633"/>
                  <a:pt x="3052" y="1731"/>
                </a:cubicBezTo>
                <a:cubicBezTo>
                  <a:pt x="3007" y="1856"/>
                  <a:pt x="2829" y="1856"/>
                  <a:pt x="2740" y="1954"/>
                </a:cubicBezTo>
                <a:cubicBezTo>
                  <a:pt x="2490" y="2195"/>
                  <a:pt x="2186" y="2373"/>
                  <a:pt x="1910" y="2569"/>
                </a:cubicBezTo>
                <a:cubicBezTo>
                  <a:pt x="1669" y="2962"/>
                  <a:pt x="1321" y="3283"/>
                  <a:pt x="1134" y="3711"/>
                </a:cubicBezTo>
                <a:cubicBezTo>
                  <a:pt x="1062" y="3925"/>
                  <a:pt x="875" y="4086"/>
                  <a:pt x="813" y="4309"/>
                </a:cubicBezTo>
                <a:cubicBezTo>
                  <a:pt x="714" y="4407"/>
                  <a:pt x="643" y="4532"/>
                  <a:pt x="634" y="4666"/>
                </a:cubicBezTo>
                <a:cubicBezTo>
                  <a:pt x="545" y="4782"/>
                  <a:pt x="483" y="4907"/>
                  <a:pt x="438" y="5041"/>
                </a:cubicBezTo>
                <a:cubicBezTo>
                  <a:pt x="393" y="5504"/>
                  <a:pt x="215" y="5968"/>
                  <a:pt x="242" y="6441"/>
                </a:cubicBezTo>
                <a:cubicBezTo>
                  <a:pt x="144" y="6593"/>
                  <a:pt x="10" y="6736"/>
                  <a:pt x="117" y="6941"/>
                </a:cubicBezTo>
                <a:cubicBezTo>
                  <a:pt x="45" y="7467"/>
                  <a:pt x="63" y="7993"/>
                  <a:pt x="1" y="8529"/>
                </a:cubicBezTo>
                <a:cubicBezTo>
                  <a:pt x="72" y="8743"/>
                  <a:pt x="10" y="8966"/>
                  <a:pt x="1" y="9189"/>
                </a:cubicBezTo>
                <a:cubicBezTo>
                  <a:pt x="63" y="9376"/>
                  <a:pt x="19" y="9581"/>
                  <a:pt x="1" y="9769"/>
                </a:cubicBezTo>
                <a:cubicBezTo>
                  <a:pt x="36" y="10126"/>
                  <a:pt x="36" y="10482"/>
                  <a:pt x="108" y="10830"/>
                </a:cubicBezTo>
                <a:cubicBezTo>
                  <a:pt x="117" y="11098"/>
                  <a:pt x="304" y="11312"/>
                  <a:pt x="304" y="11580"/>
                </a:cubicBezTo>
                <a:cubicBezTo>
                  <a:pt x="268" y="11794"/>
                  <a:pt x="420" y="11972"/>
                  <a:pt x="402" y="12186"/>
                </a:cubicBezTo>
                <a:cubicBezTo>
                  <a:pt x="518" y="12276"/>
                  <a:pt x="545" y="12418"/>
                  <a:pt x="545" y="12561"/>
                </a:cubicBezTo>
                <a:cubicBezTo>
                  <a:pt x="554" y="12766"/>
                  <a:pt x="679" y="12936"/>
                  <a:pt x="732" y="13123"/>
                </a:cubicBezTo>
                <a:cubicBezTo>
                  <a:pt x="679" y="13266"/>
                  <a:pt x="697" y="13489"/>
                  <a:pt x="830" y="13569"/>
                </a:cubicBezTo>
                <a:cubicBezTo>
                  <a:pt x="1009" y="13953"/>
                  <a:pt x="1134" y="14354"/>
                  <a:pt x="1285" y="14756"/>
                </a:cubicBezTo>
                <a:cubicBezTo>
                  <a:pt x="1464" y="14889"/>
                  <a:pt x="1446" y="15139"/>
                  <a:pt x="1544" y="15326"/>
                </a:cubicBezTo>
                <a:cubicBezTo>
                  <a:pt x="1615" y="15532"/>
                  <a:pt x="1767" y="15701"/>
                  <a:pt x="1874" y="15880"/>
                </a:cubicBezTo>
                <a:cubicBezTo>
                  <a:pt x="2106" y="16129"/>
                  <a:pt x="2133" y="16504"/>
                  <a:pt x="2383" y="16745"/>
                </a:cubicBezTo>
                <a:cubicBezTo>
                  <a:pt x="2499" y="16834"/>
                  <a:pt x="2552" y="16959"/>
                  <a:pt x="2570" y="17093"/>
                </a:cubicBezTo>
                <a:cubicBezTo>
                  <a:pt x="2784" y="17459"/>
                  <a:pt x="3096" y="17744"/>
                  <a:pt x="3364" y="18074"/>
                </a:cubicBezTo>
                <a:cubicBezTo>
                  <a:pt x="3614" y="18199"/>
                  <a:pt x="3703" y="18502"/>
                  <a:pt x="3962" y="18618"/>
                </a:cubicBezTo>
                <a:cubicBezTo>
                  <a:pt x="4096" y="18645"/>
                  <a:pt x="4051" y="18824"/>
                  <a:pt x="4176" y="18850"/>
                </a:cubicBezTo>
                <a:cubicBezTo>
                  <a:pt x="4390" y="18939"/>
                  <a:pt x="4488" y="19189"/>
                  <a:pt x="4720" y="19278"/>
                </a:cubicBezTo>
                <a:cubicBezTo>
                  <a:pt x="4836" y="19314"/>
                  <a:pt x="4907" y="19439"/>
                  <a:pt x="5032" y="19457"/>
                </a:cubicBezTo>
                <a:cubicBezTo>
                  <a:pt x="5211" y="19582"/>
                  <a:pt x="5416" y="19716"/>
                  <a:pt x="5639" y="19760"/>
                </a:cubicBezTo>
                <a:cubicBezTo>
                  <a:pt x="5844" y="19948"/>
                  <a:pt x="6138" y="20028"/>
                  <a:pt x="6370" y="20180"/>
                </a:cubicBezTo>
                <a:cubicBezTo>
                  <a:pt x="6718" y="20313"/>
                  <a:pt x="7013" y="20545"/>
                  <a:pt x="7370" y="20652"/>
                </a:cubicBezTo>
                <a:cubicBezTo>
                  <a:pt x="7682" y="20813"/>
                  <a:pt x="8039" y="20911"/>
                  <a:pt x="8333" y="21107"/>
                </a:cubicBezTo>
                <a:cubicBezTo>
                  <a:pt x="8761" y="21277"/>
                  <a:pt x="9181" y="21464"/>
                  <a:pt x="9600" y="21643"/>
                </a:cubicBezTo>
                <a:cubicBezTo>
                  <a:pt x="9841" y="21651"/>
                  <a:pt x="10082" y="21687"/>
                  <a:pt x="10305" y="21785"/>
                </a:cubicBezTo>
                <a:cubicBezTo>
                  <a:pt x="10545" y="21830"/>
                  <a:pt x="10813" y="21767"/>
                  <a:pt x="11045" y="21883"/>
                </a:cubicBezTo>
                <a:cubicBezTo>
                  <a:pt x="11106" y="21836"/>
                  <a:pt x="11170" y="21821"/>
                  <a:pt x="11237" y="21821"/>
                </a:cubicBezTo>
                <a:cubicBezTo>
                  <a:pt x="11359" y="21821"/>
                  <a:pt x="11489" y="21873"/>
                  <a:pt x="11618" y="21873"/>
                </a:cubicBezTo>
                <a:cubicBezTo>
                  <a:pt x="11644" y="21873"/>
                  <a:pt x="11670" y="21871"/>
                  <a:pt x="11696" y="21866"/>
                </a:cubicBezTo>
                <a:cubicBezTo>
                  <a:pt x="11764" y="21832"/>
                  <a:pt x="11837" y="21814"/>
                  <a:pt x="11911" y="21814"/>
                </a:cubicBezTo>
                <a:cubicBezTo>
                  <a:pt x="11993" y="21814"/>
                  <a:pt x="12076" y="21836"/>
                  <a:pt x="12151" y="21883"/>
                </a:cubicBezTo>
                <a:cubicBezTo>
                  <a:pt x="12247" y="21836"/>
                  <a:pt x="12349" y="21815"/>
                  <a:pt x="12451" y="21815"/>
                </a:cubicBezTo>
                <a:cubicBezTo>
                  <a:pt x="12558" y="21815"/>
                  <a:pt x="12666" y="21838"/>
                  <a:pt x="12767" y="21874"/>
                </a:cubicBezTo>
                <a:cubicBezTo>
                  <a:pt x="12892" y="21776"/>
                  <a:pt x="13061" y="21883"/>
                  <a:pt x="13124" y="21714"/>
                </a:cubicBezTo>
                <a:cubicBezTo>
                  <a:pt x="13148" y="21717"/>
                  <a:pt x="13172" y="21719"/>
                  <a:pt x="13196" y="21719"/>
                </a:cubicBezTo>
                <a:cubicBezTo>
                  <a:pt x="13376" y="21719"/>
                  <a:pt x="13549" y="21633"/>
                  <a:pt x="13659" y="21491"/>
                </a:cubicBezTo>
                <a:cubicBezTo>
                  <a:pt x="13730" y="21393"/>
                  <a:pt x="13846" y="21393"/>
                  <a:pt x="13962" y="21393"/>
                </a:cubicBezTo>
                <a:cubicBezTo>
                  <a:pt x="14221" y="21286"/>
                  <a:pt x="14587" y="21295"/>
                  <a:pt x="14765" y="21045"/>
                </a:cubicBezTo>
                <a:lnTo>
                  <a:pt x="14756" y="21000"/>
                </a:lnTo>
                <a:cubicBezTo>
                  <a:pt x="14836" y="20956"/>
                  <a:pt x="14988" y="20956"/>
                  <a:pt x="15024" y="20858"/>
                </a:cubicBezTo>
                <a:cubicBezTo>
                  <a:pt x="15104" y="20840"/>
                  <a:pt x="15095" y="20706"/>
                  <a:pt x="15167" y="20652"/>
                </a:cubicBezTo>
                <a:cubicBezTo>
                  <a:pt x="15398" y="20474"/>
                  <a:pt x="15729" y="20420"/>
                  <a:pt x="15907" y="20162"/>
                </a:cubicBezTo>
                <a:cubicBezTo>
                  <a:pt x="16076" y="19912"/>
                  <a:pt x="16415" y="19849"/>
                  <a:pt x="16576" y="19582"/>
                </a:cubicBezTo>
                <a:cubicBezTo>
                  <a:pt x="16674" y="19359"/>
                  <a:pt x="17067" y="19332"/>
                  <a:pt x="16933" y="19011"/>
                </a:cubicBezTo>
                <a:cubicBezTo>
                  <a:pt x="17067" y="18877"/>
                  <a:pt x="17361" y="18895"/>
                  <a:pt x="17370" y="18663"/>
                </a:cubicBezTo>
                <a:cubicBezTo>
                  <a:pt x="17432" y="18618"/>
                  <a:pt x="17513" y="18574"/>
                  <a:pt x="17575" y="18511"/>
                </a:cubicBezTo>
                <a:cubicBezTo>
                  <a:pt x="17602" y="18351"/>
                  <a:pt x="17691" y="18226"/>
                  <a:pt x="17852" y="18163"/>
                </a:cubicBezTo>
                <a:cubicBezTo>
                  <a:pt x="18173" y="18038"/>
                  <a:pt x="18039" y="17619"/>
                  <a:pt x="18173" y="17378"/>
                </a:cubicBezTo>
                <a:cubicBezTo>
                  <a:pt x="18209" y="17253"/>
                  <a:pt x="18405" y="17289"/>
                  <a:pt x="18423" y="17146"/>
                </a:cubicBezTo>
                <a:cubicBezTo>
                  <a:pt x="18423" y="17013"/>
                  <a:pt x="18557" y="16932"/>
                  <a:pt x="18565" y="16798"/>
                </a:cubicBezTo>
                <a:cubicBezTo>
                  <a:pt x="18583" y="16611"/>
                  <a:pt x="18797" y="16522"/>
                  <a:pt x="18797" y="16326"/>
                </a:cubicBezTo>
                <a:cubicBezTo>
                  <a:pt x="18922" y="16183"/>
                  <a:pt x="19127" y="16067"/>
                  <a:pt x="19056" y="15826"/>
                </a:cubicBezTo>
                <a:cubicBezTo>
                  <a:pt x="19136" y="15416"/>
                  <a:pt x="19252" y="15005"/>
                  <a:pt x="19270" y="14586"/>
                </a:cubicBezTo>
                <a:cubicBezTo>
                  <a:pt x="19181" y="14381"/>
                  <a:pt x="19413" y="14283"/>
                  <a:pt x="19404" y="14104"/>
                </a:cubicBezTo>
                <a:cubicBezTo>
                  <a:pt x="19440" y="13667"/>
                  <a:pt x="19681" y="13266"/>
                  <a:pt x="19627" y="12820"/>
                </a:cubicBezTo>
                <a:cubicBezTo>
                  <a:pt x="19725" y="12766"/>
                  <a:pt x="19672" y="12579"/>
                  <a:pt x="19698" y="12463"/>
                </a:cubicBezTo>
                <a:cubicBezTo>
                  <a:pt x="19823" y="12204"/>
                  <a:pt x="19431" y="12079"/>
                  <a:pt x="19600" y="11821"/>
                </a:cubicBezTo>
                <a:cubicBezTo>
                  <a:pt x="19600" y="11482"/>
                  <a:pt x="19707" y="11151"/>
                  <a:pt x="19707" y="10821"/>
                </a:cubicBezTo>
                <a:lnTo>
                  <a:pt x="19752" y="10830"/>
                </a:lnTo>
                <a:cubicBezTo>
                  <a:pt x="19752" y="10491"/>
                  <a:pt x="19770" y="10152"/>
                  <a:pt x="19743" y="9822"/>
                </a:cubicBezTo>
                <a:cubicBezTo>
                  <a:pt x="19761" y="9653"/>
                  <a:pt x="19761" y="9483"/>
                  <a:pt x="19725" y="9314"/>
                </a:cubicBezTo>
                <a:cubicBezTo>
                  <a:pt x="19627" y="9225"/>
                  <a:pt x="19868" y="8859"/>
                  <a:pt x="19716" y="8841"/>
                </a:cubicBezTo>
                <a:cubicBezTo>
                  <a:pt x="19725" y="8645"/>
                  <a:pt x="19707" y="8457"/>
                  <a:pt x="19716" y="8261"/>
                </a:cubicBezTo>
                <a:lnTo>
                  <a:pt x="19672" y="8261"/>
                </a:lnTo>
                <a:cubicBezTo>
                  <a:pt x="19672" y="8181"/>
                  <a:pt x="19672" y="8100"/>
                  <a:pt x="19645" y="8029"/>
                </a:cubicBezTo>
                <a:cubicBezTo>
                  <a:pt x="19582" y="7860"/>
                  <a:pt x="19672" y="7681"/>
                  <a:pt x="19672" y="7512"/>
                </a:cubicBezTo>
                <a:lnTo>
                  <a:pt x="19627" y="7512"/>
                </a:lnTo>
                <a:cubicBezTo>
                  <a:pt x="19582" y="7298"/>
                  <a:pt x="19440" y="7110"/>
                  <a:pt x="19368" y="6896"/>
                </a:cubicBezTo>
                <a:cubicBezTo>
                  <a:pt x="19404" y="6807"/>
                  <a:pt x="19413" y="6709"/>
                  <a:pt x="19395" y="6620"/>
                </a:cubicBezTo>
                <a:cubicBezTo>
                  <a:pt x="19413" y="6405"/>
                  <a:pt x="19458" y="6111"/>
                  <a:pt x="19217" y="6013"/>
                </a:cubicBezTo>
                <a:cubicBezTo>
                  <a:pt x="19127" y="5879"/>
                  <a:pt x="19181" y="5656"/>
                  <a:pt x="19020" y="5549"/>
                </a:cubicBezTo>
                <a:cubicBezTo>
                  <a:pt x="19003" y="5344"/>
                  <a:pt x="19127" y="5049"/>
                  <a:pt x="18913" y="4898"/>
                </a:cubicBezTo>
                <a:cubicBezTo>
                  <a:pt x="18888" y="4838"/>
                  <a:pt x="18870" y="4754"/>
                  <a:pt x="18792" y="4754"/>
                </a:cubicBezTo>
                <a:cubicBezTo>
                  <a:pt x="18788" y="4754"/>
                  <a:pt x="18784" y="4755"/>
                  <a:pt x="18780" y="4755"/>
                </a:cubicBezTo>
                <a:cubicBezTo>
                  <a:pt x="18780" y="4657"/>
                  <a:pt x="18708" y="4577"/>
                  <a:pt x="18655" y="4496"/>
                </a:cubicBezTo>
                <a:cubicBezTo>
                  <a:pt x="18646" y="4407"/>
                  <a:pt x="18619" y="4273"/>
                  <a:pt x="18521" y="4238"/>
                </a:cubicBezTo>
                <a:cubicBezTo>
                  <a:pt x="18405" y="4122"/>
                  <a:pt x="18360" y="3952"/>
                  <a:pt x="18253" y="3836"/>
                </a:cubicBezTo>
                <a:cubicBezTo>
                  <a:pt x="18271" y="3765"/>
                  <a:pt x="18253" y="3720"/>
                  <a:pt x="18209" y="3702"/>
                </a:cubicBezTo>
                <a:cubicBezTo>
                  <a:pt x="18262" y="3533"/>
                  <a:pt x="18244" y="3301"/>
                  <a:pt x="18075" y="3221"/>
                </a:cubicBezTo>
                <a:cubicBezTo>
                  <a:pt x="18048" y="3158"/>
                  <a:pt x="18021" y="3060"/>
                  <a:pt x="17941" y="3051"/>
                </a:cubicBezTo>
                <a:cubicBezTo>
                  <a:pt x="17896" y="2944"/>
                  <a:pt x="17763" y="2900"/>
                  <a:pt x="17682" y="2819"/>
                </a:cubicBezTo>
                <a:cubicBezTo>
                  <a:pt x="17673" y="2614"/>
                  <a:pt x="17459" y="2569"/>
                  <a:pt x="17334" y="2462"/>
                </a:cubicBezTo>
                <a:cubicBezTo>
                  <a:pt x="17156" y="2213"/>
                  <a:pt x="16924" y="2016"/>
                  <a:pt x="16737" y="1775"/>
                </a:cubicBezTo>
                <a:cubicBezTo>
                  <a:pt x="16540" y="1731"/>
                  <a:pt x="16415" y="1544"/>
                  <a:pt x="16219" y="1490"/>
                </a:cubicBezTo>
                <a:cubicBezTo>
                  <a:pt x="16005" y="1383"/>
                  <a:pt x="15871" y="1151"/>
                  <a:pt x="15639" y="1053"/>
                </a:cubicBezTo>
                <a:cubicBezTo>
                  <a:pt x="15470" y="990"/>
                  <a:pt x="15309" y="892"/>
                  <a:pt x="15140" y="803"/>
                </a:cubicBezTo>
                <a:cubicBezTo>
                  <a:pt x="14792" y="758"/>
                  <a:pt x="14462" y="651"/>
                  <a:pt x="14114" y="589"/>
                </a:cubicBezTo>
                <a:cubicBezTo>
                  <a:pt x="13480" y="509"/>
                  <a:pt x="12856" y="402"/>
                  <a:pt x="12223" y="357"/>
                </a:cubicBezTo>
                <a:lnTo>
                  <a:pt x="12160" y="357"/>
                </a:lnTo>
                <a:cubicBezTo>
                  <a:pt x="12097" y="306"/>
                  <a:pt x="12020" y="296"/>
                  <a:pt x="11941" y="296"/>
                </a:cubicBezTo>
                <a:cubicBezTo>
                  <a:pt x="11894" y="296"/>
                  <a:pt x="11847" y="300"/>
                  <a:pt x="11800" y="300"/>
                </a:cubicBezTo>
                <a:cubicBezTo>
                  <a:pt x="11748" y="300"/>
                  <a:pt x="11697" y="295"/>
                  <a:pt x="11652" y="277"/>
                </a:cubicBezTo>
                <a:cubicBezTo>
                  <a:pt x="11259" y="170"/>
                  <a:pt x="10858" y="232"/>
                  <a:pt x="10465" y="134"/>
                </a:cubicBezTo>
                <a:cubicBezTo>
                  <a:pt x="10444" y="134"/>
                  <a:pt x="10422" y="135"/>
                  <a:pt x="10401" y="135"/>
                </a:cubicBezTo>
                <a:cubicBezTo>
                  <a:pt x="10036" y="135"/>
                  <a:pt x="9682" y="75"/>
                  <a:pt x="9320" y="75"/>
                </a:cubicBezTo>
                <a:cubicBezTo>
                  <a:pt x="9262" y="75"/>
                  <a:pt x="9203" y="77"/>
                  <a:pt x="9145" y="81"/>
                </a:cubicBezTo>
                <a:lnTo>
                  <a:pt x="9145" y="36"/>
                </a:lnTo>
                <a:cubicBezTo>
                  <a:pt x="9013" y="36"/>
                  <a:pt x="8882" y="39"/>
                  <a:pt x="8752" y="39"/>
                </a:cubicBezTo>
                <a:cubicBezTo>
                  <a:pt x="8558" y="39"/>
                  <a:pt x="8365" y="32"/>
                  <a:pt x="8172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44">
            <a:extLst>
              <a:ext uri="{FF2B5EF4-FFF2-40B4-BE49-F238E27FC236}">
                <a16:creationId xmlns:a16="http://schemas.microsoft.com/office/drawing/2014/main" id="{3CED0C5C-62F4-60BF-87D9-5044BF5996D0}"/>
              </a:ext>
            </a:extLst>
          </p:cNvPr>
          <p:cNvSpPr/>
          <p:nvPr/>
        </p:nvSpPr>
        <p:spPr>
          <a:xfrm rot="1035137">
            <a:off x="4704536" y="1402304"/>
            <a:ext cx="649137" cy="984697"/>
          </a:xfrm>
          <a:custGeom>
            <a:avLst/>
            <a:gdLst/>
            <a:ahLst/>
            <a:cxnLst/>
            <a:rect l="l" t="t" r="r" b="b"/>
            <a:pathLst>
              <a:path w="19868" h="21884" extrusionOk="0">
                <a:moveTo>
                  <a:pt x="8172" y="0"/>
                </a:moveTo>
                <a:cubicBezTo>
                  <a:pt x="7459" y="188"/>
                  <a:pt x="6700" y="116"/>
                  <a:pt x="6022" y="411"/>
                </a:cubicBezTo>
                <a:cubicBezTo>
                  <a:pt x="5755" y="589"/>
                  <a:pt x="5434" y="634"/>
                  <a:pt x="5130" y="714"/>
                </a:cubicBezTo>
                <a:cubicBezTo>
                  <a:pt x="5059" y="767"/>
                  <a:pt x="4916" y="794"/>
                  <a:pt x="4907" y="892"/>
                </a:cubicBezTo>
                <a:cubicBezTo>
                  <a:pt x="4874" y="883"/>
                  <a:pt x="4840" y="879"/>
                  <a:pt x="4807" y="879"/>
                </a:cubicBezTo>
                <a:cubicBezTo>
                  <a:pt x="4613" y="879"/>
                  <a:pt x="4430" y="1017"/>
                  <a:pt x="4247" y="1071"/>
                </a:cubicBezTo>
                <a:cubicBezTo>
                  <a:pt x="4087" y="1205"/>
                  <a:pt x="3881" y="1249"/>
                  <a:pt x="3730" y="1392"/>
                </a:cubicBezTo>
                <a:cubicBezTo>
                  <a:pt x="3569" y="1436"/>
                  <a:pt x="3391" y="1445"/>
                  <a:pt x="3239" y="1517"/>
                </a:cubicBezTo>
                <a:cubicBezTo>
                  <a:pt x="3195" y="1597"/>
                  <a:pt x="3087" y="1633"/>
                  <a:pt x="3052" y="1731"/>
                </a:cubicBezTo>
                <a:cubicBezTo>
                  <a:pt x="3007" y="1856"/>
                  <a:pt x="2829" y="1856"/>
                  <a:pt x="2740" y="1954"/>
                </a:cubicBezTo>
                <a:cubicBezTo>
                  <a:pt x="2490" y="2195"/>
                  <a:pt x="2186" y="2373"/>
                  <a:pt x="1910" y="2569"/>
                </a:cubicBezTo>
                <a:cubicBezTo>
                  <a:pt x="1669" y="2962"/>
                  <a:pt x="1321" y="3283"/>
                  <a:pt x="1134" y="3711"/>
                </a:cubicBezTo>
                <a:cubicBezTo>
                  <a:pt x="1062" y="3925"/>
                  <a:pt x="875" y="4086"/>
                  <a:pt x="813" y="4309"/>
                </a:cubicBezTo>
                <a:cubicBezTo>
                  <a:pt x="714" y="4407"/>
                  <a:pt x="643" y="4532"/>
                  <a:pt x="634" y="4666"/>
                </a:cubicBezTo>
                <a:cubicBezTo>
                  <a:pt x="545" y="4782"/>
                  <a:pt x="483" y="4907"/>
                  <a:pt x="438" y="5041"/>
                </a:cubicBezTo>
                <a:cubicBezTo>
                  <a:pt x="393" y="5504"/>
                  <a:pt x="215" y="5968"/>
                  <a:pt x="242" y="6441"/>
                </a:cubicBezTo>
                <a:cubicBezTo>
                  <a:pt x="144" y="6593"/>
                  <a:pt x="10" y="6736"/>
                  <a:pt x="117" y="6941"/>
                </a:cubicBezTo>
                <a:cubicBezTo>
                  <a:pt x="45" y="7467"/>
                  <a:pt x="63" y="7993"/>
                  <a:pt x="1" y="8529"/>
                </a:cubicBezTo>
                <a:cubicBezTo>
                  <a:pt x="72" y="8743"/>
                  <a:pt x="10" y="8966"/>
                  <a:pt x="1" y="9189"/>
                </a:cubicBezTo>
                <a:cubicBezTo>
                  <a:pt x="63" y="9376"/>
                  <a:pt x="19" y="9581"/>
                  <a:pt x="1" y="9769"/>
                </a:cubicBezTo>
                <a:cubicBezTo>
                  <a:pt x="36" y="10126"/>
                  <a:pt x="36" y="10482"/>
                  <a:pt x="108" y="10830"/>
                </a:cubicBezTo>
                <a:cubicBezTo>
                  <a:pt x="117" y="11098"/>
                  <a:pt x="304" y="11312"/>
                  <a:pt x="304" y="11580"/>
                </a:cubicBezTo>
                <a:cubicBezTo>
                  <a:pt x="268" y="11794"/>
                  <a:pt x="420" y="11972"/>
                  <a:pt x="402" y="12186"/>
                </a:cubicBezTo>
                <a:cubicBezTo>
                  <a:pt x="518" y="12276"/>
                  <a:pt x="545" y="12418"/>
                  <a:pt x="545" y="12561"/>
                </a:cubicBezTo>
                <a:cubicBezTo>
                  <a:pt x="554" y="12766"/>
                  <a:pt x="679" y="12936"/>
                  <a:pt x="732" y="13123"/>
                </a:cubicBezTo>
                <a:cubicBezTo>
                  <a:pt x="679" y="13266"/>
                  <a:pt x="697" y="13489"/>
                  <a:pt x="830" y="13569"/>
                </a:cubicBezTo>
                <a:cubicBezTo>
                  <a:pt x="1009" y="13953"/>
                  <a:pt x="1134" y="14354"/>
                  <a:pt x="1285" y="14756"/>
                </a:cubicBezTo>
                <a:cubicBezTo>
                  <a:pt x="1464" y="14889"/>
                  <a:pt x="1446" y="15139"/>
                  <a:pt x="1544" y="15326"/>
                </a:cubicBezTo>
                <a:cubicBezTo>
                  <a:pt x="1615" y="15532"/>
                  <a:pt x="1767" y="15701"/>
                  <a:pt x="1874" y="15880"/>
                </a:cubicBezTo>
                <a:cubicBezTo>
                  <a:pt x="2106" y="16129"/>
                  <a:pt x="2133" y="16504"/>
                  <a:pt x="2383" y="16745"/>
                </a:cubicBezTo>
                <a:cubicBezTo>
                  <a:pt x="2499" y="16834"/>
                  <a:pt x="2552" y="16959"/>
                  <a:pt x="2570" y="17093"/>
                </a:cubicBezTo>
                <a:cubicBezTo>
                  <a:pt x="2784" y="17459"/>
                  <a:pt x="3096" y="17744"/>
                  <a:pt x="3364" y="18074"/>
                </a:cubicBezTo>
                <a:cubicBezTo>
                  <a:pt x="3614" y="18199"/>
                  <a:pt x="3703" y="18502"/>
                  <a:pt x="3962" y="18618"/>
                </a:cubicBezTo>
                <a:cubicBezTo>
                  <a:pt x="4096" y="18645"/>
                  <a:pt x="4051" y="18824"/>
                  <a:pt x="4176" y="18850"/>
                </a:cubicBezTo>
                <a:cubicBezTo>
                  <a:pt x="4390" y="18939"/>
                  <a:pt x="4488" y="19189"/>
                  <a:pt x="4720" y="19278"/>
                </a:cubicBezTo>
                <a:cubicBezTo>
                  <a:pt x="4836" y="19314"/>
                  <a:pt x="4907" y="19439"/>
                  <a:pt x="5032" y="19457"/>
                </a:cubicBezTo>
                <a:cubicBezTo>
                  <a:pt x="5211" y="19582"/>
                  <a:pt x="5416" y="19716"/>
                  <a:pt x="5639" y="19760"/>
                </a:cubicBezTo>
                <a:cubicBezTo>
                  <a:pt x="5844" y="19948"/>
                  <a:pt x="6138" y="20028"/>
                  <a:pt x="6370" y="20180"/>
                </a:cubicBezTo>
                <a:cubicBezTo>
                  <a:pt x="6718" y="20313"/>
                  <a:pt x="7013" y="20545"/>
                  <a:pt x="7370" y="20652"/>
                </a:cubicBezTo>
                <a:cubicBezTo>
                  <a:pt x="7682" y="20813"/>
                  <a:pt x="8039" y="20911"/>
                  <a:pt x="8333" y="21107"/>
                </a:cubicBezTo>
                <a:cubicBezTo>
                  <a:pt x="8761" y="21277"/>
                  <a:pt x="9181" y="21464"/>
                  <a:pt x="9600" y="21643"/>
                </a:cubicBezTo>
                <a:cubicBezTo>
                  <a:pt x="9841" y="21651"/>
                  <a:pt x="10082" y="21687"/>
                  <a:pt x="10305" y="21785"/>
                </a:cubicBezTo>
                <a:cubicBezTo>
                  <a:pt x="10545" y="21830"/>
                  <a:pt x="10813" y="21767"/>
                  <a:pt x="11045" y="21883"/>
                </a:cubicBezTo>
                <a:cubicBezTo>
                  <a:pt x="11106" y="21836"/>
                  <a:pt x="11170" y="21821"/>
                  <a:pt x="11237" y="21821"/>
                </a:cubicBezTo>
                <a:cubicBezTo>
                  <a:pt x="11359" y="21821"/>
                  <a:pt x="11489" y="21873"/>
                  <a:pt x="11618" y="21873"/>
                </a:cubicBezTo>
                <a:cubicBezTo>
                  <a:pt x="11644" y="21873"/>
                  <a:pt x="11670" y="21871"/>
                  <a:pt x="11696" y="21866"/>
                </a:cubicBezTo>
                <a:cubicBezTo>
                  <a:pt x="11764" y="21832"/>
                  <a:pt x="11837" y="21814"/>
                  <a:pt x="11911" y="21814"/>
                </a:cubicBezTo>
                <a:cubicBezTo>
                  <a:pt x="11993" y="21814"/>
                  <a:pt x="12076" y="21836"/>
                  <a:pt x="12151" y="21883"/>
                </a:cubicBezTo>
                <a:cubicBezTo>
                  <a:pt x="12247" y="21836"/>
                  <a:pt x="12349" y="21815"/>
                  <a:pt x="12451" y="21815"/>
                </a:cubicBezTo>
                <a:cubicBezTo>
                  <a:pt x="12558" y="21815"/>
                  <a:pt x="12666" y="21838"/>
                  <a:pt x="12767" y="21874"/>
                </a:cubicBezTo>
                <a:cubicBezTo>
                  <a:pt x="12892" y="21776"/>
                  <a:pt x="13061" y="21883"/>
                  <a:pt x="13124" y="21714"/>
                </a:cubicBezTo>
                <a:cubicBezTo>
                  <a:pt x="13148" y="21717"/>
                  <a:pt x="13172" y="21719"/>
                  <a:pt x="13196" y="21719"/>
                </a:cubicBezTo>
                <a:cubicBezTo>
                  <a:pt x="13376" y="21719"/>
                  <a:pt x="13549" y="21633"/>
                  <a:pt x="13659" y="21491"/>
                </a:cubicBezTo>
                <a:cubicBezTo>
                  <a:pt x="13730" y="21393"/>
                  <a:pt x="13846" y="21393"/>
                  <a:pt x="13962" y="21393"/>
                </a:cubicBezTo>
                <a:cubicBezTo>
                  <a:pt x="14221" y="21286"/>
                  <a:pt x="14587" y="21295"/>
                  <a:pt x="14765" y="21045"/>
                </a:cubicBezTo>
                <a:lnTo>
                  <a:pt x="14756" y="21000"/>
                </a:lnTo>
                <a:cubicBezTo>
                  <a:pt x="14836" y="20956"/>
                  <a:pt x="14988" y="20956"/>
                  <a:pt x="15024" y="20858"/>
                </a:cubicBezTo>
                <a:cubicBezTo>
                  <a:pt x="15104" y="20840"/>
                  <a:pt x="15095" y="20706"/>
                  <a:pt x="15167" y="20652"/>
                </a:cubicBezTo>
                <a:cubicBezTo>
                  <a:pt x="15398" y="20474"/>
                  <a:pt x="15729" y="20420"/>
                  <a:pt x="15907" y="20162"/>
                </a:cubicBezTo>
                <a:cubicBezTo>
                  <a:pt x="16076" y="19912"/>
                  <a:pt x="16415" y="19849"/>
                  <a:pt x="16576" y="19582"/>
                </a:cubicBezTo>
                <a:cubicBezTo>
                  <a:pt x="16674" y="19359"/>
                  <a:pt x="17067" y="19332"/>
                  <a:pt x="16933" y="19011"/>
                </a:cubicBezTo>
                <a:cubicBezTo>
                  <a:pt x="17067" y="18877"/>
                  <a:pt x="17361" y="18895"/>
                  <a:pt x="17370" y="18663"/>
                </a:cubicBezTo>
                <a:cubicBezTo>
                  <a:pt x="17432" y="18618"/>
                  <a:pt x="17513" y="18574"/>
                  <a:pt x="17575" y="18511"/>
                </a:cubicBezTo>
                <a:cubicBezTo>
                  <a:pt x="17602" y="18351"/>
                  <a:pt x="17691" y="18226"/>
                  <a:pt x="17852" y="18163"/>
                </a:cubicBezTo>
                <a:cubicBezTo>
                  <a:pt x="18173" y="18038"/>
                  <a:pt x="18039" y="17619"/>
                  <a:pt x="18173" y="17378"/>
                </a:cubicBezTo>
                <a:cubicBezTo>
                  <a:pt x="18209" y="17253"/>
                  <a:pt x="18405" y="17289"/>
                  <a:pt x="18423" y="17146"/>
                </a:cubicBezTo>
                <a:cubicBezTo>
                  <a:pt x="18423" y="17013"/>
                  <a:pt x="18557" y="16932"/>
                  <a:pt x="18565" y="16798"/>
                </a:cubicBezTo>
                <a:cubicBezTo>
                  <a:pt x="18583" y="16611"/>
                  <a:pt x="18797" y="16522"/>
                  <a:pt x="18797" y="16326"/>
                </a:cubicBezTo>
                <a:cubicBezTo>
                  <a:pt x="18922" y="16183"/>
                  <a:pt x="19127" y="16067"/>
                  <a:pt x="19056" y="15826"/>
                </a:cubicBezTo>
                <a:cubicBezTo>
                  <a:pt x="19136" y="15416"/>
                  <a:pt x="19252" y="15005"/>
                  <a:pt x="19270" y="14586"/>
                </a:cubicBezTo>
                <a:cubicBezTo>
                  <a:pt x="19181" y="14381"/>
                  <a:pt x="19413" y="14283"/>
                  <a:pt x="19404" y="14104"/>
                </a:cubicBezTo>
                <a:cubicBezTo>
                  <a:pt x="19440" y="13667"/>
                  <a:pt x="19681" y="13266"/>
                  <a:pt x="19627" y="12820"/>
                </a:cubicBezTo>
                <a:cubicBezTo>
                  <a:pt x="19725" y="12766"/>
                  <a:pt x="19672" y="12579"/>
                  <a:pt x="19698" y="12463"/>
                </a:cubicBezTo>
                <a:cubicBezTo>
                  <a:pt x="19823" y="12204"/>
                  <a:pt x="19431" y="12079"/>
                  <a:pt x="19600" y="11821"/>
                </a:cubicBezTo>
                <a:cubicBezTo>
                  <a:pt x="19600" y="11482"/>
                  <a:pt x="19707" y="11151"/>
                  <a:pt x="19707" y="10821"/>
                </a:cubicBezTo>
                <a:lnTo>
                  <a:pt x="19752" y="10830"/>
                </a:lnTo>
                <a:cubicBezTo>
                  <a:pt x="19752" y="10491"/>
                  <a:pt x="19770" y="10152"/>
                  <a:pt x="19743" y="9822"/>
                </a:cubicBezTo>
                <a:cubicBezTo>
                  <a:pt x="19761" y="9653"/>
                  <a:pt x="19761" y="9483"/>
                  <a:pt x="19725" y="9314"/>
                </a:cubicBezTo>
                <a:cubicBezTo>
                  <a:pt x="19627" y="9225"/>
                  <a:pt x="19868" y="8859"/>
                  <a:pt x="19716" y="8841"/>
                </a:cubicBezTo>
                <a:cubicBezTo>
                  <a:pt x="19725" y="8645"/>
                  <a:pt x="19707" y="8457"/>
                  <a:pt x="19716" y="8261"/>
                </a:cubicBezTo>
                <a:lnTo>
                  <a:pt x="19672" y="8261"/>
                </a:lnTo>
                <a:cubicBezTo>
                  <a:pt x="19672" y="8181"/>
                  <a:pt x="19672" y="8100"/>
                  <a:pt x="19645" y="8029"/>
                </a:cubicBezTo>
                <a:cubicBezTo>
                  <a:pt x="19582" y="7860"/>
                  <a:pt x="19672" y="7681"/>
                  <a:pt x="19672" y="7512"/>
                </a:cubicBezTo>
                <a:lnTo>
                  <a:pt x="19627" y="7512"/>
                </a:lnTo>
                <a:cubicBezTo>
                  <a:pt x="19582" y="7298"/>
                  <a:pt x="19440" y="7110"/>
                  <a:pt x="19368" y="6896"/>
                </a:cubicBezTo>
                <a:cubicBezTo>
                  <a:pt x="19404" y="6807"/>
                  <a:pt x="19413" y="6709"/>
                  <a:pt x="19395" y="6620"/>
                </a:cubicBezTo>
                <a:cubicBezTo>
                  <a:pt x="19413" y="6405"/>
                  <a:pt x="19458" y="6111"/>
                  <a:pt x="19217" y="6013"/>
                </a:cubicBezTo>
                <a:cubicBezTo>
                  <a:pt x="19127" y="5879"/>
                  <a:pt x="19181" y="5656"/>
                  <a:pt x="19020" y="5549"/>
                </a:cubicBezTo>
                <a:cubicBezTo>
                  <a:pt x="19003" y="5344"/>
                  <a:pt x="19127" y="5049"/>
                  <a:pt x="18913" y="4898"/>
                </a:cubicBezTo>
                <a:cubicBezTo>
                  <a:pt x="18888" y="4838"/>
                  <a:pt x="18870" y="4754"/>
                  <a:pt x="18792" y="4754"/>
                </a:cubicBezTo>
                <a:cubicBezTo>
                  <a:pt x="18788" y="4754"/>
                  <a:pt x="18784" y="4755"/>
                  <a:pt x="18780" y="4755"/>
                </a:cubicBezTo>
                <a:cubicBezTo>
                  <a:pt x="18780" y="4657"/>
                  <a:pt x="18708" y="4577"/>
                  <a:pt x="18655" y="4496"/>
                </a:cubicBezTo>
                <a:cubicBezTo>
                  <a:pt x="18646" y="4407"/>
                  <a:pt x="18619" y="4273"/>
                  <a:pt x="18521" y="4238"/>
                </a:cubicBezTo>
                <a:cubicBezTo>
                  <a:pt x="18405" y="4122"/>
                  <a:pt x="18360" y="3952"/>
                  <a:pt x="18253" y="3836"/>
                </a:cubicBezTo>
                <a:cubicBezTo>
                  <a:pt x="18271" y="3765"/>
                  <a:pt x="18253" y="3720"/>
                  <a:pt x="18209" y="3702"/>
                </a:cubicBezTo>
                <a:cubicBezTo>
                  <a:pt x="18262" y="3533"/>
                  <a:pt x="18244" y="3301"/>
                  <a:pt x="18075" y="3221"/>
                </a:cubicBezTo>
                <a:cubicBezTo>
                  <a:pt x="18048" y="3158"/>
                  <a:pt x="18021" y="3060"/>
                  <a:pt x="17941" y="3051"/>
                </a:cubicBezTo>
                <a:cubicBezTo>
                  <a:pt x="17896" y="2944"/>
                  <a:pt x="17763" y="2900"/>
                  <a:pt x="17682" y="2819"/>
                </a:cubicBezTo>
                <a:cubicBezTo>
                  <a:pt x="17673" y="2614"/>
                  <a:pt x="17459" y="2569"/>
                  <a:pt x="17334" y="2462"/>
                </a:cubicBezTo>
                <a:cubicBezTo>
                  <a:pt x="17156" y="2213"/>
                  <a:pt x="16924" y="2016"/>
                  <a:pt x="16737" y="1775"/>
                </a:cubicBezTo>
                <a:cubicBezTo>
                  <a:pt x="16540" y="1731"/>
                  <a:pt x="16415" y="1544"/>
                  <a:pt x="16219" y="1490"/>
                </a:cubicBezTo>
                <a:cubicBezTo>
                  <a:pt x="16005" y="1383"/>
                  <a:pt x="15871" y="1151"/>
                  <a:pt x="15639" y="1053"/>
                </a:cubicBezTo>
                <a:cubicBezTo>
                  <a:pt x="15470" y="990"/>
                  <a:pt x="15309" y="892"/>
                  <a:pt x="15140" y="803"/>
                </a:cubicBezTo>
                <a:cubicBezTo>
                  <a:pt x="14792" y="758"/>
                  <a:pt x="14462" y="651"/>
                  <a:pt x="14114" y="589"/>
                </a:cubicBezTo>
                <a:cubicBezTo>
                  <a:pt x="13480" y="509"/>
                  <a:pt x="12856" y="402"/>
                  <a:pt x="12223" y="357"/>
                </a:cubicBezTo>
                <a:lnTo>
                  <a:pt x="12160" y="357"/>
                </a:lnTo>
                <a:cubicBezTo>
                  <a:pt x="12097" y="306"/>
                  <a:pt x="12020" y="296"/>
                  <a:pt x="11941" y="296"/>
                </a:cubicBezTo>
                <a:cubicBezTo>
                  <a:pt x="11894" y="296"/>
                  <a:pt x="11847" y="300"/>
                  <a:pt x="11800" y="300"/>
                </a:cubicBezTo>
                <a:cubicBezTo>
                  <a:pt x="11748" y="300"/>
                  <a:pt x="11697" y="295"/>
                  <a:pt x="11652" y="277"/>
                </a:cubicBezTo>
                <a:cubicBezTo>
                  <a:pt x="11259" y="170"/>
                  <a:pt x="10858" y="232"/>
                  <a:pt x="10465" y="134"/>
                </a:cubicBezTo>
                <a:cubicBezTo>
                  <a:pt x="10444" y="134"/>
                  <a:pt x="10422" y="135"/>
                  <a:pt x="10401" y="135"/>
                </a:cubicBezTo>
                <a:cubicBezTo>
                  <a:pt x="10036" y="135"/>
                  <a:pt x="9682" y="75"/>
                  <a:pt x="9320" y="75"/>
                </a:cubicBezTo>
                <a:cubicBezTo>
                  <a:pt x="9262" y="75"/>
                  <a:pt x="9203" y="77"/>
                  <a:pt x="9145" y="81"/>
                </a:cubicBezTo>
                <a:lnTo>
                  <a:pt x="9145" y="36"/>
                </a:lnTo>
                <a:cubicBezTo>
                  <a:pt x="9013" y="36"/>
                  <a:pt x="8882" y="39"/>
                  <a:pt x="8752" y="39"/>
                </a:cubicBezTo>
                <a:cubicBezTo>
                  <a:pt x="8558" y="39"/>
                  <a:pt x="8365" y="32"/>
                  <a:pt x="8172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44">
            <a:extLst>
              <a:ext uri="{FF2B5EF4-FFF2-40B4-BE49-F238E27FC236}">
                <a16:creationId xmlns:a16="http://schemas.microsoft.com/office/drawing/2014/main" id="{E081110A-465F-A606-608D-BB5BB705DA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7325" y="403492"/>
            <a:ext cx="38872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Targeted keywords </a:t>
            </a:r>
            <a:endParaRPr dirty="0"/>
          </a:p>
        </p:txBody>
      </p:sp>
      <p:sp>
        <p:nvSpPr>
          <p:cNvPr id="1003" name="Google Shape;1003;p44">
            <a:extLst>
              <a:ext uri="{FF2B5EF4-FFF2-40B4-BE49-F238E27FC236}">
                <a16:creationId xmlns:a16="http://schemas.microsoft.com/office/drawing/2014/main" id="{B7E6CCBA-4548-ADA0-4AE6-1AE6098F6361}"/>
              </a:ext>
            </a:extLst>
          </p:cNvPr>
          <p:cNvSpPr/>
          <p:nvPr/>
        </p:nvSpPr>
        <p:spPr>
          <a:xfrm>
            <a:off x="811450" y="1551099"/>
            <a:ext cx="6636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Ms Madi"/>
                <a:ea typeface="Ms Madi"/>
                <a:cs typeface="Ms Madi"/>
                <a:sym typeface="Ms Madi"/>
              </a:rPr>
              <a:t>1</a:t>
            </a:r>
            <a:endParaRPr sz="3000" b="1" dirty="0">
              <a:solidFill>
                <a:schemeClr val="dk1"/>
              </a:solidFill>
              <a:latin typeface="Ms Madi"/>
              <a:ea typeface="Ms Madi"/>
              <a:cs typeface="Ms Madi"/>
              <a:sym typeface="Ms Madi"/>
            </a:endParaRPr>
          </a:p>
        </p:txBody>
      </p:sp>
      <p:sp>
        <p:nvSpPr>
          <p:cNvPr id="1004" name="Google Shape;1004;p44">
            <a:extLst>
              <a:ext uri="{FF2B5EF4-FFF2-40B4-BE49-F238E27FC236}">
                <a16:creationId xmlns:a16="http://schemas.microsoft.com/office/drawing/2014/main" id="{18519D1B-5066-BB41-3842-DF31B30374B4}"/>
              </a:ext>
            </a:extLst>
          </p:cNvPr>
          <p:cNvSpPr/>
          <p:nvPr/>
        </p:nvSpPr>
        <p:spPr>
          <a:xfrm>
            <a:off x="811450" y="3348815"/>
            <a:ext cx="6636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Ms Madi"/>
                <a:ea typeface="Ms Madi"/>
                <a:cs typeface="Ms Madi"/>
                <a:sym typeface="Ms Madi"/>
              </a:rPr>
              <a:t>3</a:t>
            </a:r>
            <a:endParaRPr sz="3000" b="1" dirty="0">
              <a:solidFill>
                <a:schemeClr val="dk1"/>
              </a:solidFill>
              <a:latin typeface="Ms Madi"/>
              <a:ea typeface="Ms Madi"/>
              <a:cs typeface="Ms Madi"/>
              <a:sym typeface="Ms Madi"/>
            </a:endParaRPr>
          </a:p>
        </p:txBody>
      </p:sp>
      <p:sp>
        <p:nvSpPr>
          <p:cNvPr id="1005" name="Google Shape;1005;p44">
            <a:extLst>
              <a:ext uri="{FF2B5EF4-FFF2-40B4-BE49-F238E27FC236}">
                <a16:creationId xmlns:a16="http://schemas.microsoft.com/office/drawing/2014/main" id="{6E813F30-7BF5-AE71-68A5-6052372F6CA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537375" y="1609212"/>
            <a:ext cx="2999400" cy="1414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Activewear for workouts </a:t>
            </a:r>
          </a:p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Best workout shoes </a:t>
            </a:r>
          </a:p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Workout clothes </a:t>
            </a:r>
          </a:p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Gym clothes</a:t>
            </a:r>
          </a:p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Apex kinetic Sportwear </a:t>
            </a:r>
          </a:p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Premium activewear </a:t>
            </a:r>
          </a:p>
        </p:txBody>
      </p:sp>
      <p:sp>
        <p:nvSpPr>
          <p:cNvPr id="1006" name="Google Shape;1006;p44">
            <a:extLst>
              <a:ext uri="{FF2B5EF4-FFF2-40B4-BE49-F238E27FC236}">
                <a16:creationId xmlns:a16="http://schemas.microsoft.com/office/drawing/2014/main" id="{67CFD7B7-E8B6-3A39-17A9-F5C2D0FD6EC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537375" y="1352681"/>
            <a:ext cx="2999400" cy="3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Syne"/>
                <a:ea typeface="Syne"/>
                <a:cs typeface="Syne"/>
                <a:sym typeface="Syne"/>
              </a:rPr>
              <a:t>Brand &amp; Category </a:t>
            </a:r>
            <a:endParaRPr sz="2000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007" name="Google Shape;1007;p44">
            <a:extLst>
              <a:ext uri="{FF2B5EF4-FFF2-40B4-BE49-F238E27FC236}">
                <a16:creationId xmlns:a16="http://schemas.microsoft.com/office/drawing/2014/main" id="{EB57FF77-E03A-4F98-1E60-72FD30E1871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537375" y="3404600"/>
            <a:ext cx="29994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Football sportswear</a:t>
            </a:r>
          </a:p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Breathable sportswear </a:t>
            </a:r>
          </a:p>
          <a:p>
            <a:pPr marL="482600" indent="-342900" fontAlgn="b"/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spandex</a:t>
            </a:r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gym outfit </a:t>
            </a:r>
          </a:p>
          <a:p>
            <a:pPr marL="482600" indent="-342900" fontAlgn="b"/>
            <a:r>
              <a:rPr lang="en-IN" dirty="0"/>
              <a:t>Nylon shorts </a:t>
            </a:r>
            <a:endParaRPr lang="en-IN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008" name="Google Shape;1008;p44">
            <a:extLst>
              <a:ext uri="{FF2B5EF4-FFF2-40B4-BE49-F238E27FC236}">
                <a16:creationId xmlns:a16="http://schemas.microsoft.com/office/drawing/2014/main" id="{0BDAF16C-7C20-9E0B-7F7D-BF05D1C4E7B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537375" y="3148068"/>
            <a:ext cx="2999400" cy="3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Syne"/>
                <a:ea typeface="Syne"/>
                <a:cs typeface="Syne"/>
                <a:sym typeface="Syne"/>
              </a:rPr>
              <a:t>Feature Based </a:t>
            </a:r>
            <a:endParaRPr sz="2000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009" name="Google Shape;1009;p44">
            <a:extLst>
              <a:ext uri="{FF2B5EF4-FFF2-40B4-BE49-F238E27FC236}">
                <a16:creationId xmlns:a16="http://schemas.microsoft.com/office/drawing/2014/main" id="{9CBFBD85-D1EA-6449-A7C1-8CE967901767}"/>
              </a:ext>
            </a:extLst>
          </p:cNvPr>
          <p:cNvSpPr/>
          <p:nvPr/>
        </p:nvSpPr>
        <p:spPr>
          <a:xfrm>
            <a:off x="4697325" y="1551099"/>
            <a:ext cx="6636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Ms Madi"/>
                <a:ea typeface="Ms Madi"/>
                <a:cs typeface="Ms Madi"/>
                <a:sym typeface="Ms Madi"/>
              </a:rPr>
              <a:t>2</a:t>
            </a:r>
            <a:endParaRPr sz="3000" b="1" dirty="0">
              <a:solidFill>
                <a:schemeClr val="dk1"/>
              </a:solidFill>
              <a:latin typeface="Ms Madi"/>
              <a:ea typeface="Ms Madi"/>
              <a:cs typeface="Ms Madi"/>
              <a:sym typeface="Ms Madi"/>
            </a:endParaRPr>
          </a:p>
        </p:txBody>
      </p:sp>
      <p:sp>
        <p:nvSpPr>
          <p:cNvPr id="1010" name="Google Shape;1010;p44">
            <a:extLst>
              <a:ext uri="{FF2B5EF4-FFF2-40B4-BE49-F238E27FC236}">
                <a16:creationId xmlns:a16="http://schemas.microsoft.com/office/drawing/2014/main" id="{14DE6D0E-BF64-4DC5-9013-3BF627EC02F9}"/>
              </a:ext>
            </a:extLst>
          </p:cNvPr>
          <p:cNvSpPr/>
          <p:nvPr/>
        </p:nvSpPr>
        <p:spPr>
          <a:xfrm>
            <a:off x="4697325" y="3348815"/>
            <a:ext cx="6636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Ms Madi"/>
                <a:ea typeface="Ms Madi"/>
                <a:cs typeface="Ms Madi"/>
                <a:sym typeface="Ms Madi"/>
              </a:rPr>
              <a:t>4</a:t>
            </a:r>
            <a:endParaRPr sz="3000" b="1" dirty="0">
              <a:solidFill>
                <a:schemeClr val="dk1"/>
              </a:solidFill>
              <a:latin typeface="Ms Madi"/>
              <a:ea typeface="Ms Madi"/>
              <a:cs typeface="Ms Madi"/>
              <a:sym typeface="Ms Madi"/>
            </a:endParaRPr>
          </a:p>
        </p:txBody>
      </p:sp>
      <p:sp>
        <p:nvSpPr>
          <p:cNvPr id="1011" name="Google Shape;1011;p44">
            <a:extLst>
              <a:ext uri="{FF2B5EF4-FFF2-40B4-BE49-F238E27FC236}">
                <a16:creationId xmlns:a16="http://schemas.microsoft.com/office/drawing/2014/main" id="{44C716C4-1F13-CEA9-C606-D7BCEB3C977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423250" y="1609213"/>
            <a:ext cx="29994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Men's sports clothes </a:t>
            </a:r>
          </a:p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Ladies sports clothes </a:t>
            </a:r>
          </a:p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Sportswear gym t-shirts </a:t>
            </a: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Stretchable activewear </a:t>
            </a:r>
            <a:endParaRPr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12" name="Google Shape;1012;p44">
            <a:extLst>
              <a:ext uri="{FF2B5EF4-FFF2-40B4-BE49-F238E27FC236}">
                <a16:creationId xmlns:a16="http://schemas.microsoft.com/office/drawing/2014/main" id="{C54124CD-759A-ED29-137C-4F27905C221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423250" y="1352681"/>
            <a:ext cx="3173550" cy="3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Syne"/>
                <a:ea typeface="Syne"/>
                <a:cs typeface="Syne"/>
                <a:sym typeface="Syne"/>
              </a:rPr>
              <a:t>Product Based </a:t>
            </a:r>
            <a:endParaRPr sz="2000" dirty="0">
              <a:latin typeface="Syne"/>
              <a:ea typeface="Syne"/>
              <a:cs typeface="Syne"/>
              <a:sym typeface="Syne"/>
            </a:endParaRPr>
          </a:p>
        </p:txBody>
      </p:sp>
      <p:sp>
        <p:nvSpPr>
          <p:cNvPr id="1013" name="Google Shape;1013;p44">
            <a:extLst>
              <a:ext uri="{FF2B5EF4-FFF2-40B4-BE49-F238E27FC236}">
                <a16:creationId xmlns:a16="http://schemas.microsoft.com/office/drawing/2014/main" id="{690E1A63-840F-643C-27FA-62B29C65B9B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423250" y="3404600"/>
            <a:ext cx="2999400" cy="12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Modern sportswear </a:t>
            </a:r>
          </a:p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Activewear for workouts</a:t>
            </a:r>
          </a:p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Trendy fitness outfits </a:t>
            </a:r>
          </a:p>
          <a:p>
            <a:pPr marL="482600" indent="-342900" fontAlgn="b"/>
            <a:r>
              <a:rPr lang="en-IN" dirty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Athleisure style </a:t>
            </a:r>
          </a:p>
        </p:txBody>
      </p:sp>
      <p:sp>
        <p:nvSpPr>
          <p:cNvPr id="1014" name="Google Shape;1014;p44">
            <a:extLst>
              <a:ext uri="{FF2B5EF4-FFF2-40B4-BE49-F238E27FC236}">
                <a16:creationId xmlns:a16="http://schemas.microsoft.com/office/drawing/2014/main" id="{625980ED-D59F-63B4-8B18-66AC4F79908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423250" y="3148068"/>
            <a:ext cx="2999400" cy="3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Syne"/>
                <a:ea typeface="Syne"/>
                <a:cs typeface="Syne"/>
                <a:sym typeface="Syne"/>
              </a:rPr>
              <a:t>Style Based </a:t>
            </a:r>
            <a:endParaRPr sz="2000" dirty="0">
              <a:latin typeface="Syne"/>
              <a:ea typeface="Syne"/>
              <a:cs typeface="Syne"/>
              <a:sym typeface="Syne"/>
            </a:endParaRPr>
          </a:p>
        </p:txBody>
      </p:sp>
    </p:spTree>
    <p:extLst>
      <p:ext uri="{BB962C8B-B14F-4D97-AF65-F5344CB8AC3E}">
        <p14:creationId xmlns:p14="http://schemas.microsoft.com/office/powerpoint/2010/main" val="2652334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Keywords incorporated </a:t>
            </a:r>
            <a:endParaRPr dirty="0"/>
          </a:p>
        </p:txBody>
      </p:sp>
      <p:sp>
        <p:nvSpPr>
          <p:cNvPr id="942" name="Google Shape;942;p39"/>
          <p:cNvSpPr txBox="1"/>
          <p:nvPr/>
        </p:nvSpPr>
        <p:spPr>
          <a:xfrm>
            <a:off x="777381" y="1807900"/>
            <a:ext cx="3437774" cy="2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U</a:t>
            </a:r>
            <a:r>
              <a:rPr lang="en" sz="2000" dirty="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sername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</a:t>
            </a:r>
            <a:r>
              <a:rPr lang="en" sz="2000" dirty="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roflie Description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</a:t>
            </a:r>
            <a:r>
              <a:rPr lang="en" sz="2000" dirty="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aptions &amp; Post copy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Hashtags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Content (Reels, Static Posts, Stories)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P</a:t>
            </a:r>
            <a:r>
              <a:rPr lang="en" sz="2000" dirty="0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rPr>
              <a:t>olls / Engagement Feature</a:t>
            </a:r>
            <a:endParaRPr sz="2000" dirty="0">
              <a:solidFill>
                <a:schemeClr val="dk1"/>
              </a:solidFill>
              <a:latin typeface="Syne"/>
              <a:ea typeface="Syne"/>
              <a:cs typeface="Syne"/>
              <a:sym typeface="Syne"/>
            </a:endParaRPr>
          </a:p>
        </p:txBody>
      </p:sp>
      <p:pic>
        <p:nvPicPr>
          <p:cNvPr id="2" name="Google Shape;958;p41">
            <a:extLst>
              <a:ext uri="{FF2B5EF4-FFF2-40B4-BE49-F238E27FC236}">
                <a16:creationId xmlns:a16="http://schemas.microsoft.com/office/drawing/2014/main" id="{B36EB230-BCAC-1B41-BE48-D8C8941A210D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alphaModFix/>
          </a:blip>
          <a:srcRect t="6905" b="6905"/>
          <a:stretch/>
        </p:blipFill>
        <p:spPr>
          <a:xfrm rot="21477836">
            <a:off x="3996273" y="1442740"/>
            <a:ext cx="4080409" cy="23211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44" name="Google Shape;94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191907">
            <a:off x="7315823" y="1250178"/>
            <a:ext cx="1338856" cy="419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45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ORM Strategy Components </a:t>
            </a:r>
            <a:endParaRPr dirty="0"/>
          </a:p>
        </p:txBody>
      </p:sp>
      <p:sp>
        <p:nvSpPr>
          <p:cNvPr id="1020" name="Google Shape;1020;p45"/>
          <p:cNvSpPr txBox="1">
            <a:spLocks noGrp="1"/>
          </p:cNvSpPr>
          <p:nvPr>
            <p:ph type="subTitle" idx="1"/>
          </p:nvPr>
        </p:nvSpPr>
        <p:spPr>
          <a:xfrm>
            <a:off x="1511354" y="1425403"/>
            <a:ext cx="5106000" cy="4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</a:t>
            </a:r>
            <a:r>
              <a:rPr lang="en" dirty="0"/>
              <a:t>reate a strong online presence </a:t>
            </a:r>
            <a:endParaRPr dirty="0"/>
          </a:p>
        </p:txBody>
      </p:sp>
      <p:sp>
        <p:nvSpPr>
          <p:cNvPr id="1021" name="Google Shape;1021;p45"/>
          <p:cNvSpPr txBox="1">
            <a:spLocks noGrp="1"/>
          </p:cNvSpPr>
          <p:nvPr>
            <p:ph type="subTitle" idx="2"/>
          </p:nvPr>
        </p:nvSpPr>
        <p:spPr>
          <a:xfrm>
            <a:off x="1521037" y="2560447"/>
            <a:ext cx="3795441" cy="4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</a:t>
            </a:r>
            <a:r>
              <a:rPr lang="en" dirty="0"/>
              <a:t>isten and Reply to customers </a:t>
            </a:r>
            <a:endParaRPr dirty="0"/>
          </a:p>
        </p:txBody>
      </p:sp>
      <p:sp>
        <p:nvSpPr>
          <p:cNvPr id="1022" name="Google Shape;1022;p45"/>
          <p:cNvSpPr txBox="1">
            <a:spLocks noGrp="1"/>
          </p:cNvSpPr>
          <p:nvPr>
            <p:ph type="subTitle" idx="3"/>
          </p:nvPr>
        </p:nvSpPr>
        <p:spPr>
          <a:xfrm>
            <a:off x="1511354" y="3695491"/>
            <a:ext cx="5106000" cy="41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</a:t>
            </a:r>
            <a:r>
              <a:rPr lang="en" dirty="0"/>
              <a:t>romote customer feedback </a:t>
            </a:r>
            <a:endParaRPr dirty="0"/>
          </a:p>
        </p:txBody>
      </p:sp>
      <p:sp>
        <p:nvSpPr>
          <p:cNvPr id="1023" name="Google Shape;1023;p45"/>
          <p:cNvSpPr txBox="1">
            <a:spLocks noGrp="1"/>
          </p:cNvSpPr>
          <p:nvPr>
            <p:ph type="subTitle" idx="4"/>
          </p:nvPr>
        </p:nvSpPr>
        <p:spPr>
          <a:xfrm>
            <a:off x="1526685" y="1752025"/>
            <a:ext cx="3714915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Maintain a professional and consistent brand image across all online platforms.</a:t>
            </a:r>
            <a:endParaRPr dirty="0"/>
          </a:p>
        </p:txBody>
      </p:sp>
      <p:sp>
        <p:nvSpPr>
          <p:cNvPr id="1024" name="Google Shape;1024;p45"/>
          <p:cNvSpPr txBox="1">
            <a:spLocks noGrp="1"/>
          </p:cNvSpPr>
          <p:nvPr>
            <p:ph type="subTitle" idx="5"/>
          </p:nvPr>
        </p:nvSpPr>
        <p:spPr>
          <a:xfrm>
            <a:off x="1512405" y="2866350"/>
            <a:ext cx="3664395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Monitor reviews, tags, mentions, respond quickly to customer messages &amp; comments </a:t>
            </a:r>
            <a:endParaRPr dirty="0"/>
          </a:p>
        </p:txBody>
      </p:sp>
      <p:sp>
        <p:nvSpPr>
          <p:cNvPr id="1025" name="Google Shape;1025;p45"/>
          <p:cNvSpPr txBox="1">
            <a:spLocks noGrp="1"/>
          </p:cNvSpPr>
          <p:nvPr>
            <p:ph type="subTitle" idx="6"/>
          </p:nvPr>
        </p:nvSpPr>
        <p:spPr>
          <a:xfrm>
            <a:off x="1511354" y="4002784"/>
            <a:ext cx="3730246" cy="5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Encourage customers to share honest reviews and showcase positive customer expriencess </a:t>
            </a:r>
            <a:endParaRPr dirty="0"/>
          </a:p>
        </p:txBody>
      </p:sp>
      <p:sp>
        <p:nvSpPr>
          <p:cNvPr id="1026" name="Google Shape;1026;p45"/>
          <p:cNvSpPr/>
          <p:nvPr/>
        </p:nvSpPr>
        <p:spPr>
          <a:xfrm rot="5836946">
            <a:off x="5709992" y="3030424"/>
            <a:ext cx="605776" cy="755167"/>
          </a:xfrm>
          <a:custGeom>
            <a:avLst/>
            <a:gdLst/>
            <a:ahLst/>
            <a:cxnLst/>
            <a:rect l="l" t="t" r="r" b="b"/>
            <a:pathLst>
              <a:path w="19868" h="21884" extrusionOk="0">
                <a:moveTo>
                  <a:pt x="8172" y="0"/>
                </a:moveTo>
                <a:cubicBezTo>
                  <a:pt x="7459" y="188"/>
                  <a:pt x="6700" y="116"/>
                  <a:pt x="6022" y="411"/>
                </a:cubicBezTo>
                <a:cubicBezTo>
                  <a:pt x="5755" y="589"/>
                  <a:pt x="5434" y="634"/>
                  <a:pt x="5130" y="714"/>
                </a:cubicBezTo>
                <a:cubicBezTo>
                  <a:pt x="5059" y="767"/>
                  <a:pt x="4916" y="794"/>
                  <a:pt x="4907" y="892"/>
                </a:cubicBezTo>
                <a:cubicBezTo>
                  <a:pt x="4874" y="883"/>
                  <a:pt x="4840" y="879"/>
                  <a:pt x="4807" y="879"/>
                </a:cubicBezTo>
                <a:cubicBezTo>
                  <a:pt x="4613" y="879"/>
                  <a:pt x="4430" y="1017"/>
                  <a:pt x="4247" y="1071"/>
                </a:cubicBezTo>
                <a:cubicBezTo>
                  <a:pt x="4087" y="1205"/>
                  <a:pt x="3881" y="1249"/>
                  <a:pt x="3730" y="1392"/>
                </a:cubicBezTo>
                <a:cubicBezTo>
                  <a:pt x="3569" y="1436"/>
                  <a:pt x="3391" y="1445"/>
                  <a:pt x="3239" y="1517"/>
                </a:cubicBezTo>
                <a:cubicBezTo>
                  <a:pt x="3195" y="1597"/>
                  <a:pt x="3087" y="1633"/>
                  <a:pt x="3052" y="1731"/>
                </a:cubicBezTo>
                <a:cubicBezTo>
                  <a:pt x="3007" y="1856"/>
                  <a:pt x="2829" y="1856"/>
                  <a:pt x="2740" y="1954"/>
                </a:cubicBezTo>
                <a:cubicBezTo>
                  <a:pt x="2490" y="2195"/>
                  <a:pt x="2186" y="2373"/>
                  <a:pt x="1910" y="2569"/>
                </a:cubicBezTo>
                <a:cubicBezTo>
                  <a:pt x="1669" y="2962"/>
                  <a:pt x="1321" y="3283"/>
                  <a:pt x="1134" y="3711"/>
                </a:cubicBezTo>
                <a:cubicBezTo>
                  <a:pt x="1062" y="3925"/>
                  <a:pt x="875" y="4086"/>
                  <a:pt x="813" y="4309"/>
                </a:cubicBezTo>
                <a:cubicBezTo>
                  <a:pt x="714" y="4407"/>
                  <a:pt x="643" y="4532"/>
                  <a:pt x="634" y="4666"/>
                </a:cubicBezTo>
                <a:cubicBezTo>
                  <a:pt x="545" y="4782"/>
                  <a:pt x="483" y="4907"/>
                  <a:pt x="438" y="5041"/>
                </a:cubicBezTo>
                <a:cubicBezTo>
                  <a:pt x="393" y="5504"/>
                  <a:pt x="215" y="5968"/>
                  <a:pt x="242" y="6441"/>
                </a:cubicBezTo>
                <a:cubicBezTo>
                  <a:pt x="144" y="6593"/>
                  <a:pt x="10" y="6736"/>
                  <a:pt x="117" y="6941"/>
                </a:cubicBezTo>
                <a:cubicBezTo>
                  <a:pt x="45" y="7467"/>
                  <a:pt x="63" y="7993"/>
                  <a:pt x="1" y="8529"/>
                </a:cubicBezTo>
                <a:cubicBezTo>
                  <a:pt x="72" y="8743"/>
                  <a:pt x="10" y="8966"/>
                  <a:pt x="1" y="9189"/>
                </a:cubicBezTo>
                <a:cubicBezTo>
                  <a:pt x="63" y="9376"/>
                  <a:pt x="19" y="9581"/>
                  <a:pt x="1" y="9769"/>
                </a:cubicBezTo>
                <a:cubicBezTo>
                  <a:pt x="36" y="10126"/>
                  <a:pt x="36" y="10482"/>
                  <a:pt x="108" y="10830"/>
                </a:cubicBezTo>
                <a:cubicBezTo>
                  <a:pt x="117" y="11098"/>
                  <a:pt x="304" y="11312"/>
                  <a:pt x="304" y="11580"/>
                </a:cubicBezTo>
                <a:cubicBezTo>
                  <a:pt x="268" y="11794"/>
                  <a:pt x="420" y="11972"/>
                  <a:pt x="402" y="12186"/>
                </a:cubicBezTo>
                <a:cubicBezTo>
                  <a:pt x="518" y="12276"/>
                  <a:pt x="545" y="12418"/>
                  <a:pt x="545" y="12561"/>
                </a:cubicBezTo>
                <a:cubicBezTo>
                  <a:pt x="554" y="12766"/>
                  <a:pt x="679" y="12936"/>
                  <a:pt x="732" y="13123"/>
                </a:cubicBezTo>
                <a:cubicBezTo>
                  <a:pt x="679" y="13266"/>
                  <a:pt x="697" y="13489"/>
                  <a:pt x="830" y="13569"/>
                </a:cubicBezTo>
                <a:cubicBezTo>
                  <a:pt x="1009" y="13953"/>
                  <a:pt x="1134" y="14354"/>
                  <a:pt x="1285" y="14756"/>
                </a:cubicBezTo>
                <a:cubicBezTo>
                  <a:pt x="1464" y="14889"/>
                  <a:pt x="1446" y="15139"/>
                  <a:pt x="1544" y="15326"/>
                </a:cubicBezTo>
                <a:cubicBezTo>
                  <a:pt x="1615" y="15532"/>
                  <a:pt x="1767" y="15701"/>
                  <a:pt x="1874" y="15880"/>
                </a:cubicBezTo>
                <a:cubicBezTo>
                  <a:pt x="2106" y="16129"/>
                  <a:pt x="2133" y="16504"/>
                  <a:pt x="2383" y="16745"/>
                </a:cubicBezTo>
                <a:cubicBezTo>
                  <a:pt x="2499" y="16834"/>
                  <a:pt x="2552" y="16959"/>
                  <a:pt x="2570" y="17093"/>
                </a:cubicBezTo>
                <a:cubicBezTo>
                  <a:pt x="2784" y="17459"/>
                  <a:pt x="3096" y="17744"/>
                  <a:pt x="3364" y="18074"/>
                </a:cubicBezTo>
                <a:cubicBezTo>
                  <a:pt x="3614" y="18199"/>
                  <a:pt x="3703" y="18502"/>
                  <a:pt x="3962" y="18618"/>
                </a:cubicBezTo>
                <a:cubicBezTo>
                  <a:pt x="4096" y="18645"/>
                  <a:pt x="4051" y="18824"/>
                  <a:pt x="4176" y="18850"/>
                </a:cubicBezTo>
                <a:cubicBezTo>
                  <a:pt x="4390" y="18939"/>
                  <a:pt x="4488" y="19189"/>
                  <a:pt x="4720" y="19278"/>
                </a:cubicBezTo>
                <a:cubicBezTo>
                  <a:pt x="4836" y="19314"/>
                  <a:pt x="4907" y="19439"/>
                  <a:pt x="5032" y="19457"/>
                </a:cubicBezTo>
                <a:cubicBezTo>
                  <a:pt x="5211" y="19582"/>
                  <a:pt x="5416" y="19716"/>
                  <a:pt x="5639" y="19760"/>
                </a:cubicBezTo>
                <a:cubicBezTo>
                  <a:pt x="5844" y="19948"/>
                  <a:pt x="6138" y="20028"/>
                  <a:pt x="6370" y="20180"/>
                </a:cubicBezTo>
                <a:cubicBezTo>
                  <a:pt x="6718" y="20313"/>
                  <a:pt x="7013" y="20545"/>
                  <a:pt x="7370" y="20652"/>
                </a:cubicBezTo>
                <a:cubicBezTo>
                  <a:pt x="7682" y="20813"/>
                  <a:pt x="8039" y="20911"/>
                  <a:pt x="8333" y="21107"/>
                </a:cubicBezTo>
                <a:cubicBezTo>
                  <a:pt x="8761" y="21277"/>
                  <a:pt x="9181" y="21464"/>
                  <a:pt x="9600" y="21643"/>
                </a:cubicBezTo>
                <a:cubicBezTo>
                  <a:pt x="9841" y="21651"/>
                  <a:pt x="10082" y="21687"/>
                  <a:pt x="10305" y="21785"/>
                </a:cubicBezTo>
                <a:cubicBezTo>
                  <a:pt x="10545" y="21830"/>
                  <a:pt x="10813" y="21767"/>
                  <a:pt x="11045" y="21883"/>
                </a:cubicBezTo>
                <a:cubicBezTo>
                  <a:pt x="11106" y="21836"/>
                  <a:pt x="11170" y="21821"/>
                  <a:pt x="11237" y="21821"/>
                </a:cubicBezTo>
                <a:cubicBezTo>
                  <a:pt x="11359" y="21821"/>
                  <a:pt x="11489" y="21873"/>
                  <a:pt x="11618" y="21873"/>
                </a:cubicBezTo>
                <a:cubicBezTo>
                  <a:pt x="11644" y="21873"/>
                  <a:pt x="11670" y="21871"/>
                  <a:pt x="11696" y="21866"/>
                </a:cubicBezTo>
                <a:cubicBezTo>
                  <a:pt x="11764" y="21832"/>
                  <a:pt x="11837" y="21814"/>
                  <a:pt x="11911" y="21814"/>
                </a:cubicBezTo>
                <a:cubicBezTo>
                  <a:pt x="11993" y="21814"/>
                  <a:pt x="12076" y="21836"/>
                  <a:pt x="12151" y="21883"/>
                </a:cubicBezTo>
                <a:cubicBezTo>
                  <a:pt x="12247" y="21836"/>
                  <a:pt x="12349" y="21815"/>
                  <a:pt x="12451" y="21815"/>
                </a:cubicBezTo>
                <a:cubicBezTo>
                  <a:pt x="12558" y="21815"/>
                  <a:pt x="12666" y="21838"/>
                  <a:pt x="12767" y="21874"/>
                </a:cubicBezTo>
                <a:cubicBezTo>
                  <a:pt x="12892" y="21776"/>
                  <a:pt x="13061" y="21883"/>
                  <a:pt x="13124" y="21714"/>
                </a:cubicBezTo>
                <a:cubicBezTo>
                  <a:pt x="13148" y="21717"/>
                  <a:pt x="13172" y="21719"/>
                  <a:pt x="13196" y="21719"/>
                </a:cubicBezTo>
                <a:cubicBezTo>
                  <a:pt x="13376" y="21719"/>
                  <a:pt x="13549" y="21633"/>
                  <a:pt x="13659" y="21491"/>
                </a:cubicBezTo>
                <a:cubicBezTo>
                  <a:pt x="13730" y="21393"/>
                  <a:pt x="13846" y="21393"/>
                  <a:pt x="13962" y="21393"/>
                </a:cubicBezTo>
                <a:cubicBezTo>
                  <a:pt x="14221" y="21286"/>
                  <a:pt x="14587" y="21295"/>
                  <a:pt x="14765" y="21045"/>
                </a:cubicBezTo>
                <a:lnTo>
                  <a:pt x="14756" y="21000"/>
                </a:lnTo>
                <a:cubicBezTo>
                  <a:pt x="14836" y="20956"/>
                  <a:pt x="14988" y="20956"/>
                  <a:pt x="15024" y="20858"/>
                </a:cubicBezTo>
                <a:cubicBezTo>
                  <a:pt x="15104" y="20840"/>
                  <a:pt x="15095" y="20706"/>
                  <a:pt x="15167" y="20652"/>
                </a:cubicBezTo>
                <a:cubicBezTo>
                  <a:pt x="15398" y="20474"/>
                  <a:pt x="15729" y="20420"/>
                  <a:pt x="15907" y="20162"/>
                </a:cubicBezTo>
                <a:cubicBezTo>
                  <a:pt x="16076" y="19912"/>
                  <a:pt x="16415" y="19849"/>
                  <a:pt x="16576" y="19582"/>
                </a:cubicBezTo>
                <a:cubicBezTo>
                  <a:pt x="16674" y="19359"/>
                  <a:pt x="17067" y="19332"/>
                  <a:pt x="16933" y="19011"/>
                </a:cubicBezTo>
                <a:cubicBezTo>
                  <a:pt x="17067" y="18877"/>
                  <a:pt x="17361" y="18895"/>
                  <a:pt x="17370" y="18663"/>
                </a:cubicBezTo>
                <a:cubicBezTo>
                  <a:pt x="17432" y="18618"/>
                  <a:pt x="17513" y="18574"/>
                  <a:pt x="17575" y="18511"/>
                </a:cubicBezTo>
                <a:cubicBezTo>
                  <a:pt x="17602" y="18351"/>
                  <a:pt x="17691" y="18226"/>
                  <a:pt x="17852" y="18163"/>
                </a:cubicBezTo>
                <a:cubicBezTo>
                  <a:pt x="18173" y="18038"/>
                  <a:pt x="18039" y="17619"/>
                  <a:pt x="18173" y="17378"/>
                </a:cubicBezTo>
                <a:cubicBezTo>
                  <a:pt x="18209" y="17253"/>
                  <a:pt x="18405" y="17289"/>
                  <a:pt x="18423" y="17146"/>
                </a:cubicBezTo>
                <a:cubicBezTo>
                  <a:pt x="18423" y="17013"/>
                  <a:pt x="18557" y="16932"/>
                  <a:pt x="18565" y="16798"/>
                </a:cubicBezTo>
                <a:cubicBezTo>
                  <a:pt x="18583" y="16611"/>
                  <a:pt x="18797" y="16522"/>
                  <a:pt x="18797" y="16326"/>
                </a:cubicBezTo>
                <a:cubicBezTo>
                  <a:pt x="18922" y="16183"/>
                  <a:pt x="19127" y="16067"/>
                  <a:pt x="19056" y="15826"/>
                </a:cubicBezTo>
                <a:cubicBezTo>
                  <a:pt x="19136" y="15416"/>
                  <a:pt x="19252" y="15005"/>
                  <a:pt x="19270" y="14586"/>
                </a:cubicBezTo>
                <a:cubicBezTo>
                  <a:pt x="19181" y="14381"/>
                  <a:pt x="19413" y="14283"/>
                  <a:pt x="19404" y="14104"/>
                </a:cubicBezTo>
                <a:cubicBezTo>
                  <a:pt x="19440" y="13667"/>
                  <a:pt x="19681" y="13266"/>
                  <a:pt x="19627" y="12820"/>
                </a:cubicBezTo>
                <a:cubicBezTo>
                  <a:pt x="19725" y="12766"/>
                  <a:pt x="19672" y="12579"/>
                  <a:pt x="19698" y="12463"/>
                </a:cubicBezTo>
                <a:cubicBezTo>
                  <a:pt x="19823" y="12204"/>
                  <a:pt x="19431" y="12079"/>
                  <a:pt x="19600" y="11821"/>
                </a:cubicBezTo>
                <a:cubicBezTo>
                  <a:pt x="19600" y="11482"/>
                  <a:pt x="19707" y="11151"/>
                  <a:pt x="19707" y="10821"/>
                </a:cubicBezTo>
                <a:lnTo>
                  <a:pt x="19752" y="10830"/>
                </a:lnTo>
                <a:cubicBezTo>
                  <a:pt x="19752" y="10491"/>
                  <a:pt x="19770" y="10152"/>
                  <a:pt x="19743" y="9822"/>
                </a:cubicBezTo>
                <a:cubicBezTo>
                  <a:pt x="19761" y="9653"/>
                  <a:pt x="19761" y="9483"/>
                  <a:pt x="19725" y="9314"/>
                </a:cubicBezTo>
                <a:cubicBezTo>
                  <a:pt x="19627" y="9225"/>
                  <a:pt x="19868" y="8859"/>
                  <a:pt x="19716" y="8841"/>
                </a:cubicBezTo>
                <a:cubicBezTo>
                  <a:pt x="19725" y="8645"/>
                  <a:pt x="19707" y="8457"/>
                  <a:pt x="19716" y="8261"/>
                </a:cubicBezTo>
                <a:lnTo>
                  <a:pt x="19672" y="8261"/>
                </a:lnTo>
                <a:cubicBezTo>
                  <a:pt x="19672" y="8181"/>
                  <a:pt x="19672" y="8100"/>
                  <a:pt x="19645" y="8029"/>
                </a:cubicBezTo>
                <a:cubicBezTo>
                  <a:pt x="19582" y="7860"/>
                  <a:pt x="19672" y="7681"/>
                  <a:pt x="19672" y="7512"/>
                </a:cubicBezTo>
                <a:lnTo>
                  <a:pt x="19627" y="7512"/>
                </a:lnTo>
                <a:cubicBezTo>
                  <a:pt x="19582" y="7298"/>
                  <a:pt x="19440" y="7110"/>
                  <a:pt x="19368" y="6896"/>
                </a:cubicBezTo>
                <a:cubicBezTo>
                  <a:pt x="19404" y="6807"/>
                  <a:pt x="19413" y="6709"/>
                  <a:pt x="19395" y="6620"/>
                </a:cubicBezTo>
                <a:cubicBezTo>
                  <a:pt x="19413" y="6405"/>
                  <a:pt x="19458" y="6111"/>
                  <a:pt x="19217" y="6013"/>
                </a:cubicBezTo>
                <a:cubicBezTo>
                  <a:pt x="19127" y="5879"/>
                  <a:pt x="19181" y="5656"/>
                  <a:pt x="19020" y="5549"/>
                </a:cubicBezTo>
                <a:cubicBezTo>
                  <a:pt x="19003" y="5344"/>
                  <a:pt x="19127" y="5049"/>
                  <a:pt x="18913" y="4898"/>
                </a:cubicBezTo>
                <a:cubicBezTo>
                  <a:pt x="18888" y="4838"/>
                  <a:pt x="18870" y="4754"/>
                  <a:pt x="18792" y="4754"/>
                </a:cubicBezTo>
                <a:cubicBezTo>
                  <a:pt x="18788" y="4754"/>
                  <a:pt x="18784" y="4755"/>
                  <a:pt x="18780" y="4755"/>
                </a:cubicBezTo>
                <a:cubicBezTo>
                  <a:pt x="18780" y="4657"/>
                  <a:pt x="18708" y="4577"/>
                  <a:pt x="18655" y="4496"/>
                </a:cubicBezTo>
                <a:cubicBezTo>
                  <a:pt x="18646" y="4407"/>
                  <a:pt x="18619" y="4273"/>
                  <a:pt x="18521" y="4238"/>
                </a:cubicBezTo>
                <a:cubicBezTo>
                  <a:pt x="18405" y="4122"/>
                  <a:pt x="18360" y="3952"/>
                  <a:pt x="18253" y="3836"/>
                </a:cubicBezTo>
                <a:cubicBezTo>
                  <a:pt x="18271" y="3765"/>
                  <a:pt x="18253" y="3720"/>
                  <a:pt x="18209" y="3702"/>
                </a:cubicBezTo>
                <a:cubicBezTo>
                  <a:pt x="18262" y="3533"/>
                  <a:pt x="18244" y="3301"/>
                  <a:pt x="18075" y="3221"/>
                </a:cubicBezTo>
                <a:cubicBezTo>
                  <a:pt x="18048" y="3158"/>
                  <a:pt x="18021" y="3060"/>
                  <a:pt x="17941" y="3051"/>
                </a:cubicBezTo>
                <a:cubicBezTo>
                  <a:pt x="17896" y="2944"/>
                  <a:pt x="17763" y="2900"/>
                  <a:pt x="17682" y="2819"/>
                </a:cubicBezTo>
                <a:cubicBezTo>
                  <a:pt x="17673" y="2614"/>
                  <a:pt x="17459" y="2569"/>
                  <a:pt x="17334" y="2462"/>
                </a:cubicBezTo>
                <a:cubicBezTo>
                  <a:pt x="17156" y="2213"/>
                  <a:pt x="16924" y="2016"/>
                  <a:pt x="16737" y="1775"/>
                </a:cubicBezTo>
                <a:cubicBezTo>
                  <a:pt x="16540" y="1731"/>
                  <a:pt x="16415" y="1544"/>
                  <a:pt x="16219" y="1490"/>
                </a:cubicBezTo>
                <a:cubicBezTo>
                  <a:pt x="16005" y="1383"/>
                  <a:pt x="15871" y="1151"/>
                  <a:pt x="15639" y="1053"/>
                </a:cubicBezTo>
                <a:cubicBezTo>
                  <a:pt x="15470" y="990"/>
                  <a:pt x="15309" y="892"/>
                  <a:pt x="15140" y="803"/>
                </a:cubicBezTo>
                <a:cubicBezTo>
                  <a:pt x="14792" y="758"/>
                  <a:pt x="14462" y="651"/>
                  <a:pt x="14114" y="589"/>
                </a:cubicBezTo>
                <a:cubicBezTo>
                  <a:pt x="13480" y="509"/>
                  <a:pt x="12856" y="402"/>
                  <a:pt x="12223" y="357"/>
                </a:cubicBezTo>
                <a:lnTo>
                  <a:pt x="12160" y="357"/>
                </a:lnTo>
                <a:cubicBezTo>
                  <a:pt x="12097" y="306"/>
                  <a:pt x="12020" y="296"/>
                  <a:pt x="11941" y="296"/>
                </a:cubicBezTo>
                <a:cubicBezTo>
                  <a:pt x="11894" y="296"/>
                  <a:pt x="11847" y="300"/>
                  <a:pt x="11800" y="300"/>
                </a:cubicBezTo>
                <a:cubicBezTo>
                  <a:pt x="11748" y="300"/>
                  <a:pt x="11697" y="295"/>
                  <a:pt x="11652" y="277"/>
                </a:cubicBezTo>
                <a:cubicBezTo>
                  <a:pt x="11259" y="170"/>
                  <a:pt x="10858" y="232"/>
                  <a:pt x="10465" y="134"/>
                </a:cubicBezTo>
                <a:cubicBezTo>
                  <a:pt x="10444" y="134"/>
                  <a:pt x="10422" y="135"/>
                  <a:pt x="10401" y="135"/>
                </a:cubicBezTo>
                <a:cubicBezTo>
                  <a:pt x="10036" y="135"/>
                  <a:pt x="9682" y="75"/>
                  <a:pt x="9320" y="75"/>
                </a:cubicBezTo>
                <a:cubicBezTo>
                  <a:pt x="9262" y="75"/>
                  <a:pt x="9203" y="77"/>
                  <a:pt x="9145" y="81"/>
                </a:cubicBezTo>
                <a:lnTo>
                  <a:pt x="9145" y="36"/>
                </a:lnTo>
                <a:cubicBezTo>
                  <a:pt x="9013" y="36"/>
                  <a:pt x="8882" y="39"/>
                  <a:pt x="8752" y="39"/>
                </a:cubicBezTo>
                <a:cubicBezTo>
                  <a:pt x="8558" y="39"/>
                  <a:pt x="8365" y="32"/>
                  <a:pt x="8172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5"/>
          <p:cNvSpPr/>
          <p:nvPr/>
        </p:nvSpPr>
        <p:spPr>
          <a:xfrm rot="-6052707">
            <a:off x="760379" y="2599179"/>
            <a:ext cx="607959" cy="757847"/>
          </a:xfrm>
          <a:custGeom>
            <a:avLst/>
            <a:gdLst/>
            <a:ahLst/>
            <a:cxnLst/>
            <a:rect l="l" t="t" r="r" b="b"/>
            <a:pathLst>
              <a:path w="19868" h="21884" extrusionOk="0">
                <a:moveTo>
                  <a:pt x="8172" y="0"/>
                </a:moveTo>
                <a:cubicBezTo>
                  <a:pt x="7459" y="188"/>
                  <a:pt x="6700" y="116"/>
                  <a:pt x="6022" y="411"/>
                </a:cubicBezTo>
                <a:cubicBezTo>
                  <a:pt x="5755" y="589"/>
                  <a:pt x="5434" y="634"/>
                  <a:pt x="5130" y="714"/>
                </a:cubicBezTo>
                <a:cubicBezTo>
                  <a:pt x="5059" y="767"/>
                  <a:pt x="4916" y="794"/>
                  <a:pt x="4907" y="892"/>
                </a:cubicBezTo>
                <a:cubicBezTo>
                  <a:pt x="4874" y="883"/>
                  <a:pt x="4840" y="879"/>
                  <a:pt x="4807" y="879"/>
                </a:cubicBezTo>
                <a:cubicBezTo>
                  <a:pt x="4613" y="879"/>
                  <a:pt x="4430" y="1017"/>
                  <a:pt x="4247" y="1071"/>
                </a:cubicBezTo>
                <a:cubicBezTo>
                  <a:pt x="4087" y="1205"/>
                  <a:pt x="3881" y="1249"/>
                  <a:pt x="3730" y="1392"/>
                </a:cubicBezTo>
                <a:cubicBezTo>
                  <a:pt x="3569" y="1436"/>
                  <a:pt x="3391" y="1445"/>
                  <a:pt x="3239" y="1517"/>
                </a:cubicBezTo>
                <a:cubicBezTo>
                  <a:pt x="3195" y="1597"/>
                  <a:pt x="3087" y="1633"/>
                  <a:pt x="3052" y="1731"/>
                </a:cubicBezTo>
                <a:cubicBezTo>
                  <a:pt x="3007" y="1856"/>
                  <a:pt x="2829" y="1856"/>
                  <a:pt x="2740" y="1954"/>
                </a:cubicBezTo>
                <a:cubicBezTo>
                  <a:pt x="2490" y="2195"/>
                  <a:pt x="2186" y="2373"/>
                  <a:pt x="1910" y="2569"/>
                </a:cubicBezTo>
                <a:cubicBezTo>
                  <a:pt x="1669" y="2962"/>
                  <a:pt x="1321" y="3283"/>
                  <a:pt x="1134" y="3711"/>
                </a:cubicBezTo>
                <a:cubicBezTo>
                  <a:pt x="1062" y="3925"/>
                  <a:pt x="875" y="4086"/>
                  <a:pt x="813" y="4309"/>
                </a:cubicBezTo>
                <a:cubicBezTo>
                  <a:pt x="714" y="4407"/>
                  <a:pt x="643" y="4532"/>
                  <a:pt x="634" y="4666"/>
                </a:cubicBezTo>
                <a:cubicBezTo>
                  <a:pt x="545" y="4782"/>
                  <a:pt x="483" y="4907"/>
                  <a:pt x="438" y="5041"/>
                </a:cubicBezTo>
                <a:cubicBezTo>
                  <a:pt x="393" y="5504"/>
                  <a:pt x="215" y="5968"/>
                  <a:pt x="242" y="6441"/>
                </a:cubicBezTo>
                <a:cubicBezTo>
                  <a:pt x="144" y="6593"/>
                  <a:pt x="10" y="6736"/>
                  <a:pt x="117" y="6941"/>
                </a:cubicBezTo>
                <a:cubicBezTo>
                  <a:pt x="45" y="7467"/>
                  <a:pt x="63" y="7993"/>
                  <a:pt x="1" y="8529"/>
                </a:cubicBezTo>
                <a:cubicBezTo>
                  <a:pt x="72" y="8743"/>
                  <a:pt x="10" y="8966"/>
                  <a:pt x="1" y="9189"/>
                </a:cubicBezTo>
                <a:cubicBezTo>
                  <a:pt x="63" y="9376"/>
                  <a:pt x="19" y="9581"/>
                  <a:pt x="1" y="9769"/>
                </a:cubicBezTo>
                <a:cubicBezTo>
                  <a:pt x="36" y="10126"/>
                  <a:pt x="36" y="10482"/>
                  <a:pt x="108" y="10830"/>
                </a:cubicBezTo>
                <a:cubicBezTo>
                  <a:pt x="117" y="11098"/>
                  <a:pt x="304" y="11312"/>
                  <a:pt x="304" y="11580"/>
                </a:cubicBezTo>
                <a:cubicBezTo>
                  <a:pt x="268" y="11794"/>
                  <a:pt x="420" y="11972"/>
                  <a:pt x="402" y="12186"/>
                </a:cubicBezTo>
                <a:cubicBezTo>
                  <a:pt x="518" y="12276"/>
                  <a:pt x="545" y="12418"/>
                  <a:pt x="545" y="12561"/>
                </a:cubicBezTo>
                <a:cubicBezTo>
                  <a:pt x="554" y="12766"/>
                  <a:pt x="679" y="12936"/>
                  <a:pt x="732" y="13123"/>
                </a:cubicBezTo>
                <a:cubicBezTo>
                  <a:pt x="679" y="13266"/>
                  <a:pt x="697" y="13489"/>
                  <a:pt x="830" y="13569"/>
                </a:cubicBezTo>
                <a:cubicBezTo>
                  <a:pt x="1009" y="13953"/>
                  <a:pt x="1134" y="14354"/>
                  <a:pt x="1285" y="14756"/>
                </a:cubicBezTo>
                <a:cubicBezTo>
                  <a:pt x="1464" y="14889"/>
                  <a:pt x="1446" y="15139"/>
                  <a:pt x="1544" y="15326"/>
                </a:cubicBezTo>
                <a:cubicBezTo>
                  <a:pt x="1615" y="15532"/>
                  <a:pt x="1767" y="15701"/>
                  <a:pt x="1874" y="15880"/>
                </a:cubicBezTo>
                <a:cubicBezTo>
                  <a:pt x="2106" y="16129"/>
                  <a:pt x="2133" y="16504"/>
                  <a:pt x="2383" y="16745"/>
                </a:cubicBezTo>
                <a:cubicBezTo>
                  <a:pt x="2499" y="16834"/>
                  <a:pt x="2552" y="16959"/>
                  <a:pt x="2570" y="17093"/>
                </a:cubicBezTo>
                <a:cubicBezTo>
                  <a:pt x="2784" y="17459"/>
                  <a:pt x="3096" y="17744"/>
                  <a:pt x="3364" y="18074"/>
                </a:cubicBezTo>
                <a:cubicBezTo>
                  <a:pt x="3614" y="18199"/>
                  <a:pt x="3703" y="18502"/>
                  <a:pt x="3962" y="18618"/>
                </a:cubicBezTo>
                <a:cubicBezTo>
                  <a:pt x="4096" y="18645"/>
                  <a:pt x="4051" y="18824"/>
                  <a:pt x="4176" y="18850"/>
                </a:cubicBezTo>
                <a:cubicBezTo>
                  <a:pt x="4390" y="18939"/>
                  <a:pt x="4488" y="19189"/>
                  <a:pt x="4720" y="19278"/>
                </a:cubicBezTo>
                <a:cubicBezTo>
                  <a:pt x="4836" y="19314"/>
                  <a:pt x="4907" y="19439"/>
                  <a:pt x="5032" y="19457"/>
                </a:cubicBezTo>
                <a:cubicBezTo>
                  <a:pt x="5211" y="19582"/>
                  <a:pt x="5416" y="19716"/>
                  <a:pt x="5639" y="19760"/>
                </a:cubicBezTo>
                <a:cubicBezTo>
                  <a:pt x="5844" y="19948"/>
                  <a:pt x="6138" y="20028"/>
                  <a:pt x="6370" y="20180"/>
                </a:cubicBezTo>
                <a:cubicBezTo>
                  <a:pt x="6718" y="20313"/>
                  <a:pt x="7013" y="20545"/>
                  <a:pt x="7370" y="20652"/>
                </a:cubicBezTo>
                <a:cubicBezTo>
                  <a:pt x="7682" y="20813"/>
                  <a:pt x="8039" y="20911"/>
                  <a:pt x="8333" y="21107"/>
                </a:cubicBezTo>
                <a:cubicBezTo>
                  <a:pt x="8761" y="21277"/>
                  <a:pt x="9181" y="21464"/>
                  <a:pt x="9600" y="21643"/>
                </a:cubicBezTo>
                <a:cubicBezTo>
                  <a:pt x="9841" y="21651"/>
                  <a:pt x="10082" y="21687"/>
                  <a:pt x="10305" y="21785"/>
                </a:cubicBezTo>
                <a:cubicBezTo>
                  <a:pt x="10545" y="21830"/>
                  <a:pt x="10813" y="21767"/>
                  <a:pt x="11045" y="21883"/>
                </a:cubicBezTo>
                <a:cubicBezTo>
                  <a:pt x="11106" y="21836"/>
                  <a:pt x="11170" y="21821"/>
                  <a:pt x="11237" y="21821"/>
                </a:cubicBezTo>
                <a:cubicBezTo>
                  <a:pt x="11359" y="21821"/>
                  <a:pt x="11489" y="21873"/>
                  <a:pt x="11618" y="21873"/>
                </a:cubicBezTo>
                <a:cubicBezTo>
                  <a:pt x="11644" y="21873"/>
                  <a:pt x="11670" y="21871"/>
                  <a:pt x="11696" y="21866"/>
                </a:cubicBezTo>
                <a:cubicBezTo>
                  <a:pt x="11764" y="21832"/>
                  <a:pt x="11837" y="21814"/>
                  <a:pt x="11911" y="21814"/>
                </a:cubicBezTo>
                <a:cubicBezTo>
                  <a:pt x="11993" y="21814"/>
                  <a:pt x="12076" y="21836"/>
                  <a:pt x="12151" y="21883"/>
                </a:cubicBezTo>
                <a:cubicBezTo>
                  <a:pt x="12247" y="21836"/>
                  <a:pt x="12349" y="21815"/>
                  <a:pt x="12451" y="21815"/>
                </a:cubicBezTo>
                <a:cubicBezTo>
                  <a:pt x="12558" y="21815"/>
                  <a:pt x="12666" y="21838"/>
                  <a:pt x="12767" y="21874"/>
                </a:cubicBezTo>
                <a:cubicBezTo>
                  <a:pt x="12892" y="21776"/>
                  <a:pt x="13061" y="21883"/>
                  <a:pt x="13124" y="21714"/>
                </a:cubicBezTo>
                <a:cubicBezTo>
                  <a:pt x="13148" y="21717"/>
                  <a:pt x="13172" y="21719"/>
                  <a:pt x="13196" y="21719"/>
                </a:cubicBezTo>
                <a:cubicBezTo>
                  <a:pt x="13376" y="21719"/>
                  <a:pt x="13549" y="21633"/>
                  <a:pt x="13659" y="21491"/>
                </a:cubicBezTo>
                <a:cubicBezTo>
                  <a:pt x="13730" y="21393"/>
                  <a:pt x="13846" y="21393"/>
                  <a:pt x="13962" y="21393"/>
                </a:cubicBezTo>
                <a:cubicBezTo>
                  <a:pt x="14221" y="21286"/>
                  <a:pt x="14587" y="21295"/>
                  <a:pt x="14765" y="21045"/>
                </a:cubicBezTo>
                <a:lnTo>
                  <a:pt x="14756" y="21000"/>
                </a:lnTo>
                <a:cubicBezTo>
                  <a:pt x="14836" y="20956"/>
                  <a:pt x="14988" y="20956"/>
                  <a:pt x="15024" y="20858"/>
                </a:cubicBezTo>
                <a:cubicBezTo>
                  <a:pt x="15104" y="20840"/>
                  <a:pt x="15095" y="20706"/>
                  <a:pt x="15167" y="20652"/>
                </a:cubicBezTo>
                <a:cubicBezTo>
                  <a:pt x="15398" y="20474"/>
                  <a:pt x="15729" y="20420"/>
                  <a:pt x="15907" y="20162"/>
                </a:cubicBezTo>
                <a:cubicBezTo>
                  <a:pt x="16076" y="19912"/>
                  <a:pt x="16415" y="19849"/>
                  <a:pt x="16576" y="19582"/>
                </a:cubicBezTo>
                <a:cubicBezTo>
                  <a:pt x="16674" y="19359"/>
                  <a:pt x="17067" y="19332"/>
                  <a:pt x="16933" y="19011"/>
                </a:cubicBezTo>
                <a:cubicBezTo>
                  <a:pt x="17067" y="18877"/>
                  <a:pt x="17361" y="18895"/>
                  <a:pt x="17370" y="18663"/>
                </a:cubicBezTo>
                <a:cubicBezTo>
                  <a:pt x="17432" y="18618"/>
                  <a:pt x="17513" y="18574"/>
                  <a:pt x="17575" y="18511"/>
                </a:cubicBezTo>
                <a:cubicBezTo>
                  <a:pt x="17602" y="18351"/>
                  <a:pt x="17691" y="18226"/>
                  <a:pt x="17852" y="18163"/>
                </a:cubicBezTo>
                <a:cubicBezTo>
                  <a:pt x="18173" y="18038"/>
                  <a:pt x="18039" y="17619"/>
                  <a:pt x="18173" y="17378"/>
                </a:cubicBezTo>
                <a:cubicBezTo>
                  <a:pt x="18209" y="17253"/>
                  <a:pt x="18405" y="17289"/>
                  <a:pt x="18423" y="17146"/>
                </a:cubicBezTo>
                <a:cubicBezTo>
                  <a:pt x="18423" y="17013"/>
                  <a:pt x="18557" y="16932"/>
                  <a:pt x="18565" y="16798"/>
                </a:cubicBezTo>
                <a:cubicBezTo>
                  <a:pt x="18583" y="16611"/>
                  <a:pt x="18797" y="16522"/>
                  <a:pt x="18797" y="16326"/>
                </a:cubicBezTo>
                <a:cubicBezTo>
                  <a:pt x="18922" y="16183"/>
                  <a:pt x="19127" y="16067"/>
                  <a:pt x="19056" y="15826"/>
                </a:cubicBezTo>
                <a:cubicBezTo>
                  <a:pt x="19136" y="15416"/>
                  <a:pt x="19252" y="15005"/>
                  <a:pt x="19270" y="14586"/>
                </a:cubicBezTo>
                <a:cubicBezTo>
                  <a:pt x="19181" y="14381"/>
                  <a:pt x="19413" y="14283"/>
                  <a:pt x="19404" y="14104"/>
                </a:cubicBezTo>
                <a:cubicBezTo>
                  <a:pt x="19440" y="13667"/>
                  <a:pt x="19681" y="13266"/>
                  <a:pt x="19627" y="12820"/>
                </a:cubicBezTo>
                <a:cubicBezTo>
                  <a:pt x="19725" y="12766"/>
                  <a:pt x="19672" y="12579"/>
                  <a:pt x="19698" y="12463"/>
                </a:cubicBezTo>
                <a:cubicBezTo>
                  <a:pt x="19823" y="12204"/>
                  <a:pt x="19431" y="12079"/>
                  <a:pt x="19600" y="11821"/>
                </a:cubicBezTo>
                <a:cubicBezTo>
                  <a:pt x="19600" y="11482"/>
                  <a:pt x="19707" y="11151"/>
                  <a:pt x="19707" y="10821"/>
                </a:cubicBezTo>
                <a:lnTo>
                  <a:pt x="19752" y="10830"/>
                </a:lnTo>
                <a:cubicBezTo>
                  <a:pt x="19752" y="10491"/>
                  <a:pt x="19770" y="10152"/>
                  <a:pt x="19743" y="9822"/>
                </a:cubicBezTo>
                <a:cubicBezTo>
                  <a:pt x="19761" y="9653"/>
                  <a:pt x="19761" y="9483"/>
                  <a:pt x="19725" y="9314"/>
                </a:cubicBezTo>
                <a:cubicBezTo>
                  <a:pt x="19627" y="9225"/>
                  <a:pt x="19868" y="8859"/>
                  <a:pt x="19716" y="8841"/>
                </a:cubicBezTo>
                <a:cubicBezTo>
                  <a:pt x="19725" y="8645"/>
                  <a:pt x="19707" y="8457"/>
                  <a:pt x="19716" y="8261"/>
                </a:cubicBezTo>
                <a:lnTo>
                  <a:pt x="19672" y="8261"/>
                </a:lnTo>
                <a:cubicBezTo>
                  <a:pt x="19672" y="8181"/>
                  <a:pt x="19672" y="8100"/>
                  <a:pt x="19645" y="8029"/>
                </a:cubicBezTo>
                <a:cubicBezTo>
                  <a:pt x="19582" y="7860"/>
                  <a:pt x="19672" y="7681"/>
                  <a:pt x="19672" y="7512"/>
                </a:cubicBezTo>
                <a:lnTo>
                  <a:pt x="19627" y="7512"/>
                </a:lnTo>
                <a:cubicBezTo>
                  <a:pt x="19582" y="7298"/>
                  <a:pt x="19440" y="7110"/>
                  <a:pt x="19368" y="6896"/>
                </a:cubicBezTo>
                <a:cubicBezTo>
                  <a:pt x="19404" y="6807"/>
                  <a:pt x="19413" y="6709"/>
                  <a:pt x="19395" y="6620"/>
                </a:cubicBezTo>
                <a:cubicBezTo>
                  <a:pt x="19413" y="6405"/>
                  <a:pt x="19458" y="6111"/>
                  <a:pt x="19217" y="6013"/>
                </a:cubicBezTo>
                <a:cubicBezTo>
                  <a:pt x="19127" y="5879"/>
                  <a:pt x="19181" y="5656"/>
                  <a:pt x="19020" y="5549"/>
                </a:cubicBezTo>
                <a:cubicBezTo>
                  <a:pt x="19003" y="5344"/>
                  <a:pt x="19127" y="5049"/>
                  <a:pt x="18913" y="4898"/>
                </a:cubicBezTo>
                <a:cubicBezTo>
                  <a:pt x="18888" y="4838"/>
                  <a:pt x="18870" y="4754"/>
                  <a:pt x="18792" y="4754"/>
                </a:cubicBezTo>
                <a:cubicBezTo>
                  <a:pt x="18788" y="4754"/>
                  <a:pt x="18784" y="4755"/>
                  <a:pt x="18780" y="4755"/>
                </a:cubicBezTo>
                <a:cubicBezTo>
                  <a:pt x="18780" y="4657"/>
                  <a:pt x="18708" y="4577"/>
                  <a:pt x="18655" y="4496"/>
                </a:cubicBezTo>
                <a:cubicBezTo>
                  <a:pt x="18646" y="4407"/>
                  <a:pt x="18619" y="4273"/>
                  <a:pt x="18521" y="4238"/>
                </a:cubicBezTo>
                <a:cubicBezTo>
                  <a:pt x="18405" y="4122"/>
                  <a:pt x="18360" y="3952"/>
                  <a:pt x="18253" y="3836"/>
                </a:cubicBezTo>
                <a:cubicBezTo>
                  <a:pt x="18271" y="3765"/>
                  <a:pt x="18253" y="3720"/>
                  <a:pt x="18209" y="3702"/>
                </a:cubicBezTo>
                <a:cubicBezTo>
                  <a:pt x="18262" y="3533"/>
                  <a:pt x="18244" y="3301"/>
                  <a:pt x="18075" y="3221"/>
                </a:cubicBezTo>
                <a:cubicBezTo>
                  <a:pt x="18048" y="3158"/>
                  <a:pt x="18021" y="3060"/>
                  <a:pt x="17941" y="3051"/>
                </a:cubicBezTo>
                <a:cubicBezTo>
                  <a:pt x="17896" y="2944"/>
                  <a:pt x="17763" y="2900"/>
                  <a:pt x="17682" y="2819"/>
                </a:cubicBezTo>
                <a:cubicBezTo>
                  <a:pt x="17673" y="2614"/>
                  <a:pt x="17459" y="2569"/>
                  <a:pt x="17334" y="2462"/>
                </a:cubicBezTo>
                <a:cubicBezTo>
                  <a:pt x="17156" y="2213"/>
                  <a:pt x="16924" y="2016"/>
                  <a:pt x="16737" y="1775"/>
                </a:cubicBezTo>
                <a:cubicBezTo>
                  <a:pt x="16540" y="1731"/>
                  <a:pt x="16415" y="1544"/>
                  <a:pt x="16219" y="1490"/>
                </a:cubicBezTo>
                <a:cubicBezTo>
                  <a:pt x="16005" y="1383"/>
                  <a:pt x="15871" y="1151"/>
                  <a:pt x="15639" y="1053"/>
                </a:cubicBezTo>
                <a:cubicBezTo>
                  <a:pt x="15470" y="990"/>
                  <a:pt x="15309" y="892"/>
                  <a:pt x="15140" y="803"/>
                </a:cubicBezTo>
                <a:cubicBezTo>
                  <a:pt x="14792" y="758"/>
                  <a:pt x="14462" y="651"/>
                  <a:pt x="14114" y="589"/>
                </a:cubicBezTo>
                <a:cubicBezTo>
                  <a:pt x="13480" y="509"/>
                  <a:pt x="12856" y="402"/>
                  <a:pt x="12223" y="357"/>
                </a:cubicBezTo>
                <a:lnTo>
                  <a:pt x="12160" y="357"/>
                </a:lnTo>
                <a:cubicBezTo>
                  <a:pt x="12097" y="306"/>
                  <a:pt x="12020" y="296"/>
                  <a:pt x="11941" y="296"/>
                </a:cubicBezTo>
                <a:cubicBezTo>
                  <a:pt x="11894" y="296"/>
                  <a:pt x="11847" y="300"/>
                  <a:pt x="11800" y="300"/>
                </a:cubicBezTo>
                <a:cubicBezTo>
                  <a:pt x="11748" y="300"/>
                  <a:pt x="11697" y="295"/>
                  <a:pt x="11652" y="277"/>
                </a:cubicBezTo>
                <a:cubicBezTo>
                  <a:pt x="11259" y="170"/>
                  <a:pt x="10858" y="232"/>
                  <a:pt x="10465" y="134"/>
                </a:cubicBezTo>
                <a:cubicBezTo>
                  <a:pt x="10444" y="134"/>
                  <a:pt x="10422" y="135"/>
                  <a:pt x="10401" y="135"/>
                </a:cubicBezTo>
                <a:cubicBezTo>
                  <a:pt x="10036" y="135"/>
                  <a:pt x="9682" y="75"/>
                  <a:pt x="9320" y="75"/>
                </a:cubicBezTo>
                <a:cubicBezTo>
                  <a:pt x="9262" y="75"/>
                  <a:pt x="9203" y="77"/>
                  <a:pt x="9145" y="81"/>
                </a:cubicBezTo>
                <a:lnTo>
                  <a:pt x="9145" y="36"/>
                </a:lnTo>
                <a:cubicBezTo>
                  <a:pt x="9013" y="36"/>
                  <a:pt x="8882" y="39"/>
                  <a:pt x="8752" y="39"/>
                </a:cubicBezTo>
                <a:cubicBezTo>
                  <a:pt x="8558" y="39"/>
                  <a:pt x="8365" y="32"/>
                  <a:pt x="8172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5"/>
          <p:cNvSpPr/>
          <p:nvPr/>
        </p:nvSpPr>
        <p:spPr>
          <a:xfrm rot="-4610381">
            <a:off x="752368" y="3674161"/>
            <a:ext cx="621757" cy="775008"/>
          </a:xfrm>
          <a:custGeom>
            <a:avLst/>
            <a:gdLst/>
            <a:ahLst/>
            <a:cxnLst/>
            <a:rect l="l" t="t" r="r" b="b"/>
            <a:pathLst>
              <a:path w="19868" h="21884" extrusionOk="0">
                <a:moveTo>
                  <a:pt x="8172" y="0"/>
                </a:moveTo>
                <a:cubicBezTo>
                  <a:pt x="7459" y="188"/>
                  <a:pt x="6700" y="116"/>
                  <a:pt x="6022" y="411"/>
                </a:cubicBezTo>
                <a:cubicBezTo>
                  <a:pt x="5755" y="589"/>
                  <a:pt x="5434" y="634"/>
                  <a:pt x="5130" y="714"/>
                </a:cubicBezTo>
                <a:cubicBezTo>
                  <a:pt x="5059" y="767"/>
                  <a:pt x="4916" y="794"/>
                  <a:pt x="4907" y="892"/>
                </a:cubicBezTo>
                <a:cubicBezTo>
                  <a:pt x="4874" y="883"/>
                  <a:pt x="4840" y="879"/>
                  <a:pt x="4807" y="879"/>
                </a:cubicBezTo>
                <a:cubicBezTo>
                  <a:pt x="4613" y="879"/>
                  <a:pt x="4430" y="1017"/>
                  <a:pt x="4247" y="1071"/>
                </a:cubicBezTo>
                <a:cubicBezTo>
                  <a:pt x="4087" y="1205"/>
                  <a:pt x="3881" y="1249"/>
                  <a:pt x="3730" y="1392"/>
                </a:cubicBezTo>
                <a:cubicBezTo>
                  <a:pt x="3569" y="1436"/>
                  <a:pt x="3391" y="1445"/>
                  <a:pt x="3239" y="1517"/>
                </a:cubicBezTo>
                <a:cubicBezTo>
                  <a:pt x="3195" y="1597"/>
                  <a:pt x="3087" y="1633"/>
                  <a:pt x="3052" y="1731"/>
                </a:cubicBezTo>
                <a:cubicBezTo>
                  <a:pt x="3007" y="1856"/>
                  <a:pt x="2829" y="1856"/>
                  <a:pt x="2740" y="1954"/>
                </a:cubicBezTo>
                <a:cubicBezTo>
                  <a:pt x="2490" y="2195"/>
                  <a:pt x="2186" y="2373"/>
                  <a:pt x="1910" y="2569"/>
                </a:cubicBezTo>
                <a:cubicBezTo>
                  <a:pt x="1669" y="2962"/>
                  <a:pt x="1321" y="3283"/>
                  <a:pt x="1134" y="3711"/>
                </a:cubicBezTo>
                <a:cubicBezTo>
                  <a:pt x="1062" y="3925"/>
                  <a:pt x="875" y="4086"/>
                  <a:pt x="813" y="4309"/>
                </a:cubicBezTo>
                <a:cubicBezTo>
                  <a:pt x="714" y="4407"/>
                  <a:pt x="643" y="4532"/>
                  <a:pt x="634" y="4666"/>
                </a:cubicBezTo>
                <a:cubicBezTo>
                  <a:pt x="545" y="4782"/>
                  <a:pt x="483" y="4907"/>
                  <a:pt x="438" y="5041"/>
                </a:cubicBezTo>
                <a:cubicBezTo>
                  <a:pt x="393" y="5504"/>
                  <a:pt x="215" y="5968"/>
                  <a:pt x="242" y="6441"/>
                </a:cubicBezTo>
                <a:cubicBezTo>
                  <a:pt x="144" y="6593"/>
                  <a:pt x="10" y="6736"/>
                  <a:pt x="117" y="6941"/>
                </a:cubicBezTo>
                <a:cubicBezTo>
                  <a:pt x="45" y="7467"/>
                  <a:pt x="63" y="7993"/>
                  <a:pt x="1" y="8529"/>
                </a:cubicBezTo>
                <a:cubicBezTo>
                  <a:pt x="72" y="8743"/>
                  <a:pt x="10" y="8966"/>
                  <a:pt x="1" y="9189"/>
                </a:cubicBezTo>
                <a:cubicBezTo>
                  <a:pt x="63" y="9376"/>
                  <a:pt x="19" y="9581"/>
                  <a:pt x="1" y="9769"/>
                </a:cubicBezTo>
                <a:cubicBezTo>
                  <a:pt x="36" y="10126"/>
                  <a:pt x="36" y="10482"/>
                  <a:pt x="108" y="10830"/>
                </a:cubicBezTo>
                <a:cubicBezTo>
                  <a:pt x="117" y="11098"/>
                  <a:pt x="304" y="11312"/>
                  <a:pt x="304" y="11580"/>
                </a:cubicBezTo>
                <a:cubicBezTo>
                  <a:pt x="268" y="11794"/>
                  <a:pt x="420" y="11972"/>
                  <a:pt x="402" y="12186"/>
                </a:cubicBezTo>
                <a:cubicBezTo>
                  <a:pt x="518" y="12276"/>
                  <a:pt x="545" y="12418"/>
                  <a:pt x="545" y="12561"/>
                </a:cubicBezTo>
                <a:cubicBezTo>
                  <a:pt x="554" y="12766"/>
                  <a:pt x="679" y="12936"/>
                  <a:pt x="732" y="13123"/>
                </a:cubicBezTo>
                <a:cubicBezTo>
                  <a:pt x="679" y="13266"/>
                  <a:pt x="697" y="13489"/>
                  <a:pt x="830" y="13569"/>
                </a:cubicBezTo>
                <a:cubicBezTo>
                  <a:pt x="1009" y="13953"/>
                  <a:pt x="1134" y="14354"/>
                  <a:pt x="1285" y="14756"/>
                </a:cubicBezTo>
                <a:cubicBezTo>
                  <a:pt x="1464" y="14889"/>
                  <a:pt x="1446" y="15139"/>
                  <a:pt x="1544" y="15326"/>
                </a:cubicBezTo>
                <a:cubicBezTo>
                  <a:pt x="1615" y="15532"/>
                  <a:pt x="1767" y="15701"/>
                  <a:pt x="1874" y="15880"/>
                </a:cubicBezTo>
                <a:cubicBezTo>
                  <a:pt x="2106" y="16129"/>
                  <a:pt x="2133" y="16504"/>
                  <a:pt x="2383" y="16745"/>
                </a:cubicBezTo>
                <a:cubicBezTo>
                  <a:pt x="2499" y="16834"/>
                  <a:pt x="2552" y="16959"/>
                  <a:pt x="2570" y="17093"/>
                </a:cubicBezTo>
                <a:cubicBezTo>
                  <a:pt x="2784" y="17459"/>
                  <a:pt x="3096" y="17744"/>
                  <a:pt x="3364" y="18074"/>
                </a:cubicBezTo>
                <a:cubicBezTo>
                  <a:pt x="3614" y="18199"/>
                  <a:pt x="3703" y="18502"/>
                  <a:pt x="3962" y="18618"/>
                </a:cubicBezTo>
                <a:cubicBezTo>
                  <a:pt x="4096" y="18645"/>
                  <a:pt x="4051" y="18824"/>
                  <a:pt x="4176" y="18850"/>
                </a:cubicBezTo>
                <a:cubicBezTo>
                  <a:pt x="4390" y="18939"/>
                  <a:pt x="4488" y="19189"/>
                  <a:pt x="4720" y="19278"/>
                </a:cubicBezTo>
                <a:cubicBezTo>
                  <a:pt x="4836" y="19314"/>
                  <a:pt x="4907" y="19439"/>
                  <a:pt x="5032" y="19457"/>
                </a:cubicBezTo>
                <a:cubicBezTo>
                  <a:pt x="5211" y="19582"/>
                  <a:pt x="5416" y="19716"/>
                  <a:pt x="5639" y="19760"/>
                </a:cubicBezTo>
                <a:cubicBezTo>
                  <a:pt x="5844" y="19948"/>
                  <a:pt x="6138" y="20028"/>
                  <a:pt x="6370" y="20180"/>
                </a:cubicBezTo>
                <a:cubicBezTo>
                  <a:pt x="6718" y="20313"/>
                  <a:pt x="7013" y="20545"/>
                  <a:pt x="7370" y="20652"/>
                </a:cubicBezTo>
                <a:cubicBezTo>
                  <a:pt x="7682" y="20813"/>
                  <a:pt x="8039" y="20911"/>
                  <a:pt x="8333" y="21107"/>
                </a:cubicBezTo>
                <a:cubicBezTo>
                  <a:pt x="8761" y="21277"/>
                  <a:pt x="9181" y="21464"/>
                  <a:pt x="9600" y="21643"/>
                </a:cubicBezTo>
                <a:cubicBezTo>
                  <a:pt x="9841" y="21651"/>
                  <a:pt x="10082" y="21687"/>
                  <a:pt x="10305" y="21785"/>
                </a:cubicBezTo>
                <a:cubicBezTo>
                  <a:pt x="10545" y="21830"/>
                  <a:pt x="10813" y="21767"/>
                  <a:pt x="11045" y="21883"/>
                </a:cubicBezTo>
                <a:cubicBezTo>
                  <a:pt x="11106" y="21836"/>
                  <a:pt x="11170" y="21821"/>
                  <a:pt x="11237" y="21821"/>
                </a:cubicBezTo>
                <a:cubicBezTo>
                  <a:pt x="11359" y="21821"/>
                  <a:pt x="11489" y="21873"/>
                  <a:pt x="11618" y="21873"/>
                </a:cubicBezTo>
                <a:cubicBezTo>
                  <a:pt x="11644" y="21873"/>
                  <a:pt x="11670" y="21871"/>
                  <a:pt x="11696" y="21866"/>
                </a:cubicBezTo>
                <a:cubicBezTo>
                  <a:pt x="11764" y="21832"/>
                  <a:pt x="11837" y="21814"/>
                  <a:pt x="11911" y="21814"/>
                </a:cubicBezTo>
                <a:cubicBezTo>
                  <a:pt x="11993" y="21814"/>
                  <a:pt x="12076" y="21836"/>
                  <a:pt x="12151" y="21883"/>
                </a:cubicBezTo>
                <a:cubicBezTo>
                  <a:pt x="12247" y="21836"/>
                  <a:pt x="12349" y="21815"/>
                  <a:pt x="12451" y="21815"/>
                </a:cubicBezTo>
                <a:cubicBezTo>
                  <a:pt x="12558" y="21815"/>
                  <a:pt x="12666" y="21838"/>
                  <a:pt x="12767" y="21874"/>
                </a:cubicBezTo>
                <a:cubicBezTo>
                  <a:pt x="12892" y="21776"/>
                  <a:pt x="13061" y="21883"/>
                  <a:pt x="13124" y="21714"/>
                </a:cubicBezTo>
                <a:cubicBezTo>
                  <a:pt x="13148" y="21717"/>
                  <a:pt x="13172" y="21719"/>
                  <a:pt x="13196" y="21719"/>
                </a:cubicBezTo>
                <a:cubicBezTo>
                  <a:pt x="13376" y="21719"/>
                  <a:pt x="13549" y="21633"/>
                  <a:pt x="13659" y="21491"/>
                </a:cubicBezTo>
                <a:cubicBezTo>
                  <a:pt x="13730" y="21393"/>
                  <a:pt x="13846" y="21393"/>
                  <a:pt x="13962" y="21393"/>
                </a:cubicBezTo>
                <a:cubicBezTo>
                  <a:pt x="14221" y="21286"/>
                  <a:pt x="14587" y="21295"/>
                  <a:pt x="14765" y="21045"/>
                </a:cubicBezTo>
                <a:lnTo>
                  <a:pt x="14756" y="21000"/>
                </a:lnTo>
                <a:cubicBezTo>
                  <a:pt x="14836" y="20956"/>
                  <a:pt x="14988" y="20956"/>
                  <a:pt x="15024" y="20858"/>
                </a:cubicBezTo>
                <a:cubicBezTo>
                  <a:pt x="15104" y="20840"/>
                  <a:pt x="15095" y="20706"/>
                  <a:pt x="15167" y="20652"/>
                </a:cubicBezTo>
                <a:cubicBezTo>
                  <a:pt x="15398" y="20474"/>
                  <a:pt x="15729" y="20420"/>
                  <a:pt x="15907" y="20162"/>
                </a:cubicBezTo>
                <a:cubicBezTo>
                  <a:pt x="16076" y="19912"/>
                  <a:pt x="16415" y="19849"/>
                  <a:pt x="16576" y="19582"/>
                </a:cubicBezTo>
                <a:cubicBezTo>
                  <a:pt x="16674" y="19359"/>
                  <a:pt x="17067" y="19332"/>
                  <a:pt x="16933" y="19011"/>
                </a:cubicBezTo>
                <a:cubicBezTo>
                  <a:pt x="17067" y="18877"/>
                  <a:pt x="17361" y="18895"/>
                  <a:pt x="17370" y="18663"/>
                </a:cubicBezTo>
                <a:cubicBezTo>
                  <a:pt x="17432" y="18618"/>
                  <a:pt x="17513" y="18574"/>
                  <a:pt x="17575" y="18511"/>
                </a:cubicBezTo>
                <a:cubicBezTo>
                  <a:pt x="17602" y="18351"/>
                  <a:pt x="17691" y="18226"/>
                  <a:pt x="17852" y="18163"/>
                </a:cubicBezTo>
                <a:cubicBezTo>
                  <a:pt x="18173" y="18038"/>
                  <a:pt x="18039" y="17619"/>
                  <a:pt x="18173" y="17378"/>
                </a:cubicBezTo>
                <a:cubicBezTo>
                  <a:pt x="18209" y="17253"/>
                  <a:pt x="18405" y="17289"/>
                  <a:pt x="18423" y="17146"/>
                </a:cubicBezTo>
                <a:cubicBezTo>
                  <a:pt x="18423" y="17013"/>
                  <a:pt x="18557" y="16932"/>
                  <a:pt x="18565" y="16798"/>
                </a:cubicBezTo>
                <a:cubicBezTo>
                  <a:pt x="18583" y="16611"/>
                  <a:pt x="18797" y="16522"/>
                  <a:pt x="18797" y="16326"/>
                </a:cubicBezTo>
                <a:cubicBezTo>
                  <a:pt x="18922" y="16183"/>
                  <a:pt x="19127" y="16067"/>
                  <a:pt x="19056" y="15826"/>
                </a:cubicBezTo>
                <a:cubicBezTo>
                  <a:pt x="19136" y="15416"/>
                  <a:pt x="19252" y="15005"/>
                  <a:pt x="19270" y="14586"/>
                </a:cubicBezTo>
                <a:cubicBezTo>
                  <a:pt x="19181" y="14381"/>
                  <a:pt x="19413" y="14283"/>
                  <a:pt x="19404" y="14104"/>
                </a:cubicBezTo>
                <a:cubicBezTo>
                  <a:pt x="19440" y="13667"/>
                  <a:pt x="19681" y="13266"/>
                  <a:pt x="19627" y="12820"/>
                </a:cubicBezTo>
                <a:cubicBezTo>
                  <a:pt x="19725" y="12766"/>
                  <a:pt x="19672" y="12579"/>
                  <a:pt x="19698" y="12463"/>
                </a:cubicBezTo>
                <a:cubicBezTo>
                  <a:pt x="19823" y="12204"/>
                  <a:pt x="19431" y="12079"/>
                  <a:pt x="19600" y="11821"/>
                </a:cubicBezTo>
                <a:cubicBezTo>
                  <a:pt x="19600" y="11482"/>
                  <a:pt x="19707" y="11151"/>
                  <a:pt x="19707" y="10821"/>
                </a:cubicBezTo>
                <a:lnTo>
                  <a:pt x="19752" y="10830"/>
                </a:lnTo>
                <a:cubicBezTo>
                  <a:pt x="19752" y="10491"/>
                  <a:pt x="19770" y="10152"/>
                  <a:pt x="19743" y="9822"/>
                </a:cubicBezTo>
                <a:cubicBezTo>
                  <a:pt x="19761" y="9653"/>
                  <a:pt x="19761" y="9483"/>
                  <a:pt x="19725" y="9314"/>
                </a:cubicBezTo>
                <a:cubicBezTo>
                  <a:pt x="19627" y="9225"/>
                  <a:pt x="19868" y="8859"/>
                  <a:pt x="19716" y="8841"/>
                </a:cubicBezTo>
                <a:cubicBezTo>
                  <a:pt x="19725" y="8645"/>
                  <a:pt x="19707" y="8457"/>
                  <a:pt x="19716" y="8261"/>
                </a:cubicBezTo>
                <a:lnTo>
                  <a:pt x="19672" y="8261"/>
                </a:lnTo>
                <a:cubicBezTo>
                  <a:pt x="19672" y="8181"/>
                  <a:pt x="19672" y="8100"/>
                  <a:pt x="19645" y="8029"/>
                </a:cubicBezTo>
                <a:cubicBezTo>
                  <a:pt x="19582" y="7860"/>
                  <a:pt x="19672" y="7681"/>
                  <a:pt x="19672" y="7512"/>
                </a:cubicBezTo>
                <a:lnTo>
                  <a:pt x="19627" y="7512"/>
                </a:lnTo>
                <a:cubicBezTo>
                  <a:pt x="19582" y="7298"/>
                  <a:pt x="19440" y="7110"/>
                  <a:pt x="19368" y="6896"/>
                </a:cubicBezTo>
                <a:cubicBezTo>
                  <a:pt x="19404" y="6807"/>
                  <a:pt x="19413" y="6709"/>
                  <a:pt x="19395" y="6620"/>
                </a:cubicBezTo>
                <a:cubicBezTo>
                  <a:pt x="19413" y="6405"/>
                  <a:pt x="19458" y="6111"/>
                  <a:pt x="19217" y="6013"/>
                </a:cubicBezTo>
                <a:cubicBezTo>
                  <a:pt x="19127" y="5879"/>
                  <a:pt x="19181" y="5656"/>
                  <a:pt x="19020" y="5549"/>
                </a:cubicBezTo>
                <a:cubicBezTo>
                  <a:pt x="19003" y="5344"/>
                  <a:pt x="19127" y="5049"/>
                  <a:pt x="18913" y="4898"/>
                </a:cubicBezTo>
                <a:cubicBezTo>
                  <a:pt x="18888" y="4838"/>
                  <a:pt x="18870" y="4754"/>
                  <a:pt x="18792" y="4754"/>
                </a:cubicBezTo>
                <a:cubicBezTo>
                  <a:pt x="18788" y="4754"/>
                  <a:pt x="18784" y="4755"/>
                  <a:pt x="18780" y="4755"/>
                </a:cubicBezTo>
                <a:cubicBezTo>
                  <a:pt x="18780" y="4657"/>
                  <a:pt x="18708" y="4577"/>
                  <a:pt x="18655" y="4496"/>
                </a:cubicBezTo>
                <a:cubicBezTo>
                  <a:pt x="18646" y="4407"/>
                  <a:pt x="18619" y="4273"/>
                  <a:pt x="18521" y="4238"/>
                </a:cubicBezTo>
                <a:cubicBezTo>
                  <a:pt x="18405" y="4122"/>
                  <a:pt x="18360" y="3952"/>
                  <a:pt x="18253" y="3836"/>
                </a:cubicBezTo>
                <a:cubicBezTo>
                  <a:pt x="18271" y="3765"/>
                  <a:pt x="18253" y="3720"/>
                  <a:pt x="18209" y="3702"/>
                </a:cubicBezTo>
                <a:cubicBezTo>
                  <a:pt x="18262" y="3533"/>
                  <a:pt x="18244" y="3301"/>
                  <a:pt x="18075" y="3221"/>
                </a:cubicBezTo>
                <a:cubicBezTo>
                  <a:pt x="18048" y="3158"/>
                  <a:pt x="18021" y="3060"/>
                  <a:pt x="17941" y="3051"/>
                </a:cubicBezTo>
                <a:cubicBezTo>
                  <a:pt x="17896" y="2944"/>
                  <a:pt x="17763" y="2900"/>
                  <a:pt x="17682" y="2819"/>
                </a:cubicBezTo>
                <a:cubicBezTo>
                  <a:pt x="17673" y="2614"/>
                  <a:pt x="17459" y="2569"/>
                  <a:pt x="17334" y="2462"/>
                </a:cubicBezTo>
                <a:cubicBezTo>
                  <a:pt x="17156" y="2213"/>
                  <a:pt x="16924" y="2016"/>
                  <a:pt x="16737" y="1775"/>
                </a:cubicBezTo>
                <a:cubicBezTo>
                  <a:pt x="16540" y="1731"/>
                  <a:pt x="16415" y="1544"/>
                  <a:pt x="16219" y="1490"/>
                </a:cubicBezTo>
                <a:cubicBezTo>
                  <a:pt x="16005" y="1383"/>
                  <a:pt x="15871" y="1151"/>
                  <a:pt x="15639" y="1053"/>
                </a:cubicBezTo>
                <a:cubicBezTo>
                  <a:pt x="15470" y="990"/>
                  <a:pt x="15309" y="892"/>
                  <a:pt x="15140" y="803"/>
                </a:cubicBezTo>
                <a:cubicBezTo>
                  <a:pt x="14792" y="758"/>
                  <a:pt x="14462" y="651"/>
                  <a:pt x="14114" y="589"/>
                </a:cubicBezTo>
                <a:cubicBezTo>
                  <a:pt x="13480" y="509"/>
                  <a:pt x="12856" y="402"/>
                  <a:pt x="12223" y="357"/>
                </a:cubicBezTo>
                <a:lnTo>
                  <a:pt x="12160" y="357"/>
                </a:lnTo>
                <a:cubicBezTo>
                  <a:pt x="12097" y="306"/>
                  <a:pt x="12020" y="296"/>
                  <a:pt x="11941" y="296"/>
                </a:cubicBezTo>
                <a:cubicBezTo>
                  <a:pt x="11894" y="296"/>
                  <a:pt x="11847" y="300"/>
                  <a:pt x="11800" y="300"/>
                </a:cubicBezTo>
                <a:cubicBezTo>
                  <a:pt x="11748" y="300"/>
                  <a:pt x="11697" y="295"/>
                  <a:pt x="11652" y="277"/>
                </a:cubicBezTo>
                <a:cubicBezTo>
                  <a:pt x="11259" y="170"/>
                  <a:pt x="10858" y="232"/>
                  <a:pt x="10465" y="134"/>
                </a:cubicBezTo>
                <a:cubicBezTo>
                  <a:pt x="10444" y="134"/>
                  <a:pt x="10422" y="135"/>
                  <a:pt x="10401" y="135"/>
                </a:cubicBezTo>
                <a:cubicBezTo>
                  <a:pt x="10036" y="135"/>
                  <a:pt x="9682" y="75"/>
                  <a:pt x="9320" y="75"/>
                </a:cubicBezTo>
                <a:cubicBezTo>
                  <a:pt x="9262" y="75"/>
                  <a:pt x="9203" y="77"/>
                  <a:pt x="9145" y="81"/>
                </a:cubicBezTo>
                <a:lnTo>
                  <a:pt x="9145" y="36"/>
                </a:lnTo>
                <a:cubicBezTo>
                  <a:pt x="9013" y="36"/>
                  <a:pt x="8882" y="39"/>
                  <a:pt x="8752" y="39"/>
                </a:cubicBezTo>
                <a:cubicBezTo>
                  <a:pt x="8558" y="39"/>
                  <a:pt x="8365" y="32"/>
                  <a:pt x="8172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9" name="Google Shape;1029;p45"/>
          <p:cNvGrpSpPr/>
          <p:nvPr/>
        </p:nvGrpSpPr>
        <p:grpSpPr>
          <a:xfrm>
            <a:off x="882710" y="2754350"/>
            <a:ext cx="343442" cy="339288"/>
            <a:chOff x="3858100" y="1435075"/>
            <a:chExt cx="487775" cy="481875"/>
          </a:xfrm>
        </p:grpSpPr>
        <p:sp>
          <p:nvSpPr>
            <p:cNvPr id="1030" name="Google Shape;1030;p45"/>
            <p:cNvSpPr/>
            <p:nvPr/>
          </p:nvSpPr>
          <p:spPr>
            <a:xfrm>
              <a:off x="3858100" y="1868750"/>
              <a:ext cx="55575" cy="48200"/>
            </a:xfrm>
            <a:custGeom>
              <a:avLst/>
              <a:gdLst/>
              <a:ahLst/>
              <a:cxnLst/>
              <a:rect l="l" t="t" r="r" b="b"/>
              <a:pathLst>
                <a:path w="2223" h="1928" extrusionOk="0">
                  <a:moveTo>
                    <a:pt x="1600" y="0"/>
                  </a:moveTo>
                  <a:cubicBezTo>
                    <a:pt x="1460" y="0"/>
                    <a:pt x="1319" y="53"/>
                    <a:pt x="1211" y="158"/>
                  </a:cubicBezTo>
                  <a:lnTo>
                    <a:pt x="413" y="959"/>
                  </a:lnTo>
                  <a:cubicBezTo>
                    <a:pt x="0" y="1369"/>
                    <a:pt x="388" y="1927"/>
                    <a:pt x="825" y="1927"/>
                  </a:cubicBezTo>
                  <a:cubicBezTo>
                    <a:pt x="956" y="1927"/>
                    <a:pt x="1091" y="1877"/>
                    <a:pt x="1211" y="1757"/>
                  </a:cubicBezTo>
                  <a:lnTo>
                    <a:pt x="2009" y="959"/>
                  </a:lnTo>
                  <a:cubicBezTo>
                    <a:pt x="2222" y="736"/>
                    <a:pt x="2219" y="384"/>
                    <a:pt x="2000" y="167"/>
                  </a:cubicBezTo>
                  <a:cubicBezTo>
                    <a:pt x="1890" y="56"/>
                    <a:pt x="1745" y="0"/>
                    <a:pt x="1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31" name="Google Shape;1031;p45"/>
            <p:cNvSpPr/>
            <p:nvPr/>
          </p:nvSpPr>
          <p:spPr>
            <a:xfrm>
              <a:off x="3917950" y="1808500"/>
              <a:ext cx="60350" cy="48525"/>
            </a:xfrm>
            <a:custGeom>
              <a:avLst/>
              <a:gdLst/>
              <a:ahLst/>
              <a:cxnLst/>
              <a:rect l="l" t="t" r="r" b="b"/>
              <a:pathLst>
                <a:path w="2414" h="1941" extrusionOk="0">
                  <a:moveTo>
                    <a:pt x="1601" y="1"/>
                  </a:moveTo>
                  <a:cubicBezTo>
                    <a:pt x="1470" y="1"/>
                    <a:pt x="1333" y="52"/>
                    <a:pt x="1211" y="174"/>
                  </a:cubicBezTo>
                  <a:lnTo>
                    <a:pt x="413" y="972"/>
                  </a:lnTo>
                  <a:cubicBezTo>
                    <a:pt x="1" y="1384"/>
                    <a:pt x="388" y="1941"/>
                    <a:pt x="824" y="1941"/>
                  </a:cubicBezTo>
                  <a:cubicBezTo>
                    <a:pt x="955" y="1941"/>
                    <a:pt x="1091" y="1890"/>
                    <a:pt x="1211" y="1770"/>
                  </a:cubicBezTo>
                  <a:lnTo>
                    <a:pt x="2009" y="972"/>
                  </a:lnTo>
                  <a:cubicBezTo>
                    <a:pt x="2414" y="569"/>
                    <a:pt x="2037" y="1"/>
                    <a:pt x="1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32" name="Google Shape;1032;p45"/>
            <p:cNvSpPr/>
            <p:nvPr/>
          </p:nvSpPr>
          <p:spPr>
            <a:xfrm>
              <a:off x="3876450" y="1435075"/>
              <a:ext cx="450375" cy="251250"/>
            </a:xfrm>
            <a:custGeom>
              <a:avLst/>
              <a:gdLst/>
              <a:ahLst/>
              <a:cxnLst/>
              <a:rect l="l" t="t" r="r" b="b"/>
              <a:pathLst>
                <a:path w="18015" h="10050" extrusionOk="0">
                  <a:moveTo>
                    <a:pt x="18014" y="1"/>
                  </a:moveTo>
                  <a:lnTo>
                    <a:pt x="561" y="4762"/>
                  </a:lnTo>
                  <a:cubicBezTo>
                    <a:pt x="121" y="4882"/>
                    <a:pt x="1" y="5448"/>
                    <a:pt x="350" y="5740"/>
                  </a:cubicBezTo>
                  <a:lnTo>
                    <a:pt x="5584" y="10049"/>
                  </a:lnTo>
                  <a:lnTo>
                    <a:pt x="180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33" name="Google Shape;1033;p45"/>
            <p:cNvSpPr/>
            <p:nvPr/>
          </p:nvSpPr>
          <p:spPr>
            <a:xfrm>
              <a:off x="4094925" y="1456025"/>
              <a:ext cx="250950" cy="445250"/>
            </a:xfrm>
            <a:custGeom>
              <a:avLst/>
              <a:gdLst/>
              <a:ahLst/>
              <a:cxnLst/>
              <a:rect l="l" t="t" r="r" b="b"/>
              <a:pathLst>
                <a:path w="10038" h="17810" extrusionOk="0">
                  <a:moveTo>
                    <a:pt x="10037" y="0"/>
                  </a:moveTo>
                  <a:cubicBezTo>
                    <a:pt x="9890" y="120"/>
                    <a:pt x="118" y="12226"/>
                    <a:pt x="1" y="12370"/>
                  </a:cubicBezTo>
                  <a:lnTo>
                    <a:pt x="4313" y="17604"/>
                  </a:lnTo>
                  <a:cubicBezTo>
                    <a:pt x="4428" y="17744"/>
                    <a:pt x="4587" y="17809"/>
                    <a:pt x="4745" y="17809"/>
                  </a:cubicBezTo>
                  <a:cubicBezTo>
                    <a:pt x="4985" y="17809"/>
                    <a:pt x="5222" y="17659"/>
                    <a:pt x="5294" y="17390"/>
                  </a:cubicBezTo>
                  <a:lnTo>
                    <a:pt x="100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34" name="Google Shape;1034;p45"/>
            <p:cNvSpPr/>
            <p:nvPr/>
          </p:nvSpPr>
          <p:spPr>
            <a:xfrm>
              <a:off x="3993575" y="1542825"/>
              <a:ext cx="245025" cy="242525"/>
            </a:xfrm>
            <a:custGeom>
              <a:avLst/>
              <a:gdLst/>
              <a:ahLst/>
              <a:cxnLst/>
              <a:rect l="l" t="t" r="r" b="b"/>
              <a:pathLst>
                <a:path w="9801" h="9701" extrusionOk="0">
                  <a:moveTo>
                    <a:pt x="9800" y="0"/>
                  </a:moveTo>
                  <a:lnTo>
                    <a:pt x="646" y="7399"/>
                  </a:lnTo>
                  <a:lnTo>
                    <a:pt x="125" y="8955"/>
                  </a:lnTo>
                  <a:cubicBezTo>
                    <a:pt x="1" y="9338"/>
                    <a:pt x="298" y="9700"/>
                    <a:pt x="659" y="9700"/>
                  </a:cubicBezTo>
                  <a:cubicBezTo>
                    <a:pt x="719" y="9700"/>
                    <a:pt x="780" y="9690"/>
                    <a:pt x="842" y="9669"/>
                  </a:cubicBezTo>
                  <a:lnTo>
                    <a:pt x="2398" y="9151"/>
                  </a:lnTo>
                  <a:lnTo>
                    <a:pt x="98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35" name="Google Shape;1035;p45"/>
          <p:cNvGrpSpPr/>
          <p:nvPr/>
        </p:nvGrpSpPr>
        <p:grpSpPr>
          <a:xfrm>
            <a:off x="960831" y="1706479"/>
            <a:ext cx="238531" cy="339253"/>
            <a:chOff x="3342725" y="2620775"/>
            <a:chExt cx="338775" cy="481825"/>
          </a:xfrm>
        </p:grpSpPr>
        <p:sp>
          <p:nvSpPr>
            <p:cNvPr id="1036" name="Google Shape;1036;p45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37" name="Google Shape;1037;p45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38" name="Google Shape;1038;p45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39" name="Google Shape;1039;p45"/>
          <p:cNvGrpSpPr/>
          <p:nvPr/>
        </p:nvGrpSpPr>
        <p:grpSpPr>
          <a:xfrm>
            <a:off x="862660" y="3879754"/>
            <a:ext cx="350079" cy="350079"/>
            <a:chOff x="583100" y="3982600"/>
            <a:chExt cx="296175" cy="296175"/>
          </a:xfrm>
        </p:grpSpPr>
        <p:sp>
          <p:nvSpPr>
            <p:cNvPr id="1040" name="Google Shape;1040;p45"/>
            <p:cNvSpPr/>
            <p:nvPr/>
          </p:nvSpPr>
          <p:spPr>
            <a:xfrm>
              <a:off x="694925" y="3982600"/>
              <a:ext cx="70925" cy="68550"/>
            </a:xfrm>
            <a:custGeom>
              <a:avLst/>
              <a:gdLst/>
              <a:ahLst/>
              <a:cxnLst/>
              <a:rect l="l" t="t" r="r" b="b"/>
              <a:pathLst>
                <a:path w="2837" h="2742" extrusionOk="0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5"/>
            <p:cNvSpPr/>
            <p:nvPr/>
          </p:nvSpPr>
          <p:spPr>
            <a:xfrm>
              <a:off x="609075" y="4139350"/>
              <a:ext cx="69350" cy="68525"/>
            </a:xfrm>
            <a:custGeom>
              <a:avLst/>
              <a:gdLst/>
              <a:ahLst/>
              <a:cxnLst/>
              <a:rect l="l" t="t" r="r" b="b"/>
              <a:pathLst>
                <a:path w="2774" h="2741" extrusionOk="0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5"/>
            <p:cNvSpPr/>
            <p:nvPr/>
          </p:nvSpPr>
          <p:spPr>
            <a:xfrm>
              <a:off x="783925" y="41401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5"/>
            <p:cNvSpPr/>
            <p:nvPr/>
          </p:nvSpPr>
          <p:spPr>
            <a:xfrm>
              <a:off x="583100" y="4207075"/>
              <a:ext cx="122100" cy="71700"/>
            </a:xfrm>
            <a:custGeom>
              <a:avLst/>
              <a:gdLst/>
              <a:ahLst/>
              <a:cxnLst/>
              <a:rect l="l" t="t" r="r" b="b"/>
              <a:pathLst>
                <a:path w="4884" h="2868" extrusionOk="0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5"/>
            <p:cNvSpPr/>
            <p:nvPr/>
          </p:nvSpPr>
          <p:spPr>
            <a:xfrm>
              <a:off x="669725" y="4049550"/>
              <a:ext cx="122900" cy="72475"/>
            </a:xfrm>
            <a:custGeom>
              <a:avLst/>
              <a:gdLst/>
              <a:ahLst/>
              <a:cxnLst/>
              <a:rect l="l" t="t" r="r" b="b"/>
              <a:pathLst>
                <a:path w="4916" h="2899" extrusionOk="0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5"/>
            <p:cNvSpPr/>
            <p:nvPr/>
          </p:nvSpPr>
          <p:spPr>
            <a:xfrm>
              <a:off x="757150" y="4207075"/>
              <a:ext cx="122125" cy="71700"/>
            </a:xfrm>
            <a:custGeom>
              <a:avLst/>
              <a:gdLst/>
              <a:ahLst/>
              <a:cxnLst/>
              <a:rect l="l" t="t" r="r" b="b"/>
              <a:pathLst>
                <a:path w="4885" h="2868" extrusionOk="0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5"/>
            <p:cNvSpPr/>
            <p:nvPr/>
          </p:nvSpPr>
          <p:spPr>
            <a:xfrm>
              <a:off x="691775" y="4139350"/>
              <a:ext cx="77225" cy="64600"/>
            </a:xfrm>
            <a:custGeom>
              <a:avLst/>
              <a:gdLst/>
              <a:ahLst/>
              <a:cxnLst/>
              <a:rect l="l" t="t" r="r" b="b"/>
              <a:pathLst>
                <a:path w="3089" h="2584" extrusionOk="0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028;p45">
            <a:extLst>
              <a:ext uri="{FF2B5EF4-FFF2-40B4-BE49-F238E27FC236}">
                <a16:creationId xmlns:a16="http://schemas.microsoft.com/office/drawing/2014/main" id="{15B059BD-ACA5-F9BF-EB57-6584EABC082F}"/>
              </a:ext>
            </a:extLst>
          </p:cNvPr>
          <p:cNvSpPr/>
          <p:nvPr/>
        </p:nvSpPr>
        <p:spPr>
          <a:xfrm rot="-4610381">
            <a:off x="5690820" y="1411046"/>
            <a:ext cx="621757" cy="775008"/>
          </a:xfrm>
          <a:custGeom>
            <a:avLst/>
            <a:gdLst/>
            <a:ahLst/>
            <a:cxnLst/>
            <a:rect l="l" t="t" r="r" b="b"/>
            <a:pathLst>
              <a:path w="19868" h="21884" extrusionOk="0">
                <a:moveTo>
                  <a:pt x="8172" y="0"/>
                </a:moveTo>
                <a:cubicBezTo>
                  <a:pt x="7459" y="188"/>
                  <a:pt x="6700" y="116"/>
                  <a:pt x="6022" y="411"/>
                </a:cubicBezTo>
                <a:cubicBezTo>
                  <a:pt x="5755" y="589"/>
                  <a:pt x="5434" y="634"/>
                  <a:pt x="5130" y="714"/>
                </a:cubicBezTo>
                <a:cubicBezTo>
                  <a:pt x="5059" y="767"/>
                  <a:pt x="4916" y="794"/>
                  <a:pt x="4907" y="892"/>
                </a:cubicBezTo>
                <a:cubicBezTo>
                  <a:pt x="4874" y="883"/>
                  <a:pt x="4840" y="879"/>
                  <a:pt x="4807" y="879"/>
                </a:cubicBezTo>
                <a:cubicBezTo>
                  <a:pt x="4613" y="879"/>
                  <a:pt x="4430" y="1017"/>
                  <a:pt x="4247" y="1071"/>
                </a:cubicBezTo>
                <a:cubicBezTo>
                  <a:pt x="4087" y="1205"/>
                  <a:pt x="3881" y="1249"/>
                  <a:pt x="3730" y="1392"/>
                </a:cubicBezTo>
                <a:cubicBezTo>
                  <a:pt x="3569" y="1436"/>
                  <a:pt x="3391" y="1445"/>
                  <a:pt x="3239" y="1517"/>
                </a:cubicBezTo>
                <a:cubicBezTo>
                  <a:pt x="3195" y="1597"/>
                  <a:pt x="3087" y="1633"/>
                  <a:pt x="3052" y="1731"/>
                </a:cubicBezTo>
                <a:cubicBezTo>
                  <a:pt x="3007" y="1856"/>
                  <a:pt x="2829" y="1856"/>
                  <a:pt x="2740" y="1954"/>
                </a:cubicBezTo>
                <a:cubicBezTo>
                  <a:pt x="2490" y="2195"/>
                  <a:pt x="2186" y="2373"/>
                  <a:pt x="1910" y="2569"/>
                </a:cubicBezTo>
                <a:cubicBezTo>
                  <a:pt x="1669" y="2962"/>
                  <a:pt x="1321" y="3283"/>
                  <a:pt x="1134" y="3711"/>
                </a:cubicBezTo>
                <a:cubicBezTo>
                  <a:pt x="1062" y="3925"/>
                  <a:pt x="875" y="4086"/>
                  <a:pt x="813" y="4309"/>
                </a:cubicBezTo>
                <a:cubicBezTo>
                  <a:pt x="714" y="4407"/>
                  <a:pt x="643" y="4532"/>
                  <a:pt x="634" y="4666"/>
                </a:cubicBezTo>
                <a:cubicBezTo>
                  <a:pt x="545" y="4782"/>
                  <a:pt x="483" y="4907"/>
                  <a:pt x="438" y="5041"/>
                </a:cubicBezTo>
                <a:cubicBezTo>
                  <a:pt x="393" y="5504"/>
                  <a:pt x="215" y="5968"/>
                  <a:pt x="242" y="6441"/>
                </a:cubicBezTo>
                <a:cubicBezTo>
                  <a:pt x="144" y="6593"/>
                  <a:pt x="10" y="6736"/>
                  <a:pt x="117" y="6941"/>
                </a:cubicBezTo>
                <a:cubicBezTo>
                  <a:pt x="45" y="7467"/>
                  <a:pt x="63" y="7993"/>
                  <a:pt x="1" y="8529"/>
                </a:cubicBezTo>
                <a:cubicBezTo>
                  <a:pt x="72" y="8743"/>
                  <a:pt x="10" y="8966"/>
                  <a:pt x="1" y="9189"/>
                </a:cubicBezTo>
                <a:cubicBezTo>
                  <a:pt x="63" y="9376"/>
                  <a:pt x="19" y="9581"/>
                  <a:pt x="1" y="9769"/>
                </a:cubicBezTo>
                <a:cubicBezTo>
                  <a:pt x="36" y="10126"/>
                  <a:pt x="36" y="10482"/>
                  <a:pt x="108" y="10830"/>
                </a:cubicBezTo>
                <a:cubicBezTo>
                  <a:pt x="117" y="11098"/>
                  <a:pt x="304" y="11312"/>
                  <a:pt x="304" y="11580"/>
                </a:cubicBezTo>
                <a:cubicBezTo>
                  <a:pt x="268" y="11794"/>
                  <a:pt x="420" y="11972"/>
                  <a:pt x="402" y="12186"/>
                </a:cubicBezTo>
                <a:cubicBezTo>
                  <a:pt x="518" y="12276"/>
                  <a:pt x="545" y="12418"/>
                  <a:pt x="545" y="12561"/>
                </a:cubicBezTo>
                <a:cubicBezTo>
                  <a:pt x="554" y="12766"/>
                  <a:pt x="679" y="12936"/>
                  <a:pt x="732" y="13123"/>
                </a:cubicBezTo>
                <a:cubicBezTo>
                  <a:pt x="679" y="13266"/>
                  <a:pt x="697" y="13489"/>
                  <a:pt x="830" y="13569"/>
                </a:cubicBezTo>
                <a:cubicBezTo>
                  <a:pt x="1009" y="13953"/>
                  <a:pt x="1134" y="14354"/>
                  <a:pt x="1285" y="14756"/>
                </a:cubicBezTo>
                <a:cubicBezTo>
                  <a:pt x="1464" y="14889"/>
                  <a:pt x="1446" y="15139"/>
                  <a:pt x="1544" y="15326"/>
                </a:cubicBezTo>
                <a:cubicBezTo>
                  <a:pt x="1615" y="15532"/>
                  <a:pt x="1767" y="15701"/>
                  <a:pt x="1874" y="15880"/>
                </a:cubicBezTo>
                <a:cubicBezTo>
                  <a:pt x="2106" y="16129"/>
                  <a:pt x="2133" y="16504"/>
                  <a:pt x="2383" y="16745"/>
                </a:cubicBezTo>
                <a:cubicBezTo>
                  <a:pt x="2499" y="16834"/>
                  <a:pt x="2552" y="16959"/>
                  <a:pt x="2570" y="17093"/>
                </a:cubicBezTo>
                <a:cubicBezTo>
                  <a:pt x="2784" y="17459"/>
                  <a:pt x="3096" y="17744"/>
                  <a:pt x="3364" y="18074"/>
                </a:cubicBezTo>
                <a:cubicBezTo>
                  <a:pt x="3614" y="18199"/>
                  <a:pt x="3703" y="18502"/>
                  <a:pt x="3962" y="18618"/>
                </a:cubicBezTo>
                <a:cubicBezTo>
                  <a:pt x="4096" y="18645"/>
                  <a:pt x="4051" y="18824"/>
                  <a:pt x="4176" y="18850"/>
                </a:cubicBezTo>
                <a:cubicBezTo>
                  <a:pt x="4390" y="18939"/>
                  <a:pt x="4488" y="19189"/>
                  <a:pt x="4720" y="19278"/>
                </a:cubicBezTo>
                <a:cubicBezTo>
                  <a:pt x="4836" y="19314"/>
                  <a:pt x="4907" y="19439"/>
                  <a:pt x="5032" y="19457"/>
                </a:cubicBezTo>
                <a:cubicBezTo>
                  <a:pt x="5211" y="19582"/>
                  <a:pt x="5416" y="19716"/>
                  <a:pt x="5639" y="19760"/>
                </a:cubicBezTo>
                <a:cubicBezTo>
                  <a:pt x="5844" y="19948"/>
                  <a:pt x="6138" y="20028"/>
                  <a:pt x="6370" y="20180"/>
                </a:cubicBezTo>
                <a:cubicBezTo>
                  <a:pt x="6718" y="20313"/>
                  <a:pt x="7013" y="20545"/>
                  <a:pt x="7370" y="20652"/>
                </a:cubicBezTo>
                <a:cubicBezTo>
                  <a:pt x="7682" y="20813"/>
                  <a:pt x="8039" y="20911"/>
                  <a:pt x="8333" y="21107"/>
                </a:cubicBezTo>
                <a:cubicBezTo>
                  <a:pt x="8761" y="21277"/>
                  <a:pt x="9181" y="21464"/>
                  <a:pt x="9600" y="21643"/>
                </a:cubicBezTo>
                <a:cubicBezTo>
                  <a:pt x="9841" y="21651"/>
                  <a:pt x="10082" y="21687"/>
                  <a:pt x="10305" y="21785"/>
                </a:cubicBezTo>
                <a:cubicBezTo>
                  <a:pt x="10545" y="21830"/>
                  <a:pt x="10813" y="21767"/>
                  <a:pt x="11045" y="21883"/>
                </a:cubicBezTo>
                <a:cubicBezTo>
                  <a:pt x="11106" y="21836"/>
                  <a:pt x="11170" y="21821"/>
                  <a:pt x="11237" y="21821"/>
                </a:cubicBezTo>
                <a:cubicBezTo>
                  <a:pt x="11359" y="21821"/>
                  <a:pt x="11489" y="21873"/>
                  <a:pt x="11618" y="21873"/>
                </a:cubicBezTo>
                <a:cubicBezTo>
                  <a:pt x="11644" y="21873"/>
                  <a:pt x="11670" y="21871"/>
                  <a:pt x="11696" y="21866"/>
                </a:cubicBezTo>
                <a:cubicBezTo>
                  <a:pt x="11764" y="21832"/>
                  <a:pt x="11837" y="21814"/>
                  <a:pt x="11911" y="21814"/>
                </a:cubicBezTo>
                <a:cubicBezTo>
                  <a:pt x="11993" y="21814"/>
                  <a:pt x="12076" y="21836"/>
                  <a:pt x="12151" y="21883"/>
                </a:cubicBezTo>
                <a:cubicBezTo>
                  <a:pt x="12247" y="21836"/>
                  <a:pt x="12349" y="21815"/>
                  <a:pt x="12451" y="21815"/>
                </a:cubicBezTo>
                <a:cubicBezTo>
                  <a:pt x="12558" y="21815"/>
                  <a:pt x="12666" y="21838"/>
                  <a:pt x="12767" y="21874"/>
                </a:cubicBezTo>
                <a:cubicBezTo>
                  <a:pt x="12892" y="21776"/>
                  <a:pt x="13061" y="21883"/>
                  <a:pt x="13124" y="21714"/>
                </a:cubicBezTo>
                <a:cubicBezTo>
                  <a:pt x="13148" y="21717"/>
                  <a:pt x="13172" y="21719"/>
                  <a:pt x="13196" y="21719"/>
                </a:cubicBezTo>
                <a:cubicBezTo>
                  <a:pt x="13376" y="21719"/>
                  <a:pt x="13549" y="21633"/>
                  <a:pt x="13659" y="21491"/>
                </a:cubicBezTo>
                <a:cubicBezTo>
                  <a:pt x="13730" y="21393"/>
                  <a:pt x="13846" y="21393"/>
                  <a:pt x="13962" y="21393"/>
                </a:cubicBezTo>
                <a:cubicBezTo>
                  <a:pt x="14221" y="21286"/>
                  <a:pt x="14587" y="21295"/>
                  <a:pt x="14765" y="21045"/>
                </a:cubicBezTo>
                <a:lnTo>
                  <a:pt x="14756" y="21000"/>
                </a:lnTo>
                <a:cubicBezTo>
                  <a:pt x="14836" y="20956"/>
                  <a:pt x="14988" y="20956"/>
                  <a:pt x="15024" y="20858"/>
                </a:cubicBezTo>
                <a:cubicBezTo>
                  <a:pt x="15104" y="20840"/>
                  <a:pt x="15095" y="20706"/>
                  <a:pt x="15167" y="20652"/>
                </a:cubicBezTo>
                <a:cubicBezTo>
                  <a:pt x="15398" y="20474"/>
                  <a:pt x="15729" y="20420"/>
                  <a:pt x="15907" y="20162"/>
                </a:cubicBezTo>
                <a:cubicBezTo>
                  <a:pt x="16076" y="19912"/>
                  <a:pt x="16415" y="19849"/>
                  <a:pt x="16576" y="19582"/>
                </a:cubicBezTo>
                <a:cubicBezTo>
                  <a:pt x="16674" y="19359"/>
                  <a:pt x="17067" y="19332"/>
                  <a:pt x="16933" y="19011"/>
                </a:cubicBezTo>
                <a:cubicBezTo>
                  <a:pt x="17067" y="18877"/>
                  <a:pt x="17361" y="18895"/>
                  <a:pt x="17370" y="18663"/>
                </a:cubicBezTo>
                <a:cubicBezTo>
                  <a:pt x="17432" y="18618"/>
                  <a:pt x="17513" y="18574"/>
                  <a:pt x="17575" y="18511"/>
                </a:cubicBezTo>
                <a:cubicBezTo>
                  <a:pt x="17602" y="18351"/>
                  <a:pt x="17691" y="18226"/>
                  <a:pt x="17852" y="18163"/>
                </a:cubicBezTo>
                <a:cubicBezTo>
                  <a:pt x="18173" y="18038"/>
                  <a:pt x="18039" y="17619"/>
                  <a:pt x="18173" y="17378"/>
                </a:cubicBezTo>
                <a:cubicBezTo>
                  <a:pt x="18209" y="17253"/>
                  <a:pt x="18405" y="17289"/>
                  <a:pt x="18423" y="17146"/>
                </a:cubicBezTo>
                <a:cubicBezTo>
                  <a:pt x="18423" y="17013"/>
                  <a:pt x="18557" y="16932"/>
                  <a:pt x="18565" y="16798"/>
                </a:cubicBezTo>
                <a:cubicBezTo>
                  <a:pt x="18583" y="16611"/>
                  <a:pt x="18797" y="16522"/>
                  <a:pt x="18797" y="16326"/>
                </a:cubicBezTo>
                <a:cubicBezTo>
                  <a:pt x="18922" y="16183"/>
                  <a:pt x="19127" y="16067"/>
                  <a:pt x="19056" y="15826"/>
                </a:cubicBezTo>
                <a:cubicBezTo>
                  <a:pt x="19136" y="15416"/>
                  <a:pt x="19252" y="15005"/>
                  <a:pt x="19270" y="14586"/>
                </a:cubicBezTo>
                <a:cubicBezTo>
                  <a:pt x="19181" y="14381"/>
                  <a:pt x="19413" y="14283"/>
                  <a:pt x="19404" y="14104"/>
                </a:cubicBezTo>
                <a:cubicBezTo>
                  <a:pt x="19440" y="13667"/>
                  <a:pt x="19681" y="13266"/>
                  <a:pt x="19627" y="12820"/>
                </a:cubicBezTo>
                <a:cubicBezTo>
                  <a:pt x="19725" y="12766"/>
                  <a:pt x="19672" y="12579"/>
                  <a:pt x="19698" y="12463"/>
                </a:cubicBezTo>
                <a:cubicBezTo>
                  <a:pt x="19823" y="12204"/>
                  <a:pt x="19431" y="12079"/>
                  <a:pt x="19600" y="11821"/>
                </a:cubicBezTo>
                <a:cubicBezTo>
                  <a:pt x="19600" y="11482"/>
                  <a:pt x="19707" y="11151"/>
                  <a:pt x="19707" y="10821"/>
                </a:cubicBezTo>
                <a:lnTo>
                  <a:pt x="19752" y="10830"/>
                </a:lnTo>
                <a:cubicBezTo>
                  <a:pt x="19752" y="10491"/>
                  <a:pt x="19770" y="10152"/>
                  <a:pt x="19743" y="9822"/>
                </a:cubicBezTo>
                <a:cubicBezTo>
                  <a:pt x="19761" y="9653"/>
                  <a:pt x="19761" y="9483"/>
                  <a:pt x="19725" y="9314"/>
                </a:cubicBezTo>
                <a:cubicBezTo>
                  <a:pt x="19627" y="9225"/>
                  <a:pt x="19868" y="8859"/>
                  <a:pt x="19716" y="8841"/>
                </a:cubicBezTo>
                <a:cubicBezTo>
                  <a:pt x="19725" y="8645"/>
                  <a:pt x="19707" y="8457"/>
                  <a:pt x="19716" y="8261"/>
                </a:cubicBezTo>
                <a:lnTo>
                  <a:pt x="19672" y="8261"/>
                </a:lnTo>
                <a:cubicBezTo>
                  <a:pt x="19672" y="8181"/>
                  <a:pt x="19672" y="8100"/>
                  <a:pt x="19645" y="8029"/>
                </a:cubicBezTo>
                <a:cubicBezTo>
                  <a:pt x="19582" y="7860"/>
                  <a:pt x="19672" y="7681"/>
                  <a:pt x="19672" y="7512"/>
                </a:cubicBezTo>
                <a:lnTo>
                  <a:pt x="19627" y="7512"/>
                </a:lnTo>
                <a:cubicBezTo>
                  <a:pt x="19582" y="7298"/>
                  <a:pt x="19440" y="7110"/>
                  <a:pt x="19368" y="6896"/>
                </a:cubicBezTo>
                <a:cubicBezTo>
                  <a:pt x="19404" y="6807"/>
                  <a:pt x="19413" y="6709"/>
                  <a:pt x="19395" y="6620"/>
                </a:cubicBezTo>
                <a:cubicBezTo>
                  <a:pt x="19413" y="6405"/>
                  <a:pt x="19458" y="6111"/>
                  <a:pt x="19217" y="6013"/>
                </a:cubicBezTo>
                <a:cubicBezTo>
                  <a:pt x="19127" y="5879"/>
                  <a:pt x="19181" y="5656"/>
                  <a:pt x="19020" y="5549"/>
                </a:cubicBezTo>
                <a:cubicBezTo>
                  <a:pt x="19003" y="5344"/>
                  <a:pt x="19127" y="5049"/>
                  <a:pt x="18913" y="4898"/>
                </a:cubicBezTo>
                <a:cubicBezTo>
                  <a:pt x="18888" y="4838"/>
                  <a:pt x="18870" y="4754"/>
                  <a:pt x="18792" y="4754"/>
                </a:cubicBezTo>
                <a:cubicBezTo>
                  <a:pt x="18788" y="4754"/>
                  <a:pt x="18784" y="4755"/>
                  <a:pt x="18780" y="4755"/>
                </a:cubicBezTo>
                <a:cubicBezTo>
                  <a:pt x="18780" y="4657"/>
                  <a:pt x="18708" y="4577"/>
                  <a:pt x="18655" y="4496"/>
                </a:cubicBezTo>
                <a:cubicBezTo>
                  <a:pt x="18646" y="4407"/>
                  <a:pt x="18619" y="4273"/>
                  <a:pt x="18521" y="4238"/>
                </a:cubicBezTo>
                <a:cubicBezTo>
                  <a:pt x="18405" y="4122"/>
                  <a:pt x="18360" y="3952"/>
                  <a:pt x="18253" y="3836"/>
                </a:cubicBezTo>
                <a:cubicBezTo>
                  <a:pt x="18271" y="3765"/>
                  <a:pt x="18253" y="3720"/>
                  <a:pt x="18209" y="3702"/>
                </a:cubicBezTo>
                <a:cubicBezTo>
                  <a:pt x="18262" y="3533"/>
                  <a:pt x="18244" y="3301"/>
                  <a:pt x="18075" y="3221"/>
                </a:cubicBezTo>
                <a:cubicBezTo>
                  <a:pt x="18048" y="3158"/>
                  <a:pt x="18021" y="3060"/>
                  <a:pt x="17941" y="3051"/>
                </a:cubicBezTo>
                <a:cubicBezTo>
                  <a:pt x="17896" y="2944"/>
                  <a:pt x="17763" y="2900"/>
                  <a:pt x="17682" y="2819"/>
                </a:cubicBezTo>
                <a:cubicBezTo>
                  <a:pt x="17673" y="2614"/>
                  <a:pt x="17459" y="2569"/>
                  <a:pt x="17334" y="2462"/>
                </a:cubicBezTo>
                <a:cubicBezTo>
                  <a:pt x="17156" y="2213"/>
                  <a:pt x="16924" y="2016"/>
                  <a:pt x="16737" y="1775"/>
                </a:cubicBezTo>
                <a:cubicBezTo>
                  <a:pt x="16540" y="1731"/>
                  <a:pt x="16415" y="1544"/>
                  <a:pt x="16219" y="1490"/>
                </a:cubicBezTo>
                <a:cubicBezTo>
                  <a:pt x="16005" y="1383"/>
                  <a:pt x="15871" y="1151"/>
                  <a:pt x="15639" y="1053"/>
                </a:cubicBezTo>
                <a:cubicBezTo>
                  <a:pt x="15470" y="990"/>
                  <a:pt x="15309" y="892"/>
                  <a:pt x="15140" y="803"/>
                </a:cubicBezTo>
                <a:cubicBezTo>
                  <a:pt x="14792" y="758"/>
                  <a:pt x="14462" y="651"/>
                  <a:pt x="14114" y="589"/>
                </a:cubicBezTo>
                <a:cubicBezTo>
                  <a:pt x="13480" y="509"/>
                  <a:pt x="12856" y="402"/>
                  <a:pt x="12223" y="357"/>
                </a:cubicBezTo>
                <a:lnTo>
                  <a:pt x="12160" y="357"/>
                </a:lnTo>
                <a:cubicBezTo>
                  <a:pt x="12097" y="306"/>
                  <a:pt x="12020" y="296"/>
                  <a:pt x="11941" y="296"/>
                </a:cubicBezTo>
                <a:cubicBezTo>
                  <a:pt x="11894" y="296"/>
                  <a:pt x="11847" y="300"/>
                  <a:pt x="11800" y="300"/>
                </a:cubicBezTo>
                <a:cubicBezTo>
                  <a:pt x="11748" y="300"/>
                  <a:pt x="11697" y="295"/>
                  <a:pt x="11652" y="277"/>
                </a:cubicBezTo>
                <a:cubicBezTo>
                  <a:pt x="11259" y="170"/>
                  <a:pt x="10858" y="232"/>
                  <a:pt x="10465" y="134"/>
                </a:cubicBezTo>
                <a:cubicBezTo>
                  <a:pt x="10444" y="134"/>
                  <a:pt x="10422" y="135"/>
                  <a:pt x="10401" y="135"/>
                </a:cubicBezTo>
                <a:cubicBezTo>
                  <a:pt x="10036" y="135"/>
                  <a:pt x="9682" y="75"/>
                  <a:pt x="9320" y="75"/>
                </a:cubicBezTo>
                <a:cubicBezTo>
                  <a:pt x="9262" y="75"/>
                  <a:pt x="9203" y="77"/>
                  <a:pt x="9145" y="81"/>
                </a:cubicBezTo>
                <a:lnTo>
                  <a:pt x="9145" y="36"/>
                </a:lnTo>
                <a:cubicBezTo>
                  <a:pt x="9013" y="36"/>
                  <a:pt x="8882" y="39"/>
                  <a:pt x="8752" y="39"/>
                </a:cubicBezTo>
                <a:cubicBezTo>
                  <a:pt x="8558" y="39"/>
                  <a:pt x="8365" y="32"/>
                  <a:pt x="8172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26;p45">
            <a:extLst>
              <a:ext uri="{FF2B5EF4-FFF2-40B4-BE49-F238E27FC236}">
                <a16:creationId xmlns:a16="http://schemas.microsoft.com/office/drawing/2014/main" id="{16CD2520-4A28-B508-4216-D78595DB4BC8}"/>
              </a:ext>
            </a:extLst>
          </p:cNvPr>
          <p:cNvSpPr/>
          <p:nvPr/>
        </p:nvSpPr>
        <p:spPr>
          <a:xfrm rot="8880633">
            <a:off x="761226" y="1482502"/>
            <a:ext cx="605776" cy="755167"/>
          </a:xfrm>
          <a:custGeom>
            <a:avLst/>
            <a:gdLst/>
            <a:ahLst/>
            <a:cxnLst/>
            <a:rect l="l" t="t" r="r" b="b"/>
            <a:pathLst>
              <a:path w="19868" h="21884" extrusionOk="0">
                <a:moveTo>
                  <a:pt x="8172" y="0"/>
                </a:moveTo>
                <a:cubicBezTo>
                  <a:pt x="7459" y="188"/>
                  <a:pt x="6700" y="116"/>
                  <a:pt x="6022" y="411"/>
                </a:cubicBezTo>
                <a:cubicBezTo>
                  <a:pt x="5755" y="589"/>
                  <a:pt x="5434" y="634"/>
                  <a:pt x="5130" y="714"/>
                </a:cubicBezTo>
                <a:cubicBezTo>
                  <a:pt x="5059" y="767"/>
                  <a:pt x="4916" y="794"/>
                  <a:pt x="4907" y="892"/>
                </a:cubicBezTo>
                <a:cubicBezTo>
                  <a:pt x="4874" y="883"/>
                  <a:pt x="4840" y="879"/>
                  <a:pt x="4807" y="879"/>
                </a:cubicBezTo>
                <a:cubicBezTo>
                  <a:pt x="4613" y="879"/>
                  <a:pt x="4430" y="1017"/>
                  <a:pt x="4247" y="1071"/>
                </a:cubicBezTo>
                <a:cubicBezTo>
                  <a:pt x="4087" y="1205"/>
                  <a:pt x="3881" y="1249"/>
                  <a:pt x="3730" y="1392"/>
                </a:cubicBezTo>
                <a:cubicBezTo>
                  <a:pt x="3569" y="1436"/>
                  <a:pt x="3391" y="1445"/>
                  <a:pt x="3239" y="1517"/>
                </a:cubicBezTo>
                <a:cubicBezTo>
                  <a:pt x="3195" y="1597"/>
                  <a:pt x="3087" y="1633"/>
                  <a:pt x="3052" y="1731"/>
                </a:cubicBezTo>
                <a:cubicBezTo>
                  <a:pt x="3007" y="1856"/>
                  <a:pt x="2829" y="1856"/>
                  <a:pt x="2740" y="1954"/>
                </a:cubicBezTo>
                <a:cubicBezTo>
                  <a:pt x="2490" y="2195"/>
                  <a:pt x="2186" y="2373"/>
                  <a:pt x="1910" y="2569"/>
                </a:cubicBezTo>
                <a:cubicBezTo>
                  <a:pt x="1669" y="2962"/>
                  <a:pt x="1321" y="3283"/>
                  <a:pt x="1134" y="3711"/>
                </a:cubicBezTo>
                <a:cubicBezTo>
                  <a:pt x="1062" y="3925"/>
                  <a:pt x="875" y="4086"/>
                  <a:pt x="813" y="4309"/>
                </a:cubicBezTo>
                <a:cubicBezTo>
                  <a:pt x="714" y="4407"/>
                  <a:pt x="643" y="4532"/>
                  <a:pt x="634" y="4666"/>
                </a:cubicBezTo>
                <a:cubicBezTo>
                  <a:pt x="545" y="4782"/>
                  <a:pt x="483" y="4907"/>
                  <a:pt x="438" y="5041"/>
                </a:cubicBezTo>
                <a:cubicBezTo>
                  <a:pt x="393" y="5504"/>
                  <a:pt x="215" y="5968"/>
                  <a:pt x="242" y="6441"/>
                </a:cubicBezTo>
                <a:cubicBezTo>
                  <a:pt x="144" y="6593"/>
                  <a:pt x="10" y="6736"/>
                  <a:pt x="117" y="6941"/>
                </a:cubicBezTo>
                <a:cubicBezTo>
                  <a:pt x="45" y="7467"/>
                  <a:pt x="63" y="7993"/>
                  <a:pt x="1" y="8529"/>
                </a:cubicBezTo>
                <a:cubicBezTo>
                  <a:pt x="72" y="8743"/>
                  <a:pt x="10" y="8966"/>
                  <a:pt x="1" y="9189"/>
                </a:cubicBezTo>
                <a:cubicBezTo>
                  <a:pt x="63" y="9376"/>
                  <a:pt x="19" y="9581"/>
                  <a:pt x="1" y="9769"/>
                </a:cubicBezTo>
                <a:cubicBezTo>
                  <a:pt x="36" y="10126"/>
                  <a:pt x="36" y="10482"/>
                  <a:pt x="108" y="10830"/>
                </a:cubicBezTo>
                <a:cubicBezTo>
                  <a:pt x="117" y="11098"/>
                  <a:pt x="304" y="11312"/>
                  <a:pt x="304" y="11580"/>
                </a:cubicBezTo>
                <a:cubicBezTo>
                  <a:pt x="268" y="11794"/>
                  <a:pt x="420" y="11972"/>
                  <a:pt x="402" y="12186"/>
                </a:cubicBezTo>
                <a:cubicBezTo>
                  <a:pt x="518" y="12276"/>
                  <a:pt x="545" y="12418"/>
                  <a:pt x="545" y="12561"/>
                </a:cubicBezTo>
                <a:cubicBezTo>
                  <a:pt x="554" y="12766"/>
                  <a:pt x="679" y="12936"/>
                  <a:pt x="732" y="13123"/>
                </a:cubicBezTo>
                <a:cubicBezTo>
                  <a:pt x="679" y="13266"/>
                  <a:pt x="697" y="13489"/>
                  <a:pt x="830" y="13569"/>
                </a:cubicBezTo>
                <a:cubicBezTo>
                  <a:pt x="1009" y="13953"/>
                  <a:pt x="1134" y="14354"/>
                  <a:pt x="1285" y="14756"/>
                </a:cubicBezTo>
                <a:cubicBezTo>
                  <a:pt x="1464" y="14889"/>
                  <a:pt x="1446" y="15139"/>
                  <a:pt x="1544" y="15326"/>
                </a:cubicBezTo>
                <a:cubicBezTo>
                  <a:pt x="1615" y="15532"/>
                  <a:pt x="1767" y="15701"/>
                  <a:pt x="1874" y="15880"/>
                </a:cubicBezTo>
                <a:cubicBezTo>
                  <a:pt x="2106" y="16129"/>
                  <a:pt x="2133" y="16504"/>
                  <a:pt x="2383" y="16745"/>
                </a:cubicBezTo>
                <a:cubicBezTo>
                  <a:pt x="2499" y="16834"/>
                  <a:pt x="2552" y="16959"/>
                  <a:pt x="2570" y="17093"/>
                </a:cubicBezTo>
                <a:cubicBezTo>
                  <a:pt x="2784" y="17459"/>
                  <a:pt x="3096" y="17744"/>
                  <a:pt x="3364" y="18074"/>
                </a:cubicBezTo>
                <a:cubicBezTo>
                  <a:pt x="3614" y="18199"/>
                  <a:pt x="3703" y="18502"/>
                  <a:pt x="3962" y="18618"/>
                </a:cubicBezTo>
                <a:cubicBezTo>
                  <a:pt x="4096" y="18645"/>
                  <a:pt x="4051" y="18824"/>
                  <a:pt x="4176" y="18850"/>
                </a:cubicBezTo>
                <a:cubicBezTo>
                  <a:pt x="4390" y="18939"/>
                  <a:pt x="4488" y="19189"/>
                  <a:pt x="4720" y="19278"/>
                </a:cubicBezTo>
                <a:cubicBezTo>
                  <a:pt x="4836" y="19314"/>
                  <a:pt x="4907" y="19439"/>
                  <a:pt x="5032" y="19457"/>
                </a:cubicBezTo>
                <a:cubicBezTo>
                  <a:pt x="5211" y="19582"/>
                  <a:pt x="5416" y="19716"/>
                  <a:pt x="5639" y="19760"/>
                </a:cubicBezTo>
                <a:cubicBezTo>
                  <a:pt x="5844" y="19948"/>
                  <a:pt x="6138" y="20028"/>
                  <a:pt x="6370" y="20180"/>
                </a:cubicBezTo>
                <a:cubicBezTo>
                  <a:pt x="6718" y="20313"/>
                  <a:pt x="7013" y="20545"/>
                  <a:pt x="7370" y="20652"/>
                </a:cubicBezTo>
                <a:cubicBezTo>
                  <a:pt x="7682" y="20813"/>
                  <a:pt x="8039" y="20911"/>
                  <a:pt x="8333" y="21107"/>
                </a:cubicBezTo>
                <a:cubicBezTo>
                  <a:pt x="8761" y="21277"/>
                  <a:pt x="9181" y="21464"/>
                  <a:pt x="9600" y="21643"/>
                </a:cubicBezTo>
                <a:cubicBezTo>
                  <a:pt x="9841" y="21651"/>
                  <a:pt x="10082" y="21687"/>
                  <a:pt x="10305" y="21785"/>
                </a:cubicBezTo>
                <a:cubicBezTo>
                  <a:pt x="10545" y="21830"/>
                  <a:pt x="10813" y="21767"/>
                  <a:pt x="11045" y="21883"/>
                </a:cubicBezTo>
                <a:cubicBezTo>
                  <a:pt x="11106" y="21836"/>
                  <a:pt x="11170" y="21821"/>
                  <a:pt x="11237" y="21821"/>
                </a:cubicBezTo>
                <a:cubicBezTo>
                  <a:pt x="11359" y="21821"/>
                  <a:pt x="11489" y="21873"/>
                  <a:pt x="11618" y="21873"/>
                </a:cubicBezTo>
                <a:cubicBezTo>
                  <a:pt x="11644" y="21873"/>
                  <a:pt x="11670" y="21871"/>
                  <a:pt x="11696" y="21866"/>
                </a:cubicBezTo>
                <a:cubicBezTo>
                  <a:pt x="11764" y="21832"/>
                  <a:pt x="11837" y="21814"/>
                  <a:pt x="11911" y="21814"/>
                </a:cubicBezTo>
                <a:cubicBezTo>
                  <a:pt x="11993" y="21814"/>
                  <a:pt x="12076" y="21836"/>
                  <a:pt x="12151" y="21883"/>
                </a:cubicBezTo>
                <a:cubicBezTo>
                  <a:pt x="12247" y="21836"/>
                  <a:pt x="12349" y="21815"/>
                  <a:pt x="12451" y="21815"/>
                </a:cubicBezTo>
                <a:cubicBezTo>
                  <a:pt x="12558" y="21815"/>
                  <a:pt x="12666" y="21838"/>
                  <a:pt x="12767" y="21874"/>
                </a:cubicBezTo>
                <a:cubicBezTo>
                  <a:pt x="12892" y="21776"/>
                  <a:pt x="13061" y="21883"/>
                  <a:pt x="13124" y="21714"/>
                </a:cubicBezTo>
                <a:cubicBezTo>
                  <a:pt x="13148" y="21717"/>
                  <a:pt x="13172" y="21719"/>
                  <a:pt x="13196" y="21719"/>
                </a:cubicBezTo>
                <a:cubicBezTo>
                  <a:pt x="13376" y="21719"/>
                  <a:pt x="13549" y="21633"/>
                  <a:pt x="13659" y="21491"/>
                </a:cubicBezTo>
                <a:cubicBezTo>
                  <a:pt x="13730" y="21393"/>
                  <a:pt x="13846" y="21393"/>
                  <a:pt x="13962" y="21393"/>
                </a:cubicBezTo>
                <a:cubicBezTo>
                  <a:pt x="14221" y="21286"/>
                  <a:pt x="14587" y="21295"/>
                  <a:pt x="14765" y="21045"/>
                </a:cubicBezTo>
                <a:lnTo>
                  <a:pt x="14756" y="21000"/>
                </a:lnTo>
                <a:cubicBezTo>
                  <a:pt x="14836" y="20956"/>
                  <a:pt x="14988" y="20956"/>
                  <a:pt x="15024" y="20858"/>
                </a:cubicBezTo>
                <a:cubicBezTo>
                  <a:pt x="15104" y="20840"/>
                  <a:pt x="15095" y="20706"/>
                  <a:pt x="15167" y="20652"/>
                </a:cubicBezTo>
                <a:cubicBezTo>
                  <a:pt x="15398" y="20474"/>
                  <a:pt x="15729" y="20420"/>
                  <a:pt x="15907" y="20162"/>
                </a:cubicBezTo>
                <a:cubicBezTo>
                  <a:pt x="16076" y="19912"/>
                  <a:pt x="16415" y="19849"/>
                  <a:pt x="16576" y="19582"/>
                </a:cubicBezTo>
                <a:cubicBezTo>
                  <a:pt x="16674" y="19359"/>
                  <a:pt x="17067" y="19332"/>
                  <a:pt x="16933" y="19011"/>
                </a:cubicBezTo>
                <a:cubicBezTo>
                  <a:pt x="17067" y="18877"/>
                  <a:pt x="17361" y="18895"/>
                  <a:pt x="17370" y="18663"/>
                </a:cubicBezTo>
                <a:cubicBezTo>
                  <a:pt x="17432" y="18618"/>
                  <a:pt x="17513" y="18574"/>
                  <a:pt x="17575" y="18511"/>
                </a:cubicBezTo>
                <a:cubicBezTo>
                  <a:pt x="17602" y="18351"/>
                  <a:pt x="17691" y="18226"/>
                  <a:pt x="17852" y="18163"/>
                </a:cubicBezTo>
                <a:cubicBezTo>
                  <a:pt x="18173" y="18038"/>
                  <a:pt x="18039" y="17619"/>
                  <a:pt x="18173" y="17378"/>
                </a:cubicBezTo>
                <a:cubicBezTo>
                  <a:pt x="18209" y="17253"/>
                  <a:pt x="18405" y="17289"/>
                  <a:pt x="18423" y="17146"/>
                </a:cubicBezTo>
                <a:cubicBezTo>
                  <a:pt x="18423" y="17013"/>
                  <a:pt x="18557" y="16932"/>
                  <a:pt x="18565" y="16798"/>
                </a:cubicBezTo>
                <a:cubicBezTo>
                  <a:pt x="18583" y="16611"/>
                  <a:pt x="18797" y="16522"/>
                  <a:pt x="18797" y="16326"/>
                </a:cubicBezTo>
                <a:cubicBezTo>
                  <a:pt x="18922" y="16183"/>
                  <a:pt x="19127" y="16067"/>
                  <a:pt x="19056" y="15826"/>
                </a:cubicBezTo>
                <a:cubicBezTo>
                  <a:pt x="19136" y="15416"/>
                  <a:pt x="19252" y="15005"/>
                  <a:pt x="19270" y="14586"/>
                </a:cubicBezTo>
                <a:cubicBezTo>
                  <a:pt x="19181" y="14381"/>
                  <a:pt x="19413" y="14283"/>
                  <a:pt x="19404" y="14104"/>
                </a:cubicBezTo>
                <a:cubicBezTo>
                  <a:pt x="19440" y="13667"/>
                  <a:pt x="19681" y="13266"/>
                  <a:pt x="19627" y="12820"/>
                </a:cubicBezTo>
                <a:cubicBezTo>
                  <a:pt x="19725" y="12766"/>
                  <a:pt x="19672" y="12579"/>
                  <a:pt x="19698" y="12463"/>
                </a:cubicBezTo>
                <a:cubicBezTo>
                  <a:pt x="19823" y="12204"/>
                  <a:pt x="19431" y="12079"/>
                  <a:pt x="19600" y="11821"/>
                </a:cubicBezTo>
                <a:cubicBezTo>
                  <a:pt x="19600" y="11482"/>
                  <a:pt x="19707" y="11151"/>
                  <a:pt x="19707" y="10821"/>
                </a:cubicBezTo>
                <a:lnTo>
                  <a:pt x="19752" y="10830"/>
                </a:lnTo>
                <a:cubicBezTo>
                  <a:pt x="19752" y="10491"/>
                  <a:pt x="19770" y="10152"/>
                  <a:pt x="19743" y="9822"/>
                </a:cubicBezTo>
                <a:cubicBezTo>
                  <a:pt x="19761" y="9653"/>
                  <a:pt x="19761" y="9483"/>
                  <a:pt x="19725" y="9314"/>
                </a:cubicBezTo>
                <a:cubicBezTo>
                  <a:pt x="19627" y="9225"/>
                  <a:pt x="19868" y="8859"/>
                  <a:pt x="19716" y="8841"/>
                </a:cubicBezTo>
                <a:cubicBezTo>
                  <a:pt x="19725" y="8645"/>
                  <a:pt x="19707" y="8457"/>
                  <a:pt x="19716" y="8261"/>
                </a:cubicBezTo>
                <a:lnTo>
                  <a:pt x="19672" y="8261"/>
                </a:lnTo>
                <a:cubicBezTo>
                  <a:pt x="19672" y="8181"/>
                  <a:pt x="19672" y="8100"/>
                  <a:pt x="19645" y="8029"/>
                </a:cubicBezTo>
                <a:cubicBezTo>
                  <a:pt x="19582" y="7860"/>
                  <a:pt x="19672" y="7681"/>
                  <a:pt x="19672" y="7512"/>
                </a:cubicBezTo>
                <a:lnTo>
                  <a:pt x="19627" y="7512"/>
                </a:lnTo>
                <a:cubicBezTo>
                  <a:pt x="19582" y="7298"/>
                  <a:pt x="19440" y="7110"/>
                  <a:pt x="19368" y="6896"/>
                </a:cubicBezTo>
                <a:cubicBezTo>
                  <a:pt x="19404" y="6807"/>
                  <a:pt x="19413" y="6709"/>
                  <a:pt x="19395" y="6620"/>
                </a:cubicBezTo>
                <a:cubicBezTo>
                  <a:pt x="19413" y="6405"/>
                  <a:pt x="19458" y="6111"/>
                  <a:pt x="19217" y="6013"/>
                </a:cubicBezTo>
                <a:cubicBezTo>
                  <a:pt x="19127" y="5879"/>
                  <a:pt x="19181" y="5656"/>
                  <a:pt x="19020" y="5549"/>
                </a:cubicBezTo>
                <a:cubicBezTo>
                  <a:pt x="19003" y="5344"/>
                  <a:pt x="19127" y="5049"/>
                  <a:pt x="18913" y="4898"/>
                </a:cubicBezTo>
                <a:cubicBezTo>
                  <a:pt x="18888" y="4838"/>
                  <a:pt x="18870" y="4754"/>
                  <a:pt x="18792" y="4754"/>
                </a:cubicBezTo>
                <a:cubicBezTo>
                  <a:pt x="18788" y="4754"/>
                  <a:pt x="18784" y="4755"/>
                  <a:pt x="18780" y="4755"/>
                </a:cubicBezTo>
                <a:cubicBezTo>
                  <a:pt x="18780" y="4657"/>
                  <a:pt x="18708" y="4577"/>
                  <a:pt x="18655" y="4496"/>
                </a:cubicBezTo>
                <a:cubicBezTo>
                  <a:pt x="18646" y="4407"/>
                  <a:pt x="18619" y="4273"/>
                  <a:pt x="18521" y="4238"/>
                </a:cubicBezTo>
                <a:cubicBezTo>
                  <a:pt x="18405" y="4122"/>
                  <a:pt x="18360" y="3952"/>
                  <a:pt x="18253" y="3836"/>
                </a:cubicBezTo>
                <a:cubicBezTo>
                  <a:pt x="18271" y="3765"/>
                  <a:pt x="18253" y="3720"/>
                  <a:pt x="18209" y="3702"/>
                </a:cubicBezTo>
                <a:cubicBezTo>
                  <a:pt x="18262" y="3533"/>
                  <a:pt x="18244" y="3301"/>
                  <a:pt x="18075" y="3221"/>
                </a:cubicBezTo>
                <a:cubicBezTo>
                  <a:pt x="18048" y="3158"/>
                  <a:pt x="18021" y="3060"/>
                  <a:pt x="17941" y="3051"/>
                </a:cubicBezTo>
                <a:cubicBezTo>
                  <a:pt x="17896" y="2944"/>
                  <a:pt x="17763" y="2900"/>
                  <a:pt x="17682" y="2819"/>
                </a:cubicBezTo>
                <a:cubicBezTo>
                  <a:pt x="17673" y="2614"/>
                  <a:pt x="17459" y="2569"/>
                  <a:pt x="17334" y="2462"/>
                </a:cubicBezTo>
                <a:cubicBezTo>
                  <a:pt x="17156" y="2213"/>
                  <a:pt x="16924" y="2016"/>
                  <a:pt x="16737" y="1775"/>
                </a:cubicBezTo>
                <a:cubicBezTo>
                  <a:pt x="16540" y="1731"/>
                  <a:pt x="16415" y="1544"/>
                  <a:pt x="16219" y="1490"/>
                </a:cubicBezTo>
                <a:cubicBezTo>
                  <a:pt x="16005" y="1383"/>
                  <a:pt x="15871" y="1151"/>
                  <a:pt x="15639" y="1053"/>
                </a:cubicBezTo>
                <a:cubicBezTo>
                  <a:pt x="15470" y="990"/>
                  <a:pt x="15309" y="892"/>
                  <a:pt x="15140" y="803"/>
                </a:cubicBezTo>
                <a:cubicBezTo>
                  <a:pt x="14792" y="758"/>
                  <a:pt x="14462" y="651"/>
                  <a:pt x="14114" y="589"/>
                </a:cubicBezTo>
                <a:cubicBezTo>
                  <a:pt x="13480" y="509"/>
                  <a:pt x="12856" y="402"/>
                  <a:pt x="12223" y="357"/>
                </a:cubicBezTo>
                <a:lnTo>
                  <a:pt x="12160" y="357"/>
                </a:lnTo>
                <a:cubicBezTo>
                  <a:pt x="12097" y="306"/>
                  <a:pt x="12020" y="296"/>
                  <a:pt x="11941" y="296"/>
                </a:cubicBezTo>
                <a:cubicBezTo>
                  <a:pt x="11894" y="296"/>
                  <a:pt x="11847" y="300"/>
                  <a:pt x="11800" y="300"/>
                </a:cubicBezTo>
                <a:cubicBezTo>
                  <a:pt x="11748" y="300"/>
                  <a:pt x="11697" y="295"/>
                  <a:pt x="11652" y="277"/>
                </a:cubicBezTo>
                <a:cubicBezTo>
                  <a:pt x="11259" y="170"/>
                  <a:pt x="10858" y="232"/>
                  <a:pt x="10465" y="134"/>
                </a:cubicBezTo>
                <a:cubicBezTo>
                  <a:pt x="10444" y="134"/>
                  <a:pt x="10422" y="135"/>
                  <a:pt x="10401" y="135"/>
                </a:cubicBezTo>
                <a:cubicBezTo>
                  <a:pt x="10036" y="135"/>
                  <a:pt x="9682" y="75"/>
                  <a:pt x="9320" y="75"/>
                </a:cubicBezTo>
                <a:cubicBezTo>
                  <a:pt x="9262" y="75"/>
                  <a:pt x="9203" y="77"/>
                  <a:pt x="9145" y="81"/>
                </a:cubicBezTo>
                <a:lnTo>
                  <a:pt x="9145" y="36"/>
                </a:lnTo>
                <a:cubicBezTo>
                  <a:pt x="9013" y="36"/>
                  <a:pt x="8882" y="39"/>
                  <a:pt x="8752" y="39"/>
                </a:cubicBezTo>
                <a:cubicBezTo>
                  <a:pt x="8558" y="39"/>
                  <a:pt x="8365" y="32"/>
                  <a:pt x="8172" y="0"/>
                </a:cubicBezTo>
                <a:close/>
              </a:path>
            </a:pathLst>
          </a:cu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6971;p63">
            <a:extLst>
              <a:ext uri="{FF2B5EF4-FFF2-40B4-BE49-F238E27FC236}">
                <a16:creationId xmlns:a16="http://schemas.microsoft.com/office/drawing/2014/main" id="{DB703A63-1133-1237-A3A8-805DB139689E}"/>
              </a:ext>
            </a:extLst>
          </p:cNvPr>
          <p:cNvGrpSpPr/>
          <p:nvPr/>
        </p:nvGrpSpPr>
        <p:grpSpPr>
          <a:xfrm>
            <a:off x="5826657" y="1591532"/>
            <a:ext cx="350079" cy="349133"/>
            <a:chOff x="2037825" y="3981825"/>
            <a:chExt cx="296175" cy="295375"/>
          </a:xfrm>
          <a:solidFill>
            <a:schemeClr val="bg1">
              <a:lumMod val="10000"/>
            </a:schemeClr>
          </a:solidFill>
        </p:grpSpPr>
        <p:sp>
          <p:nvSpPr>
            <p:cNvPr id="5" name="Google Shape;6972;p63">
              <a:extLst>
                <a:ext uri="{FF2B5EF4-FFF2-40B4-BE49-F238E27FC236}">
                  <a16:creationId xmlns:a16="http://schemas.microsoft.com/office/drawing/2014/main" id="{F96DC6DD-2200-E4CF-9C88-D4910381219C}"/>
                </a:ext>
              </a:extLst>
            </p:cNvPr>
            <p:cNvSpPr/>
            <p:nvPr/>
          </p:nvSpPr>
          <p:spPr>
            <a:xfrm>
              <a:off x="2072500" y="4085775"/>
              <a:ext cx="88225" cy="86675"/>
            </a:xfrm>
            <a:custGeom>
              <a:avLst/>
              <a:gdLst/>
              <a:ahLst/>
              <a:cxnLst/>
              <a:rect l="l" t="t" r="r" b="b"/>
              <a:pathLst>
                <a:path w="3529" h="3467" extrusionOk="0">
                  <a:moveTo>
                    <a:pt x="1764" y="1"/>
                  </a:moveTo>
                  <a:cubicBezTo>
                    <a:pt x="819" y="1"/>
                    <a:pt x="0" y="788"/>
                    <a:pt x="0" y="1734"/>
                  </a:cubicBezTo>
                  <a:cubicBezTo>
                    <a:pt x="0" y="2679"/>
                    <a:pt x="819" y="3466"/>
                    <a:pt x="1764" y="3466"/>
                  </a:cubicBezTo>
                  <a:cubicBezTo>
                    <a:pt x="2709" y="3466"/>
                    <a:pt x="3529" y="2679"/>
                    <a:pt x="3529" y="1734"/>
                  </a:cubicBezTo>
                  <a:cubicBezTo>
                    <a:pt x="3529" y="788"/>
                    <a:pt x="2741" y="1"/>
                    <a:pt x="17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973;p63">
              <a:extLst>
                <a:ext uri="{FF2B5EF4-FFF2-40B4-BE49-F238E27FC236}">
                  <a16:creationId xmlns:a16="http://schemas.microsoft.com/office/drawing/2014/main" id="{FF675509-A664-4F34-3873-0C97874B1E17}"/>
                </a:ext>
              </a:extLst>
            </p:cNvPr>
            <p:cNvSpPr/>
            <p:nvPr/>
          </p:nvSpPr>
          <p:spPr>
            <a:xfrm>
              <a:off x="2176450" y="3981825"/>
              <a:ext cx="157550" cy="155975"/>
            </a:xfrm>
            <a:custGeom>
              <a:avLst/>
              <a:gdLst/>
              <a:ahLst/>
              <a:cxnLst/>
              <a:rect l="l" t="t" r="r" b="b"/>
              <a:pathLst>
                <a:path w="6302" h="6239" extrusionOk="0">
                  <a:moveTo>
                    <a:pt x="3151" y="1733"/>
                  </a:moveTo>
                  <a:cubicBezTo>
                    <a:pt x="3372" y="1733"/>
                    <a:pt x="3529" y="1890"/>
                    <a:pt x="3529" y="2079"/>
                  </a:cubicBezTo>
                  <a:cubicBezTo>
                    <a:pt x="3529" y="2268"/>
                    <a:pt x="3372" y="2426"/>
                    <a:pt x="3151" y="2426"/>
                  </a:cubicBezTo>
                  <a:cubicBezTo>
                    <a:pt x="2962" y="2426"/>
                    <a:pt x="2805" y="2268"/>
                    <a:pt x="2805" y="2079"/>
                  </a:cubicBezTo>
                  <a:cubicBezTo>
                    <a:pt x="2805" y="1890"/>
                    <a:pt x="2962" y="1733"/>
                    <a:pt x="3151" y="1733"/>
                  </a:cubicBezTo>
                  <a:close/>
                  <a:moveTo>
                    <a:pt x="3151" y="2773"/>
                  </a:moveTo>
                  <a:cubicBezTo>
                    <a:pt x="3372" y="2773"/>
                    <a:pt x="3529" y="2930"/>
                    <a:pt x="3529" y="3151"/>
                  </a:cubicBezTo>
                  <a:lnTo>
                    <a:pt x="3529" y="4505"/>
                  </a:lnTo>
                  <a:cubicBezTo>
                    <a:pt x="3529" y="4726"/>
                    <a:pt x="3372" y="4883"/>
                    <a:pt x="3151" y="4883"/>
                  </a:cubicBezTo>
                  <a:cubicBezTo>
                    <a:pt x="2962" y="4883"/>
                    <a:pt x="2805" y="4726"/>
                    <a:pt x="2805" y="4505"/>
                  </a:cubicBezTo>
                  <a:lnTo>
                    <a:pt x="2805" y="3151"/>
                  </a:lnTo>
                  <a:cubicBezTo>
                    <a:pt x="2805" y="2930"/>
                    <a:pt x="2962" y="2773"/>
                    <a:pt x="3151" y="2773"/>
                  </a:cubicBezTo>
                  <a:close/>
                  <a:moveTo>
                    <a:pt x="3151" y="0"/>
                  </a:moveTo>
                  <a:cubicBezTo>
                    <a:pt x="1418" y="0"/>
                    <a:pt x="64" y="1418"/>
                    <a:pt x="64" y="3088"/>
                  </a:cubicBezTo>
                  <a:cubicBezTo>
                    <a:pt x="64" y="3655"/>
                    <a:pt x="158" y="4159"/>
                    <a:pt x="442" y="4631"/>
                  </a:cubicBezTo>
                  <a:lnTo>
                    <a:pt x="64" y="5765"/>
                  </a:lnTo>
                  <a:cubicBezTo>
                    <a:pt x="1" y="5892"/>
                    <a:pt x="64" y="6018"/>
                    <a:pt x="127" y="6112"/>
                  </a:cubicBezTo>
                  <a:cubicBezTo>
                    <a:pt x="190" y="6207"/>
                    <a:pt x="379" y="6238"/>
                    <a:pt x="473" y="6238"/>
                  </a:cubicBezTo>
                  <a:lnTo>
                    <a:pt x="1796" y="5923"/>
                  </a:lnTo>
                  <a:cubicBezTo>
                    <a:pt x="2206" y="6175"/>
                    <a:pt x="2679" y="6238"/>
                    <a:pt x="3214" y="6238"/>
                  </a:cubicBezTo>
                  <a:cubicBezTo>
                    <a:pt x="4947" y="6238"/>
                    <a:pt x="6302" y="4820"/>
                    <a:pt x="6302" y="3119"/>
                  </a:cubicBezTo>
                  <a:cubicBezTo>
                    <a:pt x="6270" y="1418"/>
                    <a:pt x="4884" y="0"/>
                    <a:pt x="31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974;p63">
              <a:extLst>
                <a:ext uri="{FF2B5EF4-FFF2-40B4-BE49-F238E27FC236}">
                  <a16:creationId xmlns:a16="http://schemas.microsoft.com/office/drawing/2014/main" id="{04ED107D-7360-3F10-BDDE-F7C766174829}"/>
                </a:ext>
              </a:extLst>
            </p:cNvPr>
            <p:cNvSpPr/>
            <p:nvPr/>
          </p:nvSpPr>
          <p:spPr>
            <a:xfrm>
              <a:off x="2037825" y="4168475"/>
              <a:ext cx="157550" cy="108725"/>
            </a:xfrm>
            <a:custGeom>
              <a:avLst/>
              <a:gdLst/>
              <a:ahLst/>
              <a:cxnLst/>
              <a:rect l="l" t="t" r="r" b="b"/>
              <a:pathLst>
                <a:path w="6302" h="4349" extrusionOk="0">
                  <a:moveTo>
                    <a:pt x="1356" y="1"/>
                  </a:moveTo>
                  <a:cubicBezTo>
                    <a:pt x="568" y="568"/>
                    <a:pt x="1" y="1513"/>
                    <a:pt x="1" y="2553"/>
                  </a:cubicBezTo>
                  <a:lnTo>
                    <a:pt x="1" y="3970"/>
                  </a:lnTo>
                  <a:cubicBezTo>
                    <a:pt x="1" y="4222"/>
                    <a:pt x="158" y="4348"/>
                    <a:pt x="347" y="4348"/>
                  </a:cubicBezTo>
                  <a:lnTo>
                    <a:pt x="5955" y="4348"/>
                  </a:lnTo>
                  <a:cubicBezTo>
                    <a:pt x="6144" y="4348"/>
                    <a:pt x="6302" y="4191"/>
                    <a:pt x="6302" y="3970"/>
                  </a:cubicBezTo>
                  <a:lnTo>
                    <a:pt x="6302" y="2553"/>
                  </a:lnTo>
                  <a:cubicBezTo>
                    <a:pt x="6302" y="1513"/>
                    <a:pt x="5798" y="599"/>
                    <a:pt x="4947" y="1"/>
                  </a:cubicBezTo>
                  <a:cubicBezTo>
                    <a:pt x="4538" y="505"/>
                    <a:pt x="3844" y="820"/>
                    <a:pt x="3151" y="820"/>
                  </a:cubicBezTo>
                  <a:cubicBezTo>
                    <a:pt x="2427" y="820"/>
                    <a:pt x="1765" y="505"/>
                    <a:pt x="1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1020;p45">
            <a:extLst>
              <a:ext uri="{FF2B5EF4-FFF2-40B4-BE49-F238E27FC236}">
                <a16:creationId xmlns:a16="http://schemas.microsoft.com/office/drawing/2014/main" id="{3BB7495A-F73C-295B-8F4B-E4ACD5E2DFB8}"/>
              </a:ext>
            </a:extLst>
          </p:cNvPr>
          <p:cNvSpPr txBox="1">
            <a:spLocks/>
          </p:cNvSpPr>
          <p:nvPr/>
        </p:nvSpPr>
        <p:spPr>
          <a:xfrm>
            <a:off x="6444000" y="1780427"/>
            <a:ext cx="2700000" cy="4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pPr marL="0" indent="0"/>
            <a:r>
              <a:rPr lang="en-US" dirty="0"/>
              <a:t>Handle negative feedback properly</a:t>
            </a:r>
          </a:p>
        </p:txBody>
      </p:sp>
      <p:sp>
        <p:nvSpPr>
          <p:cNvPr id="9" name="Google Shape;1023;p45">
            <a:extLst>
              <a:ext uri="{FF2B5EF4-FFF2-40B4-BE49-F238E27FC236}">
                <a16:creationId xmlns:a16="http://schemas.microsoft.com/office/drawing/2014/main" id="{79B055A9-B2CE-39EB-0A3E-D1887877C8FF}"/>
              </a:ext>
            </a:extLst>
          </p:cNvPr>
          <p:cNvSpPr txBox="1">
            <a:spLocks/>
          </p:cNvSpPr>
          <p:nvPr/>
        </p:nvSpPr>
        <p:spPr>
          <a:xfrm>
            <a:off x="6466204" y="2139643"/>
            <a:ext cx="2372004" cy="81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dirty="0"/>
              <a:t>Address complaints respectfully, solve issues quickly and protect the brand’s reputation  </a:t>
            </a:r>
          </a:p>
        </p:txBody>
      </p:sp>
      <p:sp>
        <p:nvSpPr>
          <p:cNvPr id="10" name="Google Shape;1020;p45">
            <a:extLst>
              <a:ext uri="{FF2B5EF4-FFF2-40B4-BE49-F238E27FC236}">
                <a16:creationId xmlns:a16="http://schemas.microsoft.com/office/drawing/2014/main" id="{EFF524C7-44A1-DCF7-2F7B-632981361544}"/>
              </a:ext>
            </a:extLst>
          </p:cNvPr>
          <p:cNvSpPr txBox="1">
            <a:spLocks/>
          </p:cNvSpPr>
          <p:nvPr/>
        </p:nvSpPr>
        <p:spPr>
          <a:xfrm>
            <a:off x="6466204" y="2970888"/>
            <a:ext cx="2700000" cy="785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pPr marL="0" indent="0"/>
            <a:r>
              <a:rPr lang="en-US" dirty="0"/>
              <a:t>Measure results and </a:t>
            </a:r>
          </a:p>
          <a:p>
            <a:pPr marL="0" indent="0"/>
            <a:r>
              <a:rPr lang="en-US" dirty="0"/>
              <a:t>Improve </a:t>
            </a:r>
          </a:p>
        </p:txBody>
      </p:sp>
      <p:grpSp>
        <p:nvGrpSpPr>
          <p:cNvPr id="11" name="Google Shape;7114;p64">
            <a:extLst>
              <a:ext uri="{FF2B5EF4-FFF2-40B4-BE49-F238E27FC236}">
                <a16:creationId xmlns:a16="http://schemas.microsoft.com/office/drawing/2014/main" id="{CBFEB84C-7CA7-397C-7574-720A13388E93}"/>
              </a:ext>
            </a:extLst>
          </p:cNvPr>
          <p:cNvGrpSpPr/>
          <p:nvPr/>
        </p:nvGrpSpPr>
        <p:grpSpPr>
          <a:xfrm>
            <a:off x="5850942" y="3223541"/>
            <a:ext cx="352675" cy="355375"/>
            <a:chOff x="-31809525" y="3192625"/>
            <a:chExt cx="290650" cy="292875"/>
          </a:xfrm>
          <a:solidFill>
            <a:schemeClr val="bg1">
              <a:lumMod val="10000"/>
            </a:schemeClr>
          </a:solidFill>
        </p:grpSpPr>
        <p:sp>
          <p:nvSpPr>
            <p:cNvPr id="12" name="Google Shape;7115;p64">
              <a:extLst>
                <a:ext uri="{FF2B5EF4-FFF2-40B4-BE49-F238E27FC236}">
                  <a16:creationId xmlns:a16="http://schemas.microsoft.com/office/drawing/2014/main" id="{A5E2FE8F-3E03-6106-00CB-F009B70E84BF}"/>
                </a:ext>
              </a:extLst>
            </p:cNvPr>
            <p:cNvSpPr/>
            <p:nvPr/>
          </p:nvSpPr>
          <p:spPr>
            <a:xfrm>
              <a:off x="-31767775" y="3192625"/>
              <a:ext cx="204800" cy="153600"/>
            </a:xfrm>
            <a:custGeom>
              <a:avLst/>
              <a:gdLst/>
              <a:ahLst/>
              <a:cxnLst/>
              <a:rect l="l" t="t" r="r" b="b"/>
              <a:pathLst>
                <a:path w="8192" h="6144" extrusionOk="0">
                  <a:moveTo>
                    <a:pt x="4096" y="0"/>
                  </a:moveTo>
                  <a:cubicBezTo>
                    <a:pt x="2206" y="0"/>
                    <a:pt x="662" y="1544"/>
                    <a:pt x="662" y="3434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442"/>
                  </a:cubicBezTo>
                  <a:lnTo>
                    <a:pt x="0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35" y="6144"/>
                    <a:pt x="1261" y="6112"/>
                    <a:pt x="1387" y="6081"/>
                  </a:cubicBezTo>
                  <a:lnTo>
                    <a:pt x="1387" y="3403"/>
                  </a:lnTo>
                  <a:cubicBezTo>
                    <a:pt x="1387" y="1891"/>
                    <a:pt x="2584" y="630"/>
                    <a:pt x="4096" y="630"/>
                  </a:cubicBezTo>
                  <a:cubicBezTo>
                    <a:pt x="5577" y="630"/>
                    <a:pt x="6806" y="1891"/>
                    <a:pt x="6806" y="3403"/>
                  </a:cubicBezTo>
                  <a:lnTo>
                    <a:pt x="6806" y="6081"/>
                  </a:lnTo>
                  <a:cubicBezTo>
                    <a:pt x="6932" y="6112"/>
                    <a:pt x="7058" y="6144"/>
                    <a:pt x="7152" y="6144"/>
                  </a:cubicBezTo>
                  <a:cubicBezTo>
                    <a:pt x="7719" y="6144"/>
                    <a:pt x="8192" y="5671"/>
                    <a:pt x="8192" y="5136"/>
                  </a:cubicBezTo>
                  <a:lnTo>
                    <a:pt x="8192" y="4442"/>
                  </a:lnTo>
                  <a:cubicBezTo>
                    <a:pt x="8192" y="4033"/>
                    <a:pt x="7908" y="3623"/>
                    <a:pt x="7530" y="3497"/>
                  </a:cubicBezTo>
                  <a:lnTo>
                    <a:pt x="7530" y="3434"/>
                  </a:lnTo>
                  <a:cubicBezTo>
                    <a:pt x="7467" y="1576"/>
                    <a:pt x="5986" y="0"/>
                    <a:pt x="4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116;p64">
              <a:extLst>
                <a:ext uri="{FF2B5EF4-FFF2-40B4-BE49-F238E27FC236}">
                  <a16:creationId xmlns:a16="http://schemas.microsoft.com/office/drawing/2014/main" id="{960ACDBE-A115-7B18-3A9B-2EC7031BE88D}"/>
                </a:ext>
              </a:extLst>
            </p:cNvPr>
            <p:cNvSpPr/>
            <p:nvPr/>
          </p:nvSpPr>
          <p:spPr>
            <a:xfrm>
              <a:off x="-31715000" y="3244600"/>
              <a:ext cx="101625" cy="52450"/>
            </a:xfrm>
            <a:custGeom>
              <a:avLst/>
              <a:gdLst/>
              <a:ahLst/>
              <a:cxnLst/>
              <a:rect l="l" t="t" r="r" b="b"/>
              <a:pathLst>
                <a:path w="4065" h="2098" extrusionOk="0">
                  <a:moveTo>
                    <a:pt x="1702" y="1"/>
                  </a:moveTo>
                  <a:cubicBezTo>
                    <a:pt x="756" y="1"/>
                    <a:pt x="0" y="757"/>
                    <a:pt x="0" y="1702"/>
                  </a:cubicBezTo>
                  <a:lnTo>
                    <a:pt x="0" y="2080"/>
                  </a:lnTo>
                  <a:lnTo>
                    <a:pt x="1229" y="2080"/>
                  </a:lnTo>
                  <a:cubicBezTo>
                    <a:pt x="1418" y="2080"/>
                    <a:pt x="1765" y="2080"/>
                    <a:pt x="1891" y="1985"/>
                  </a:cubicBezTo>
                  <a:cubicBezTo>
                    <a:pt x="1922" y="1954"/>
                    <a:pt x="1985" y="1828"/>
                    <a:pt x="1985" y="1765"/>
                  </a:cubicBezTo>
                  <a:cubicBezTo>
                    <a:pt x="1985" y="1544"/>
                    <a:pt x="2143" y="1387"/>
                    <a:pt x="2332" y="1387"/>
                  </a:cubicBezTo>
                  <a:cubicBezTo>
                    <a:pt x="2521" y="1387"/>
                    <a:pt x="2678" y="1544"/>
                    <a:pt x="2678" y="1765"/>
                  </a:cubicBezTo>
                  <a:cubicBezTo>
                    <a:pt x="2678" y="1828"/>
                    <a:pt x="2678" y="1954"/>
                    <a:pt x="2773" y="1985"/>
                  </a:cubicBezTo>
                  <a:cubicBezTo>
                    <a:pt x="2836" y="2069"/>
                    <a:pt x="3025" y="2097"/>
                    <a:pt x="3237" y="2097"/>
                  </a:cubicBezTo>
                  <a:cubicBezTo>
                    <a:pt x="3343" y="2097"/>
                    <a:pt x="3455" y="2090"/>
                    <a:pt x="3560" y="2080"/>
                  </a:cubicBezTo>
                  <a:lnTo>
                    <a:pt x="4064" y="2080"/>
                  </a:lnTo>
                  <a:lnTo>
                    <a:pt x="4064" y="1702"/>
                  </a:lnTo>
                  <a:cubicBezTo>
                    <a:pt x="4064" y="757"/>
                    <a:pt x="3308" y="1"/>
                    <a:pt x="2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117;p64">
              <a:extLst>
                <a:ext uri="{FF2B5EF4-FFF2-40B4-BE49-F238E27FC236}">
                  <a16:creationId xmlns:a16="http://schemas.microsoft.com/office/drawing/2014/main" id="{7FD8F957-8E08-28F4-DA95-2E09010D8F17}"/>
                </a:ext>
              </a:extLst>
            </p:cNvPr>
            <p:cNvSpPr/>
            <p:nvPr/>
          </p:nvSpPr>
          <p:spPr>
            <a:xfrm>
              <a:off x="-31716575" y="3308400"/>
              <a:ext cx="102400" cy="73275"/>
            </a:xfrm>
            <a:custGeom>
              <a:avLst/>
              <a:gdLst/>
              <a:ahLst/>
              <a:cxnLst/>
              <a:rect l="l" t="t" r="r" b="b"/>
              <a:pathLst>
                <a:path w="4096" h="2931" extrusionOk="0">
                  <a:moveTo>
                    <a:pt x="2395" y="1"/>
                  </a:moveTo>
                  <a:cubicBezTo>
                    <a:pt x="2080" y="221"/>
                    <a:pt x="1639" y="221"/>
                    <a:pt x="1197" y="221"/>
                  </a:cubicBezTo>
                  <a:lnTo>
                    <a:pt x="0" y="221"/>
                  </a:lnTo>
                  <a:lnTo>
                    <a:pt x="0" y="883"/>
                  </a:lnTo>
                  <a:cubicBezTo>
                    <a:pt x="0" y="2048"/>
                    <a:pt x="914" y="2930"/>
                    <a:pt x="2048" y="2930"/>
                  </a:cubicBezTo>
                  <a:cubicBezTo>
                    <a:pt x="3182" y="2930"/>
                    <a:pt x="4096" y="2048"/>
                    <a:pt x="4096" y="883"/>
                  </a:cubicBezTo>
                  <a:lnTo>
                    <a:pt x="4096" y="221"/>
                  </a:lnTo>
                  <a:lnTo>
                    <a:pt x="3403" y="221"/>
                  </a:lnTo>
                  <a:cubicBezTo>
                    <a:pt x="3025" y="221"/>
                    <a:pt x="2678" y="190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118;p64">
              <a:extLst>
                <a:ext uri="{FF2B5EF4-FFF2-40B4-BE49-F238E27FC236}">
                  <a16:creationId xmlns:a16="http://schemas.microsoft.com/office/drawing/2014/main" id="{DFAE3568-37BF-B605-087E-0F9208C74624}"/>
                </a:ext>
              </a:extLst>
            </p:cNvPr>
            <p:cNvSpPr/>
            <p:nvPr/>
          </p:nvSpPr>
          <p:spPr>
            <a:xfrm>
              <a:off x="-31809525" y="3386375"/>
              <a:ext cx="290650" cy="99125"/>
            </a:xfrm>
            <a:custGeom>
              <a:avLst/>
              <a:gdLst/>
              <a:ahLst/>
              <a:cxnLst/>
              <a:rect l="l" t="t" r="r" b="b"/>
              <a:pathLst>
                <a:path w="11626" h="3965" extrusionOk="0">
                  <a:moveTo>
                    <a:pt x="2092" y="0"/>
                  </a:moveTo>
                  <a:cubicBezTo>
                    <a:pt x="1962" y="0"/>
                    <a:pt x="1828" y="63"/>
                    <a:pt x="1765" y="190"/>
                  </a:cubicBezTo>
                  <a:lnTo>
                    <a:pt x="1355" y="1072"/>
                  </a:lnTo>
                  <a:lnTo>
                    <a:pt x="316" y="1229"/>
                  </a:lnTo>
                  <a:cubicBezTo>
                    <a:pt x="190" y="1229"/>
                    <a:pt x="95" y="1355"/>
                    <a:pt x="64" y="1481"/>
                  </a:cubicBezTo>
                  <a:cubicBezTo>
                    <a:pt x="1" y="1607"/>
                    <a:pt x="64" y="1765"/>
                    <a:pt x="127" y="1828"/>
                  </a:cubicBezTo>
                  <a:lnTo>
                    <a:pt x="883" y="2552"/>
                  </a:lnTo>
                  <a:lnTo>
                    <a:pt x="725" y="3561"/>
                  </a:lnTo>
                  <a:cubicBezTo>
                    <a:pt x="694" y="3687"/>
                    <a:pt x="757" y="3844"/>
                    <a:pt x="851" y="3876"/>
                  </a:cubicBezTo>
                  <a:cubicBezTo>
                    <a:pt x="903" y="3928"/>
                    <a:pt x="965" y="3951"/>
                    <a:pt x="1031" y="3951"/>
                  </a:cubicBezTo>
                  <a:cubicBezTo>
                    <a:pt x="1085" y="3951"/>
                    <a:pt x="1141" y="3935"/>
                    <a:pt x="1198" y="3907"/>
                  </a:cubicBezTo>
                  <a:lnTo>
                    <a:pt x="2112" y="3435"/>
                  </a:lnTo>
                  <a:lnTo>
                    <a:pt x="2994" y="3907"/>
                  </a:lnTo>
                  <a:cubicBezTo>
                    <a:pt x="3046" y="3947"/>
                    <a:pt x="3099" y="3964"/>
                    <a:pt x="3152" y="3964"/>
                  </a:cubicBezTo>
                  <a:cubicBezTo>
                    <a:pt x="3225" y="3964"/>
                    <a:pt x="3298" y="3930"/>
                    <a:pt x="3372" y="3876"/>
                  </a:cubicBezTo>
                  <a:cubicBezTo>
                    <a:pt x="3466" y="3813"/>
                    <a:pt x="3529" y="3687"/>
                    <a:pt x="3466" y="3561"/>
                  </a:cubicBezTo>
                  <a:lnTo>
                    <a:pt x="3309" y="2552"/>
                  </a:lnTo>
                  <a:lnTo>
                    <a:pt x="4002" y="1891"/>
                  </a:lnTo>
                  <a:lnTo>
                    <a:pt x="4663" y="2552"/>
                  </a:lnTo>
                  <a:lnTo>
                    <a:pt x="4506" y="3561"/>
                  </a:lnTo>
                  <a:cubicBezTo>
                    <a:pt x="4474" y="3687"/>
                    <a:pt x="4537" y="3844"/>
                    <a:pt x="4632" y="3876"/>
                  </a:cubicBezTo>
                  <a:cubicBezTo>
                    <a:pt x="4684" y="3928"/>
                    <a:pt x="4746" y="3951"/>
                    <a:pt x="4811" y="3951"/>
                  </a:cubicBezTo>
                  <a:cubicBezTo>
                    <a:pt x="4865" y="3951"/>
                    <a:pt x="4922" y="3935"/>
                    <a:pt x="4978" y="3907"/>
                  </a:cubicBezTo>
                  <a:lnTo>
                    <a:pt x="5892" y="3435"/>
                  </a:lnTo>
                  <a:lnTo>
                    <a:pt x="6774" y="3907"/>
                  </a:lnTo>
                  <a:cubicBezTo>
                    <a:pt x="6827" y="3947"/>
                    <a:pt x="6880" y="3964"/>
                    <a:pt x="6933" y="3964"/>
                  </a:cubicBezTo>
                  <a:cubicBezTo>
                    <a:pt x="7006" y="3964"/>
                    <a:pt x="7079" y="3930"/>
                    <a:pt x="7152" y="3876"/>
                  </a:cubicBezTo>
                  <a:cubicBezTo>
                    <a:pt x="7247" y="3813"/>
                    <a:pt x="7310" y="3687"/>
                    <a:pt x="7247" y="3561"/>
                  </a:cubicBezTo>
                  <a:lnTo>
                    <a:pt x="7089" y="2552"/>
                  </a:lnTo>
                  <a:lnTo>
                    <a:pt x="7782" y="1891"/>
                  </a:lnTo>
                  <a:lnTo>
                    <a:pt x="8444" y="2552"/>
                  </a:lnTo>
                  <a:lnTo>
                    <a:pt x="8286" y="3561"/>
                  </a:lnTo>
                  <a:cubicBezTo>
                    <a:pt x="8255" y="3687"/>
                    <a:pt x="8318" y="3844"/>
                    <a:pt x="8413" y="3876"/>
                  </a:cubicBezTo>
                  <a:cubicBezTo>
                    <a:pt x="8465" y="3928"/>
                    <a:pt x="8526" y="3951"/>
                    <a:pt x="8592" y="3951"/>
                  </a:cubicBezTo>
                  <a:cubicBezTo>
                    <a:pt x="8646" y="3951"/>
                    <a:pt x="8702" y="3935"/>
                    <a:pt x="8759" y="3907"/>
                  </a:cubicBezTo>
                  <a:lnTo>
                    <a:pt x="9673" y="3435"/>
                  </a:lnTo>
                  <a:lnTo>
                    <a:pt x="10555" y="3907"/>
                  </a:lnTo>
                  <a:cubicBezTo>
                    <a:pt x="10608" y="3947"/>
                    <a:pt x="10660" y="3964"/>
                    <a:pt x="10713" y="3964"/>
                  </a:cubicBezTo>
                  <a:cubicBezTo>
                    <a:pt x="10786" y="3964"/>
                    <a:pt x="10860" y="3930"/>
                    <a:pt x="10933" y="3876"/>
                  </a:cubicBezTo>
                  <a:cubicBezTo>
                    <a:pt x="11027" y="3813"/>
                    <a:pt x="11090" y="3687"/>
                    <a:pt x="11027" y="3561"/>
                  </a:cubicBezTo>
                  <a:lnTo>
                    <a:pt x="10870" y="2552"/>
                  </a:lnTo>
                  <a:lnTo>
                    <a:pt x="11626" y="1828"/>
                  </a:lnTo>
                  <a:cubicBezTo>
                    <a:pt x="11532" y="1702"/>
                    <a:pt x="11595" y="1607"/>
                    <a:pt x="11532" y="1481"/>
                  </a:cubicBezTo>
                  <a:cubicBezTo>
                    <a:pt x="11500" y="1355"/>
                    <a:pt x="11374" y="1292"/>
                    <a:pt x="11279" y="1229"/>
                  </a:cubicBezTo>
                  <a:lnTo>
                    <a:pt x="10240" y="1072"/>
                  </a:lnTo>
                  <a:lnTo>
                    <a:pt x="9799" y="190"/>
                  </a:lnTo>
                  <a:cubicBezTo>
                    <a:pt x="9751" y="63"/>
                    <a:pt x="9625" y="0"/>
                    <a:pt x="9495" y="0"/>
                  </a:cubicBezTo>
                  <a:cubicBezTo>
                    <a:pt x="9366" y="0"/>
                    <a:pt x="9232" y="63"/>
                    <a:pt x="9169" y="190"/>
                  </a:cubicBezTo>
                  <a:lnTo>
                    <a:pt x="8759" y="1072"/>
                  </a:lnTo>
                  <a:lnTo>
                    <a:pt x="7782" y="1229"/>
                  </a:lnTo>
                  <a:cubicBezTo>
                    <a:pt x="7719" y="1229"/>
                    <a:pt x="7688" y="1292"/>
                    <a:pt x="7656" y="1292"/>
                  </a:cubicBezTo>
                  <a:cubicBezTo>
                    <a:pt x="7593" y="1229"/>
                    <a:pt x="7562" y="1229"/>
                    <a:pt x="7530" y="1229"/>
                  </a:cubicBezTo>
                  <a:lnTo>
                    <a:pt x="6554" y="1072"/>
                  </a:lnTo>
                  <a:lnTo>
                    <a:pt x="6113" y="190"/>
                  </a:lnTo>
                  <a:cubicBezTo>
                    <a:pt x="6050" y="63"/>
                    <a:pt x="5924" y="0"/>
                    <a:pt x="5798" y="0"/>
                  </a:cubicBezTo>
                  <a:cubicBezTo>
                    <a:pt x="5672" y="0"/>
                    <a:pt x="5546" y="63"/>
                    <a:pt x="5483" y="190"/>
                  </a:cubicBezTo>
                  <a:lnTo>
                    <a:pt x="5041" y="1072"/>
                  </a:lnTo>
                  <a:lnTo>
                    <a:pt x="4065" y="1229"/>
                  </a:lnTo>
                  <a:cubicBezTo>
                    <a:pt x="4033" y="1229"/>
                    <a:pt x="4002" y="1292"/>
                    <a:pt x="3939" y="1292"/>
                  </a:cubicBezTo>
                  <a:cubicBezTo>
                    <a:pt x="3907" y="1229"/>
                    <a:pt x="3876" y="1229"/>
                    <a:pt x="3813" y="1229"/>
                  </a:cubicBezTo>
                  <a:lnTo>
                    <a:pt x="2836" y="1072"/>
                  </a:lnTo>
                  <a:lnTo>
                    <a:pt x="2395" y="190"/>
                  </a:lnTo>
                  <a:cubicBezTo>
                    <a:pt x="2348" y="63"/>
                    <a:pt x="2222" y="0"/>
                    <a:pt x="20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023;p45">
            <a:extLst>
              <a:ext uri="{FF2B5EF4-FFF2-40B4-BE49-F238E27FC236}">
                <a16:creationId xmlns:a16="http://schemas.microsoft.com/office/drawing/2014/main" id="{032BA175-841E-6858-01C3-2F77D901AA4C}"/>
              </a:ext>
            </a:extLst>
          </p:cNvPr>
          <p:cNvSpPr txBox="1">
            <a:spLocks/>
          </p:cNvSpPr>
          <p:nvPr/>
        </p:nvSpPr>
        <p:spPr>
          <a:xfrm>
            <a:off x="6466204" y="3666686"/>
            <a:ext cx="2372004" cy="812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dirty="0"/>
              <a:t>Regularly review engagement and feedback data to improve services, content and overall brand growth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6"/>
          <p:cNvSpPr txBox="1">
            <a:spLocks noGrp="1"/>
          </p:cNvSpPr>
          <p:nvPr>
            <p:ph type="title"/>
          </p:nvPr>
        </p:nvSpPr>
        <p:spPr>
          <a:xfrm>
            <a:off x="720000" y="2562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</a:t>
            </a:r>
            <a:r>
              <a:rPr lang="en" dirty="0"/>
              <a:t>oadmap for each component </a:t>
            </a:r>
            <a:endParaRPr dirty="0"/>
          </a:p>
        </p:txBody>
      </p:sp>
      <p:sp>
        <p:nvSpPr>
          <p:cNvPr id="720" name="Google Shape;720;p36"/>
          <p:cNvSpPr txBox="1">
            <a:spLocks noGrp="1"/>
          </p:cNvSpPr>
          <p:nvPr>
            <p:ph type="subTitle" idx="3"/>
          </p:nvPr>
        </p:nvSpPr>
        <p:spPr>
          <a:xfrm>
            <a:off x="575998" y="2615449"/>
            <a:ext cx="3389576" cy="14195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E</a:t>
            </a:r>
            <a:r>
              <a:rPr lang="en" dirty="0"/>
              <a:t>ncourage customers to leave reviews after purchase via links, messages or social media channels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H</a:t>
            </a:r>
            <a:r>
              <a:rPr lang="en" dirty="0"/>
              <a:t>ighlight authentic customer experiences and cinsider rewarding participation when appropriate </a:t>
            </a:r>
            <a:endParaRPr dirty="0"/>
          </a:p>
        </p:txBody>
      </p:sp>
      <p:sp>
        <p:nvSpPr>
          <p:cNvPr id="721" name="Google Shape;721;p36"/>
          <p:cNvSpPr txBox="1">
            <a:spLocks noGrp="1"/>
          </p:cNvSpPr>
          <p:nvPr>
            <p:ph type="subTitle" idx="1"/>
          </p:nvPr>
        </p:nvSpPr>
        <p:spPr>
          <a:xfrm>
            <a:off x="575999" y="1237825"/>
            <a:ext cx="3389575" cy="8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E</a:t>
            </a:r>
            <a:r>
              <a:rPr lang="en" dirty="0"/>
              <a:t>nsure uniform branding, visuals and messaging across all digital channels.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S</a:t>
            </a:r>
            <a:r>
              <a:rPr lang="en" dirty="0"/>
              <a:t>hare high-quality content that emphasizes product features, fitness benefits and brand values </a:t>
            </a:r>
            <a:endParaRPr dirty="0"/>
          </a:p>
        </p:txBody>
      </p:sp>
      <p:sp>
        <p:nvSpPr>
          <p:cNvPr id="722" name="Google Shape;722;p36"/>
          <p:cNvSpPr txBox="1">
            <a:spLocks noGrp="1"/>
          </p:cNvSpPr>
          <p:nvPr>
            <p:ph type="subTitle" idx="2"/>
          </p:nvPr>
        </p:nvSpPr>
        <p:spPr>
          <a:xfrm>
            <a:off x="4939197" y="1252619"/>
            <a:ext cx="3866401" cy="1293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K</a:t>
            </a:r>
            <a:r>
              <a:rPr lang="en" dirty="0"/>
              <a:t>eep track of mentions, comments, direct messages and reviews on social media and e-commerce platforms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R</a:t>
            </a:r>
            <a:r>
              <a:rPr lang="en" dirty="0"/>
              <a:t>espond promptly and professionally to foster trust and enhance customer satisfaction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23" name="Google Shape;723;p36"/>
          <p:cNvSpPr txBox="1">
            <a:spLocks noGrp="1"/>
          </p:cNvSpPr>
          <p:nvPr>
            <p:ph type="subTitle" idx="4"/>
          </p:nvPr>
        </p:nvSpPr>
        <p:spPr>
          <a:xfrm>
            <a:off x="5178428" y="2623800"/>
            <a:ext cx="2997600" cy="1196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Respond to negative comments quickly with empathy and clear solutions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Resolve serious concerns privately while maintaining a positive image of the brand publicly </a:t>
            </a:r>
            <a:endParaRPr dirty="0"/>
          </a:p>
        </p:txBody>
      </p:sp>
      <p:sp>
        <p:nvSpPr>
          <p:cNvPr id="724" name="Google Shape;724;p36"/>
          <p:cNvSpPr txBox="1">
            <a:spLocks noGrp="1"/>
          </p:cNvSpPr>
          <p:nvPr>
            <p:ph type="subTitle" idx="5"/>
          </p:nvPr>
        </p:nvSpPr>
        <p:spPr>
          <a:xfrm>
            <a:off x="575999" y="971913"/>
            <a:ext cx="3389576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</a:t>
            </a:r>
            <a:r>
              <a:rPr lang="en" dirty="0"/>
              <a:t>trengthen online presence </a:t>
            </a:r>
            <a:endParaRPr dirty="0"/>
          </a:p>
        </p:txBody>
      </p:sp>
      <p:sp>
        <p:nvSpPr>
          <p:cNvPr id="725" name="Google Shape;725;p36"/>
          <p:cNvSpPr txBox="1">
            <a:spLocks noGrp="1"/>
          </p:cNvSpPr>
          <p:nvPr>
            <p:ph type="subTitle" idx="6"/>
          </p:nvPr>
        </p:nvSpPr>
        <p:spPr>
          <a:xfrm>
            <a:off x="4939198" y="971913"/>
            <a:ext cx="4046399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</a:t>
            </a:r>
            <a:r>
              <a:rPr lang="en" dirty="0"/>
              <a:t>otiotor &amp; engage with feedback </a:t>
            </a:r>
            <a:endParaRPr dirty="0"/>
          </a:p>
        </p:txBody>
      </p:sp>
      <p:sp>
        <p:nvSpPr>
          <p:cNvPr id="726" name="Google Shape;726;p36"/>
          <p:cNvSpPr txBox="1">
            <a:spLocks noGrp="1"/>
          </p:cNvSpPr>
          <p:nvPr>
            <p:ph type="subTitle" idx="7"/>
          </p:nvPr>
        </p:nvSpPr>
        <p:spPr>
          <a:xfrm>
            <a:off x="575998" y="2358737"/>
            <a:ext cx="3389576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</a:t>
            </a:r>
            <a:r>
              <a:rPr lang="en" dirty="0"/>
              <a:t>romote customer reviews</a:t>
            </a:r>
            <a:endParaRPr dirty="0"/>
          </a:p>
        </p:txBody>
      </p:sp>
      <p:sp>
        <p:nvSpPr>
          <p:cNvPr id="727" name="Google Shape;727;p36"/>
          <p:cNvSpPr txBox="1">
            <a:spLocks noGrp="1"/>
          </p:cNvSpPr>
          <p:nvPr>
            <p:ph type="subTitle" idx="8"/>
          </p:nvPr>
        </p:nvSpPr>
        <p:spPr>
          <a:xfrm>
            <a:off x="4939259" y="2381897"/>
            <a:ext cx="3236769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H</a:t>
            </a:r>
            <a:r>
              <a:rPr lang="en" dirty="0"/>
              <a:t>andle negative publicity </a:t>
            </a:r>
            <a:endParaRPr dirty="0"/>
          </a:p>
        </p:txBody>
      </p:sp>
      <p:sp>
        <p:nvSpPr>
          <p:cNvPr id="2" name="Google Shape;727;p36">
            <a:extLst>
              <a:ext uri="{FF2B5EF4-FFF2-40B4-BE49-F238E27FC236}">
                <a16:creationId xmlns:a16="http://schemas.microsoft.com/office/drawing/2014/main" id="{4B68D19B-6C95-D296-E05D-EC49C0EFD11A}"/>
              </a:ext>
            </a:extLst>
          </p:cNvPr>
          <p:cNvSpPr txBox="1">
            <a:spLocks/>
          </p:cNvSpPr>
          <p:nvPr/>
        </p:nvSpPr>
        <p:spPr>
          <a:xfrm>
            <a:off x="2492768" y="3753372"/>
            <a:ext cx="4184460" cy="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yne"/>
              <a:buNone/>
              <a:defRPr sz="20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pPr marL="0" indent="0"/>
            <a:r>
              <a:rPr lang="en-IN" dirty="0"/>
              <a:t>Monitor performance and optimize </a:t>
            </a:r>
          </a:p>
        </p:txBody>
      </p:sp>
      <p:sp>
        <p:nvSpPr>
          <p:cNvPr id="3" name="Google Shape;720;p36">
            <a:extLst>
              <a:ext uri="{FF2B5EF4-FFF2-40B4-BE49-F238E27FC236}">
                <a16:creationId xmlns:a16="http://schemas.microsoft.com/office/drawing/2014/main" id="{CD08EEE8-F1E9-0E60-C602-C8E30B0332BC}"/>
              </a:ext>
            </a:extLst>
          </p:cNvPr>
          <p:cNvSpPr txBox="1">
            <a:spLocks/>
          </p:cNvSpPr>
          <p:nvPr/>
        </p:nvSpPr>
        <p:spPr>
          <a:xfrm>
            <a:off x="2526570" y="4069828"/>
            <a:ext cx="4090860" cy="141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Lato"/>
              <a:buNone/>
              <a:defRPr sz="12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Regularly analyze online reputation metrics, customer sentiment and engagement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insights to refine content, enhance products and improve overall customer experience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3"/>
          <p:cNvSpPr txBox="1">
            <a:spLocks noGrp="1"/>
          </p:cNvSpPr>
          <p:nvPr>
            <p:ph type="title"/>
          </p:nvPr>
        </p:nvSpPr>
        <p:spPr>
          <a:xfrm>
            <a:off x="4845575" y="1876800"/>
            <a:ext cx="3858900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500" dirty="0"/>
              <a:t>T</a:t>
            </a:r>
            <a:r>
              <a:rPr lang="en" sz="4500" dirty="0"/>
              <a:t>hanks ! </a:t>
            </a:r>
            <a:br>
              <a:rPr lang="en" sz="6000" dirty="0">
                <a:latin typeface="Ms Madi"/>
                <a:sym typeface="Ms Madi"/>
              </a:rPr>
            </a:br>
            <a:r>
              <a:rPr lang="en" sz="6000" dirty="0">
                <a:latin typeface="Ms Madi"/>
                <a:sym typeface="Ms Madi"/>
              </a:rPr>
              <a:t>        </a:t>
            </a:r>
            <a:r>
              <a:rPr lang="en-IN" sz="3200" dirty="0">
                <a:latin typeface="Ms Madi"/>
                <a:sym typeface="Ms Madi"/>
              </a:rPr>
              <a:t>B</a:t>
            </a:r>
            <a:r>
              <a:rPr lang="en" sz="3200" dirty="0">
                <a:latin typeface="Ms Madi"/>
                <a:sym typeface="Ms Madi"/>
              </a:rPr>
              <a:t>y Nilesh </a:t>
            </a:r>
            <a:endParaRPr sz="3200" dirty="0">
              <a:latin typeface="Ms Madi"/>
              <a:ea typeface="Ms Madi"/>
              <a:cs typeface="Ms Madi"/>
              <a:sym typeface="Ms Madi"/>
            </a:endParaRPr>
          </a:p>
        </p:txBody>
      </p:sp>
      <p:grpSp>
        <p:nvGrpSpPr>
          <p:cNvPr id="4" name="Google Shape;1126;p48">
            <a:extLst>
              <a:ext uri="{FF2B5EF4-FFF2-40B4-BE49-F238E27FC236}">
                <a16:creationId xmlns:a16="http://schemas.microsoft.com/office/drawing/2014/main" id="{BCF59A53-DEE6-84C2-3575-97218F1CF970}"/>
              </a:ext>
            </a:extLst>
          </p:cNvPr>
          <p:cNvGrpSpPr/>
          <p:nvPr/>
        </p:nvGrpSpPr>
        <p:grpSpPr>
          <a:xfrm>
            <a:off x="1102806" y="676199"/>
            <a:ext cx="3246218" cy="4119707"/>
            <a:chOff x="1065787" y="539399"/>
            <a:chExt cx="3246218" cy="4119707"/>
          </a:xfrm>
        </p:grpSpPr>
        <p:grpSp>
          <p:nvGrpSpPr>
            <p:cNvPr id="5" name="Google Shape;1127;p48">
              <a:extLst>
                <a:ext uri="{FF2B5EF4-FFF2-40B4-BE49-F238E27FC236}">
                  <a16:creationId xmlns:a16="http://schemas.microsoft.com/office/drawing/2014/main" id="{5E38F6A7-6FD1-A224-12A3-394CC44F1AD2}"/>
                </a:ext>
              </a:extLst>
            </p:cNvPr>
            <p:cNvGrpSpPr/>
            <p:nvPr/>
          </p:nvGrpSpPr>
          <p:grpSpPr>
            <a:xfrm>
              <a:off x="1065787" y="1219117"/>
              <a:ext cx="1088031" cy="3384777"/>
              <a:chOff x="5591734" y="430289"/>
              <a:chExt cx="619255" cy="1926562"/>
            </a:xfrm>
          </p:grpSpPr>
          <p:sp>
            <p:nvSpPr>
              <p:cNvPr id="747" name="Google Shape;1128;p48">
                <a:extLst>
                  <a:ext uri="{FF2B5EF4-FFF2-40B4-BE49-F238E27FC236}">
                    <a16:creationId xmlns:a16="http://schemas.microsoft.com/office/drawing/2014/main" id="{6DFA07C9-E1A9-DF72-87F1-EF8A54B8806C}"/>
                  </a:ext>
                </a:extLst>
              </p:cNvPr>
              <p:cNvSpPr/>
              <p:nvPr/>
            </p:nvSpPr>
            <p:spPr>
              <a:xfrm>
                <a:off x="5807256" y="582179"/>
                <a:ext cx="172809" cy="139342"/>
              </a:xfrm>
              <a:custGeom>
                <a:avLst/>
                <a:gdLst/>
                <a:ahLst/>
                <a:cxnLst/>
                <a:rect l="l" t="t" r="r" b="b"/>
                <a:pathLst>
                  <a:path w="4006" h="3230" extrusionOk="0">
                    <a:moveTo>
                      <a:pt x="161" y="0"/>
                    </a:moveTo>
                    <a:cubicBezTo>
                      <a:pt x="125" y="9"/>
                      <a:pt x="63" y="18"/>
                      <a:pt x="27" y="81"/>
                    </a:cubicBezTo>
                    <a:cubicBezTo>
                      <a:pt x="0" y="134"/>
                      <a:pt x="0" y="214"/>
                      <a:pt x="27" y="286"/>
                    </a:cubicBezTo>
                    <a:cubicBezTo>
                      <a:pt x="81" y="429"/>
                      <a:pt x="170" y="589"/>
                      <a:pt x="259" y="785"/>
                    </a:cubicBezTo>
                    <a:cubicBezTo>
                      <a:pt x="304" y="875"/>
                      <a:pt x="339" y="982"/>
                      <a:pt x="411" y="1089"/>
                    </a:cubicBezTo>
                    <a:cubicBezTo>
                      <a:pt x="438" y="1142"/>
                      <a:pt x="482" y="1196"/>
                      <a:pt x="536" y="1240"/>
                    </a:cubicBezTo>
                    <a:cubicBezTo>
                      <a:pt x="576" y="1274"/>
                      <a:pt x="630" y="1302"/>
                      <a:pt x="693" y="1310"/>
                    </a:cubicBezTo>
                    <a:lnTo>
                      <a:pt x="693" y="1310"/>
                    </a:lnTo>
                    <a:cubicBezTo>
                      <a:pt x="718" y="1566"/>
                      <a:pt x="751" y="1858"/>
                      <a:pt x="893" y="2141"/>
                    </a:cubicBezTo>
                    <a:cubicBezTo>
                      <a:pt x="973" y="2293"/>
                      <a:pt x="1107" y="2436"/>
                      <a:pt x="1240" y="2534"/>
                    </a:cubicBezTo>
                    <a:cubicBezTo>
                      <a:pt x="1383" y="2632"/>
                      <a:pt x="1472" y="2730"/>
                      <a:pt x="1571" y="2891"/>
                    </a:cubicBezTo>
                    <a:cubicBezTo>
                      <a:pt x="1642" y="2989"/>
                      <a:pt x="1749" y="3105"/>
                      <a:pt x="1883" y="3167"/>
                    </a:cubicBezTo>
                    <a:cubicBezTo>
                      <a:pt x="2008" y="3221"/>
                      <a:pt x="2141" y="3230"/>
                      <a:pt x="2266" y="3230"/>
                    </a:cubicBezTo>
                    <a:cubicBezTo>
                      <a:pt x="2391" y="3230"/>
                      <a:pt x="2507" y="3221"/>
                      <a:pt x="2623" y="3203"/>
                    </a:cubicBezTo>
                    <a:cubicBezTo>
                      <a:pt x="2677" y="3194"/>
                      <a:pt x="2748" y="3176"/>
                      <a:pt x="2811" y="3149"/>
                    </a:cubicBezTo>
                    <a:cubicBezTo>
                      <a:pt x="2873" y="3114"/>
                      <a:pt x="2918" y="3069"/>
                      <a:pt x="2953" y="3033"/>
                    </a:cubicBezTo>
                    <a:cubicBezTo>
                      <a:pt x="3274" y="2721"/>
                      <a:pt x="3497" y="2391"/>
                      <a:pt x="3649" y="2097"/>
                    </a:cubicBezTo>
                    <a:cubicBezTo>
                      <a:pt x="3801" y="1802"/>
                      <a:pt x="3890" y="1553"/>
                      <a:pt x="3944" y="1374"/>
                    </a:cubicBezTo>
                    <a:cubicBezTo>
                      <a:pt x="3988" y="1196"/>
                      <a:pt x="4006" y="1098"/>
                      <a:pt x="4006" y="1098"/>
                    </a:cubicBezTo>
                    <a:lnTo>
                      <a:pt x="4006" y="1098"/>
                    </a:lnTo>
                    <a:cubicBezTo>
                      <a:pt x="4006" y="1098"/>
                      <a:pt x="3979" y="1196"/>
                      <a:pt x="3917" y="1365"/>
                    </a:cubicBezTo>
                    <a:cubicBezTo>
                      <a:pt x="3845" y="1535"/>
                      <a:pt x="3747" y="1776"/>
                      <a:pt x="3569" y="2052"/>
                    </a:cubicBezTo>
                    <a:cubicBezTo>
                      <a:pt x="3399" y="2329"/>
                      <a:pt x="3167" y="2641"/>
                      <a:pt x="2855" y="2926"/>
                    </a:cubicBezTo>
                    <a:cubicBezTo>
                      <a:pt x="2775" y="3007"/>
                      <a:pt x="2712" y="3033"/>
                      <a:pt x="2605" y="3042"/>
                    </a:cubicBezTo>
                    <a:cubicBezTo>
                      <a:pt x="2489" y="3051"/>
                      <a:pt x="2373" y="3069"/>
                      <a:pt x="2266" y="3069"/>
                    </a:cubicBezTo>
                    <a:cubicBezTo>
                      <a:pt x="2159" y="3060"/>
                      <a:pt x="2043" y="3051"/>
                      <a:pt x="1954" y="3007"/>
                    </a:cubicBezTo>
                    <a:cubicBezTo>
                      <a:pt x="1856" y="2962"/>
                      <a:pt x="1785" y="2891"/>
                      <a:pt x="1713" y="2784"/>
                    </a:cubicBezTo>
                    <a:cubicBezTo>
                      <a:pt x="1669" y="2721"/>
                      <a:pt x="1615" y="2641"/>
                      <a:pt x="1553" y="2570"/>
                    </a:cubicBezTo>
                    <a:cubicBezTo>
                      <a:pt x="1490" y="2498"/>
                      <a:pt x="1410" y="2445"/>
                      <a:pt x="1347" y="2400"/>
                    </a:cubicBezTo>
                    <a:cubicBezTo>
                      <a:pt x="1214" y="2302"/>
                      <a:pt x="1116" y="2195"/>
                      <a:pt x="1035" y="2070"/>
                    </a:cubicBezTo>
                    <a:cubicBezTo>
                      <a:pt x="893" y="1802"/>
                      <a:pt x="848" y="1508"/>
                      <a:pt x="812" y="1240"/>
                    </a:cubicBezTo>
                    <a:lnTo>
                      <a:pt x="803" y="1169"/>
                    </a:lnTo>
                    <a:lnTo>
                      <a:pt x="732" y="1187"/>
                    </a:lnTo>
                    <a:cubicBezTo>
                      <a:pt x="724" y="1189"/>
                      <a:pt x="717" y="1189"/>
                      <a:pt x="709" y="1189"/>
                    </a:cubicBezTo>
                    <a:cubicBezTo>
                      <a:pt x="633" y="1189"/>
                      <a:pt x="548" y="1115"/>
                      <a:pt x="500" y="1026"/>
                    </a:cubicBezTo>
                    <a:cubicBezTo>
                      <a:pt x="438" y="937"/>
                      <a:pt x="384" y="830"/>
                      <a:pt x="330" y="741"/>
                    </a:cubicBezTo>
                    <a:cubicBezTo>
                      <a:pt x="232" y="562"/>
                      <a:pt x="125" y="402"/>
                      <a:pt x="63" y="268"/>
                    </a:cubicBezTo>
                    <a:cubicBezTo>
                      <a:pt x="36" y="206"/>
                      <a:pt x="27" y="134"/>
                      <a:pt x="54" y="90"/>
                    </a:cubicBezTo>
                    <a:cubicBezTo>
                      <a:pt x="81" y="45"/>
                      <a:pt x="125" y="18"/>
                      <a:pt x="161" y="18"/>
                    </a:cubicBezTo>
                    <a:cubicBezTo>
                      <a:pt x="166" y="18"/>
                      <a:pt x="171" y="17"/>
                      <a:pt x="176" y="17"/>
                    </a:cubicBezTo>
                    <a:cubicBezTo>
                      <a:pt x="246" y="17"/>
                      <a:pt x="258" y="72"/>
                      <a:pt x="259" y="72"/>
                    </a:cubicBezTo>
                    <a:cubicBezTo>
                      <a:pt x="259" y="72"/>
                      <a:pt x="259" y="72"/>
                      <a:pt x="259" y="72"/>
                    </a:cubicBezTo>
                    <a:lnTo>
                      <a:pt x="259" y="72"/>
                    </a:lnTo>
                    <a:cubicBezTo>
                      <a:pt x="259" y="72"/>
                      <a:pt x="259" y="72"/>
                      <a:pt x="259" y="72"/>
                    </a:cubicBezTo>
                    <a:cubicBezTo>
                      <a:pt x="259" y="72"/>
                      <a:pt x="259" y="72"/>
                      <a:pt x="259" y="72"/>
                    </a:cubicBezTo>
                    <a:lnTo>
                      <a:pt x="259" y="72"/>
                    </a:lnTo>
                    <a:cubicBezTo>
                      <a:pt x="259" y="72"/>
                      <a:pt x="259" y="72"/>
                      <a:pt x="259" y="72"/>
                    </a:cubicBezTo>
                    <a:lnTo>
                      <a:pt x="259" y="72"/>
                    </a:lnTo>
                    <a:cubicBezTo>
                      <a:pt x="259" y="70"/>
                      <a:pt x="251" y="9"/>
                      <a:pt x="1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1129;p48">
                <a:extLst>
                  <a:ext uri="{FF2B5EF4-FFF2-40B4-BE49-F238E27FC236}">
                    <a16:creationId xmlns:a16="http://schemas.microsoft.com/office/drawing/2014/main" id="{2BFED72C-D0B9-E9FC-6A3C-71FAAD103264}"/>
                  </a:ext>
                </a:extLst>
              </p:cNvPr>
              <p:cNvSpPr/>
              <p:nvPr/>
            </p:nvSpPr>
            <p:spPr>
              <a:xfrm>
                <a:off x="5975412" y="583948"/>
                <a:ext cx="38910" cy="60655"/>
              </a:xfrm>
              <a:custGeom>
                <a:avLst/>
                <a:gdLst/>
                <a:ahLst/>
                <a:cxnLst/>
                <a:rect l="l" t="t" r="r" b="b"/>
                <a:pathLst>
                  <a:path w="902" h="1406" extrusionOk="0">
                    <a:moveTo>
                      <a:pt x="642" y="0"/>
                    </a:moveTo>
                    <a:cubicBezTo>
                      <a:pt x="550" y="0"/>
                      <a:pt x="485" y="43"/>
                      <a:pt x="447" y="66"/>
                    </a:cubicBezTo>
                    <a:cubicBezTo>
                      <a:pt x="402" y="102"/>
                      <a:pt x="385" y="129"/>
                      <a:pt x="385" y="129"/>
                    </a:cubicBezTo>
                    <a:cubicBezTo>
                      <a:pt x="385" y="129"/>
                      <a:pt x="411" y="111"/>
                      <a:pt x="456" y="93"/>
                    </a:cubicBezTo>
                    <a:cubicBezTo>
                      <a:pt x="487" y="83"/>
                      <a:pt x="527" y="73"/>
                      <a:pt x="568" y="73"/>
                    </a:cubicBezTo>
                    <a:cubicBezTo>
                      <a:pt x="599" y="73"/>
                      <a:pt x="631" y="78"/>
                      <a:pt x="661" y="93"/>
                    </a:cubicBezTo>
                    <a:cubicBezTo>
                      <a:pt x="822" y="138"/>
                      <a:pt x="768" y="450"/>
                      <a:pt x="590" y="628"/>
                    </a:cubicBezTo>
                    <a:cubicBezTo>
                      <a:pt x="545" y="682"/>
                      <a:pt x="483" y="762"/>
                      <a:pt x="465" y="834"/>
                    </a:cubicBezTo>
                    <a:cubicBezTo>
                      <a:pt x="447" y="905"/>
                      <a:pt x="429" y="976"/>
                      <a:pt x="411" y="1030"/>
                    </a:cubicBezTo>
                    <a:cubicBezTo>
                      <a:pt x="385" y="1146"/>
                      <a:pt x="340" y="1235"/>
                      <a:pt x="277" y="1297"/>
                    </a:cubicBezTo>
                    <a:cubicBezTo>
                      <a:pt x="215" y="1351"/>
                      <a:pt x="135" y="1360"/>
                      <a:pt x="81" y="1369"/>
                    </a:cubicBezTo>
                    <a:cubicBezTo>
                      <a:pt x="28" y="1378"/>
                      <a:pt x="1" y="1387"/>
                      <a:pt x="1" y="1387"/>
                    </a:cubicBezTo>
                    <a:cubicBezTo>
                      <a:pt x="1" y="1387"/>
                      <a:pt x="28" y="1387"/>
                      <a:pt x="81" y="1396"/>
                    </a:cubicBezTo>
                    <a:cubicBezTo>
                      <a:pt x="106" y="1400"/>
                      <a:pt x="138" y="1406"/>
                      <a:pt x="176" y="1406"/>
                    </a:cubicBezTo>
                    <a:cubicBezTo>
                      <a:pt x="219" y="1406"/>
                      <a:pt x="269" y="1398"/>
                      <a:pt x="322" y="1369"/>
                    </a:cubicBezTo>
                    <a:cubicBezTo>
                      <a:pt x="420" y="1315"/>
                      <a:pt x="500" y="1208"/>
                      <a:pt x="554" y="1083"/>
                    </a:cubicBezTo>
                    <a:cubicBezTo>
                      <a:pt x="581" y="1021"/>
                      <a:pt x="599" y="958"/>
                      <a:pt x="625" y="896"/>
                    </a:cubicBezTo>
                    <a:cubicBezTo>
                      <a:pt x="643" y="834"/>
                      <a:pt x="679" y="798"/>
                      <a:pt x="724" y="744"/>
                    </a:cubicBezTo>
                    <a:cubicBezTo>
                      <a:pt x="839" y="628"/>
                      <a:pt x="902" y="459"/>
                      <a:pt x="902" y="325"/>
                    </a:cubicBezTo>
                    <a:cubicBezTo>
                      <a:pt x="902" y="245"/>
                      <a:pt x="884" y="173"/>
                      <a:pt x="848" y="111"/>
                    </a:cubicBezTo>
                    <a:cubicBezTo>
                      <a:pt x="804" y="49"/>
                      <a:pt x="741" y="13"/>
                      <a:pt x="688" y="4"/>
                    </a:cubicBezTo>
                    <a:cubicBezTo>
                      <a:pt x="672" y="1"/>
                      <a:pt x="656" y="0"/>
                      <a:pt x="6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1130;p48">
                <a:extLst>
                  <a:ext uri="{FF2B5EF4-FFF2-40B4-BE49-F238E27FC236}">
                    <a16:creationId xmlns:a16="http://schemas.microsoft.com/office/drawing/2014/main" id="{9343DB04-B078-AE06-0D33-1BF144B4FCD6}"/>
                  </a:ext>
                </a:extLst>
              </p:cNvPr>
              <p:cNvSpPr/>
              <p:nvPr/>
            </p:nvSpPr>
            <p:spPr>
              <a:xfrm>
                <a:off x="5963117" y="665695"/>
                <a:ext cx="142440" cy="130110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3016" extrusionOk="0">
                    <a:moveTo>
                      <a:pt x="90" y="0"/>
                    </a:moveTo>
                    <a:lnTo>
                      <a:pt x="90" y="0"/>
                    </a:lnTo>
                    <a:cubicBezTo>
                      <a:pt x="90" y="0"/>
                      <a:pt x="72" y="72"/>
                      <a:pt x="45" y="196"/>
                    </a:cubicBezTo>
                    <a:cubicBezTo>
                      <a:pt x="27" y="321"/>
                      <a:pt x="0" y="500"/>
                      <a:pt x="0" y="732"/>
                    </a:cubicBezTo>
                    <a:cubicBezTo>
                      <a:pt x="0" y="848"/>
                      <a:pt x="0" y="973"/>
                      <a:pt x="18" y="1115"/>
                    </a:cubicBezTo>
                    <a:cubicBezTo>
                      <a:pt x="27" y="1249"/>
                      <a:pt x="54" y="1401"/>
                      <a:pt x="125" y="1544"/>
                    </a:cubicBezTo>
                    <a:cubicBezTo>
                      <a:pt x="197" y="1704"/>
                      <a:pt x="357" y="1811"/>
                      <a:pt x="500" y="1891"/>
                    </a:cubicBezTo>
                    <a:cubicBezTo>
                      <a:pt x="652" y="1963"/>
                      <a:pt x="803" y="2043"/>
                      <a:pt x="964" y="2114"/>
                    </a:cubicBezTo>
                    <a:cubicBezTo>
                      <a:pt x="1588" y="2409"/>
                      <a:pt x="2195" y="2605"/>
                      <a:pt x="2632" y="2730"/>
                    </a:cubicBezTo>
                    <a:cubicBezTo>
                      <a:pt x="2855" y="2784"/>
                      <a:pt x="3025" y="2846"/>
                      <a:pt x="3132" y="2908"/>
                    </a:cubicBezTo>
                    <a:cubicBezTo>
                      <a:pt x="3248" y="2971"/>
                      <a:pt x="3301" y="3015"/>
                      <a:pt x="3301" y="3015"/>
                    </a:cubicBezTo>
                    <a:cubicBezTo>
                      <a:pt x="3301" y="3015"/>
                      <a:pt x="3257" y="2962"/>
                      <a:pt x="3150" y="2882"/>
                    </a:cubicBezTo>
                    <a:cubicBezTo>
                      <a:pt x="3043" y="2810"/>
                      <a:pt x="2873" y="2721"/>
                      <a:pt x="2659" y="2641"/>
                    </a:cubicBezTo>
                    <a:cubicBezTo>
                      <a:pt x="2240" y="2480"/>
                      <a:pt x="1660" y="2248"/>
                      <a:pt x="1035" y="1954"/>
                    </a:cubicBezTo>
                    <a:cubicBezTo>
                      <a:pt x="875" y="1883"/>
                      <a:pt x="723" y="1811"/>
                      <a:pt x="580" y="1740"/>
                    </a:cubicBezTo>
                    <a:cubicBezTo>
                      <a:pt x="438" y="1668"/>
                      <a:pt x="322" y="1597"/>
                      <a:pt x="259" y="1472"/>
                    </a:cubicBezTo>
                    <a:cubicBezTo>
                      <a:pt x="125" y="1240"/>
                      <a:pt x="116" y="946"/>
                      <a:pt x="90" y="732"/>
                    </a:cubicBezTo>
                    <a:cubicBezTo>
                      <a:pt x="72" y="509"/>
                      <a:pt x="72" y="321"/>
                      <a:pt x="72" y="196"/>
                    </a:cubicBezTo>
                    <a:cubicBezTo>
                      <a:pt x="81" y="72"/>
                      <a:pt x="90" y="0"/>
                      <a:pt x="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1131;p48">
                <a:extLst>
                  <a:ext uri="{FF2B5EF4-FFF2-40B4-BE49-F238E27FC236}">
                    <a16:creationId xmlns:a16="http://schemas.microsoft.com/office/drawing/2014/main" id="{4069EEB0-5777-A082-10C4-7CD04F759F4E}"/>
                  </a:ext>
                </a:extLst>
              </p:cNvPr>
              <p:cNvSpPr/>
              <p:nvPr/>
            </p:nvSpPr>
            <p:spPr>
              <a:xfrm>
                <a:off x="5632543" y="668758"/>
                <a:ext cx="215558" cy="166305"/>
              </a:xfrm>
              <a:custGeom>
                <a:avLst/>
                <a:gdLst/>
                <a:ahLst/>
                <a:cxnLst/>
                <a:rect l="l" t="t" r="r" b="b"/>
                <a:pathLst>
                  <a:path w="4997" h="3855" extrusionOk="0">
                    <a:moveTo>
                      <a:pt x="4951" y="1"/>
                    </a:moveTo>
                    <a:cubicBezTo>
                      <a:pt x="4951" y="1"/>
                      <a:pt x="4934" y="99"/>
                      <a:pt x="4925" y="268"/>
                    </a:cubicBezTo>
                    <a:cubicBezTo>
                      <a:pt x="4907" y="438"/>
                      <a:pt x="4925" y="696"/>
                      <a:pt x="4809" y="964"/>
                    </a:cubicBezTo>
                    <a:cubicBezTo>
                      <a:pt x="4755" y="1098"/>
                      <a:pt x="4648" y="1214"/>
                      <a:pt x="4496" y="1285"/>
                    </a:cubicBezTo>
                    <a:cubicBezTo>
                      <a:pt x="4336" y="1348"/>
                      <a:pt x="4149" y="1410"/>
                      <a:pt x="3961" y="1481"/>
                    </a:cubicBezTo>
                    <a:cubicBezTo>
                      <a:pt x="3587" y="1615"/>
                      <a:pt x="3167" y="1767"/>
                      <a:pt x="2730" y="1945"/>
                    </a:cubicBezTo>
                    <a:cubicBezTo>
                      <a:pt x="1874" y="2311"/>
                      <a:pt x="1115" y="2704"/>
                      <a:pt x="625" y="3078"/>
                    </a:cubicBezTo>
                    <a:cubicBezTo>
                      <a:pt x="384" y="3275"/>
                      <a:pt x="223" y="3471"/>
                      <a:pt x="125" y="3614"/>
                    </a:cubicBezTo>
                    <a:cubicBezTo>
                      <a:pt x="36" y="3765"/>
                      <a:pt x="0" y="3854"/>
                      <a:pt x="0" y="3854"/>
                    </a:cubicBezTo>
                    <a:cubicBezTo>
                      <a:pt x="0" y="3854"/>
                      <a:pt x="45" y="3765"/>
                      <a:pt x="152" y="3631"/>
                    </a:cubicBezTo>
                    <a:cubicBezTo>
                      <a:pt x="250" y="3498"/>
                      <a:pt x="428" y="3319"/>
                      <a:pt x="678" y="3150"/>
                    </a:cubicBezTo>
                    <a:cubicBezTo>
                      <a:pt x="1178" y="2820"/>
                      <a:pt x="1945" y="2463"/>
                      <a:pt x="2801" y="2115"/>
                    </a:cubicBezTo>
                    <a:cubicBezTo>
                      <a:pt x="3230" y="1936"/>
                      <a:pt x="3640" y="1767"/>
                      <a:pt x="4015" y="1615"/>
                    </a:cubicBezTo>
                    <a:cubicBezTo>
                      <a:pt x="4202" y="1535"/>
                      <a:pt x="4380" y="1473"/>
                      <a:pt x="4550" y="1392"/>
                    </a:cubicBezTo>
                    <a:cubicBezTo>
                      <a:pt x="4719" y="1303"/>
                      <a:pt x="4844" y="1151"/>
                      <a:pt x="4898" y="1000"/>
                    </a:cubicBezTo>
                    <a:cubicBezTo>
                      <a:pt x="4996" y="687"/>
                      <a:pt x="4951" y="438"/>
                      <a:pt x="4951" y="268"/>
                    </a:cubicBezTo>
                    <a:cubicBezTo>
                      <a:pt x="4943" y="99"/>
                      <a:pt x="4951" y="1"/>
                      <a:pt x="49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1132;p48">
                <a:extLst>
                  <a:ext uri="{FF2B5EF4-FFF2-40B4-BE49-F238E27FC236}">
                    <a16:creationId xmlns:a16="http://schemas.microsoft.com/office/drawing/2014/main" id="{87539CF0-4299-93A8-54B7-314BA6B13E18}"/>
                  </a:ext>
                </a:extLst>
              </p:cNvPr>
              <p:cNvSpPr/>
              <p:nvPr/>
            </p:nvSpPr>
            <p:spPr>
              <a:xfrm>
                <a:off x="5809543" y="483263"/>
                <a:ext cx="47796" cy="124761"/>
              </a:xfrm>
              <a:custGeom>
                <a:avLst/>
                <a:gdLst/>
                <a:ahLst/>
                <a:cxnLst/>
                <a:rect l="l" t="t" r="r" b="b"/>
                <a:pathLst>
                  <a:path w="1108" h="2892" extrusionOk="0">
                    <a:moveTo>
                      <a:pt x="822" y="1"/>
                    </a:moveTo>
                    <a:cubicBezTo>
                      <a:pt x="821" y="1"/>
                      <a:pt x="803" y="19"/>
                      <a:pt x="777" y="54"/>
                    </a:cubicBezTo>
                    <a:cubicBezTo>
                      <a:pt x="750" y="90"/>
                      <a:pt x="715" y="143"/>
                      <a:pt x="697" y="233"/>
                    </a:cubicBezTo>
                    <a:cubicBezTo>
                      <a:pt x="679" y="313"/>
                      <a:pt x="670" y="429"/>
                      <a:pt x="715" y="545"/>
                    </a:cubicBezTo>
                    <a:cubicBezTo>
                      <a:pt x="754" y="646"/>
                      <a:pt x="833" y="754"/>
                      <a:pt x="954" y="822"/>
                    </a:cubicBezTo>
                    <a:lnTo>
                      <a:pt x="954" y="822"/>
                    </a:lnTo>
                    <a:cubicBezTo>
                      <a:pt x="863" y="911"/>
                      <a:pt x="758" y="1021"/>
                      <a:pt x="750" y="1196"/>
                    </a:cubicBezTo>
                    <a:cubicBezTo>
                      <a:pt x="759" y="1392"/>
                      <a:pt x="884" y="1544"/>
                      <a:pt x="777" y="1651"/>
                    </a:cubicBezTo>
                    <a:cubicBezTo>
                      <a:pt x="732" y="1713"/>
                      <a:pt x="643" y="1776"/>
                      <a:pt x="590" y="1874"/>
                    </a:cubicBezTo>
                    <a:cubicBezTo>
                      <a:pt x="527" y="1963"/>
                      <a:pt x="492" y="2070"/>
                      <a:pt x="474" y="2177"/>
                    </a:cubicBezTo>
                    <a:cubicBezTo>
                      <a:pt x="454" y="2345"/>
                      <a:pt x="464" y="2509"/>
                      <a:pt x="493" y="2670"/>
                    </a:cubicBezTo>
                    <a:lnTo>
                      <a:pt x="493" y="2670"/>
                    </a:lnTo>
                    <a:cubicBezTo>
                      <a:pt x="444" y="2635"/>
                      <a:pt x="398" y="2582"/>
                      <a:pt x="367" y="2525"/>
                    </a:cubicBezTo>
                    <a:cubicBezTo>
                      <a:pt x="322" y="2445"/>
                      <a:pt x="304" y="2347"/>
                      <a:pt x="295" y="2249"/>
                    </a:cubicBezTo>
                    <a:cubicBezTo>
                      <a:pt x="269" y="2052"/>
                      <a:pt x="286" y="1847"/>
                      <a:pt x="286" y="1651"/>
                    </a:cubicBezTo>
                    <a:cubicBezTo>
                      <a:pt x="277" y="1544"/>
                      <a:pt x="269" y="1446"/>
                      <a:pt x="242" y="1357"/>
                    </a:cubicBezTo>
                    <a:cubicBezTo>
                      <a:pt x="215" y="1259"/>
                      <a:pt x="188" y="1178"/>
                      <a:pt x="162" y="1098"/>
                    </a:cubicBezTo>
                    <a:cubicBezTo>
                      <a:pt x="117" y="937"/>
                      <a:pt x="117" y="786"/>
                      <a:pt x="153" y="652"/>
                    </a:cubicBezTo>
                    <a:cubicBezTo>
                      <a:pt x="224" y="375"/>
                      <a:pt x="411" y="206"/>
                      <a:pt x="545" y="126"/>
                    </a:cubicBezTo>
                    <a:cubicBezTo>
                      <a:pt x="616" y="81"/>
                      <a:pt x="679" y="63"/>
                      <a:pt x="715" y="45"/>
                    </a:cubicBezTo>
                    <a:cubicBezTo>
                      <a:pt x="759" y="36"/>
                      <a:pt x="777" y="27"/>
                      <a:pt x="777" y="27"/>
                    </a:cubicBezTo>
                    <a:lnTo>
                      <a:pt x="777" y="27"/>
                    </a:lnTo>
                    <a:cubicBezTo>
                      <a:pt x="777" y="27"/>
                      <a:pt x="759" y="27"/>
                      <a:pt x="715" y="36"/>
                    </a:cubicBezTo>
                    <a:cubicBezTo>
                      <a:pt x="670" y="45"/>
                      <a:pt x="608" y="63"/>
                      <a:pt x="536" y="99"/>
                    </a:cubicBezTo>
                    <a:cubicBezTo>
                      <a:pt x="385" y="170"/>
                      <a:pt x="170" y="331"/>
                      <a:pt x="72" y="625"/>
                    </a:cubicBezTo>
                    <a:cubicBezTo>
                      <a:pt x="19" y="768"/>
                      <a:pt x="1" y="946"/>
                      <a:pt x="46" y="1125"/>
                    </a:cubicBezTo>
                    <a:cubicBezTo>
                      <a:pt x="63" y="1205"/>
                      <a:pt x="90" y="1294"/>
                      <a:pt x="108" y="1383"/>
                    </a:cubicBezTo>
                    <a:cubicBezTo>
                      <a:pt x="126" y="1464"/>
                      <a:pt x="135" y="1553"/>
                      <a:pt x="135" y="1651"/>
                    </a:cubicBezTo>
                    <a:cubicBezTo>
                      <a:pt x="135" y="1838"/>
                      <a:pt x="108" y="2044"/>
                      <a:pt x="126" y="2267"/>
                    </a:cubicBezTo>
                    <a:cubicBezTo>
                      <a:pt x="144" y="2481"/>
                      <a:pt x="224" y="2757"/>
                      <a:pt x="501" y="2873"/>
                    </a:cubicBezTo>
                    <a:cubicBezTo>
                      <a:pt x="536" y="2882"/>
                      <a:pt x="572" y="2891"/>
                      <a:pt x="616" y="2891"/>
                    </a:cubicBezTo>
                    <a:lnTo>
                      <a:pt x="732" y="2891"/>
                    </a:lnTo>
                    <a:lnTo>
                      <a:pt x="697" y="2784"/>
                    </a:lnTo>
                    <a:cubicBezTo>
                      <a:pt x="652" y="2588"/>
                      <a:pt x="616" y="2383"/>
                      <a:pt x="643" y="2204"/>
                    </a:cubicBezTo>
                    <a:cubicBezTo>
                      <a:pt x="652" y="2115"/>
                      <a:pt x="679" y="2026"/>
                      <a:pt x="724" y="1954"/>
                    </a:cubicBezTo>
                    <a:cubicBezTo>
                      <a:pt x="759" y="1883"/>
                      <a:pt x="831" y="1829"/>
                      <a:pt x="893" y="1740"/>
                    </a:cubicBezTo>
                    <a:cubicBezTo>
                      <a:pt x="929" y="1696"/>
                      <a:pt x="955" y="1642"/>
                      <a:pt x="955" y="1580"/>
                    </a:cubicBezTo>
                    <a:cubicBezTo>
                      <a:pt x="964" y="1517"/>
                      <a:pt x="947" y="1473"/>
                      <a:pt x="938" y="1428"/>
                    </a:cubicBezTo>
                    <a:cubicBezTo>
                      <a:pt x="902" y="1330"/>
                      <a:pt x="875" y="1259"/>
                      <a:pt x="866" y="1196"/>
                    </a:cubicBezTo>
                    <a:cubicBezTo>
                      <a:pt x="866" y="1062"/>
                      <a:pt x="973" y="937"/>
                      <a:pt x="1063" y="839"/>
                    </a:cubicBezTo>
                    <a:lnTo>
                      <a:pt x="1107" y="786"/>
                    </a:lnTo>
                    <a:lnTo>
                      <a:pt x="1045" y="768"/>
                    </a:lnTo>
                    <a:cubicBezTo>
                      <a:pt x="911" y="723"/>
                      <a:pt x="822" y="625"/>
                      <a:pt x="768" y="518"/>
                    </a:cubicBezTo>
                    <a:cubicBezTo>
                      <a:pt x="715" y="420"/>
                      <a:pt x="715" y="313"/>
                      <a:pt x="724" y="233"/>
                    </a:cubicBezTo>
                    <a:cubicBezTo>
                      <a:pt x="732" y="152"/>
                      <a:pt x="759" y="99"/>
                      <a:pt x="786" y="54"/>
                    </a:cubicBezTo>
                    <a:cubicBezTo>
                      <a:pt x="804" y="19"/>
                      <a:pt x="821" y="1"/>
                      <a:pt x="8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1133;p48">
                <a:extLst>
                  <a:ext uri="{FF2B5EF4-FFF2-40B4-BE49-F238E27FC236}">
                    <a16:creationId xmlns:a16="http://schemas.microsoft.com/office/drawing/2014/main" id="{7D6A850D-1E7A-B1B9-55AB-E7439FD6A970}"/>
                  </a:ext>
                </a:extLst>
              </p:cNvPr>
              <p:cNvSpPr/>
              <p:nvPr/>
            </p:nvSpPr>
            <p:spPr>
              <a:xfrm>
                <a:off x="5852293" y="430289"/>
                <a:ext cx="167028" cy="178858"/>
              </a:xfrm>
              <a:custGeom>
                <a:avLst/>
                <a:gdLst/>
                <a:ahLst/>
                <a:cxnLst/>
                <a:rect l="l" t="t" r="r" b="b"/>
                <a:pathLst>
                  <a:path w="3872" h="4146" extrusionOk="0">
                    <a:moveTo>
                      <a:pt x="2573" y="0"/>
                    </a:moveTo>
                    <a:cubicBezTo>
                      <a:pt x="2501" y="0"/>
                      <a:pt x="2428" y="7"/>
                      <a:pt x="2355" y="24"/>
                    </a:cubicBezTo>
                    <a:cubicBezTo>
                      <a:pt x="2168" y="60"/>
                      <a:pt x="2025" y="176"/>
                      <a:pt x="1900" y="256"/>
                    </a:cubicBezTo>
                    <a:cubicBezTo>
                      <a:pt x="1642" y="435"/>
                      <a:pt x="1338" y="381"/>
                      <a:pt x="1089" y="399"/>
                    </a:cubicBezTo>
                    <a:cubicBezTo>
                      <a:pt x="830" y="417"/>
                      <a:pt x="625" y="506"/>
                      <a:pt x="473" y="604"/>
                    </a:cubicBezTo>
                    <a:cubicBezTo>
                      <a:pt x="393" y="649"/>
                      <a:pt x="330" y="702"/>
                      <a:pt x="277" y="738"/>
                    </a:cubicBezTo>
                    <a:cubicBezTo>
                      <a:pt x="223" y="774"/>
                      <a:pt x="161" y="774"/>
                      <a:pt x="116" y="783"/>
                    </a:cubicBezTo>
                    <a:cubicBezTo>
                      <a:pt x="131" y="783"/>
                      <a:pt x="148" y="784"/>
                      <a:pt x="166" y="784"/>
                    </a:cubicBezTo>
                    <a:cubicBezTo>
                      <a:pt x="202" y="784"/>
                      <a:pt x="244" y="780"/>
                      <a:pt x="286" y="756"/>
                    </a:cubicBezTo>
                    <a:cubicBezTo>
                      <a:pt x="348" y="720"/>
                      <a:pt x="402" y="667"/>
                      <a:pt x="482" y="631"/>
                    </a:cubicBezTo>
                    <a:cubicBezTo>
                      <a:pt x="634" y="542"/>
                      <a:pt x="839" y="461"/>
                      <a:pt x="1089" y="461"/>
                    </a:cubicBezTo>
                    <a:cubicBezTo>
                      <a:pt x="1130" y="458"/>
                      <a:pt x="1173" y="457"/>
                      <a:pt x="1217" y="457"/>
                    </a:cubicBezTo>
                    <a:cubicBezTo>
                      <a:pt x="1305" y="457"/>
                      <a:pt x="1398" y="461"/>
                      <a:pt x="1499" y="461"/>
                    </a:cubicBezTo>
                    <a:cubicBezTo>
                      <a:pt x="1642" y="453"/>
                      <a:pt x="1802" y="417"/>
                      <a:pt x="1945" y="328"/>
                    </a:cubicBezTo>
                    <a:cubicBezTo>
                      <a:pt x="2088" y="247"/>
                      <a:pt x="2222" y="149"/>
                      <a:pt x="2373" y="122"/>
                    </a:cubicBezTo>
                    <a:cubicBezTo>
                      <a:pt x="2427" y="114"/>
                      <a:pt x="2482" y="110"/>
                      <a:pt x="2539" y="110"/>
                    </a:cubicBezTo>
                    <a:cubicBezTo>
                      <a:pt x="2653" y="110"/>
                      <a:pt x="2772" y="125"/>
                      <a:pt x="2891" y="149"/>
                    </a:cubicBezTo>
                    <a:cubicBezTo>
                      <a:pt x="3069" y="185"/>
                      <a:pt x="3256" y="238"/>
                      <a:pt x="3417" y="337"/>
                    </a:cubicBezTo>
                    <a:cubicBezTo>
                      <a:pt x="3569" y="426"/>
                      <a:pt x="3693" y="586"/>
                      <a:pt x="3711" y="774"/>
                    </a:cubicBezTo>
                    <a:cubicBezTo>
                      <a:pt x="3738" y="952"/>
                      <a:pt x="3604" y="1122"/>
                      <a:pt x="3479" y="1300"/>
                    </a:cubicBezTo>
                    <a:cubicBezTo>
                      <a:pt x="3417" y="1398"/>
                      <a:pt x="3354" y="1505"/>
                      <a:pt x="3328" y="1630"/>
                    </a:cubicBezTo>
                    <a:cubicBezTo>
                      <a:pt x="3301" y="1746"/>
                      <a:pt x="3310" y="1907"/>
                      <a:pt x="3408" y="2023"/>
                    </a:cubicBezTo>
                    <a:cubicBezTo>
                      <a:pt x="3453" y="2076"/>
                      <a:pt x="3497" y="2112"/>
                      <a:pt x="3506" y="2130"/>
                    </a:cubicBezTo>
                    <a:cubicBezTo>
                      <a:pt x="3515" y="2148"/>
                      <a:pt x="3515" y="2192"/>
                      <a:pt x="3497" y="2255"/>
                    </a:cubicBezTo>
                    <a:cubicBezTo>
                      <a:pt x="3479" y="2371"/>
                      <a:pt x="3462" y="2478"/>
                      <a:pt x="3435" y="2602"/>
                    </a:cubicBezTo>
                    <a:cubicBezTo>
                      <a:pt x="3399" y="2834"/>
                      <a:pt x="3354" y="3066"/>
                      <a:pt x="3310" y="3307"/>
                    </a:cubicBezTo>
                    <a:cubicBezTo>
                      <a:pt x="3301" y="3379"/>
                      <a:pt x="3283" y="3459"/>
                      <a:pt x="3265" y="3504"/>
                    </a:cubicBezTo>
                    <a:cubicBezTo>
                      <a:pt x="3265" y="3512"/>
                      <a:pt x="3259" y="3521"/>
                      <a:pt x="3250" y="3531"/>
                    </a:cubicBezTo>
                    <a:lnTo>
                      <a:pt x="3250" y="3531"/>
                    </a:lnTo>
                    <a:cubicBezTo>
                      <a:pt x="3246" y="3488"/>
                      <a:pt x="3239" y="3446"/>
                      <a:pt x="3230" y="3405"/>
                    </a:cubicBezTo>
                    <a:cubicBezTo>
                      <a:pt x="3194" y="3298"/>
                      <a:pt x="3140" y="3191"/>
                      <a:pt x="3069" y="3102"/>
                    </a:cubicBezTo>
                    <a:cubicBezTo>
                      <a:pt x="2998" y="3022"/>
                      <a:pt x="2917" y="2950"/>
                      <a:pt x="2855" y="2879"/>
                    </a:cubicBezTo>
                    <a:cubicBezTo>
                      <a:pt x="2730" y="2745"/>
                      <a:pt x="2659" y="2558"/>
                      <a:pt x="2739" y="2424"/>
                    </a:cubicBezTo>
                    <a:cubicBezTo>
                      <a:pt x="2775" y="2353"/>
                      <a:pt x="2864" y="2281"/>
                      <a:pt x="2864" y="2130"/>
                    </a:cubicBezTo>
                    <a:cubicBezTo>
                      <a:pt x="2864" y="2058"/>
                      <a:pt x="2810" y="1996"/>
                      <a:pt x="2757" y="1969"/>
                    </a:cubicBezTo>
                    <a:cubicBezTo>
                      <a:pt x="2712" y="1933"/>
                      <a:pt x="2659" y="1924"/>
                      <a:pt x="2623" y="1907"/>
                    </a:cubicBezTo>
                    <a:cubicBezTo>
                      <a:pt x="2445" y="1835"/>
                      <a:pt x="2284" y="1773"/>
                      <a:pt x="2123" y="1710"/>
                    </a:cubicBezTo>
                    <a:cubicBezTo>
                      <a:pt x="1954" y="1648"/>
                      <a:pt x="1811" y="1568"/>
                      <a:pt x="1633" y="1541"/>
                    </a:cubicBezTo>
                    <a:cubicBezTo>
                      <a:pt x="1621" y="1540"/>
                      <a:pt x="1609" y="1539"/>
                      <a:pt x="1597" y="1539"/>
                    </a:cubicBezTo>
                    <a:cubicBezTo>
                      <a:pt x="1517" y="1539"/>
                      <a:pt x="1428" y="1564"/>
                      <a:pt x="1374" y="1603"/>
                    </a:cubicBezTo>
                    <a:cubicBezTo>
                      <a:pt x="1361" y="1610"/>
                      <a:pt x="1349" y="1613"/>
                      <a:pt x="1338" y="1613"/>
                    </a:cubicBezTo>
                    <a:cubicBezTo>
                      <a:pt x="1301" y="1613"/>
                      <a:pt x="1268" y="1584"/>
                      <a:pt x="1213" y="1550"/>
                    </a:cubicBezTo>
                    <a:cubicBezTo>
                      <a:pt x="1159" y="1519"/>
                      <a:pt x="1100" y="1506"/>
                      <a:pt x="1042" y="1506"/>
                    </a:cubicBezTo>
                    <a:cubicBezTo>
                      <a:pt x="1015" y="1506"/>
                      <a:pt x="989" y="1508"/>
                      <a:pt x="964" y="1514"/>
                    </a:cubicBezTo>
                    <a:cubicBezTo>
                      <a:pt x="892" y="1532"/>
                      <a:pt x="821" y="1568"/>
                      <a:pt x="758" y="1612"/>
                    </a:cubicBezTo>
                    <a:cubicBezTo>
                      <a:pt x="642" y="1693"/>
                      <a:pt x="553" y="1782"/>
                      <a:pt x="446" y="1835"/>
                    </a:cubicBezTo>
                    <a:cubicBezTo>
                      <a:pt x="392" y="1865"/>
                      <a:pt x="329" y="1884"/>
                      <a:pt x="271" y="1884"/>
                    </a:cubicBezTo>
                    <a:cubicBezTo>
                      <a:pt x="226" y="1884"/>
                      <a:pt x="183" y="1872"/>
                      <a:pt x="152" y="1844"/>
                    </a:cubicBezTo>
                    <a:cubicBezTo>
                      <a:pt x="125" y="1809"/>
                      <a:pt x="116" y="1755"/>
                      <a:pt x="116" y="1710"/>
                    </a:cubicBezTo>
                    <a:cubicBezTo>
                      <a:pt x="107" y="1657"/>
                      <a:pt x="98" y="1612"/>
                      <a:pt x="98" y="1568"/>
                    </a:cubicBezTo>
                    <a:cubicBezTo>
                      <a:pt x="80" y="1470"/>
                      <a:pt x="72" y="1389"/>
                      <a:pt x="63" y="1318"/>
                    </a:cubicBezTo>
                    <a:cubicBezTo>
                      <a:pt x="27" y="1015"/>
                      <a:pt x="0" y="845"/>
                      <a:pt x="0" y="845"/>
                    </a:cubicBezTo>
                    <a:lnTo>
                      <a:pt x="0" y="845"/>
                    </a:lnTo>
                    <a:cubicBezTo>
                      <a:pt x="0" y="845"/>
                      <a:pt x="18" y="1015"/>
                      <a:pt x="36" y="1318"/>
                    </a:cubicBezTo>
                    <a:cubicBezTo>
                      <a:pt x="45" y="1389"/>
                      <a:pt x="54" y="1478"/>
                      <a:pt x="63" y="1568"/>
                    </a:cubicBezTo>
                    <a:cubicBezTo>
                      <a:pt x="63" y="1612"/>
                      <a:pt x="72" y="1666"/>
                      <a:pt x="72" y="1710"/>
                    </a:cubicBezTo>
                    <a:cubicBezTo>
                      <a:pt x="80" y="1764"/>
                      <a:pt x="80" y="1817"/>
                      <a:pt x="116" y="1871"/>
                    </a:cubicBezTo>
                    <a:cubicBezTo>
                      <a:pt x="164" y="1919"/>
                      <a:pt x="224" y="1937"/>
                      <a:pt x="286" y="1937"/>
                    </a:cubicBezTo>
                    <a:cubicBezTo>
                      <a:pt x="351" y="1937"/>
                      <a:pt x="418" y="1916"/>
                      <a:pt x="473" y="1889"/>
                    </a:cubicBezTo>
                    <a:cubicBezTo>
                      <a:pt x="598" y="1835"/>
                      <a:pt x="696" y="1746"/>
                      <a:pt x="803" y="1675"/>
                    </a:cubicBezTo>
                    <a:cubicBezTo>
                      <a:pt x="872" y="1629"/>
                      <a:pt x="956" y="1594"/>
                      <a:pt x="1035" y="1594"/>
                    </a:cubicBezTo>
                    <a:cubicBezTo>
                      <a:pt x="1079" y="1594"/>
                      <a:pt x="1122" y="1605"/>
                      <a:pt x="1160" y="1630"/>
                    </a:cubicBezTo>
                    <a:cubicBezTo>
                      <a:pt x="1187" y="1648"/>
                      <a:pt x="1222" y="1675"/>
                      <a:pt x="1267" y="1693"/>
                    </a:cubicBezTo>
                    <a:cubicBezTo>
                      <a:pt x="1285" y="1706"/>
                      <a:pt x="1312" y="1713"/>
                      <a:pt x="1339" y="1713"/>
                    </a:cubicBezTo>
                    <a:cubicBezTo>
                      <a:pt x="1367" y="1713"/>
                      <a:pt x="1396" y="1706"/>
                      <a:pt x="1419" y="1693"/>
                    </a:cubicBezTo>
                    <a:cubicBezTo>
                      <a:pt x="1474" y="1658"/>
                      <a:pt x="1519" y="1645"/>
                      <a:pt x="1569" y="1645"/>
                    </a:cubicBezTo>
                    <a:cubicBezTo>
                      <a:pt x="1584" y="1645"/>
                      <a:pt x="1599" y="1646"/>
                      <a:pt x="1615" y="1648"/>
                    </a:cubicBezTo>
                    <a:cubicBezTo>
                      <a:pt x="1758" y="1675"/>
                      <a:pt x="1918" y="1755"/>
                      <a:pt x="2079" y="1817"/>
                    </a:cubicBezTo>
                    <a:cubicBezTo>
                      <a:pt x="2230" y="1889"/>
                      <a:pt x="2400" y="1960"/>
                      <a:pt x="2569" y="2032"/>
                    </a:cubicBezTo>
                    <a:cubicBezTo>
                      <a:pt x="2659" y="2067"/>
                      <a:pt x="2730" y="2103"/>
                      <a:pt x="2721" y="2148"/>
                    </a:cubicBezTo>
                    <a:cubicBezTo>
                      <a:pt x="2730" y="2192"/>
                      <a:pt x="2668" y="2263"/>
                      <a:pt x="2605" y="2353"/>
                    </a:cubicBezTo>
                    <a:cubicBezTo>
                      <a:pt x="2543" y="2451"/>
                      <a:pt x="2543" y="2594"/>
                      <a:pt x="2569" y="2692"/>
                    </a:cubicBezTo>
                    <a:cubicBezTo>
                      <a:pt x="2605" y="2808"/>
                      <a:pt x="2668" y="2906"/>
                      <a:pt x="2739" y="2977"/>
                    </a:cubicBezTo>
                    <a:cubicBezTo>
                      <a:pt x="2882" y="3138"/>
                      <a:pt x="3024" y="3263"/>
                      <a:pt x="3069" y="3450"/>
                    </a:cubicBezTo>
                    <a:cubicBezTo>
                      <a:pt x="3114" y="3628"/>
                      <a:pt x="3078" y="3834"/>
                      <a:pt x="2971" y="3985"/>
                    </a:cubicBezTo>
                    <a:lnTo>
                      <a:pt x="2926" y="4039"/>
                    </a:lnTo>
                    <a:lnTo>
                      <a:pt x="2971" y="4092"/>
                    </a:lnTo>
                    <a:cubicBezTo>
                      <a:pt x="2998" y="4119"/>
                      <a:pt x="3042" y="4146"/>
                      <a:pt x="3087" y="4146"/>
                    </a:cubicBezTo>
                    <a:cubicBezTo>
                      <a:pt x="3123" y="4146"/>
                      <a:pt x="3158" y="4128"/>
                      <a:pt x="3185" y="4119"/>
                    </a:cubicBezTo>
                    <a:cubicBezTo>
                      <a:pt x="3230" y="4083"/>
                      <a:pt x="3265" y="4048"/>
                      <a:pt x="3292" y="3994"/>
                    </a:cubicBezTo>
                    <a:cubicBezTo>
                      <a:pt x="3328" y="3878"/>
                      <a:pt x="3301" y="3807"/>
                      <a:pt x="3310" y="3753"/>
                    </a:cubicBezTo>
                    <a:cubicBezTo>
                      <a:pt x="3319" y="3727"/>
                      <a:pt x="3319" y="3718"/>
                      <a:pt x="3337" y="3691"/>
                    </a:cubicBezTo>
                    <a:cubicBezTo>
                      <a:pt x="3354" y="3673"/>
                      <a:pt x="3399" y="3637"/>
                      <a:pt x="3426" y="3584"/>
                    </a:cubicBezTo>
                    <a:cubicBezTo>
                      <a:pt x="3462" y="3486"/>
                      <a:pt x="3470" y="3414"/>
                      <a:pt x="3479" y="3334"/>
                    </a:cubicBezTo>
                    <a:cubicBezTo>
                      <a:pt x="3524" y="3093"/>
                      <a:pt x="3569" y="2861"/>
                      <a:pt x="3604" y="2629"/>
                    </a:cubicBezTo>
                    <a:cubicBezTo>
                      <a:pt x="3631" y="2513"/>
                      <a:pt x="3649" y="2397"/>
                      <a:pt x="3667" y="2281"/>
                    </a:cubicBezTo>
                    <a:cubicBezTo>
                      <a:pt x="3676" y="2228"/>
                      <a:pt x="3702" y="2156"/>
                      <a:pt x="3658" y="2058"/>
                    </a:cubicBezTo>
                    <a:cubicBezTo>
                      <a:pt x="3622" y="1978"/>
                      <a:pt x="3560" y="1951"/>
                      <a:pt x="3533" y="1916"/>
                    </a:cubicBezTo>
                    <a:cubicBezTo>
                      <a:pt x="3426" y="1782"/>
                      <a:pt x="3497" y="1550"/>
                      <a:pt x="3613" y="1389"/>
                    </a:cubicBezTo>
                    <a:cubicBezTo>
                      <a:pt x="3676" y="1300"/>
                      <a:pt x="3738" y="1211"/>
                      <a:pt x="3792" y="1104"/>
                    </a:cubicBezTo>
                    <a:cubicBezTo>
                      <a:pt x="3845" y="1006"/>
                      <a:pt x="3872" y="872"/>
                      <a:pt x="3863" y="756"/>
                    </a:cubicBezTo>
                    <a:cubicBezTo>
                      <a:pt x="3827" y="515"/>
                      <a:pt x="3667" y="328"/>
                      <a:pt x="3488" y="221"/>
                    </a:cubicBezTo>
                    <a:cubicBezTo>
                      <a:pt x="3301" y="105"/>
                      <a:pt x="3105" y="69"/>
                      <a:pt x="2917" y="33"/>
                    </a:cubicBezTo>
                    <a:cubicBezTo>
                      <a:pt x="2803" y="17"/>
                      <a:pt x="2688" y="0"/>
                      <a:pt x="257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1134;p48">
                <a:extLst>
                  <a:ext uri="{FF2B5EF4-FFF2-40B4-BE49-F238E27FC236}">
                    <a16:creationId xmlns:a16="http://schemas.microsoft.com/office/drawing/2014/main" id="{956C3746-8C30-F6D4-0929-3344F310743C}"/>
                  </a:ext>
                </a:extLst>
              </p:cNvPr>
              <p:cNvSpPr/>
              <p:nvPr/>
            </p:nvSpPr>
            <p:spPr>
              <a:xfrm>
                <a:off x="5893836" y="633557"/>
                <a:ext cx="35459" cy="11216"/>
              </a:xfrm>
              <a:custGeom>
                <a:avLst/>
                <a:gdLst/>
                <a:ahLst/>
                <a:cxnLst/>
                <a:rect l="l" t="t" r="r" b="b"/>
                <a:pathLst>
                  <a:path w="822" h="260" extrusionOk="0">
                    <a:moveTo>
                      <a:pt x="153" y="1"/>
                    </a:moveTo>
                    <a:cubicBezTo>
                      <a:pt x="143" y="1"/>
                      <a:pt x="134" y="2"/>
                      <a:pt x="126" y="5"/>
                    </a:cubicBezTo>
                    <a:cubicBezTo>
                      <a:pt x="72" y="23"/>
                      <a:pt x="54" y="49"/>
                      <a:pt x="27" y="58"/>
                    </a:cubicBezTo>
                    <a:cubicBezTo>
                      <a:pt x="10" y="76"/>
                      <a:pt x="1" y="76"/>
                      <a:pt x="1" y="76"/>
                    </a:cubicBezTo>
                    <a:cubicBezTo>
                      <a:pt x="1" y="76"/>
                      <a:pt x="10" y="85"/>
                      <a:pt x="36" y="85"/>
                    </a:cubicBezTo>
                    <a:cubicBezTo>
                      <a:pt x="50" y="90"/>
                      <a:pt x="65" y="90"/>
                      <a:pt x="81" y="90"/>
                    </a:cubicBezTo>
                    <a:cubicBezTo>
                      <a:pt x="97" y="90"/>
                      <a:pt x="112" y="90"/>
                      <a:pt x="126" y="94"/>
                    </a:cubicBezTo>
                    <a:cubicBezTo>
                      <a:pt x="152" y="103"/>
                      <a:pt x="161" y="130"/>
                      <a:pt x="197" y="165"/>
                    </a:cubicBezTo>
                    <a:cubicBezTo>
                      <a:pt x="215" y="192"/>
                      <a:pt x="242" y="219"/>
                      <a:pt x="277" y="237"/>
                    </a:cubicBezTo>
                    <a:cubicBezTo>
                      <a:pt x="305" y="254"/>
                      <a:pt x="337" y="260"/>
                      <a:pt x="366" y="260"/>
                    </a:cubicBezTo>
                    <a:cubicBezTo>
                      <a:pt x="382" y="260"/>
                      <a:pt x="398" y="258"/>
                      <a:pt x="411" y="255"/>
                    </a:cubicBezTo>
                    <a:cubicBezTo>
                      <a:pt x="500" y="246"/>
                      <a:pt x="554" y="192"/>
                      <a:pt x="589" y="165"/>
                    </a:cubicBezTo>
                    <a:cubicBezTo>
                      <a:pt x="634" y="139"/>
                      <a:pt x="652" y="112"/>
                      <a:pt x="688" y="103"/>
                    </a:cubicBezTo>
                    <a:cubicBezTo>
                      <a:pt x="759" y="85"/>
                      <a:pt x="821" y="76"/>
                      <a:pt x="812" y="76"/>
                    </a:cubicBezTo>
                    <a:cubicBezTo>
                      <a:pt x="812" y="76"/>
                      <a:pt x="777" y="40"/>
                      <a:pt x="688" y="14"/>
                    </a:cubicBezTo>
                    <a:cubicBezTo>
                      <a:pt x="674" y="10"/>
                      <a:pt x="659" y="9"/>
                      <a:pt x="645" y="9"/>
                    </a:cubicBezTo>
                    <a:cubicBezTo>
                      <a:pt x="547" y="9"/>
                      <a:pt x="439" y="77"/>
                      <a:pt x="384" y="85"/>
                    </a:cubicBezTo>
                    <a:cubicBezTo>
                      <a:pt x="375" y="85"/>
                      <a:pt x="368" y="86"/>
                      <a:pt x="361" y="86"/>
                    </a:cubicBezTo>
                    <a:cubicBezTo>
                      <a:pt x="347" y="86"/>
                      <a:pt x="331" y="82"/>
                      <a:pt x="295" y="58"/>
                    </a:cubicBezTo>
                    <a:cubicBezTo>
                      <a:pt x="265" y="36"/>
                      <a:pt x="203" y="1"/>
                      <a:pt x="1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1135;p48">
                <a:extLst>
                  <a:ext uri="{FF2B5EF4-FFF2-40B4-BE49-F238E27FC236}">
                    <a16:creationId xmlns:a16="http://schemas.microsoft.com/office/drawing/2014/main" id="{D77FFEA0-0C03-70D0-4DCA-5271A4C2194C}"/>
                  </a:ext>
                </a:extLst>
              </p:cNvPr>
              <p:cNvSpPr/>
              <p:nvPr/>
            </p:nvSpPr>
            <p:spPr>
              <a:xfrm>
                <a:off x="5887279" y="659138"/>
                <a:ext cx="48185" cy="9922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230" extrusionOk="0">
                    <a:moveTo>
                      <a:pt x="661" y="1"/>
                    </a:moveTo>
                    <a:cubicBezTo>
                      <a:pt x="634" y="9"/>
                      <a:pt x="599" y="18"/>
                      <a:pt x="572" y="36"/>
                    </a:cubicBezTo>
                    <a:cubicBezTo>
                      <a:pt x="565" y="43"/>
                      <a:pt x="540" y="45"/>
                      <a:pt x="540" y="55"/>
                    </a:cubicBezTo>
                    <a:lnTo>
                      <a:pt x="540" y="55"/>
                    </a:lnTo>
                    <a:cubicBezTo>
                      <a:pt x="539" y="53"/>
                      <a:pt x="537" y="52"/>
                      <a:pt x="535" y="52"/>
                    </a:cubicBezTo>
                    <a:cubicBezTo>
                      <a:pt x="532" y="52"/>
                      <a:pt x="527" y="54"/>
                      <a:pt x="518" y="54"/>
                    </a:cubicBezTo>
                    <a:lnTo>
                      <a:pt x="456" y="45"/>
                    </a:lnTo>
                    <a:cubicBezTo>
                      <a:pt x="420" y="45"/>
                      <a:pt x="376" y="45"/>
                      <a:pt x="340" y="54"/>
                    </a:cubicBezTo>
                    <a:cubicBezTo>
                      <a:pt x="260" y="63"/>
                      <a:pt x="197" y="90"/>
                      <a:pt x="153" y="108"/>
                    </a:cubicBezTo>
                    <a:cubicBezTo>
                      <a:pt x="46" y="161"/>
                      <a:pt x="1" y="215"/>
                      <a:pt x="1" y="215"/>
                    </a:cubicBezTo>
                    <a:cubicBezTo>
                      <a:pt x="1" y="215"/>
                      <a:pt x="72" y="197"/>
                      <a:pt x="170" y="197"/>
                    </a:cubicBezTo>
                    <a:lnTo>
                      <a:pt x="340" y="197"/>
                    </a:lnTo>
                    <a:cubicBezTo>
                      <a:pt x="376" y="206"/>
                      <a:pt x="411" y="206"/>
                      <a:pt x="438" y="215"/>
                    </a:cubicBezTo>
                    <a:cubicBezTo>
                      <a:pt x="465" y="215"/>
                      <a:pt x="487" y="230"/>
                      <a:pt x="533" y="230"/>
                    </a:cubicBezTo>
                    <a:cubicBezTo>
                      <a:pt x="549" y="230"/>
                      <a:pt x="567" y="228"/>
                      <a:pt x="590" y="224"/>
                    </a:cubicBezTo>
                    <a:cubicBezTo>
                      <a:pt x="634" y="206"/>
                      <a:pt x="634" y="197"/>
                      <a:pt x="661" y="179"/>
                    </a:cubicBezTo>
                    <a:cubicBezTo>
                      <a:pt x="670" y="179"/>
                      <a:pt x="670" y="170"/>
                      <a:pt x="679" y="170"/>
                    </a:cubicBezTo>
                    <a:lnTo>
                      <a:pt x="759" y="170"/>
                    </a:lnTo>
                    <a:cubicBezTo>
                      <a:pt x="822" y="179"/>
                      <a:pt x="884" y="188"/>
                      <a:pt x="938" y="188"/>
                    </a:cubicBezTo>
                    <a:cubicBezTo>
                      <a:pt x="1045" y="197"/>
                      <a:pt x="1116" y="197"/>
                      <a:pt x="1116" y="197"/>
                    </a:cubicBezTo>
                    <a:cubicBezTo>
                      <a:pt x="1116" y="197"/>
                      <a:pt x="1063" y="152"/>
                      <a:pt x="964" y="108"/>
                    </a:cubicBezTo>
                    <a:cubicBezTo>
                      <a:pt x="920" y="81"/>
                      <a:pt x="857" y="54"/>
                      <a:pt x="795" y="27"/>
                    </a:cubicBezTo>
                    <a:cubicBezTo>
                      <a:pt x="759" y="18"/>
                      <a:pt x="715" y="1"/>
                      <a:pt x="6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1136;p48">
                <a:extLst>
                  <a:ext uri="{FF2B5EF4-FFF2-40B4-BE49-F238E27FC236}">
                    <a16:creationId xmlns:a16="http://schemas.microsoft.com/office/drawing/2014/main" id="{A7DF8BBF-3466-A413-617D-2DC60DD772C4}"/>
                  </a:ext>
                </a:extLst>
              </p:cNvPr>
              <p:cNvSpPr/>
              <p:nvPr/>
            </p:nvSpPr>
            <p:spPr>
              <a:xfrm>
                <a:off x="5891938" y="672209"/>
                <a:ext cx="40420" cy="13158"/>
              </a:xfrm>
              <a:custGeom>
                <a:avLst/>
                <a:gdLst/>
                <a:ahLst/>
                <a:cxnLst/>
                <a:rect l="l" t="t" r="r" b="b"/>
                <a:pathLst>
                  <a:path w="937" h="305" extrusionOk="0">
                    <a:moveTo>
                      <a:pt x="937" y="1"/>
                    </a:moveTo>
                    <a:cubicBezTo>
                      <a:pt x="937" y="1"/>
                      <a:pt x="874" y="10"/>
                      <a:pt x="785" y="37"/>
                    </a:cubicBezTo>
                    <a:cubicBezTo>
                      <a:pt x="696" y="54"/>
                      <a:pt x="571" y="117"/>
                      <a:pt x="473" y="126"/>
                    </a:cubicBezTo>
                    <a:cubicBezTo>
                      <a:pt x="428" y="126"/>
                      <a:pt x="384" y="117"/>
                      <a:pt x="321" y="99"/>
                    </a:cubicBezTo>
                    <a:cubicBezTo>
                      <a:pt x="259" y="81"/>
                      <a:pt x="205" y="72"/>
                      <a:pt x="161" y="63"/>
                    </a:cubicBezTo>
                    <a:cubicBezTo>
                      <a:pt x="63" y="45"/>
                      <a:pt x="0" y="45"/>
                      <a:pt x="0" y="45"/>
                    </a:cubicBezTo>
                    <a:lnTo>
                      <a:pt x="0" y="45"/>
                    </a:lnTo>
                    <a:cubicBezTo>
                      <a:pt x="0" y="45"/>
                      <a:pt x="45" y="90"/>
                      <a:pt x="125" y="144"/>
                    </a:cubicBezTo>
                    <a:cubicBezTo>
                      <a:pt x="161" y="170"/>
                      <a:pt x="205" y="206"/>
                      <a:pt x="259" y="233"/>
                    </a:cubicBezTo>
                    <a:cubicBezTo>
                      <a:pt x="312" y="260"/>
                      <a:pt x="384" y="304"/>
                      <a:pt x="482" y="304"/>
                    </a:cubicBezTo>
                    <a:cubicBezTo>
                      <a:pt x="669" y="277"/>
                      <a:pt x="749" y="170"/>
                      <a:pt x="830" y="108"/>
                    </a:cubicBezTo>
                    <a:cubicBezTo>
                      <a:pt x="901" y="45"/>
                      <a:pt x="937" y="1"/>
                      <a:pt x="9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1137;p48">
                <a:extLst>
                  <a:ext uri="{FF2B5EF4-FFF2-40B4-BE49-F238E27FC236}">
                    <a16:creationId xmlns:a16="http://schemas.microsoft.com/office/drawing/2014/main" id="{B51C78FA-D80F-F202-864B-9A9B65872D57}"/>
                  </a:ext>
                </a:extLst>
              </p:cNvPr>
              <p:cNvSpPr/>
              <p:nvPr/>
            </p:nvSpPr>
            <p:spPr>
              <a:xfrm>
                <a:off x="5926536" y="562163"/>
                <a:ext cx="56251" cy="14279"/>
              </a:xfrm>
              <a:custGeom>
                <a:avLst/>
                <a:gdLst/>
                <a:ahLst/>
                <a:cxnLst/>
                <a:rect l="l" t="t" r="r" b="b"/>
                <a:pathLst>
                  <a:path w="1304" h="331" extrusionOk="0">
                    <a:moveTo>
                      <a:pt x="643" y="0"/>
                    </a:moveTo>
                    <a:cubicBezTo>
                      <a:pt x="429" y="0"/>
                      <a:pt x="251" y="90"/>
                      <a:pt x="144" y="179"/>
                    </a:cubicBezTo>
                    <a:cubicBezTo>
                      <a:pt x="37" y="259"/>
                      <a:pt x="1" y="331"/>
                      <a:pt x="1" y="331"/>
                    </a:cubicBezTo>
                    <a:cubicBezTo>
                      <a:pt x="1" y="331"/>
                      <a:pt x="271" y="179"/>
                      <a:pt x="606" y="179"/>
                    </a:cubicBezTo>
                    <a:cubicBezTo>
                      <a:pt x="616" y="179"/>
                      <a:pt x="625" y="179"/>
                      <a:pt x="634" y="179"/>
                    </a:cubicBezTo>
                    <a:cubicBezTo>
                      <a:pt x="813" y="179"/>
                      <a:pt x="973" y="223"/>
                      <a:pt x="1098" y="250"/>
                    </a:cubicBezTo>
                    <a:cubicBezTo>
                      <a:pt x="1223" y="277"/>
                      <a:pt x="1303" y="295"/>
                      <a:pt x="1303" y="295"/>
                    </a:cubicBezTo>
                    <a:cubicBezTo>
                      <a:pt x="1303" y="295"/>
                      <a:pt x="1241" y="241"/>
                      <a:pt x="1134" y="170"/>
                    </a:cubicBezTo>
                    <a:cubicBezTo>
                      <a:pt x="1027" y="99"/>
                      <a:pt x="857" y="9"/>
                      <a:pt x="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1138;p48">
                <a:extLst>
                  <a:ext uri="{FF2B5EF4-FFF2-40B4-BE49-F238E27FC236}">
                    <a16:creationId xmlns:a16="http://schemas.microsoft.com/office/drawing/2014/main" id="{26C852E1-A6C6-1F5B-A4CD-4629769FFB0D}"/>
                  </a:ext>
                </a:extLst>
              </p:cNvPr>
              <p:cNvSpPr/>
              <p:nvPr/>
            </p:nvSpPr>
            <p:spPr>
              <a:xfrm>
                <a:off x="5840516" y="562853"/>
                <a:ext cx="52973" cy="16695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387" extrusionOk="0">
                    <a:moveTo>
                      <a:pt x="532" y="0"/>
                    </a:moveTo>
                    <a:cubicBezTo>
                      <a:pt x="347" y="0"/>
                      <a:pt x="176" y="83"/>
                      <a:pt x="95" y="181"/>
                    </a:cubicBezTo>
                    <a:cubicBezTo>
                      <a:pt x="0" y="284"/>
                      <a:pt x="21" y="386"/>
                      <a:pt x="23" y="386"/>
                    </a:cubicBezTo>
                    <a:cubicBezTo>
                      <a:pt x="23" y="386"/>
                      <a:pt x="23" y="386"/>
                      <a:pt x="23" y="386"/>
                    </a:cubicBezTo>
                    <a:cubicBezTo>
                      <a:pt x="23" y="386"/>
                      <a:pt x="50" y="306"/>
                      <a:pt x="148" y="252"/>
                    </a:cubicBezTo>
                    <a:cubicBezTo>
                      <a:pt x="238" y="200"/>
                      <a:pt x="360" y="179"/>
                      <a:pt x="497" y="179"/>
                    </a:cubicBezTo>
                    <a:cubicBezTo>
                      <a:pt x="523" y="179"/>
                      <a:pt x="550" y="179"/>
                      <a:pt x="576" y="181"/>
                    </a:cubicBezTo>
                    <a:cubicBezTo>
                      <a:pt x="755" y="190"/>
                      <a:pt x="924" y="207"/>
                      <a:pt x="1040" y="243"/>
                    </a:cubicBezTo>
                    <a:cubicBezTo>
                      <a:pt x="1156" y="270"/>
                      <a:pt x="1228" y="306"/>
                      <a:pt x="1228" y="306"/>
                    </a:cubicBezTo>
                    <a:cubicBezTo>
                      <a:pt x="1228" y="306"/>
                      <a:pt x="1183" y="234"/>
                      <a:pt x="1076" y="163"/>
                    </a:cubicBezTo>
                    <a:cubicBezTo>
                      <a:pt x="960" y="83"/>
                      <a:pt x="791" y="11"/>
                      <a:pt x="585" y="2"/>
                    </a:cubicBezTo>
                    <a:cubicBezTo>
                      <a:pt x="568" y="1"/>
                      <a:pt x="550" y="0"/>
                      <a:pt x="5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1139;p48">
                <a:extLst>
                  <a:ext uri="{FF2B5EF4-FFF2-40B4-BE49-F238E27FC236}">
                    <a16:creationId xmlns:a16="http://schemas.microsoft.com/office/drawing/2014/main" id="{D75F32B6-6A58-BBD6-7D05-42B4FDED6DB4}"/>
                  </a:ext>
                </a:extLst>
              </p:cNvPr>
              <p:cNvSpPr/>
              <p:nvPr/>
            </p:nvSpPr>
            <p:spPr>
              <a:xfrm>
                <a:off x="5901170" y="592964"/>
                <a:ext cx="21569" cy="7722"/>
              </a:xfrm>
              <a:custGeom>
                <a:avLst/>
                <a:gdLst/>
                <a:ahLst/>
                <a:cxnLst/>
                <a:rect l="l" t="t" r="r" b="b"/>
                <a:pathLst>
                  <a:path w="500" h="179" extrusionOk="0">
                    <a:moveTo>
                      <a:pt x="241" y="0"/>
                    </a:moveTo>
                    <a:cubicBezTo>
                      <a:pt x="152" y="9"/>
                      <a:pt x="80" y="54"/>
                      <a:pt x="45" y="98"/>
                    </a:cubicBezTo>
                    <a:cubicBezTo>
                      <a:pt x="9" y="143"/>
                      <a:pt x="0" y="179"/>
                      <a:pt x="0" y="179"/>
                    </a:cubicBezTo>
                    <a:lnTo>
                      <a:pt x="250" y="179"/>
                    </a:lnTo>
                    <a:cubicBezTo>
                      <a:pt x="337" y="171"/>
                      <a:pt x="441" y="158"/>
                      <a:pt x="482" y="158"/>
                    </a:cubicBezTo>
                    <a:cubicBezTo>
                      <a:pt x="492" y="158"/>
                      <a:pt x="498" y="159"/>
                      <a:pt x="500" y="161"/>
                    </a:cubicBezTo>
                    <a:cubicBezTo>
                      <a:pt x="500" y="161"/>
                      <a:pt x="482" y="125"/>
                      <a:pt x="446" y="80"/>
                    </a:cubicBezTo>
                    <a:cubicBezTo>
                      <a:pt x="402" y="45"/>
                      <a:pt x="330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1140;p48">
                <a:extLst>
                  <a:ext uri="{FF2B5EF4-FFF2-40B4-BE49-F238E27FC236}">
                    <a16:creationId xmlns:a16="http://schemas.microsoft.com/office/drawing/2014/main" id="{35BAC27F-7AF6-8094-1DC7-58FAF28AD993}"/>
                  </a:ext>
                </a:extLst>
              </p:cNvPr>
              <p:cNvSpPr/>
              <p:nvPr/>
            </p:nvSpPr>
            <p:spPr>
              <a:xfrm>
                <a:off x="5920410" y="577563"/>
                <a:ext cx="65828" cy="58714"/>
              </a:xfrm>
              <a:custGeom>
                <a:avLst/>
                <a:gdLst/>
                <a:ahLst/>
                <a:cxnLst/>
                <a:rect l="l" t="t" r="r" b="b"/>
                <a:pathLst>
                  <a:path w="1526" h="1361" extrusionOk="0">
                    <a:moveTo>
                      <a:pt x="579" y="112"/>
                    </a:moveTo>
                    <a:cubicBezTo>
                      <a:pt x="629" y="112"/>
                      <a:pt x="683" y="116"/>
                      <a:pt x="741" y="125"/>
                    </a:cubicBezTo>
                    <a:cubicBezTo>
                      <a:pt x="848" y="134"/>
                      <a:pt x="973" y="152"/>
                      <a:pt x="1080" y="188"/>
                    </a:cubicBezTo>
                    <a:cubicBezTo>
                      <a:pt x="1294" y="259"/>
                      <a:pt x="1401" y="544"/>
                      <a:pt x="1294" y="785"/>
                    </a:cubicBezTo>
                    <a:cubicBezTo>
                      <a:pt x="1187" y="1017"/>
                      <a:pt x="928" y="1169"/>
                      <a:pt x="705" y="1205"/>
                    </a:cubicBezTo>
                    <a:cubicBezTo>
                      <a:pt x="669" y="1213"/>
                      <a:pt x="635" y="1217"/>
                      <a:pt x="601" y="1217"/>
                    </a:cubicBezTo>
                    <a:cubicBezTo>
                      <a:pt x="415" y="1217"/>
                      <a:pt x="260" y="1101"/>
                      <a:pt x="170" y="973"/>
                    </a:cubicBezTo>
                    <a:cubicBezTo>
                      <a:pt x="72" y="821"/>
                      <a:pt x="45" y="660"/>
                      <a:pt x="27" y="553"/>
                    </a:cubicBezTo>
                    <a:cubicBezTo>
                      <a:pt x="24" y="515"/>
                      <a:pt x="22" y="483"/>
                      <a:pt x="20" y="457"/>
                    </a:cubicBezTo>
                    <a:lnTo>
                      <a:pt x="20" y="457"/>
                    </a:lnTo>
                    <a:cubicBezTo>
                      <a:pt x="29" y="430"/>
                      <a:pt x="39" y="389"/>
                      <a:pt x="72" y="348"/>
                    </a:cubicBezTo>
                    <a:cubicBezTo>
                      <a:pt x="125" y="268"/>
                      <a:pt x="250" y="161"/>
                      <a:pt x="437" y="125"/>
                    </a:cubicBezTo>
                    <a:cubicBezTo>
                      <a:pt x="482" y="116"/>
                      <a:pt x="529" y="112"/>
                      <a:pt x="579" y="112"/>
                    </a:cubicBezTo>
                    <a:close/>
                    <a:moveTo>
                      <a:pt x="741" y="0"/>
                    </a:moveTo>
                    <a:cubicBezTo>
                      <a:pt x="625" y="0"/>
                      <a:pt x="509" y="9"/>
                      <a:pt x="411" y="45"/>
                    </a:cubicBezTo>
                    <a:cubicBezTo>
                      <a:pt x="214" y="98"/>
                      <a:pt x="89" y="241"/>
                      <a:pt x="45" y="339"/>
                    </a:cubicBezTo>
                    <a:cubicBezTo>
                      <a:pt x="33" y="364"/>
                      <a:pt x="24" y="386"/>
                      <a:pt x="18" y="406"/>
                    </a:cubicBezTo>
                    <a:lnTo>
                      <a:pt x="18" y="406"/>
                    </a:lnTo>
                    <a:cubicBezTo>
                      <a:pt x="18" y="392"/>
                      <a:pt x="18" y="384"/>
                      <a:pt x="18" y="384"/>
                    </a:cubicBezTo>
                    <a:cubicBezTo>
                      <a:pt x="18" y="384"/>
                      <a:pt x="15" y="403"/>
                      <a:pt x="11" y="438"/>
                    </a:cubicBezTo>
                    <a:lnTo>
                      <a:pt x="11" y="438"/>
                    </a:lnTo>
                    <a:cubicBezTo>
                      <a:pt x="10" y="445"/>
                      <a:pt x="10" y="451"/>
                      <a:pt x="9" y="457"/>
                    </a:cubicBezTo>
                    <a:lnTo>
                      <a:pt x="9" y="457"/>
                    </a:lnTo>
                    <a:cubicBezTo>
                      <a:pt x="7" y="483"/>
                      <a:pt x="3" y="515"/>
                      <a:pt x="0" y="553"/>
                    </a:cubicBezTo>
                    <a:cubicBezTo>
                      <a:pt x="0" y="660"/>
                      <a:pt x="0" y="830"/>
                      <a:pt x="98" y="1017"/>
                    </a:cubicBezTo>
                    <a:cubicBezTo>
                      <a:pt x="152" y="1106"/>
                      <a:pt x="223" y="1205"/>
                      <a:pt x="330" y="1276"/>
                    </a:cubicBezTo>
                    <a:cubicBezTo>
                      <a:pt x="419" y="1328"/>
                      <a:pt x="531" y="1361"/>
                      <a:pt x="648" y="1361"/>
                    </a:cubicBezTo>
                    <a:cubicBezTo>
                      <a:pt x="673" y="1361"/>
                      <a:pt x="698" y="1359"/>
                      <a:pt x="723" y="1356"/>
                    </a:cubicBezTo>
                    <a:cubicBezTo>
                      <a:pt x="999" y="1321"/>
                      <a:pt x="1312" y="1169"/>
                      <a:pt x="1454" y="848"/>
                    </a:cubicBezTo>
                    <a:cubicBezTo>
                      <a:pt x="1526" y="687"/>
                      <a:pt x="1526" y="509"/>
                      <a:pt x="1463" y="357"/>
                    </a:cubicBezTo>
                    <a:cubicBezTo>
                      <a:pt x="1410" y="205"/>
                      <a:pt x="1267" y="90"/>
                      <a:pt x="1124" y="45"/>
                    </a:cubicBezTo>
                    <a:cubicBezTo>
                      <a:pt x="990" y="9"/>
                      <a:pt x="866" y="9"/>
                      <a:pt x="7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1141;p48">
                <a:extLst>
                  <a:ext uri="{FF2B5EF4-FFF2-40B4-BE49-F238E27FC236}">
                    <a16:creationId xmlns:a16="http://schemas.microsoft.com/office/drawing/2014/main" id="{38A2574C-813D-658F-651E-B58D5C6F9A54}"/>
                  </a:ext>
                </a:extLst>
              </p:cNvPr>
              <p:cNvSpPr/>
              <p:nvPr/>
            </p:nvSpPr>
            <p:spPr>
              <a:xfrm>
                <a:off x="5835340" y="577563"/>
                <a:ext cx="65871" cy="58714"/>
              </a:xfrm>
              <a:custGeom>
                <a:avLst/>
                <a:gdLst/>
                <a:ahLst/>
                <a:cxnLst/>
                <a:rect l="l" t="t" r="r" b="b"/>
                <a:pathLst>
                  <a:path w="1527" h="1361" extrusionOk="0">
                    <a:moveTo>
                      <a:pt x="948" y="112"/>
                    </a:moveTo>
                    <a:cubicBezTo>
                      <a:pt x="1000" y="112"/>
                      <a:pt x="1049" y="116"/>
                      <a:pt x="1098" y="125"/>
                    </a:cubicBezTo>
                    <a:cubicBezTo>
                      <a:pt x="1276" y="161"/>
                      <a:pt x="1401" y="268"/>
                      <a:pt x="1455" y="348"/>
                    </a:cubicBezTo>
                    <a:cubicBezTo>
                      <a:pt x="1487" y="389"/>
                      <a:pt x="1498" y="430"/>
                      <a:pt x="1506" y="457"/>
                    </a:cubicBezTo>
                    <a:lnTo>
                      <a:pt x="1506" y="457"/>
                    </a:lnTo>
                    <a:cubicBezTo>
                      <a:pt x="1505" y="483"/>
                      <a:pt x="1503" y="515"/>
                      <a:pt x="1499" y="553"/>
                    </a:cubicBezTo>
                    <a:cubicBezTo>
                      <a:pt x="1482" y="660"/>
                      <a:pt x="1455" y="821"/>
                      <a:pt x="1357" y="973"/>
                    </a:cubicBezTo>
                    <a:cubicBezTo>
                      <a:pt x="1266" y="1101"/>
                      <a:pt x="1111" y="1217"/>
                      <a:pt x="925" y="1217"/>
                    </a:cubicBezTo>
                    <a:cubicBezTo>
                      <a:pt x="892" y="1217"/>
                      <a:pt x="857" y="1213"/>
                      <a:pt x="821" y="1205"/>
                    </a:cubicBezTo>
                    <a:cubicBezTo>
                      <a:pt x="598" y="1169"/>
                      <a:pt x="340" y="1017"/>
                      <a:pt x="233" y="785"/>
                    </a:cubicBezTo>
                    <a:cubicBezTo>
                      <a:pt x="134" y="544"/>
                      <a:pt x="233" y="259"/>
                      <a:pt x="447" y="188"/>
                    </a:cubicBezTo>
                    <a:cubicBezTo>
                      <a:pt x="554" y="152"/>
                      <a:pt x="679" y="134"/>
                      <a:pt x="786" y="125"/>
                    </a:cubicBezTo>
                    <a:cubicBezTo>
                      <a:pt x="844" y="116"/>
                      <a:pt x="897" y="112"/>
                      <a:pt x="948" y="112"/>
                    </a:cubicBezTo>
                    <a:close/>
                    <a:moveTo>
                      <a:pt x="786" y="0"/>
                    </a:moveTo>
                    <a:cubicBezTo>
                      <a:pt x="661" y="9"/>
                      <a:pt x="545" y="9"/>
                      <a:pt x="402" y="45"/>
                    </a:cubicBezTo>
                    <a:cubicBezTo>
                      <a:pt x="259" y="90"/>
                      <a:pt x="126" y="205"/>
                      <a:pt x="63" y="357"/>
                    </a:cubicBezTo>
                    <a:cubicBezTo>
                      <a:pt x="10" y="509"/>
                      <a:pt x="1" y="687"/>
                      <a:pt x="72" y="848"/>
                    </a:cubicBezTo>
                    <a:cubicBezTo>
                      <a:pt x="215" y="1169"/>
                      <a:pt x="527" y="1321"/>
                      <a:pt x="804" y="1356"/>
                    </a:cubicBezTo>
                    <a:cubicBezTo>
                      <a:pt x="828" y="1359"/>
                      <a:pt x="853" y="1361"/>
                      <a:pt x="878" y="1361"/>
                    </a:cubicBezTo>
                    <a:cubicBezTo>
                      <a:pt x="995" y="1361"/>
                      <a:pt x="1108" y="1328"/>
                      <a:pt x="1196" y="1276"/>
                    </a:cubicBezTo>
                    <a:cubicBezTo>
                      <a:pt x="1303" y="1205"/>
                      <a:pt x="1383" y="1106"/>
                      <a:pt x="1428" y="1017"/>
                    </a:cubicBezTo>
                    <a:cubicBezTo>
                      <a:pt x="1526" y="830"/>
                      <a:pt x="1526" y="660"/>
                      <a:pt x="1526" y="553"/>
                    </a:cubicBezTo>
                    <a:cubicBezTo>
                      <a:pt x="1523" y="515"/>
                      <a:pt x="1520" y="483"/>
                      <a:pt x="1517" y="457"/>
                    </a:cubicBezTo>
                    <a:lnTo>
                      <a:pt x="1517" y="457"/>
                    </a:lnTo>
                    <a:cubicBezTo>
                      <a:pt x="1517" y="451"/>
                      <a:pt x="1516" y="445"/>
                      <a:pt x="1515" y="438"/>
                    </a:cubicBezTo>
                    <a:lnTo>
                      <a:pt x="1515" y="438"/>
                    </a:lnTo>
                    <a:cubicBezTo>
                      <a:pt x="1511" y="403"/>
                      <a:pt x="1508" y="384"/>
                      <a:pt x="1508" y="384"/>
                    </a:cubicBezTo>
                    <a:cubicBezTo>
                      <a:pt x="1508" y="384"/>
                      <a:pt x="1508" y="392"/>
                      <a:pt x="1508" y="406"/>
                    </a:cubicBezTo>
                    <a:lnTo>
                      <a:pt x="1508" y="406"/>
                    </a:lnTo>
                    <a:cubicBezTo>
                      <a:pt x="1502" y="386"/>
                      <a:pt x="1494" y="364"/>
                      <a:pt x="1482" y="339"/>
                    </a:cubicBezTo>
                    <a:cubicBezTo>
                      <a:pt x="1437" y="241"/>
                      <a:pt x="1321" y="98"/>
                      <a:pt x="1116" y="45"/>
                    </a:cubicBezTo>
                    <a:cubicBezTo>
                      <a:pt x="1018" y="9"/>
                      <a:pt x="902" y="0"/>
                      <a:pt x="7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1142;p48">
                <a:extLst>
                  <a:ext uri="{FF2B5EF4-FFF2-40B4-BE49-F238E27FC236}">
                    <a16:creationId xmlns:a16="http://schemas.microsoft.com/office/drawing/2014/main" id="{2401A01E-7605-4B8C-6A39-993C05548CB2}"/>
                  </a:ext>
                </a:extLst>
              </p:cNvPr>
              <p:cNvSpPr/>
              <p:nvPr/>
            </p:nvSpPr>
            <p:spPr>
              <a:xfrm>
                <a:off x="5827273" y="589858"/>
                <a:ext cx="12337" cy="48144"/>
              </a:xfrm>
              <a:custGeom>
                <a:avLst/>
                <a:gdLst/>
                <a:ahLst/>
                <a:cxnLst/>
                <a:rect l="l" t="t" r="r" b="b"/>
                <a:pathLst>
                  <a:path w="286" h="1116" extrusionOk="0">
                    <a:moveTo>
                      <a:pt x="134" y="1"/>
                    </a:moveTo>
                    <a:cubicBezTo>
                      <a:pt x="134" y="1"/>
                      <a:pt x="90" y="54"/>
                      <a:pt x="45" y="161"/>
                    </a:cubicBezTo>
                    <a:cubicBezTo>
                      <a:pt x="27" y="206"/>
                      <a:pt x="0" y="277"/>
                      <a:pt x="9" y="358"/>
                    </a:cubicBezTo>
                    <a:cubicBezTo>
                      <a:pt x="9" y="447"/>
                      <a:pt x="54" y="518"/>
                      <a:pt x="72" y="581"/>
                    </a:cubicBezTo>
                    <a:cubicBezTo>
                      <a:pt x="107" y="723"/>
                      <a:pt x="161" y="866"/>
                      <a:pt x="205" y="964"/>
                    </a:cubicBezTo>
                    <a:cubicBezTo>
                      <a:pt x="250" y="1062"/>
                      <a:pt x="286" y="1116"/>
                      <a:pt x="286" y="1116"/>
                    </a:cubicBezTo>
                    <a:cubicBezTo>
                      <a:pt x="286" y="1116"/>
                      <a:pt x="286" y="1045"/>
                      <a:pt x="286" y="946"/>
                    </a:cubicBezTo>
                    <a:cubicBezTo>
                      <a:pt x="286" y="839"/>
                      <a:pt x="277" y="697"/>
                      <a:pt x="232" y="536"/>
                    </a:cubicBezTo>
                    <a:cubicBezTo>
                      <a:pt x="214" y="447"/>
                      <a:pt x="170" y="384"/>
                      <a:pt x="152" y="340"/>
                    </a:cubicBezTo>
                    <a:cubicBezTo>
                      <a:pt x="134" y="286"/>
                      <a:pt x="134" y="224"/>
                      <a:pt x="134" y="179"/>
                    </a:cubicBezTo>
                    <a:cubicBezTo>
                      <a:pt x="134" y="81"/>
                      <a:pt x="134" y="1"/>
                      <a:pt x="13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1143;p48">
                <a:extLst>
                  <a:ext uri="{FF2B5EF4-FFF2-40B4-BE49-F238E27FC236}">
                    <a16:creationId xmlns:a16="http://schemas.microsoft.com/office/drawing/2014/main" id="{33C4EC0F-FB02-691D-F2A4-D258899DAFE7}"/>
                  </a:ext>
                </a:extLst>
              </p:cNvPr>
              <p:cNvSpPr/>
              <p:nvPr/>
            </p:nvSpPr>
            <p:spPr>
              <a:xfrm>
                <a:off x="5977353" y="601419"/>
                <a:ext cx="13502" cy="33520"/>
              </a:xfrm>
              <a:custGeom>
                <a:avLst/>
                <a:gdLst/>
                <a:ahLst/>
                <a:cxnLst/>
                <a:rect l="l" t="t" r="r" b="b"/>
                <a:pathLst>
                  <a:path w="313" h="777" extrusionOk="0">
                    <a:moveTo>
                      <a:pt x="295" y="0"/>
                    </a:moveTo>
                    <a:cubicBezTo>
                      <a:pt x="295" y="0"/>
                      <a:pt x="268" y="45"/>
                      <a:pt x="232" y="107"/>
                    </a:cubicBezTo>
                    <a:cubicBezTo>
                      <a:pt x="188" y="170"/>
                      <a:pt x="134" y="250"/>
                      <a:pt x="90" y="357"/>
                    </a:cubicBezTo>
                    <a:cubicBezTo>
                      <a:pt x="1" y="571"/>
                      <a:pt x="9" y="777"/>
                      <a:pt x="9" y="777"/>
                    </a:cubicBezTo>
                    <a:cubicBezTo>
                      <a:pt x="9" y="777"/>
                      <a:pt x="161" y="643"/>
                      <a:pt x="250" y="429"/>
                    </a:cubicBezTo>
                    <a:cubicBezTo>
                      <a:pt x="295" y="322"/>
                      <a:pt x="313" y="214"/>
                      <a:pt x="313" y="125"/>
                    </a:cubicBezTo>
                    <a:cubicBezTo>
                      <a:pt x="313" y="45"/>
                      <a:pt x="295" y="0"/>
                      <a:pt x="2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1144;p48">
                <a:extLst>
                  <a:ext uri="{FF2B5EF4-FFF2-40B4-BE49-F238E27FC236}">
                    <a16:creationId xmlns:a16="http://schemas.microsoft.com/office/drawing/2014/main" id="{027A17CF-901E-17B5-6E91-EF1CCDD04DFF}"/>
                  </a:ext>
                </a:extLst>
              </p:cNvPr>
              <p:cNvSpPr/>
              <p:nvPr/>
            </p:nvSpPr>
            <p:spPr>
              <a:xfrm>
                <a:off x="5591734" y="819225"/>
                <a:ext cx="91236" cy="315224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7307" extrusionOk="0">
                    <a:moveTo>
                      <a:pt x="1098" y="1"/>
                    </a:moveTo>
                    <a:lnTo>
                      <a:pt x="1098" y="1"/>
                    </a:lnTo>
                    <a:cubicBezTo>
                      <a:pt x="1098" y="1"/>
                      <a:pt x="1009" y="90"/>
                      <a:pt x="866" y="277"/>
                    </a:cubicBezTo>
                    <a:cubicBezTo>
                      <a:pt x="732" y="465"/>
                      <a:pt x="563" y="759"/>
                      <a:pt x="429" y="1151"/>
                    </a:cubicBezTo>
                    <a:cubicBezTo>
                      <a:pt x="295" y="1544"/>
                      <a:pt x="233" y="2044"/>
                      <a:pt x="197" y="2588"/>
                    </a:cubicBezTo>
                    <a:cubicBezTo>
                      <a:pt x="161" y="3132"/>
                      <a:pt x="126" y="3721"/>
                      <a:pt x="99" y="4354"/>
                    </a:cubicBezTo>
                    <a:cubicBezTo>
                      <a:pt x="54" y="5219"/>
                      <a:pt x="27" y="6031"/>
                      <a:pt x="1" y="6718"/>
                    </a:cubicBezTo>
                    <a:lnTo>
                      <a:pt x="1" y="6807"/>
                    </a:lnTo>
                    <a:lnTo>
                      <a:pt x="90" y="6781"/>
                    </a:lnTo>
                    <a:cubicBezTo>
                      <a:pt x="163" y="6756"/>
                      <a:pt x="236" y="6745"/>
                      <a:pt x="309" y="6745"/>
                    </a:cubicBezTo>
                    <a:cubicBezTo>
                      <a:pt x="521" y="6745"/>
                      <a:pt x="729" y="6835"/>
                      <a:pt x="902" y="6914"/>
                    </a:cubicBezTo>
                    <a:cubicBezTo>
                      <a:pt x="1134" y="7030"/>
                      <a:pt x="1339" y="7146"/>
                      <a:pt x="1526" y="7218"/>
                    </a:cubicBezTo>
                    <a:cubicBezTo>
                      <a:pt x="1705" y="7289"/>
                      <a:pt x="1856" y="7307"/>
                      <a:pt x="1954" y="7307"/>
                    </a:cubicBezTo>
                    <a:cubicBezTo>
                      <a:pt x="2061" y="7298"/>
                      <a:pt x="2114" y="7289"/>
                      <a:pt x="2115" y="7289"/>
                    </a:cubicBezTo>
                    <a:lnTo>
                      <a:pt x="2115" y="7289"/>
                    </a:lnTo>
                    <a:cubicBezTo>
                      <a:pt x="2115" y="7289"/>
                      <a:pt x="2091" y="7293"/>
                      <a:pt x="2044" y="7293"/>
                    </a:cubicBezTo>
                    <a:cubicBezTo>
                      <a:pt x="2020" y="7293"/>
                      <a:pt x="1990" y="7292"/>
                      <a:pt x="1954" y="7289"/>
                    </a:cubicBezTo>
                    <a:cubicBezTo>
                      <a:pt x="1856" y="7289"/>
                      <a:pt x="1713" y="7253"/>
                      <a:pt x="1535" y="7173"/>
                    </a:cubicBezTo>
                    <a:cubicBezTo>
                      <a:pt x="1366" y="7102"/>
                      <a:pt x="1178" y="6977"/>
                      <a:pt x="937" y="6843"/>
                    </a:cubicBezTo>
                    <a:cubicBezTo>
                      <a:pt x="821" y="6781"/>
                      <a:pt x="696" y="6709"/>
                      <a:pt x="545" y="6665"/>
                    </a:cubicBezTo>
                    <a:cubicBezTo>
                      <a:pt x="459" y="6639"/>
                      <a:pt x="367" y="6623"/>
                      <a:pt x="272" y="6623"/>
                    </a:cubicBezTo>
                    <a:cubicBezTo>
                      <a:pt x="229" y="6623"/>
                      <a:pt x="185" y="6626"/>
                      <a:pt x="140" y="6634"/>
                    </a:cubicBezTo>
                    <a:lnTo>
                      <a:pt x="140" y="6634"/>
                    </a:lnTo>
                    <a:cubicBezTo>
                      <a:pt x="183" y="5973"/>
                      <a:pt x="225" y="5193"/>
                      <a:pt x="268" y="4363"/>
                    </a:cubicBezTo>
                    <a:cubicBezTo>
                      <a:pt x="304" y="3730"/>
                      <a:pt x="322" y="3132"/>
                      <a:pt x="340" y="2597"/>
                    </a:cubicBezTo>
                    <a:cubicBezTo>
                      <a:pt x="357" y="2053"/>
                      <a:pt x="402" y="1571"/>
                      <a:pt x="518" y="1178"/>
                    </a:cubicBezTo>
                    <a:cubicBezTo>
                      <a:pt x="625" y="786"/>
                      <a:pt x="777" y="482"/>
                      <a:pt x="893" y="295"/>
                    </a:cubicBezTo>
                    <a:cubicBezTo>
                      <a:pt x="1018" y="99"/>
                      <a:pt x="1098" y="1"/>
                      <a:pt x="10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1145;p48">
                <a:extLst>
                  <a:ext uri="{FF2B5EF4-FFF2-40B4-BE49-F238E27FC236}">
                    <a16:creationId xmlns:a16="http://schemas.microsoft.com/office/drawing/2014/main" id="{9AAE3D1B-D9FB-5AD1-3BCF-2986F652486F}"/>
                  </a:ext>
                </a:extLst>
              </p:cNvPr>
              <p:cNvSpPr/>
              <p:nvPr/>
            </p:nvSpPr>
            <p:spPr>
              <a:xfrm>
                <a:off x="6055090" y="797311"/>
                <a:ext cx="155899" cy="388346"/>
              </a:xfrm>
              <a:custGeom>
                <a:avLst/>
                <a:gdLst/>
                <a:ahLst/>
                <a:cxnLst/>
                <a:rect l="l" t="t" r="r" b="b"/>
                <a:pathLst>
                  <a:path w="3614" h="9002" extrusionOk="0">
                    <a:moveTo>
                      <a:pt x="1205" y="0"/>
                    </a:moveTo>
                    <a:cubicBezTo>
                      <a:pt x="1205" y="0"/>
                      <a:pt x="1303" y="134"/>
                      <a:pt x="1481" y="384"/>
                    </a:cubicBezTo>
                    <a:cubicBezTo>
                      <a:pt x="1660" y="634"/>
                      <a:pt x="1910" y="999"/>
                      <a:pt x="2168" y="1472"/>
                    </a:cubicBezTo>
                    <a:cubicBezTo>
                      <a:pt x="2704" y="2409"/>
                      <a:pt x="3319" y="3827"/>
                      <a:pt x="3391" y="5487"/>
                    </a:cubicBezTo>
                    <a:cubicBezTo>
                      <a:pt x="3434" y="6463"/>
                      <a:pt x="3265" y="7388"/>
                      <a:pt x="2982" y="8137"/>
                    </a:cubicBezTo>
                    <a:lnTo>
                      <a:pt x="2982" y="8137"/>
                    </a:lnTo>
                    <a:cubicBezTo>
                      <a:pt x="2766" y="8106"/>
                      <a:pt x="2544" y="8083"/>
                      <a:pt x="2338" y="8083"/>
                    </a:cubicBezTo>
                    <a:cubicBezTo>
                      <a:pt x="2106" y="8092"/>
                      <a:pt x="1892" y="8136"/>
                      <a:pt x="1704" y="8243"/>
                    </a:cubicBezTo>
                    <a:cubicBezTo>
                      <a:pt x="1526" y="8341"/>
                      <a:pt x="1392" y="8466"/>
                      <a:pt x="1258" y="8573"/>
                    </a:cubicBezTo>
                    <a:cubicBezTo>
                      <a:pt x="1125" y="8680"/>
                      <a:pt x="991" y="8761"/>
                      <a:pt x="866" y="8823"/>
                    </a:cubicBezTo>
                    <a:cubicBezTo>
                      <a:pt x="616" y="8939"/>
                      <a:pt x="393" y="8975"/>
                      <a:pt x="241" y="8984"/>
                    </a:cubicBezTo>
                    <a:cubicBezTo>
                      <a:pt x="166" y="8993"/>
                      <a:pt x="105" y="8995"/>
                      <a:pt x="64" y="8995"/>
                    </a:cubicBezTo>
                    <a:cubicBezTo>
                      <a:pt x="23" y="8995"/>
                      <a:pt x="1" y="8993"/>
                      <a:pt x="1" y="8993"/>
                    </a:cubicBezTo>
                    <a:lnTo>
                      <a:pt x="1" y="8993"/>
                    </a:lnTo>
                    <a:cubicBezTo>
                      <a:pt x="1" y="8993"/>
                      <a:pt x="81" y="9001"/>
                      <a:pt x="241" y="9001"/>
                    </a:cubicBezTo>
                    <a:cubicBezTo>
                      <a:pt x="393" y="8993"/>
                      <a:pt x="616" y="8975"/>
                      <a:pt x="884" y="8868"/>
                    </a:cubicBezTo>
                    <a:cubicBezTo>
                      <a:pt x="1018" y="8805"/>
                      <a:pt x="1160" y="8734"/>
                      <a:pt x="1303" y="8627"/>
                    </a:cubicBezTo>
                    <a:cubicBezTo>
                      <a:pt x="1437" y="8529"/>
                      <a:pt x="1580" y="8404"/>
                      <a:pt x="1749" y="8323"/>
                    </a:cubicBezTo>
                    <a:cubicBezTo>
                      <a:pt x="1920" y="8236"/>
                      <a:pt x="2115" y="8202"/>
                      <a:pt x="2325" y="8202"/>
                    </a:cubicBezTo>
                    <a:cubicBezTo>
                      <a:pt x="2542" y="8202"/>
                      <a:pt x="2776" y="8238"/>
                      <a:pt x="3016" y="8288"/>
                    </a:cubicBezTo>
                    <a:lnTo>
                      <a:pt x="3069" y="8297"/>
                    </a:lnTo>
                    <a:lnTo>
                      <a:pt x="3087" y="8243"/>
                    </a:lnTo>
                    <a:cubicBezTo>
                      <a:pt x="3417" y="7476"/>
                      <a:pt x="3614" y="6504"/>
                      <a:pt x="3560" y="5478"/>
                    </a:cubicBezTo>
                    <a:cubicBezTo>
                      <a:pt x="3524" y="4630"/>
                      <a:pt x="3346" y="3845"/>
                      <a:pt x="3096" y="3158"/>
                    </a:cubicBezTo>
                    <a:cubicBezTo>
                      <a:pt x="2846" y="2471"/>
                      <a:pt x="2534" y="1891"/>
                      <a:pt x="2249" y="1428"/>
                    </a:cubicBezTo>
                    <a:cubicBezTo>
                      <a:pt x="1963" y="964"/>
                      <a:pt x="1696" y="607"/>
                      <a:pt x="1499" y="366"/>
                    </a:cubicBezTo>
                    <a:cubicBezTo>
                      <a:pt x="1312" y="125"/>
                      <a:pt x="1205" y="0"/>
                      <a:pt x="120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1146;p48">
                <a:extLst>
                  <a:ext uri="{FF2B5EF4-FFF2-40B4-BE49-F238E27FC236}">
                    <a16:creationId xmlns:a16="http://schemas.microsoft.com/office/drawing/2014/main" id="{A9BA2E26-C6C4-FE29-3D3A-BD1868A86294}"/>
                  </a:ext>
                </a:extLst>
              </p:cNvPr>
              <p:cNvSpPr/>
              <p:nvPr/>
            </p:nvSpPr>
            <p:spPr>
              <a:xfrm>
                <a:off x="6058541" y="812323"/>
                <a:ext cx="41239" cy="106254"/>
              </a:xfrm>
              <a:custGeom>
                <a:avLst/>
                <a:gdLst/>
                <a:ahLst/>
                <a:cxnLst/>
                <a:rect l="l" t="t" r="r" b="b"/>
                <a:pathLst>
                  <a:path w="956" h="2463" extrusionOk="0">
                    <a:moveTo>
                      <a:pt x="955" y="0"/>
                    </a:moveTo>
                    <a:lnTo>
                      <a:pt x="955" y="0"/>
                    </a:lnTo>
                    <a:cubicBezTo>
                      <a:pt x="955" y="0"/>
                      <a:pt x="857" y="107"/>
                      <a:pt x="723" y="312"/>
                    </a:cubicBezTo>
                    <a:cubicBezTo>
                      <a:pt x="581" y="509"/>
                      <a:pt x="411" y="803"/>
                      <a:pt x="277" y="1151"/>
                    </a:cubicBezTo>
                    <a:cubicBezTo>
                      <a:pt x="144" y="1499"/>
                      <a:pt x="72" y="1829"/>
                      <a:pt x="37" y="2070"/>
                    </a:cubicBezTo>
                    <a:cubicBezTo>
                      <a:pt x="10" y="2320"/>
                      <a:pt x="1" y="2462"/>
                      <a:pt x="1" y="2462"/>
                    </a:cubicBezTo>
                    <a:cubicBezTo>
                      <a:pt x="1" y="2462"/>
                      <a:pt x="54" y="2320"/>
                      <a:pt x="126" y="2097"/>
                    </a:cubicBezTo>
                    <a:cubicBezTo>
                      <a:pt x="197" y="1865"/>
                      <a:pt x="304" y="1552"/>
                      <a:pt x="438" y="1213"/>
                    </a:cubicBezTo>
                    <a:cubicBezTo>
                      <a:pt x="572" y="874"/>
                      <a:pt x="697" y="571"/>
                      <a:pt x="795" y="357"/>
                    </a:cubicBezTo>
                    <a:cubicBezTo>
                      <a:pt x="893" y="143"/>
                      <a:pt x="955" y="0"/>
                      <a:pt x="9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1147;p48">
                <a:extLst>
                  <a:ext uri="{FF2B5EF4-FFF2-40B4-BE49-F238E27FC236}">
                    <a16:creationId xmlns:a16="http://schemas.microsoft.com/office/drawing/2014/main" id="{F60FEB06-D8BA-DCDD-BA0F-78E6D740BCD1}"/>
                  </a:ext>
                </a:extLst>
              </p:cNvPr>
              <p:cNvSpPr/>
              <p:nvPr/>
            </p:nvSpPr>
            <p:spPr>
              <a:xfrm>
                <a:off x="5640222" y="839241"/>
                <a:ext cx="58926" cy="99740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2312" extrusionOk="0">
                    <a:moveTo>
                      <a:pt x="1" y="1"/>
                    </a:moveTo>
                    <a:cubicBezTo>
                      <a:pt x="1" y="1"/>
                      <a:pt x="27" y="27"/>
                      <a:pt x="81" y="72"/>
                    </a:cubicBezTo>
                    <a:cubicBezTo>
                      <a:pt x="134" y="117"/>
                      <a:pt x="206" y="188"/>
                      <a:pt x="295" y="268"/>
                    </a:cubicBezTo>
                    <a:cubicBezTo>
                      <a:pt x="473" y="447"/>
                      <a:pt x="688" y="714"/>
                      <a:pt x="875" y="1035"/>
                    </a:cubicBezTo>
                    <a:cubicBezTo>
                      <a:pt x="1062" y="1357"/>
                      <a:pt x="1196" y="1678"/>
                      <a:pt x="1259" y="1910"/>
                    </a:cubicBezTo>
                    <a:cubicBezTo>
                      <a:pt x="1294" y="2035"/>
                      <a:pt x="1321" y="2133"/>
                      <a:pt x="1339" y="2204"/>
                    </a:cubicBezTo>
                    <a:cubicBezTo>
                      <a:pt x="1348" y="2267"/>
                      <a:pt x="1357" y="2311"/>
                      <a:pt x="1357" y="2311"/>
                    </a:cubicBezTo>
                    <a:cubicBezTo>
                      <a:pt x="1357" y="2311"/>
                      <a:pt x="1357" y="2267"/>
                      <a:pt x="1366" y="2195"/>
                    </a:cubicBezTo>
                    <a:cubicBezTo>
                      <a:pt x="1366" y="2124"/>
                      <a:pt x="1366" y="2026"/>
                      <a:pt x="1348" y="1892"/>
                    </a:cubicBezTo>
                    <a:cubicBezTo>
                      <a:pt x="1321" y="1642"/>
                      <a:pt x="1232" y="1285"/>
                      <a:pt x="1027" y="946"/>
                    </a:cubicBezTo>
                    <a:cubicBezTo>
                      <a:pt x="830" y="607"/>
                      <a:pt x="563" y="357"/>
                      <a:pt x="349" y="206"/>
                    </a:cubicBezTo>
                    <a:cubicBezTo>
                      <a:pt x="250" y="134"/>
                      <a:pt x="161" y="81"/>
                      <a:pt x="99" y="45"/>
                    </a:cubicBezTo>
                    <a:cubicBezTo>
                      <a:pt x="36" y="18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1148;p48">
                <a:extLst>
                  <a:ext uri="{FF2B5EF4-FFF2-40B4-BE49-F238E27FC236}">
                    <a16:creationId xmlns:a16="http://schemas.microsoft.com/office/drawing/2014/main" id="{8BB16968-5491-3850-5E16-74366123BA29}"/>
                  </a:ext>
                </a:extLst>
              </p:cNvPr>
              <p:cNvSpPr/>
              <p:nvPr/>
            </p:nvSpPr>
            <p:spPr>
              <a:xfrm>
                <a:off x="5797248" y="738815"/>
                <a:ext cx="113969" cy="116651"/>
              </a:xfrm>
              <a:custGeom>
                <a:avLst/>
                <a:gdLst/>
                <a:ahLst/>
                <a:cxnLst/>
                <a:rect l="l" t="t" r="r" b="b"/>
                <a:pathLst>
                  <a:path w="2642" h="2704" extrusionOk="0">
                    <a:moveTo>
                      <a:pt x="0" y="0"/>
                    </a:moveTo>
                    <a:cubicBezTo>
                      <a:pt x="1" y="0"/>
                      <a:pt x="607" y="616"/>
                      <a:pt x="1321" y="1347"/>
                    </a:cubicBezTo>
                    <a:cubicBezTo>
                      <a:pt x="2034" y="2079"/>
                      <a:pt x="2641" y="2703"/>
                      <a:pt x="2641" y="2703"/>
                    </a:cubicBezTo>
                    <a:cubicBezTo>
                      <a:pt x="2641" y="2703"/>
                      <a:pt x="2525" y="2525"/>
                      <a:pt x="2320" y="2248"/>
                    </a:cubicBezTo>
                    <a:cubicBezTo>
                      <a:pt x="2115" y="1972"/>
                      <a:pt x="1820" y="1597"/>
                      <a:pt x="1455" y="1222"/>
                    </a:cubicBezTo>
                    <a:cubicBezTo>
                      <a:pt x="1080" y="848"/>
                      <a:pt x="723" y="535"/>
                      <a:pt x="447" y="330"/>
                    </a:cubicBezTo>
                    <a:cubicBezTo>
                      <a:pt x="179" y="116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1149;p48">
                <a:extLst>
                  <a:ext uri="{FF2B5EF4-FFF2-40B4-BE49-F238E27FC236}">
                    <a16:creationId xmlns:a16="http://schemas.microsoft.com/office/drawing/2014/main" id="{E5611789-BC23-B215-85B5-98F1C3E460BF}"/>
                  </a:ext>
                </a:extLst>
              </p:cNvPr>
              <p:cNvSpPr/>
              <p:nvPr/>
            </p:nvSpPr>
            <p:spPr>
              <a:xfrm>
                <a:off x="5900005" y="755337"/>
                <a:ext cx="121260" cy="101293"/>
              </a:xfrm>
              <a:custGeom>
                <a:avLst/>
                <a:gdLst/>
                <a:ahLst/>
                <a:cxnLst/>
                <a:rect l="l" t="t" r="r" b="b"/>
                <a:pathLst>
                  <a:path w="2811" h="2348" extrusionOk="0">
                    <a:moveTo>
                      <a:pt x="2811" y="1"/>
                    </a:moveTo>
                    <a:cubicBezTo>
                      <a:pt x="2810" y="1"/>
                      <a:pt x="2097" y="411"/>
                      <a:pt x="1312" y="1062"/>
                    </a:cubicBezTo>
                    <a:cubicBezTo>
                      <a:pt x="536" y="1705"/>
                      <a:pt x="0" y="2347"/>
                      <a:pt x="0" y="2347"/>
                    </a:cubicBezTo>
                    <a:cubicBezTo>
                      <a:pt x="0" y="2347"/>
                      <a:pt x="652" y="1839"/>
                      <a:pt x="1428" y="1196"/>
                    </a:cubicBezTo>
                    <a:cubicBezTo>
                      <a:pt x="2195" y="545"/>
                      <a:pt x="2810" y="1"/>
                      <a:pt x="28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1150;p48">
                <a:extLst>
                  <a:ext uri="{FF2B5EF4-FFF2-40B4-BE49-F238E27FC236}">
                    <a16:creationId xmlns:a16="http://schemas.microsoft.com/office/drawing/2014/main" id="{025082EB-C691-92DD-B67C-15E0C3F4375C}"/>
                  </a:ext>
                </a:extLst>
              </p:cNvPr>
              <p:cNvSpPr/>
              <p:nvPr/>
            </p:nvSpPr>
            <p:spPr>
              <a:xfrm>
                <a:off x="5609421" y="985092"/>
                <a:ext cx="418779" cy="427215"/>
              </a:xfrm>
              <a:custGeom>
                <a:avLst/>
                <a:gdLst/>
                <a:ahLst/>
                <a:cxnLst/>
                <a:rect l="l" t="t" r="r" b="b"/>
                <a:pathLst>
                  <a:path w="9708" h="9903" extrusionOk="0">
                    <a:moveTo>
                      <a:pt x="1687" y="1"/>
                    </a:moveTo>
                    <a:lnTo>
                      <a:pt x="1687" y="1"/>
                    </a:lnTo>
                    <a:cubicBezTo>
                      <a:pt x="1687" y="2"/>
                      <a:pt x="1669" y="74"/>
                      <a:pt x="1634" y="197"/>
                    </a:cubicBezTo>
                    <a:cubicBezTo>
                      <a:pt x="1607" y="322"/>
                      <a:pt x="1571" y="518"/>
                      <a:pt x="1553" y="768"/>
                    </a:cubicBezTo>
                    <a:cubicBezTo>
                      <a:pt x="1535" y="1018"/>
                      <a:pt x="1544" y="1321"/>
                      <a:pt x="1580" y="1678"/>
                    </a:cubicBezTo>
                    <a:cubicBezTo>
                      <a:pt x="1616" y="2026"/>
                      <a:pt x="1678" y="2427"/>
                      <a:pt x="1741" y="2873"/>
                    </a:cubicBezTo>
                    <a:cubicBezTo>
                      <a:pt x="1794" y="3310"/>
                      <a:pt x="1848" y="3801"/>
                      <a:pt x="1803" y="4309"/>
                    </a:cubicBezTo>
                    <a:cubicBezTo>
                      <a:pt x="1758" y="4827"/>
                      <a:pt x="1589" y="5362"/>
                      <a:pt x="1393" y="5915"/>
                    </a:cubicBezTo>
                    <a:cubicBezTo>
                      <a:pt x="1000" y="7030"/>
                      <a:pt x="572" y="8253"/>
                      <a:pt x="126" y="9537"/>
                    </a:cubicBezTo>
                    <a:cubicBezTo>
                      <a:pt x="99" y="9609"/>
                      <a:pt x="72" y="9680"/>
                      <a:pt x="55" y="9742"/>
                    </a:cubicBezTo>
                    <a:lnTo>
                      <a:pt x="1" y="9903"/>
                    </a:lnTo>
                    <a:lnTo>
                      <a:pt x="162" y="9858"/>
                    </a:lnTo>
                    <a:cubicBezTo>
                      <a:pt x="1016" y="9613"/>
                      <a:pt x="1873" y="9533"/>
                      <a:pt x="2690" y="9533"/>
                    </a:cubicBezTo>
                    <a:cubicBezTo>
                      <a:pt x="3093" y="9533"/>
                      <a:pt x="3486" y="9552"/>
                      <a:pt x="3864" y="9582"/>
                    </a:cubicBezTo>
                    <a:cubicBezTo>
                      <a:pt x="4110" y="9601"/>
                      <a:pt x="4356" y="9615"/>
                      <a:pt x="4597" y="9615"/>
                    </a:cubicBezTo>
                    <a:cubicBezTo>
                      <a:pt x="4915" y="9615"/>
                      <a:pt x="5225" y="9590"/>
                      <a:pt x="5514" y="9519"/>
                    </a:cubicBezTo>
                    <a:cubicBezTo>
                      <a:pt x="6014" y="9403"/>
                      <a:pt x="6469" y="9243"/>
                      <a:pt x="6897" y="9225"/>
                    </a:cubicBezTo>
                    <a:cubicBezTo>
                      <a:pt x="7013" y="9215"/>
                      <a:pt x="7127" y="9211"/>
                      <a:pt x="7239" y="9211"/>
                    </a:cubicBezTo>
                    <a:cubicBezTo>
                      <a:pt x="7538" y="9211"/>
                      <a:pt x="7819" y="9239"/>
                      <a:pt x="8066" y="9252"/>
                    </a:cubicBezTo>
                    <a:cubicBezTo>
                      <a:pt x="8367" y="9275"/>
                      <a:pt x="8628" y="9298"/>
                      <a:pt x="8849" y="9298"/>
                    </a:cubicBezTo>
                    <a:cubicBezTo>
                      <a:pt x="8883" y="9298"/>
                      <a:pt x="8917" y="9297"/>
                      <a:pt x="8949" y="9296"/>
                    </a:cubicBezTo>
                    <a:cubicBezTo>
                      <a:pt x="9199" y="9296"/>
                      <a:pt x="9386" y="9270"/>
                      <a:pt x="9511" y="9261"/>
                    </a:cubicBezTo>
                    <a:cubicBezTo>
                      <a:pt x="9635" y="9234"/>
                      <a:pt x="9706" y="9225"/>
                      <a:pt x="9707" y="9225"/>
                    </a:cubicBezTo>
                    <a:lnTo>
                      <a:pt x="9707" y="9225"/>
                    </a:lnTo>
                    <a:cubicBezTo>
                      <a:pt x="9706" y="9225"/>
                      <a:pt x="9635" y="9234"/>
                      <a:pt x="9511" y="9252"/>
                    </a:cubicBezTo>
                    <a:cubicBezTo>
                      <a:pt x="9410" y="9259"/>
                      <a:pt x="9268" y="9272"/>
                      <a:pt x="9090" y="9272"/>
                    </a:cubicBezTo>
                    <a:cubicBezTo>
                      <a:pt x="9048" y="9272"/>
                      <a:pt x="9004" y="9271"/>
                      <a:pt x="8958" y="9270"/>
                    </a:cubicBezTo>
                    <a:cubicBezTo>
                      <a:pt x="8708" y="9270"/>
                      <a:pt x="8414" y="9234"/>
                      <a:pt x="8075" y="9198"/>
                    </a:cubicBezTo>
                    <a:cubicBezTo>
                      <a:pt x="7781" y="9168"/>
                      <a:pt x="7456" y="9132"/>
                      <a:pt x="7099" y="9132"/>
                    </a:cubicBezTo>
                    <a:cubicBezTo>
                      <a:pt x="7033" y="9132"/>
                      <a:pt x="6966" y="9133"/>
                      <a:pt x="6897" y="9136"/>
                    </a:cubicBezTo>
                    <a:cubicBezTo>
                      <a:pt x="6451" y="9145"/>
                      <a:pt x="5987" y="9305"/>
                      <a:pt x="5487" y="9403"/>
                    </a:cubicBezTo>
                    <a:cubicBezTo>
                      <a:pt x="5242" y="9461"/>
                      <a:pt x="4983" y="9481"/>
                      <a:pt x="4714" y="9481"/>
                    </a:cubicBezTo>
                    <a:cubicBezTo>
                      <a:pt x="4444" y="9481"/>
                      <a:pt x="4163" y="9461"/>
                      <a:pt x="3873" y="9439"/>
                    </a:cubicBezTo>
                    <a:cubicBezTo>
                      <a:pt x="3453" y="9396"/>
                      <a:pt x="3011" y="9368"/>
                      <a:pt x="2554" y="9368"/>
                    </a:cubicBezTo>
                    <a:cubicBezTo>
                      <a:pt x="1819" y="9368"/>
                      <a:pt x="1048" y="9441"/>
                      <a:pt x="277" y="9645"/>
                    </a:cubicBezTo>
                    <a:lnTo>
                      <a:pt x="277" y="9645"/>
                    </a:lnTo>
                    <a:cubicBezTo>
                      <a:pt x="283" y="9629"/>
                      <a:pt x="289" y="9614"/>
                      <a:pt x="295" y="9600"/>
                    </a:cubicBezTo>
                    <a:cubicBezTo>
                      <a:pt x="733" y="8306"/>
                      <a:pt x="1152" y="7075"/>
                      <a:pt x="1535" y="5960"/>
                    </a:cubicBezTo>
                    <a:cubicBezTo>
                      <a:pt x="1723" y="5407"/>
                      <a:pt x="1892" y="4854"/>
                      <a:pt x="1928" y="4318"/>
                    </a:cubicBezTo>
                    <a:cubicBezTo>
                      <a:pt x="1964" y="3792"/>
                      <a:pt x="1892" y="3301"/>
                      <a:pt x="1821" y="2855"/>
                    </a:cubicBezTo>
                    <a:cubicBezTo>
                      <a:pt x="1750" y="2418"/>
                      <a:pt x="1678" y="2017"/>
                      <a:pt x="1634" y="1669"/>
                    </a:cubicBezTo>
                    <a:cubicBezTo>
                      <a:pt x="1589" y="1321"/>
                      <a:pt x="1571" y="1018"/>
                      <a:pt x="1580" y="768"/>
                    </a:cubicBezTo>
                    <a:cubicBezTo>
                      <a:pt x="1589" y="518"/>
                      <a:pt x="1616" y="322"/>
                      <a:pt x="1642" y="197"/>
                    </a:cubicBezTo>
                    <a:cubicBezTo>
                      <a:pt x="1669" y="74"/>
                      <a:pt x="1687" y="2"/>
                      <a:pt x="1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1151;p48">
                <a:extLst>
                  <a:ext uri="{FF2B5EF4-FFF2-40B4-BE49-F238E27FC236}">
                    <a16:creationId xmlns:a16="http://schemas.microsoft.com/office/drawing/2014/main" id="{CD8C2885-9B76-D311-26DB-CFDAA73B9DF6}"/>
                  </a:ext>
                </a:extLst>
              </p:cNvPr>
              <p:cNvSpPr/>
              <p:nvPr/>
            </p:nvSpPr>
            <p:spPr>
              <a:xfrm>
                <a:off x="6021226" y="984315"/>
                <a:ext cx="43914" cy="407242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9440" extrusionOk="0">
                    <a:moveTo>
                      <a:pt x="982" y="1"/>
                    </a:moveTo>
                    <a:lnTo>
                      <a:pt x="982" y="1"/>
                    </a:lnTo>
                    <a:cubicBezTo>
                      <a:pt x="982" y="1"/>
                      <a:pt x="919" y="563"/>
                      <a:pt x="821" y="1473"/>
                    </a:cubicBezTo>
                    <a:cubicBezTo>
                      <a:pt x="777" y="1928"/>
                      <a:pt x="732" y="2472"/>
                      <a:pt x="670" y="3070"/>
                    </a:cubicBezTo>
                    <a:cubicBezTo>
                      <a:pt x="652" y="3373"/>
                      <a:pt x="625" y="3685"/>
                      <a:pt x="589" y="4015"/>
                    </a:cubicBezTo>
                    <a:cubicBezTo>
                      <a:pt x="580" y="4176"/>
                      <a:pt x="563" y="4345"/>
                      <a:pt x="554" y="4515"/>
                    </a:cubicBezTo>
                    <a:cubicBezTo>
                      <a:pt x="545" y="4684"/>
                      <a:pt x="536" y="4881"/>
                      <a:pt x="625" y="5059"/>
                    </a:cubicBezTo>
                    <a:cubicBezTo>
                      <a:pt x="679" y="5175"/>
                      <a:pt x="750" y="5273"/>
                      <a:pt x="786" y="5362"/>
                    </a:cubicBezTo>
                    <a:cubicBezTo>
                      <a:pt x="821" y="5460"/>
                      <a:pt x="839" y="5559"/>
                      <a:pt x="839" y="5666"/>
                    </a:cubicBezTo>
                    <a:cubicBezTo>
                      <a:pt x="830" y="5871"/>
                      <a:pt x="750" y="6085"/>
                      <a:pt x="670" y="6281"/>
                    </a:cubicBezTo>
                    <a:cubicBezTo>
                      <a:pt x="500" y="6683"/>
                      <a:pt x="393" y="7093"/>
                      <a:pt x="357" y="7477"/>
                    </a:cubicBezTo>
                    <a:cubicBezTo>
                      <a:pt x="287" y="8221"/>
                      <a:pt x="450" y="8846"/>
                      <a:pt x="608" y="9231"/>
                    </a:cubicBezTo>
                    <a:lnTo>
                      <a:pt x="608" y="9231"/>
                    </a:lnTo>
                    <a:cubicBezTo>
                      <a:pt x="217" y="9370"/>
                      <a:pt x="1" y="9439"/>
                      <a:pt x="1" y="9439"/>
                    </a:cubicBezTo>
                    <a:cubicBezTo>
                      <a:pt x="1" y="9439"/>
                      <a:pt x="232" y="9386"/>
                      <a:pt x="643" y="9270"/>
                    </a:cubicBezTo>
                    <a:lnTo>
                      <a:pt x="661" y="9261"/>
                    </a:lnTo>
                    <a:lnTo>
                      <a:pt x="652" y="9243"/>
                    </a:lnTo>
                    <a:cubicBezTo>
                      <a:pt x="518" y="8850"/>
                      <a:pt x="384" y="8226"/>
                      <a:pt x="491" y="7486"/>
                    </a:cubicBezTo>
                    <a:cubicBezTo>
                      <a:pt x="536" y="7120"/>
                      <a:pt x="652" y="6736"/>
                      <a:pt x="821" y="6344"/>
                    </a:cubicBezTo>
                    <a:cubicBezTo>
                      <a:pt x="902" y="6138"/>
                      <a:pt x="991" y="5924"/>
                      <a:pt x="1009" y="5675"/>
                    </a:cubicBezTo>
                    <a:cubicBezTo>
                      <a:pt x="1018" y="5550"/>
                      <a:pt x="1000" y="5416"/>
                      <a:pt x="946" y="5300"/>
                    </a:cubicBezTo>
                    <a:cubicBezTo>
                      <a:pt x="902" y="5175"/>
                      <a:pt x="821" y="5086"/>
                      <a:pt x="786" y="4988"/>
                    </a:cubicBezTo>
                    <a:cubicBezTo>
                      <a:pt x="714" y="4845"/>
                      <a:pt x="714" y="4684"/>
                      <a:pt x="723" y="4524"/>
                    </a:cubicBezTo>
                    <a:cubicBezTo>
                      <a:pt x="741" y="4354"/>
                      <a:pt x="750" y="4185"/>
                      <a:pt x="759" y="4024"/>
                    </a:cubicBezTo>
                    <a:cubicBezTo>
                      <a:pt x="786" y="3694"/>
                      <a:pt x="803" y="3382"/>
                      <a:pt x="821" y="3079"/>
                    </a:cubicBezTo>
                    <a:cubicBezTo>
                      <a:pt x="857" y="2481"/>
                      <a:pt x="884" y="1937"/>
                      <a:pt x="910" y="1482"/>
                    </a:cubicBezTo>
                    <a:cubicBezTo>
                      <a:pt x="955" y="572"/>
                      <a:pt x="982" y="1"/>
                      <a:pt x="9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1152;p48">
                <a:extLst>
                  <a:ext uri="{FF2B5EF4-FFF2-40B4-BE49-F238E27FC236}">
                    <a16:creationId xmlns:a16="http://schemas.microsoft.com/office/drawing/2014/main" id="{388BBBC6-318C-94A9-B330-9D3D8436009A}"/>
                  </a:ext>
                </a:extLst>
              </p:cNvPr>
              <p:cNvSpPr/>
              <p:nvPr/>
            </p:nvSpPr>
            <p:spPr>
              <a:xfrm>
                <a:off x="5620594" y="1411127"/>
                <a:ext cx="223625" cy="378036"/>
              </a:xfrm>
              <a:custGeom>
                <a:avLst/>
                <a:gdLst/>
                <a:ahLst/>
                <a:cxnLst/>
                <a:rect l="l" t="t" r="r" b="b"/>
                <a:pathLst>
                  <a:path w="5184" h="8763" extrusionOk="0">
                    <a:moveTo>
                      <a:pt x="99" y="0"/>
                    </a:moveTo>
                    <a:cubicBezTo>
                      <a:pt x="99" y="0"/>
                      <a:pt x="90" y="36"/>
                      <a:pt x="72" y="116"/>
                    </a:cubicBezTo>
                    <a:cubicBezTo>
                      <a:pt x="54" y="205"/>
                      <a:pt x="36" y="321"/>
                      <a:pt x="27" y="482"/>
                    </a:cubicBezTo>
                    <a:cubicBezTo>
                      <a:pt x="1" y="803"/>
                      <a:pt x="63" y="1267"/>
                      <a:pt x="215" y="1811"/>
                    </a:cubicBezTo>
                    <a:cubicBezTo>
                      <a:pt x="358" y="2355"/>
                      <a:pt x="616" y="2989"/>
                      <a:pt x="688" y="3720"/>
                    </a:cubicBezTo>
                    <a:cubicBezTo>
                      <a:pt x="697" y="3809"/>
                      <a:pt x="697" y="3899"/>
                      <a:pt x="697" y="3997"/>
                    </a:cubicBezTo>
                    <a:cubicBezTo>
                      <a:pt x="697" y="4086"/>
                      <a:pt x="697" y="4184"/>
                      <a:pt x="688" y="4282"/>
                    </a:cubicBezTo>
                    <a:cubicBezTo>
                      <a:pt x="670" y="4470"/>
                      <a:pt x="634" y="4666"/>
                      <a:pt x="598" y="4862"/>
                    </a:cubicBezTo>
                    <a:cubicBezTo>
                      <a:pt x="563" y="5067"/>
                      <a:pt x="536" y="5272"/>
                      <a:pt x="518" y="5487"/>
                    </a:cubicBezTo>
                    <a:cubicBezTo>
                      <a:pt x="509" y="5594"/>
                      <a:pt x="500" y="5701"/>
                      <a:pt x="491" y="5808"/>
                    </a:cubicBezTo>
                    <a:cubicBezTo>
                      <a:pt x="491" y="5915"/>
                      <a:pt x="482" y="6013"/>
                      <a:pt x="491" y="6147"/>
                    </a:cubicBezTo>
                    <a:cubicBezTo>
                      <a:pt x="500" y="6236"/>
                      <a:pt x="554" y="6334"/>
                      <a:pt x="634" y="6388"/>
                    </a:cubicBezTo>
                    <a:cubicBezTo>
                      <a:pt x="705" y="6450"/>
                      <a:pt x="777" y="6477"/>
                      <a:pt x="848" y="6504"/>
                    </a:cubicBezTo>
                    <a:cubicBezTo>
                      <a:pt x="982" y="6557"/>
                      <a:pt x="1107" y="6620"/>
                      <a:pt x="1214" y="6700"/>
                    </a:cubicBezTo>
                    <a:cubicBezTo>
                      <a:pt x="1446" y="6860"/>
                      <a:pt x="1642" y="7057"/>
                      <a:pt x="1785" y="7280"/>
                    </a:cubicBezTo>
                    <a:cubicBezTo>
                      <a:pt x="2088" y="7717"/>
                      <a:pt x="2213" y="8225"/>
                      <a:pt x="2169" y="8680"/>
                    </a:cubicBezTo>
                    <a:lnTo>
                      <a:pt x="2160" y="8752"/>
                    </a:lnTo>
                    <a:lnTo>
                      <a:pt x="2222" y="8752"/>
                    </a:lnTo>
                    <a:cubicBezTo>
                      <a:pt x="2376" y="8759"/>
                      <a:pt x="2525" y="8763"/>
                      <a:pt x="2670" y="8763"/>
                    </a:cubicBezTo>
                    <a:cubicBezTo>
                      <a:pt x="3372" y="8763"/>
                      <a:pt x="3961" y="8681"/>
                      <a:pt x="4390" y="8600"/>
                    </a:cubicBezTo>
                    <a:cubicBezTo>
                      <a:pt x="4898" y="8502"/>
                      <a:pt x="5184" y="8413"/>
                      <a:pt x="5184" y="8413"/>
                    </a:cubicBezTo>
                    <a:lnTo>
                      <a:pt x="5184" y="8413"/>
                    </a:lnTo>
                    <a:cubicBezTo>
                      <a:pt x="5184" y="8413"/>
                      <a:pt x="4898" y="8484"/>
                      <a:pt x="4381" y="8555"/>
                    </a:cubicBezTo>
                    <a:cubicBezTo>
                      <a:pt x="4023" y="8611"/>
                      <a:pt x="3558" y="8658"/>
                      <a:pt x="3009" y="8658"/>
                    </a:cubicBezTo>
                    <a:cubicBezTo>
                      <a:pt x="2786" y="8658"/>
                      <a:pt x="2550" y="8650"/>
                      <a:pt x="2301" y="8632"/>
                    </a:cubicBezTo>
                    <a:lnTo>
                      <a:pt x="2301" y="8632"/>
                    </a:lnTo>
                    <a:cubicBezTo>
                      <a:pt x="2344" y="8166"/>
                      <a:pt x="2217" y="7642"/>
                      <a:pt x="1919" y="7190"/>
                    </a:cubicBezTo>
                    <a:cubicBezTo>
                      <a:pt x="1767" y="6950"/>
                      <a:pt x="1562" y="6736"/>
                      <a:pt x="1312" y="6557"/>
                    </a:cubicBezTo>
                    <a:cubicBezTo>
                      <a:pt x="1196" y="6477"/>
                      <a:pt x="1053" y="6405"/>
                      <a:pt x="920" y="6343"/>
                    </a:cubicBezTo>
                    <a:cubicBezTo>
                      <a:pt x="777" y="6289"/>
                      <a:pt x="670" y="6236"/>
                      <a:pt x="661" y="6120"/>
                    </a:cubicBezTo>
                    <a:cubicBezTo>
                      <a:pt x="652" y="5933"/>
                      <a:pt x="679" y="5701"/>
                      <a:pt x="688" y="5504"/>
                    </a:cubicBezTo>
                    <a:cubicBezTo>
                      <a:pt x="705" y="5290"/>
                      <a:pt x="732" y="5094"/>
                      <a:pt x="759" y="4889"/>
                    </a:cubicBezTo>
                    <a:cubicBezTo>
                      <a:pt x="795" y="4693"/>
                      <a:pt x="830" y="4496"/>
                      <a:pt x="848" y="4291"/>
                    </a:cubicBezTo>
                    <a:cubicBezTo>
                      <a:pt x="857" y="4193"/>
                      <a:pt x="857" y="4095"/>
                      <a:pt x="848" y="3997"/>
                    </a:cubicBezTo>
                    <a:cubicBezTo>
                      <a:pt x="848" y="3899"/>
                      <a:pt x="848" y="3801"/>
                      <a:pt x="830" y="3702"/>
                    </a:cubicBezTo>
                    <a:cubicBezTo>
                      <a:pt x="741" y="2944"/>
                      <a:pt x="465" y="2320"/>
                      <a:pt x="295" y="1784"/>
                    </a:cubicBezTo>
                    <a:cubicBezTo>
                      <a:pt x="126" y="1249"/>
                      <a:pt x="45" y="794"/>
                      <a:pt x="54" y="482"/>
                    </a:cubicBezTo>
                    <a:cubicBezTo>
                      <a:pt x="54" y="321"/>
                      <a:pt x="63" y="205"/>
                      <a:pt x="81" y="125"/>
                    </a:cubicBezTo>
                    <a:cubicBezTo>
                      <a:pt x="99" y="36"/>
                      <a:pt x="99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1153;p48">
                <a:extLst>
                  <a:ext uri="{FF2B5EF4-FFF2-40B4-BE49-F238E27FC236}">
                    <a16:creationId xmlns:a16="http://schemas.microsoft.com/office/drawing/2014/main" id="{691713AD-F265-8B79-3282-445907D4F9E6}"/>
                  </a:ext>
                </a:extLst>
              </p:cNvPr>
              <p:cNvSpPr/>
              <p:nvPr/>
            </p:nvSpPr>
            <p:spPr>
              <a:xfrm>
                <a:off x="5828437" y="1381491"/>
                <a:ext cx="235531" cy="379114"/>
              </a:xfrm>
              <a:custGeom>
                <a:avLst/>
                <a:gdLst/>
                <a:ahLst/>
                <a:cxnLst/>
                <a:rect l="l" t="t" r="r" b="b"/>
                <a:pathLst>
                  <a:path w="5460" h="8788" extrusionOk="0">
                    <a:moveTo>
                      <a:pt x="303" y="3676"/>
                    </a:moveTo>
                    <a:lnTo>
                      <a:pt x="303" y="3676"/>
                    </a:lnTo>
                    <a:cubicBezTo>
                      <a:pt x="303" y="3676"/>
                      <a:pt x="286" y="3694"/>
                      <a:pt x="259" y="3747"/>
                    </a:cubicBezTo>
                    <a:cubicBezTo>
                      <a:pt x="294" y="3702"/>
                      <a:pt x="303" y="3676"/>
                      <a:pt x="303" y="3676"/>
                    </a:cubicBezTo>
                    <a:close/>
                    <a:moveTo>
                      <a:pt x="4933" y="0"/>
                    </a:moveTo>
                    <a:lnTo>
                      <a:pt x="4933" y="0"/>
                    </a:lnTo>
                    <a:cubicBezTo>
                      <a:pt x="4933" y="2"/>
                      <a:pt x="4916" y="64"/>
                      <a:pt x="4969" y="170"/>
                    </a:cubicBezTo>
                    <a:cubicBezTo>
                      <a:pt x="5023" y="277"/>
                      <a:pt x="5165" y="375"/>
                      <a:pt x="5290" y="553"/>
                    </a:cubicBezTo>
                    <a:cubicBezTo>
                      <a:pt x="5415" y="723"/>
                      <a:pt x="5415" y="1026"/>
                      <a:pt x="5263" y="1285"/>
                    </a:cubicBezTo>
                    <a:cubicBezTo>
                      <a:pt x="5121" y="1553"/>
                      <a:pt x="4862" y="1802"/>
                      <a:pt x="4675" y="2150"/>
                    </a:cubicBezTo>
                    <a:cubicBezTo>
                      <a:pt x="4282" y="2846"/>
                      <a:pt x="4131" y="3810"/>
                      <a:pt x="4148" y="4844"/>
                    </a:cubicBezTo>
                    <a:cubicBezTo>
                      <a:pt x="4148" y="5362"/>
                      <a:pt x="4184" y="5897"/>
                      <a:pt x="4175" y="6459"/>
                    </a:cubicBezTo>
                    <a:cubicBezTo>
                      <a:pt x="4166" y="6593"/>
                      <a:pt x="4166" y="6736"/>
                      <a:pt x="4157" y="6878"/>
                    </a:cubicBezTo>
                    <a:cubicBezTo>
                      <a:pt x="4148" y="7021"/>
                      <a:pt x="4139" y="7137"/>
                      <a:pt x="4050" y="7208"/>
                    </a:cubicBezTo>
                    <a:cubicBezTo>
                      <a:pt x="3961" y="7280"/>
                      <a:pt x="3800" y="7342"/>
                      <a:pt x="3684" y="7440"/>
                    </a:cubicBezTo>
                    <a:cubicBezTo>
                      <a:pt x="3560" y="7547"/>
                      <a:pt x="3453" y="7663"/>
                      <a:pt x="3372" y="7797"/>
                    </a:cubicBezTo>
                    <a:cubicBezTo>
                      <a:pt x="3258" y="7997"/>
                      <a:pt x="3184" y="8226"/>
                      <a:pt x="3172" y="8451"/>
                    </a:cubicBezTo>
                    <a:lnTo>
                      <a:pt x="3172" y="8451"/>
                    </a:lnTo>
                    <a:cubicBezTo>
                      <a:pt x="2745" y="8185"/>
                      <a:pt x="2317" y="7956"/>
                      <a:pt x="1882" y="7770"/>
                    </a:cubicBezTo>
                    <a:cubicBezTo>
                      <a:pt x="1758" y="7726"/>
                      <a:pt x="1624" y="7681"/>
                      <a:pt x="1490" y="7681"/>
                    </a:cubicBezTo>
                    <a:cubicBezTo>
                      <a:pt x="1462" y="7678"/>
                      <a:pt x="1434" y="7676"/>
                      <a:pt x="1406" y="7676"/>
                    </a:cubicBezTo>
                    <a:cubicBezTo>
                      <a:pt x="1292" y="7676"/>
                      <a:pt x="1180" y="7706"/>
                      <a:pt x="1080" y="7770"/>
                    </a:cubicBezTo>
                    <a:cubicBezTo>
                      <a:pt x="964" y="7842"/>
                      <a:pt x="883" y="7922"/>
                      <a:pt x="785" y="7993"/>
                    </a:cubicBezTo>
                    <a:cubicBezTo>
                      <a:pt x="714" y="8051"/>
                      <a:pt x="642" y="8091"/>
                      <a:pt x="576" y="8091"/>
                    </a:cubicBezTo>
                    <a:cubicBezTo>
                      <a:pt x="572" y="8091"/>
                      <a:pt x="569" y="8090"/>
                      <a:pt x="566" y="8090"/>
                    </a:cubicBezTo>
                    <a:lnTo>
                      <a:pt x="566" y="8090"/>
                    </a:lnTo>
                    <a:cubicBezTo>
                      <a:pt x="512" y="7415"/>
                      <a:pt x="574" y="6783"/>
                      <a:pt x="687" y="6245"/>
                    </a:cubicBezTo>
                    <a:cubicBezTo>
                      <a:pt x="749" y="5968"/>
                      <a:pt x="821" y="5674"/>
                      <a:pt x="687" y="5424"/>
                    </a:cubicBezTo>
                    <a:cubicBezTo>
                      <a:pt x="616" y="5308"/>
                      <a:pt x="526" y="5228"/>
                      <a:pt x="446" y="5148"/>
                    </a:cubicBezTo>
                    <a:cubicBezTo>
                      <a:pt x="366" y="5067"/>
                      <a:pt x="294" y="4987"/>
                      <a:pt x="241" y="4898"/>
                    </a:cubicBezTo>
                    <a:cubicBezTo>
                      <a:pt x="45" y="4541"/>
                      <a:pt x="80" y="4184"/>
                      <a:pt x="152" y="3979"/>
                    </a:cubicBezTo>
                    <a:cubicBezTo>
                      <a:pt x="187" y="3872"/>
                      <a:pt x="232" y="3801"/>
                      <a:pt x="259" y="3747"/>
                    </a:cubicBezTo>
                    <a:lnTo>
                      <a:pt x="259" y="3747"/>
                    </a:lnTo>
                    <a:cubicBezTo>
                      <a:pt x="223" y="3792"/>
                      <a:pt x="178" y="3863"/>
                      <a:pt x="134" y="3970"/>
                    </a:cubicBezTo>
                    <a:cubicBezTo>
                      <a:pt x="63" y="4175"/>
                      <a:pt x="0" y="4541"/>
                      <a:pt x="205" y="4925"/>
                    </a:cubicBezTo>
                    <a:cubicBezTo>
                      <a:pt x="250" y="5014"/>
                      <a:pt x="321" y="5103"/>
                      <a:pt x="402" y="5192"/>
                    </a:cubicBezTo>
                    <a:cubicBezTo>
                      <a:pt x="482" y="5273"/>
                      <a:pt x="571" y="5353"/>
                      <a:pt x="625" y="5460"/>
                    </a:cubicBezTo>
                    <a:cubicBezTo>
                      <a:pt x="732" y="5674"/>
                      <a:pt x="669" y="5942"/>
                      <a:pt x="598" y="6218"/>
                    </a:cubicBezTo>
                    <a:cubicBezTo>
                      <a:pt x="464" y="6789"/>
                      <a:pt x="384" y="7440"/>
                      <a:pt x="437" y="8154"/>
                    </a:cubicBezTo>
                    <a:lnTo>
                      <a:pt x="437" y="8199"/>
                    </a:lnTo>
                    <a:lnTo>
                      <a:pt x="482" y="8216"/>
                    </a:lnTo>
                    <a:cubicBezTo>
                      <a:pt x="512" y="8225"/>
                      <a:pt x="542" y="8229"/>
                      <a:pt x="571" y="8229"/>
                    </a:cubicBezTo>
                    <a:cubicBezTo>
                      <a:pt x="689" y="8229"/>
                      <a:pt x="796" y="8167"/>
                      <a:pt x="874" y="8109"/>
                    </a:cubicBezTo>
                    <a:cubicBezTo>
                      <a:pt x="981" y="8038"/>
                      <a:pt x="1062" y="7949"/>
                      <a:pt x="1160" y="7895"/>
                    </a:cubicBezTo>
                    <a:cubicBezTo>
                      <a:pt x="1237" y="7851"/>
                      <a:pt x="1325" y="7833"/>
                      <a:pt x="1418" y="7833"/>
                    </a:cubicBezTo>
                    <a:cubicBezTo>
                      <a:pt x="1549" y="7833"/>
                      <a:pt x="1689" y="7870"/>
                      <a:pt x="1820" y="7922"/>
                    </a:cubicBezTo>
                    <a:cubicBezTo>
                      <a:pt x="2284" y="8118"/>
                      <a:pt x="2757" y="8386"/>
                      <a:pt x="3212" y="8689"/>
                    </a:cubicBezTo>
                    <a:lnTo>
                      <a:pt x="3363" y="8787"/>
                    </a:lnTo>
                    <a:lnTo>
                      <a:pt x="3345" y="8609"/>
                    </a:lnTo>
                    <a:cubicBezTo>
                      <a:pt x="3328" y="8359"/>
                      <a:pt x="3390" y="8109"/>
                      <a:pt x="3524" y="7895"/>
                    </a:cubicBezTo>
                    <a:cubicBezTo>
                      <a:pt x="3595" y="7770"/>
                      <a:pt x="3684" y="7663"/>
                      <a:pt x="3792" y="7583"/>
                    </a:cubicBezTo>
                    <a:cubicBezTo>
                      <a:pt x="3899" y="7485"/>
                      <a:pt x="4015" y="7449"/>
                      <a:pt x="4157" y="7342"/>
                    </a:cubicBezTo>
                    <a:cubicBezTo>
                      <a:pt x="4229" y="7289"/>
                      <a:pt x="4282" y="7199"/>
                      <a:pt x="4300" y="7119"/>
                    </a:cubicBezTo>
                    <a:cubicBezTo>
                      <a:pt x="4318" y="7030"/>
                      <a:pt x="4327" y="6959"/>
                      <a:pt x="4327" y="6887"/>
                    </a:cubicBezTo>
                    <a:cubicBezTo>
                      <a:pt x="4336" y="6745"/>
                      <a:pt x="4336" y="6602"/>
                      <a:pt x="4345" y="6459"/>
                    </a:cubicBezTo>
                    <a:cubicBezTo>
                      <a:pt x="4345" y="5897"/>
                      <a:pt x="4309" y="5353"/>
                      <a:pt x="4300" y="4835"/>
                    </a:cubicBezTo>
                    <a:cubicBezTo>
                      <a:pt x="4264" y="3818"/>
                      <a:pt x="4389" y="2882"/>
                      <a:pt x="4755" y="2195"/>
                    </a:cubicBezTo>
                    <a:cubicBezTo>
                      <a:pt x="4916" y="1847"/>
                      <a:pt x="5174" y="1597"/>
                      <a:pt x="5317" y="1312"/>
                    </a:cubicBezTo>
                    <a:cubicBezTo>
                      <a:pt x="5460" y="1026"/>
                      <a:pt x="5451" y="714"/>
                      <a:pt x="5317" y="536"/>
                    </a:cubicBezTo>
                    <a:cubicBezTo>
                      <a:pt x="5174" y="366"/>
                      <a:pt x="5032" y="268"/>
                      <a:pt x="4978" y="161"/>
                    </a:cubicBezTo>
                    <a:cubicBezTo>
                      <a:pt x="4916" y="64"/>
                      <a:pt x="4933" y="2"/>
                      <a:pt x="49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1154;p48">
                <a:extLst>
                  <a:ext uri="{FF2B5EF4-FFF2-40B4-BE49-F238E27FC236}">
                    <a16:creationId xmlns:a16="http://schemas.microsoft.com/office/drawing/2014/main" id="{BA4BFB89-32A1-5D53-9B37-9F7C426E5844}"/>
                  </a:ext>
                </a:extLst>
              </p:cNvPr>
              <p:cNvSpPr/>
              <p:nvPr/>
            </p:nvSpPr>
            <p:spPr>
              <a:xfrm>
                <a:off x="5645614" y="1677420"/>
                <a:ext cx="175526" cy="45513"/>
              </a:xfrm>
              <a:custGeom>
                <a:avLst/>
                <a:gdLst/>
                <a:ahLst/>
                <a:cxnLst/>
                <a:rect l="l" t="t" r="r" b="b"/>
                <a:pathLst>
                  <a:path w="4069" h="1055" extrusionOk="0">
                    <a:moveTo>
                      <a:pt x="1" y="0"/>
                    </a:moveTo>
                    <a:cubicBezTo>
                      <a:pt x="1" y="0"/>
                      <a:pt x="63" y="9"/>
                      <a:pt x="170" y="27"/>
                    </a:cubicBezTo>
                    <a:cubicBezTo>
                      <a:pt x="277" y="45"/>
                      <a:pt x="420" y="81"/>
                      <a:pt x="607" y="143"/>
                    </a:cubicBezTo>
                    <a:cubicBezTo>
                      <a:pt x="964" y="259"/>
                      <a:pt x="1428" y="509"/>
                      <a:pt x="1972" y="750"/>
                    </a:cubicBezTo>
                    <a:cubicBezTo>
                      <a:pt x="2431" y="953"/>
                      <a:pt x="2897" y="1055"/>
                      <a:pt x="3267" y="1055"/>
                    </a:cubicBezTo>
                    <a:cubicBezTo>
                      <a:pt x="3335" y="1055"/>
                      <a:pt x="3401" y="1051"/>
                      <a:pt x="3462" y="1044"/>
                    </a:cubicBezTo>
                    <a:cubicBezTo>
                      <a:pt x="3658" y="1017"/>
                      <a:pt x="3819" y="973"/>
                      <a:pt x="3917" y="928"/>
                    </a:cubicBezTo>
                    <a:cubicBezTo>
                      <a:pt x="4015" y="893"/>
                      <a:pt x="4069" y="857"/>
                      <a:pt x="4069" y="857"/>
                    </a:cubicBezTo>
                    <a:lnTo>
                      <a:pt x="4069" y="857"/>
                    </a:lnTo>
                    <a:cubicBezTo>
                      <a:pt x="4069" y="857"/>
                      <a:pt x="4006" y="875"/>
                      <a:pt x="3908" y="902"/>
                    </a:cubicBezTo>
                    <a:cubicBezTo>
                      <a:pt x="3801" y="928"/>
                      <a:pt x="3649" y="955"/>
                      <a:pt x="3462" y="955"/>
                    </a:cubicBezTo>
                    <a:cubicBezTo>
                      <a:pt x="3078" y="955"/>
                      <a:pt x="2570" y="821"/>
                      <a:pt x="2043" y="589"/>
                    </a:cubicBezTo>
                    <a:cubicBezTo>
                      <a:pt x="1508" y="348"/>
                      <a:pt x="1009" y="134"/>
                      <a:pt x="625" y="54"/>
                    </a:cubicBezTo>
                    <a:cubicBezTo>
                      <a:pt x="438" y="18"/>
                      <a:pt x="277" y="0"/>
                      <a:pt x="1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1155;p48">
                <a:extLst>
                  <a:ext uri="{FF2B5EF4-FFF2-40B4-BE49-F238E27FC236}">
                    <a16:creationId xmlns:a16="http://schemas.microsoft.com/office/drawing/2014/main" id="{EC7B44C4-801E-0241-57DD-71958993B2CF}"/>
                  </a:ext>
                </a:extLst>
              </p:cNvPr>
              <p:cNvSpPr/>
              <p:nvPr/>
            </p:nvSpPr>
            <p:spPr>
              <a:xfrm>
                <a:off x="5891550" y="1647698"/>
                <a:ext cx="121648" cy="43615"/>
              </a:xfrm>
              <a:custGeom>
                <a:avLst/>
                <a:gdLst/>
                <a:ahLst/>
                <a:cxnLst/>
                <a:rect l="l" t="t" r="r" b="b"/>
                <a:pathLst>
                  <a:path w="2820" h="1011" extrusionOk="0">
                    <a:moveTo>
                      <a:pt x="371" y="0"/>
                    </a:moveTo>
                    <a:cubicBezTo>
                      <a:pt x="265" y="0"/>
                      <a:pt x="182" y="15"/>
                      <a:pt x="116" y="29"/>
                    </a:cubicBezTo>
                    <a:cubicBezTo>
                      <a:pt x="45" y="38"/>
                      <a:pt x="0" y="56"/>
                      <a:pt x="0" y="56"/>
                    </a:cubicBezTo>
                    <a:lnTo>
                      <a:pt x="125" y="56"/>
                    </a:lnTo>
                    <a:cubicBezTo>
                      <a:pt x="196" y="56"/>
                      <a:pt x="303" y="65"/>
                      <a:pt x="437" y="83"/>
                    </a:cubicBezTo>
                    <a:cubicBezTo>
                      <a:pt x="705" y="136"/>
                      <a:pt x="1044" y="279"/>
                      <a:pt x="1401" y="475"/>
                    </a:cubicBezTo>
                    <a:cubicBezTo>
                      <a:pt x="1766" y="672"/>
                      <a:pt x="2105" y="841"/>
                      <a:pt x="2373" y="921"/>
                    </a:cubicBezTo>
                    <a:cubicBezTo>
                      <a:pt x="2641" y="1002"/>
                      <a:pt x="2819" y="1011"/>
                      <a:pt x="2819" y="1011"/>
                    </a:cubicBezTo>
                    <a:cubicBezTo>
                      <a:pt x="2819" y="1011"/>
                      <a:pt x="2650" y="966"/>
                      <a:pt x="2409" y="841"/>
                    </a:cubicBezTo>
                    <a:cubicBezTo>
                      <a:pt x="2168" y="725"/>
                      <a:pt x="1856" y="520"/>
                      <a:pt x="1481" y="315"/>
                    </a:cubicBezTo>
                    <a:cubicBezTo>
                      <a:pt x="1115" y="119"/>
                      <a:pt x="732" y="3"/>
                      <a:pt x="446" y="3"/>
                    </a:cubicBezTo>
                    <a:cubicBezTo>
                      <a:pt x="420" y="1"/>
                      <a:pt x="395" y="0"/>
                      <a:pt x="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1156;p48">
                <a:extLst>
                  <a:ext uri="{FF2B5EF4-FFF2-40B4-BE49-F238E27FC236}">
                    <a16:creationId xmlns:a16="http://schemas.microsoft.com/office/drawing/2014/main" id="{8DFD5B72-D59F-F349-339C-68F16A70A7A0}"/>
                  </a:ext>
                </a:extLst>
              </p:cNvPr>
              <p:cNvSpPr/>
              <p:nvPr/>
            </p:nvSpPr>
            <p:spPr>
              <a:xfrm>
                <a:off x="5706440" y="1784403"/>
                <a:ext cx="123546" cy="394904"/>
              </a:xfrm>
              <a:custGeom>
                <a:avLst/>
                <a:gdLst/>
                <a:ahLst/>
                <a:cxnLst/>
                <a:rect l="l" t="t" r="r" b="b"/>
                <a:pathLst>
                  <a:path w="2864" h="9154" extrusionOk="0">
                    <a:moveTo>
                      <a:pt x="250" y="1"/>
                    </a:moveTo>
                    <a:cubicBezTo>
                      <a:pt x="250" y="1"/>
                      <a:pt x="241" y="28"/>
                      <a:pt x="205" y="81"/>
                    </a:cubicBezTo>
                    <a:cubicBezTo>
                      <a:pt x="179" y="143"/>
                      <a:pt x="143" y="232"/>
                      <a:pt x="107" y="357"/>
                    </a:cubicBezTo>
                    <a:cubicBezTo>
                      <a:pt x="36" y="589"/>
                      <a:pt x="0" y="964"/>
                      <a:pt x="98" y="1401"/>
                    </a:cubicBezTo>
                    <a:cubicBezTo>
                      <a:pt x="187" y="1847"/>
                      <a:pt x="428" y="2338"/>
                      <a:pt x="749" y="2828"/>
                    </a:cubicBezTo>
                    <a:cubicBezTo>
                      <a:pt x="1062" y="3328"/>
                      <a:pt x="1419" y="3854"/>
                      <a:pt x="1695" y="4461"/>
                    </a:cubicBezTo>
                    <a:cubicBezTo>
                      <a:pt x="2221" y="5692"/>
                      <a:pt x="2587" y="6861"/>
                      <a:pt x="2721" y="7735"/>
                    </a:cubicBezTo>
                    <a:cubicBezTo>
                      <a:pt x="2792" y="8163"/>
                      <a:pt x="2810" y="8520"/>
                      <a:pt x="2810" y="8770"/>
                    </a:cubicBezTo>
                    <a:cubicBezTo>
                      <a:pt x="2810" y="8895"/>
                      <a:pt x="2801" y="8993"/>
                      <a:pt x="2801" y="9055"/>
                    </a:cubicBezTo>
                    <a:cubicBezTo>
                      <a:pt x="2801" y="9118"/>
                      <a:pt x="2792" y="9153"/>
                      <a:pt x="2792" y="9153"/>
                    </a:cubicBezTo>
                    <a:cubicBezTo>
                      <a:pt x="2792" y="9153"/>
                      <a:pt x="2801" y="9118"/>
                      <a:pt x="2810" y="9055"/>
                    </a:cubicBezTo>
                    <a:cubicBezTo>
                      <a:pt x="2819" y="8993"/>
                      <a:pt x="2828" y="8895"/>
                      <a:pt x="2837" y="8770"/>
                    </a:cubicBezTo>
                    <a:cubicBezTo>
                      <a:pt x="2855" y="8520"/>
                      <a:pt x="2864" y="8163"/>
                      <a:pt x="2810" y="7717"/>
                    </a:cubicBezTo>
                    <a:cubicBezTo>
                      <a:pt x="2721" y="6834"/>
                      <a:pt x="2391" y="5639"/>
                      <a:pt x="1856" y="4390"/>
                    </a:cubicBezTo>
                    <a:cubicBezTo>
                      <a:pt x="1570" y="3765"/>
                      <a:pt x="1196" y="3230"/>
                      <a:pt x="865" y="2748"/>
                    </a:cubicBezTo>
                    <a:cubicBezTo>
                      <a:pt x="544" y="2266"/>
                      <a:pt x="294" y="1811"/>
                      <a:pt x="179" y="1383"/>
                    </a:cubicBezTo>
                    <a:cubicBezTo>
                      <a:pt x="71" y="964"/>
                      <a:pt x="80" y="598"/>
                      <a:pt x="134" y="357"/>
                    </a:cubicBezTo>
                    <a:cubicBezTo>
                      <a:pt x="161" y="241"/>
                      <a:pt x="187" y="152"/>
                      <a:pt x="214" y="90"/>
                    </a:cubicBezTo>
                    <a:cubicBezTo>
                      <a:pt x="241" y="28"/>
                      <a:pt x="250" y="1"/>
                      <a:pt x="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1157;p48">
                <a:extLst>
                  <a:ext uri="{FF2B5EF4-FFF2-40B4-BE49-F238E27FC236}">
                    <a16:creationId xmlns:a16="http://schemas.microsoft.com/office/drawing/2014/main" id="{59C752D6-ADD4-471A-AB28-00D63114684B}"/>
                  </a:ext>
                </a:extLst>
              </p:cNvPr>
              <p:cNvSpPr/>
              <p:nvPr/>
            </p:nvSpPr>
            <p:spPr>
              <a:xfrm>
                <a:off x="5824943" y="1780176"/>
                <a:ext cx="34294" cy="110870"/>
              </a:xfrm>
              <a:custGeom>
                <a:avLst/>
                <a:gdLst/>
                <a:ahLst/>
                <a:cxnLst/>
                <a:rect l="l" t="t" r="r" b="b"/>
                <a:pathLst>
                  <a:path w="795" h="2570" extrusionOk="0">
                    <a:moveTo>
                      <a:pt x="322" y="0"/>
                    </a:moveTo>
                    <a:cubicBezTo>
                      <a:pt x="322" y="1"/>
                      <a:pt x="242" y="143"/>
                      <a:pt x="135" y="366"/>
                    </a:cubicBezTo>
                    <a:cubicBezTo>
                      <a:pt x="90" y="473"/>
                      <a:pt x="1" y="634"/>
                      <a:pt x="45" y="830"/>
                    </a:cubicBezTo>
                    <a:cubicBezTo>
                      <a:pt x="81" y="1017"/>
                      <a:pt x="206" y="1178"/>
                      <a:pt x="322" y="1321"/>
                    </a:cubicBezTo>
                    <a:cubicBezTo>
                      <a:pt x="563" y="1606"/>
                      <a:pt x="670" y="1927"/>
                      <a:pt x="706" y="2168"/>
                    </a:cubicBezTo>
                    <a:cubicBezTo>
                      <a:pt x="723" y="2293"/>
                      <a:pt x="723" y="2391"/>
                      <a:pt x="723" y="2463"/>
                    </a:cubicBezTo>
                    <a:cubicBezTo>
                      <a:pt x="723" y="2534"/>
                      <a:pt x="723" y="2570"/>
                      <a:pt x="723" y="2570"/>
                    </a:cubicBezTo>
                    <a:cubicBezTo>
                      <a:pt x="723" y="2570"/>
                      <a:pt x="732" y="2534"/>
                      <a:pt x="750" y="2463"/>
                    </a:cubicBezTo>
                    <a:cubicBezTo>
                      <a:pt x="768" y="2400"/>
                      <a:pt x="786" y="2293"/>
                      <a:pt x="786" y="2168"/>
                    </a:cubicBezTo>
                    <a:cubicBezTo>
                      <a:pt x="795" y="1909"/>
                      <a:pt x="723" y="1526"/>
                      <a:pt x="465" y="1214"/>
                    </a:cubicBezTo>
                    <a:cubicBezTo>
                      <a:pt x="340" y="1062"/>
                      <a:pt x="224" y="928"/>
                      <a:pt x="188" y="794"/>
                    </a:cubicBezTo>
                    <a:cubicBezTo>
                      <a:pt x="144" y="661"/>
                      <a:pt x="188" y="518"/>
                      <a:pt x="224" y="402"/>
                    </a:cubicBezTo>
                    <a:cubicBezTo>
                      <a:pt x="286" y="152"/>
                      <a:pt x="322" y="1"/>
                      <a:pt x="3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1158;p48">
                <a:extLst>
                  <a:ext uri="{FF2B5EF4-FFF2-40B4-BE49-F238E27FC236}">
                    <a16:creationId xmlns:a16="http://schemas.microsoft.com/office/drawing/2014/main" id="{61E75EB7-3A35-5930-4C97-8F1E30B943D5}"/>
                  </a:ext>
                </a:extLst>
              </p:cNvPr>
              <p:cNvSpPr/>
              <p:nvPr/>
            </p:nvSpPr>
            <p:spPr>
              <a:xfrm>
                <a:off x="5818041" y="1730135"/>
                <a:ext cx="48530" cy="493047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1429" extrusionOk="0">
                    <a:moveTo>
                      <a:pt x="892" y="1"/>
                    </a:moveTo>
                    <a:lnTo>
                      <a:pt x="892" y="1"/>
                    </a:lnTo>
                    <a:cubicBezTo>
                      <a:pt x="892" y="1"/>
                      <a:pt x="874" y="45"/>
                      <a:pt x="848" y="108"/>
                    </a:cubicBezTo>
                    <a:cubicBezTo>
                      <a:pt x="812" y="179"/>
                      <a:pt x="767" y="286"/>
                      <a:pt x="732" y="429"/>
                    </a:cubicBezTo>
                    <a:cubicBezTo>
                      <a:pt x="651" y="714"/>
                      <a:pt x="580" y="1160"/>
                      <a:pt x="705" y="1678"/>
                    </a:cubicBezTo>
                    <a:cubicBezTo>
                      <a:pt x="767" y="1945"/>
                      <a:pt x="874" y="2213"/>
                      <a:pt x="937" y="2507"/>
                    </a:cubicBezTo>
                    <a:cubicBezTo>
                      <a:pt x="973" y="2659"/>
                      <a:pt x="990" y="2811"/>
                      <a:pt x="982" y="2971"/>
                    </a:cubicBezTo>
                    <a:cubicBezTo>
                      <a:pt x="973" y="3123"/>
                      <a:pt x="919" y="3275"/>
                      <a:pt x="857" y="3435"/>
                    </a:cubicBezTo>
                    <a:cubicBezTo>
                      <a:pt x="794" y="3596"/>
                      <a:pt x="714" y="3756"/>
                      <a:pt x="643" y="3926"/>
                    </a:cubicBezTo>
                    <a:cubicBezTo>
                      <a:pt x="580" y="4104"/>
                      <a:pt x="535" y="4301"/>
                      <a:pt x="518" y="4497"/>
                    </a:cubicBezTo>
                    <a:cubicBezTo>
                      <a:pt x="482" y="4880"/>
                      <a:pt x="535" y="5282"/>
                      <a:pt x="580" y="5683"/>
                    </a:cubicBezTo>
                    <a:cubicBezTo>
                      <a:pt x="634" y="6076"/>
                      <a:pt x="651" y="6459"/>
                      <a:pt x="625" y="6834"/>
                    </a:cubicBezTo>
                    <a:cubicBezTo>
                      <a:pt x="598" y="7209"/>
                      <a:pt x="535" y="7566"/>
                      <a:pt x="473" y="7905"/>
                    </a:cubicBezTo>
                    <a:cubicBezTo>
                      <a:pt x="330" y="8583"/>
                      <a:pt x="179" y="9198"/>
                      <a:pt x="98" y="9716"/>
                    </a:cubicBezTo>
                    <a:cubicBezTo>
                      <a:pt x="18" y="10242"/>
                      <a:pt x="0" y="10670"/>
                      <a:pt x="18" y="10965"/>
                    </a:cubicBezTo>
                    <a:cubicBezTo>
                      <a:pt x="18" y="11116"/>
                      <a:pt x="36" y="11232"/>
                      <a:pt x="45" y="11304"/>
                    </a:cubicBezTo>
                    <a:cubicBezTo>
                      <a:pt x="54" y="11384"/>
                      <a:pt x="54" y="11428"/>
                      <a:pt x="54" y="11428"/>
                    </a:cubicBezTo>
                    <a:cubicBezTo>
                      <a:pt x="54" y="11428"/>
                      <a:pt x="54" y="11384"/>
                      <a:pt x="54" y="11304"/>
                    </a:cubicBezTo>
                    <a:cubicBezTo>
                      <a:pt x="45" y="11232"/>
                      <a:pt x="36" y="11116"/>
                      <a:pt x="45" y="10965"/>
                    </a:cubicBezTo>
                    <a:cubicBezTo>
                      <a:pt x="45" y="10670"/>
                      <a:pt x="80" y="10251"/>
                      <a:pt x="188" y="9733"/>
                    </a:cubicBezTo>
                    <a:cubicBezTo>
                      <a:pt x="295" y="9216"/>
                      <a:pt x="464" y="8618"/>
                      <a:pt x="616" y="7931"/>
                    </a:cubicBezTo>
                    <a:cubicBezTo>
                      <a:pt x="687" y="7592"/>
                      <a:pt x="758" y="7227"/>
                      <a:pt x="794" y="6843"/>
                    </a:cubicBezTo>
                    <a:cubicBezTo>
                      <a:pt x="821" y="6468"/>
                      <a:pt x="812" y="6058"/>
                      <a:pt x="758" y="5657"/>
                    </a:cubicBezTo>
                    <a:cubicBezTo>
                      <a:pt x="714" y="5255"/>
                      <a:pt x="651" y="4872"/>
                      <a:pt x="687" y="4506"/>
                    </a:cubicBezTo>
                    <a:cubicBezTo>
                      <a:pt x="696" y="4327"/>
                      <a:pt x="732" y="4149"/>
                      <a:pt x="794" y="3979"/>
                    </a:cubicBezTo>
                    <a:cubicBezTo>
                      <a:pt x="857" y="3819"/>
                      <a:pt x="928" y="3658"/>
                      <a:pt x="999" y="3489"/>
                    </a:cubicBezTo>
                    <a:cubicBezTo>
                      <a:pt x="1062" y="3328"/>
                      <a:pt x="1106" y="3150"/>
                      <a:pt x="1115" y="2971"/>
                    </a:cubicBezTo>
                    <a:cubicBezTo>
                      <a:pt x="1124" y="2802"/>
                      <a:pt x="1097" y="2632"/>
                      <a:pt x="1053" y="2481"/>
                    </a:cubicBezTo>
                    <a:cubicBezTo>
                      <a:pt x="973" y="2177"/>
                      <a:pt x="866" y="1910"/>
                      <a:pt x="794" y="1660"/>
                    </a:cubicBezTo>
                    <a:cubicBezTo>
                      <a:pt x="651" y="1160"/>
                      <a:pt x="696" y="723"/>
                      <a:pt x="758" y="438"/>
                    </a:cubicBezTo>
                    <a:cubicBezTo>
                      <a:pt x="785" y="295"/>
                      <a:pt x="830" y="188"/>
                      <a:pt x="848" y="117"/>
                    </a:cubicBezTo>
                    <a:cubicBezTo>
                      <a:pt x="883" y="45"/>
                      <a:pt x="892" y="1"/>
                      <a:pt x="8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1159;p48">
                <a:extLst>
                  <a:ext uri="{FF2B5EF4-FFF2-40B4-BE49-F238E27FC236}">
                    <a16:creationId xmlns:a16="http://schemas.microsoft.com/office/drawing/2014/main" id="{166142A7-C436-FC01-1979-C87DC9DF9A03}"/>
                  </a:ext>
                </a:extLst>
              </p:cNvPr>
              <p:cNvSpPr/>
              <p:nvPr/>
            </p:nvSpPr>
            <p:spPr>
              <a:xfrm>
                <a:off x="5880377" y="1758995"/>
                <a:ext cx="92789" cy="501503"/>
              </a:xfrm>
              <a:custGeom>
                <a:avLst/>
                <a:gdLst/>
                <a:ahLst/>
                <a:cxnLst/>
                <a:rect l="l" t="t" r="r" b="b"/>
                <a:pathLst>
                  <a:path w="2151" h="11625" extrusionOk="0">
                    <a:moveTo>
                      <a:pt x="1865" y="1"/>
                    </a:moveTo>
                    <a:lnTo>
                      <a:pt x="1865" y="1"/>
                    </a:lnTo>
                    <a:cubicBezTo>
                      <a:pt x="1865" y="1"/>
                      <a:pt x="1883" y="670"/>
                      <a:pt x="1918" y="1749"/>
                    </a:cubicBezTo>
                    <a:cubicBezTo>
                      <a:pt x="1936" y="2293"/>
                      <a:pt x="1981" y="2936"/>
                      <a:pt x="1990" y="3649"/>
                    </a:cubicBezTo>
                    <a:cubicBezTo>
                      <a:pt x="1990" y="4006"/>
                      <a:pt x="1981" y="4372"/>
                      <a:pt x="1918" y="4756"/>
                    </a:cubicBezTo>
                    <a:cubicBezTo>
                      <a:pt x="1856" y="5130"/>
                      <a:pt x="1722" y="5505"/>
                      <a:pt x="1553" y="5880"/>
                    </a:cubicBezTo>
                    <a:cubicBezTo>
                      <a:pt x="1392" y="6254"/>
                      <a:pt x="1214" y="6620"/>
                      <a:pt x="1062" y="6977"/>
                    </a:cubicBezTo>
                    <a:cubicBezTo>
                      <a:pt x="910" y="7343"/>
                      <a:pt x="785" y="7700"/>
                      <a:pt x="669" y="8039"/>
                    </a:cubicBezTo>
                    <a:cubicBezTo>
                      <a:pt x="446" y="8725"/>
                      <a:pt x="304" y="9350"/>
                      <a:pt x="206" y="9885"/>
                    </a:cubicBezTo>
                    <a:cubicBezTo>
                      <a:pt x="107" y="10420"/>
                      <a:pt x="63" y="10858"/>
                      <a:pt x="36" y="11161"/>
                    </a:cubicBezTo>
                    <a:cubicBezTo>
                      <a:pt x="9" y="11464"/>
                      <a:pt x="0" y="11625"/>
                      <a:pt x="0" y="11625"/>
                    </a:cubicBezTo>
                    <a:cubicBezTo>
                      <a:pt x="0" y="11625"/>
                      <a:pt x="18" y="11464"/>
                      <a:pt x="63" y="11161"/>
                    </a:cubicBezTo>
                    <a:cubicBezTo>
                      <a:pt x="99" y="10867"/>
                      <a:pt x="170" y="10429"/>
                      <a:pt x="295" y="9903"/>
                    </a:cubicBezTo>
                    <a:cubicBezTo>
                      <a:pt x="411" y="9377"/>
                      <a:pt x="580" y="8761"/>
                      <a:pt x="812" y="8083"/>
                    </a:cubicBezTo>
                    <a:cubicBezTo>
                      <a:pt x="928" y="7753"/>
                      <a:pt x="1062" y="7405"/>
                      <a:pt x="1223" y="7048"/>
                    </a:cubicBezTo>
                    <a:cubicBezTo>
                      <a:pt x="1374" y="6691"/>
                      <a:pt x="1553" y="6335"/>
                      <a:pt x="1722" y="5951"/>
                    </a:cubicBezTo>
                    <a:cubicBezTo>
                      <a:pt x="1883" y="5567"/>
                      <a:pt x="2017" y="5175"/>
                      <a:pt x="2079" y="4782"/>
                    </a:cubicBezTo>
                    <a:cubicBezTo>
                      <a:pt x="2141" y="4390"/>
                      <a:pt x="2150" y="4006"/>
                      <a:pt x="2141" y="3649"/>
                    </a:cubicBezTo>
                    <a:cubicBezTo>
                      <a:pt x="2106" y="2927"/>
                      <a:pt x="2043" y="2285"/>
                      <a:pt x="2008" y="1749"/>
                    </a:cubicBezTo>
                    <a:cubicBezTo>
                      <a:pt x="1918" y="670"/>
                      <a:pt x="1865" y="1"/>
                      <a:pt x="18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1160;p48">
                <a:extLst>
                  <a:ext uri="{FF2B5EF4-FFF2-40B4-BE49-F238E27FC236}">
                    <a16:creationId xmlns:a16="http://schemas.microsoft.com/office/drawing/2014/main" id="{B5F59BFB-9520-C72D-AEE9-42C6E673292A}"/>
                  </a:ext>
                </a:extLst>
              </p:cNvPr>
              <p:cNvSpPr/>
              <p:nvPr/>
            </p:nvSpPr>
            <p:spPr>
              <a:xfrm>
                <a:off x="5798801" y="2229678"/>
                <a:ext cx="123158" cy="114537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2655" extrusionOk="0">
                    <a:moveTo>
                      <a:pt x="428" y="0"/>
                    </a:moveTo>
                    <a:lnTo>
                      <a:pt x="428" y="0"/>
                    </a:lnTo>
                    <a:cubicBezTo>
                      <a:pt x="428" y="0"/>
                      <a:pt x="348" y="259"/>
                      <a:pt x="214" y="687"/>
                    </a:cubicBezTo>
                    <a:cubicBezTo>
                      <a:pt x="152" y="901"/>
                      <a:pt x="63" y="1160"/>
                      <a:pt x="36" y="1472"/>
                    </a:cubicBezTo>
                    <a:cubicBezTo>
                      <a:pt x="0" y="1784"/>
                      <a:pt x="36" y="2177"/>
                      <a:pt x="312" y="2480"/>
                    </a:cubicBezTo>
                    <a:lnTo>
                      <a:pt x="366" y="2552"/>
                    </a:lnTo>
                    <a:lnTo>
                      <a:pt x="428" y="2480"/>
                    </a:lnTo>
                    <a:cubicBezTo>
                      <a:pt x="535" y="2364"/>
                      <a:pt x="696" y="2302"/>
                      <a:pt x="874" y="2284"/>
                    </a:cubicBezTo>
                    <a:cubicBezTo>
                      <a:pt x="908" y="2281"/>
                      <a:pt x="942" y="2279"/>
                      <a:pt x="976" y="2279"/>
                    </a:cubicBezTo>
                    <a:cubicBezTo>
                      <a:pt x="1130" y="2279"/>
                      <a:pt x="1284" y="2310"/>
                      <a:pt x="1445" y="2346"/>
                    </a:cubicBezTo>
                    <a:cubicBezTo>
                      <a:pt x="1695" y="2409"/>
                      <a:pt x="1936" y="2480"/>
                      <a:pt x="2168" y="2534"/>
                    </a:cubicBezTo>
                    <a:cubicBezTo>
                      <a:pt x="2284" y="2569"/>
                      <a:pt x="2400" y="2596"/>
                      <a:pt x="2516" y="2623"/>
                    </a:cubicBezTo>
                    <a:cubicBezTo>
                      <a:pt x="2548" y="2629"/>
                      <a:pt x="2594" y="2654"/>
                      <a:pt x="2654" y="2654"/>
                    </a:cubicBezTo>
                    <a:cubicBezTo>
                      <a:pt x="2677" y="2654"/>
                      <a:pt x="2703" y="2651"/>
                      <a:pt x="2730" y="2641"/>
                    </a:cubicBezTo>
                    <a:cubicBezTo>
                      <a:pt x="2775" y="2623"/>
                      <a:pt x="2810" y="2587"/>
                      <a:pt x="2828" y="2543"/>
                    </a:cubicBezTo>
                    <a:cubicBezTo>
                      <a:pt x="2846" y="2507"/>
                      <a:pt x="2855" y="2471"/>
                      <a:pt x="2855" y="2436"/>
                    </a:cubicBezTo>
                    <a:cubicBezTo>
                      <a:pt x="2855" y="2293"/>
                      <a:pt x="2792" y="2186"/>
                      <a:pt x="2757" y="2097"/>
                    </a:cubicBezTo>
                    <a:cubicBezTo>
                      <a:pt x="2721" y="1998"/>
                      <a:pt x="2676" y="1900"/>
                      <a:pt x="2641" y="1811"/>
                    </a:cubicBezTo>
                    <a:cubicBezTo>
                      <a:pt x="2560" y="1633"/>
                      <a:pt x="2489" y="1463"/>
                      <a:pt x="2427" y="1303"/>
                    </a:cubicBezTo>
                    <a:cubicBezTo>
                      <a:pt x="2302" y="999"/>
                      <a:pt x="2177" y="741"/>
                      <a:pt x="2025" y="616"/>
                    </a:cubicBezTo>
                    <a:cubicBezTo>
                      <a:pt x="1874" y="491"/>
                      <a:pt x="1758" y="500"/>
                      <a:pt x="1758" y="491"/>
                    </a:cubicBezTo>
                    <a:lnTo>
                      <a:pt x="1758" y="491"/>
                    </a:lnTo>
                    <a:cubicBezTo>
                      <a:pt x="1758" y="500"/>
                      <a:pt x="1874" y="509"/>
                      <a:pt x="2007" y="642"/>
                    </a:cubicBezTo>
                    <a:cubicBezTo>
                      <a:pt x="2141" y="767"/>
                      <a:pt x="2239" y="1017"/>
                      <a:pt x="2346" y="1338"/>
                    </a:cubicBezTo>
                    <a:cubicBezTo>
                      <a:pt x="2400" y="1499"/>
                      <a:pt x="2462" y="1668"/>
                      <a:pt x="2525" y="1856"/>
                    </a:cubicBezTo>
                    <a:cubicBezTo>
                      <a:pt x="2560" y="1945"/>
                      <a:pt x="2596" y="2043"/>
                      <a:pt x="2632" y="2141"/>
                    </a:cubicBezTo>
                    <a:cubicBezTo>
                      <a:pt x="2668" y="2248"/>
                      <a:pt x="2712" y="2337"/>
                      <a:pt x="2703" y="2427"/>
                    </a:cubicBezTo>
                    <a:cubicBezTo>
                      <a:pt x="2703" y="2471"/>
                      <a:pt x="2685" y="2489"/>
                      <a:pt x="2676" y="2498"/>
                    </a:cubicBezTo>
                    <a:cubicBezTo>
                      <a:pt x="2673" y="2500"/>
                      <a:pt x="2669" y="2500"/>
                      <a:pt x="2664" y="2500"/>
                    </a:cubicBezTo>
                    <a:cubicBezTo>
                      <a:pt x="2642" y="2500"/>
                      <a:pt x="2603" y="2486"/>
                      <a:pt x="2552" y="2471"/>
                    </a:cubicBezTo>
                    <a:cubicBezTo>
                      <a:pt x="2445" y="2444"/>
                      <a:pt x="2329" y="2409"/>
                      <a:pt x="2213" y="2373"/>
                    </a:cubicBezTo>
                    <a:cubicBezTo>
                      <a:pt x="1981" y="2311"/>
                      <a:pt x="1740" y="2248"/>
                      <a:pt x="1490" y="2177"/>
                    </a:cubicBezTo>
                    <a:cubicBezTo>
                      <a:pt x="1333" y="2136"/>
                      <a:pt x="1170" y="2105"/>
                      <a:pt x="1007" y="2105"/>
                    </a:cubicBezTo>
                    <a:cubicBezTo>
                      <a:pt x="957" y="2105"/>
                      <a:pt x="907" y="2108"/>
                      <a:pt x="857" y="2114"/>
                    </a:cubicBezTo>
                    <a:cubicBezTo>
                      <a:pt x="680" y="2130"/>
                      <a:pt x="503" y="2198"/>
                      <a:pt x="366" y="2319"/>
                    </a:cubicBezTo>
                    <a:lnTo>
                      <a:pt x="366" y="2319"/>
                    </a:lnTo>
                    <a:cubicBezTo>
                      <a:pt x="179" y="2075"/>
                      <a:pt x="135" y="1752"/>
                      <a:pt x="143" y="1481"/>
                    </a:cubicBezTo>
                    <a:cubicBezTo>
                      <a:pt x="161" y="1187"/>
                      <a:pt x="232" y="919"/>
                      <a:pt x="277" y="705"/>
                    </a:cubicBezTo>
                    <a:cubicBezTo>
                      <a:pt x="366" y="268"/>
                      <a:pt x="428" y="0"/>
                      <a:pt x="4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1161;p48">
                <a:extLst>
                  <a:ext uri="{FF2B5EF4-FFF2-40B4-BE49-F238E27FC236}">
                    <a16:creationId xmlns:a16="http://schemas.microsoft.com/office/drawing/2014/main" id="{F8D7F6FA-18FE-B98D-6F3C-CB739D3F3C64}"/>
                  </a:ext>
                </a:extLst>
              </p:cNvPr>
              <p:cNvSpPr/>
              <p:nvPr/>
            </p:nvSpPr>
            <p:spPr>
              <a:xfrm>
                <a:off x="5812088" y="2329328"/>
                <a:ext cx="104867" cy="27523"/>
              </a:xfrm>
              <a:custGeom>
                <a:avLst/>
                <a:gdLst/>
                <a:ahLst/>
                <a:cxnLst/>
                <a:rect l="l" t="t" r="r" b="b"/>
                <a:pathLst>
                  <a:path w="2431" h="638" extrusionOk="0">
                    <a:moveTo>
                      <a:pt x="13" y="0"/>
                    </a:moveTo>
                    <a:cubicBezTo>
                      <a:pt x="13" y="0"/>
                      <a:pt x="0" y="175"/>
                      <a:pt x="192" y="366"/>
                    </a:cubicBezTo>
                    <a:cubicBezTo>
                      <a:pt x="281" y="456"/>
                      <a:pt x="433" y="536"/>
                      <a:pt x="593" y="572"/>
                    </a:cubicBezTo>
                    <a:cubicBezTo>
                      <a:pt x="763" y="616"/>
                      <a:pt x="950" y="625"/>
                      <a:pt x="1137" y="634"/>
                    </a:cubicBezTo>
                    <a:cubicBezTo>
                      <a:pt x="1185" y="636"/>
                      <a:pt x="1232" y="637"/>
                      <a:pt x="1278" y="637"/>
                    </a:cubicBezTo>
                    <a:cubicBezTo>
                      <a:pt x="1602" y="637"/>
                      <a:pt x="1907" y="584"/>
                      <a:pt x="2110" y="482"/>
                    </a:cubicBezTo>
                    <a:cubicBezTo>
                      <a:pt x="2226" y="420"/>
                      <a:pt x="2306" y="358"/>
                      <a:pt x="2360" y="313"/>
                    </a:cubicBezTo>
                    <a:cubicBezTo>
                      <a:pt x="2404" y="268"/>
                      <a:pt x="2431" y="242"/>
                      <a:pt x="2431" y="242"/>
                    </a:cubicBezTo>
                    <a:lnTo>
                      <a:pt x="2431" y="242"/>
                    </a:lnTo>
                    <a:cubicBezTo>
                      <a:pt x="2431" y="242"/>
                      <a:pt x="2395" y="259"/>
                      <a:pt x="2342" y="295"/>
                    </a:cubicBezTo>
                    <a:cubicBezTo>
                      <a:pt x="2279" y="322"/>
                      <a:pt x="2190" y="366"/>
                      <a:pt x="2074" y="393"/>
                    </a:cubicBezTo>
                    <a:cubicBezTo>
                      <a:pt x="1907" y="445"/>
                      <a:pt x="1690" y="464"/>
                      <a:pt x="1445" y="464"/>
                    </a:cubicBezTo>
                    <a:cubicBezTo>
                      <a:pt x="1349" y="464"/>
                      <a:pt x="1249" y="461"/>
                      <a:pt x="1146" y="456"/>
                    </a:cubicBezTo>
                    <a:cubicBezTo>
                      <a:pt x="959" y="447"/>
                      <a:pt x="781" y="447"/>
                      <a:pt x="629" y="429"/>
                    </a:cubicBezTo>
                    <a:cubicBezTo>
                      <a:pt x="468" y="402"/>
                      <a:pt x="343" y="358"/>
                      <a:pt x="245" y="295"/>
                    </a:cubicBezTo>
                    <a:cubicBezTo>
                      <a:pt x="147" y="233"/>
                      <a:pt x="85" y="152"/>
                      <a:pt x="58" y="99"/>
                    </a:cubicBezTo>
                    <a:cubicBezTo>
                      <a:pt x="22" y="36"/>
                      <a:pt x="13" y="1"/>
                      <a:pt x="13" y="1"/>
                    </a:cubicBezTo>
                    <a:cubicBezTo>
                      <a:pt x="13" y="0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1162;p48">
                <a:extLst>
                  <a:ext uri="{FF2B5EF4-FFF2-40B4-BE49-F238E27FC236}">
                    <a16:creationId xmlns:a16="http://schemas.microsoft.com/office/drawing/2014/main" id="{CA53C2B4-73F3-B0F0-771D-95318DA82344}"/>
                  </a:ext>
                </a:extLst>
              </p:cNvPr>
              <p:cNvSpPr/>
              <p:nvPr/>
            </p:nvSpPr>
            <p:spPr>
              <a:xfrm>
                <a:off x="5879989" y="2127699"/>
                <a:ext cx="55475" cy="117039"/>
              </a:xfrm>
              <a:custGeom>
                <a:avLst/>
                <a:gdLst/>
                <a:ahLst/>
                <a:cxnLst/>
                <a:rect l="l" t="t" r="r" b="b"/>
                <a:pathLst>
                  <a:path w="1286" h="2713" extrusionOk="0">
                    <a:moveTo>
                      <a:pt x="571" y="0"/>
                    </a:moveTo>
                    <a:cubicBezTo>
                      <a:pt x="571" y="0"/>
                      <a:pt x="652" y="188"/>
                      <a:pt x="777" y="491"/>
                    </a:cubicBezTo>
                    <a:cubicBezTo>
                      <a:pt x="902" y="794"/>
                      <a:pt x="1062" y="1213"/>
                      <a:pt x="1098" y="1695"/>
                    </a:cubicBezTo>
                    <a:cubicBezTo>
                      <a:pt x="1107" y="1936"/>
                      <a:pt x="1071" y="2159"/>
                      <a:pt x="955" y="2311"/>
                    </a:cubicBezTo>
                    <a:cubicBezTo>
                      <a:pt x="839" y="2471"/>
                      <a:pt x="661" y="2560"/>
                      <a:pt x="518" y="2605"/>
                    </a:cubicBezTo>
                    <a:cubicBezTo>
                      <a:pt x="366" y="2659"/>
                      <a:pt x="232" y="2667"/>
                      <a:pt x="143" y="2676"/>
                    </a:cubicBezTo>
                    <a:lnTo>
                      <a:pt x="0" y="2676"/>
                    </a:lnTo>
                    <a:cubicBezTo>
                      <a:pt x="0" y="2676"/>
                      <a:pt x="45" y="2685"/>
                      <a:pt x="143" y="2703"/>
                    </a:cubicBezTo>
                    <a:cubicBezTo>
                      <a:pt x="188" y="2708"/>
                      <a:pt x="244" y="2712"/>
                      <a:pt x="309" y="2712"/>
                    </a:cubicBezTo>
                    <a:cubicBezTo>
                      <a:pt x="375" y="2712"/>
                      <a:pt x="451" y="2708"/>
                      <a:pt x="536" y="2694"/>
                    </a:cubicBezTo>
                    <a:cubicBezTo>
                      <a:pt x="705" y="2659"/>
                      <a:pt x="910" y="2587"/>
                      <a:pt x="1071" y="2409"/>
                    </a:cubicBezTo>
                    <a:cubicBezTo>
                      <a:pt x="1232" y="2221"/>
                      <a:pt x="1285" y="1945"/>
                      <a:pt x="1276" y="1686"/>
                    </a:cubicBezTo>
                    <a:cubicBezTo>
                      <a:pt x="1241" y="1160"/>
                      <a:pt x="1017" y="741"/>
                      <a:pt x="857" y="455"/>
                    </a:cubicBezTo>
                    <a:cubicBezTo>
                      <a:pt x="687" y="161"/>
                      <a:pt x="572" y="0"/>
                      <a:pt x="5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1163;p48">
                <a:extLst>
                  <a:ext uri="{FF2B5EF4-FFF2-40B4-BE49-F238E27FC236}">
                    <a16:creationId xmlns:a16="http://schemas.microsoft.com/office/drawing/2014/main" id="{E907FAAA-EEB1-8DB3-6D03-9C13067416EC}"/>
                  </a:ext>
                </a:extLst>
              </p:cNvPr>
              <p:cNvSpPr/>
              <p:nvPr/>
            </p:nvSpPr>
            <p:spPr>
              <a:xfrm>
                <a:off x="5803805" y="2255389"/>
                <a:ext cx="91624" cy="21656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502" extrusionOk="0">
                    <a:moveTo>
                      <a:pt x="872" y="1"/>
                    </a:moveTo>
                    <a:cubicBezTo>
                      <a:pt x="599" y="1"/>
                      <a:pt x="348" y="96"/>
                      <a:pt x="205" y="216"/>
                    </a:cubicBezTo>
                    <a:cubicBezTo>
                      <a:pt x="125" y="287"/>
                      <a:pt x="71" y="368"/>
                      <a:pt x="36" y="412"/>
                    </a:cubicBezTo>
                    <a:cubicBezTo>
                      <a:pt x="9" y="466"/>
                      <a:pt x="0" y="501"/>
                      <a:pt x="0" y="501"/>
                    </a:cubicBezTo>
                    <a:cubicBezTo>
                      <a:pt x="0" y="501"/>
                      <a:pt x="18" y="475"/>
                      <a:pt x="63" y="430"/>
                    </a:cubicBezTo>
                    <a:cubicBezTo>
                      <a:pt x="107" y="394"/>
                      <a:pt x="170" y="341"/>
                      <a:pt x="259" y="296"/>
                    </a:cubicBezTo>
                    <a:cubicBezTo>
                      <a:pt x="400" y="219"/>
                      <a:pt x="596" y="169"/>
                      <a:pt x="821" y="169"/>
                    </a:cubicBezTo>
                    <a:cubicBezTo>
                      <a:pt x="882" y="169"/>
                      <a:pt x="944" y="173"/>
                      <a:pt x="1008" y="180"/>
                    </a:cubicBezTo>
                    <a:cubicBezTo>
                      <a:pt x="1312" y="216"/>
                      <a:pt x="1597" y="269"/>
                      <a:pt x="1802" y="314"/>
                    </a:cubicBezTo>
                    <a:cubicBezTo>
                      <a:pt x="1998" y="368"/>
                      <a:pt x="2123" y="403"/>
                      <a:pt x="2123" y="403"/>
                    </a:cubicBezTo>
                    <a:cubicBezTo>
                      <a:pt x="2123" y="403"/>
                      <a:pt x="2016" y="323"/>
                      <a:pt x="1829" y="234"/>
                    </a:cubicBezTo>
                    <a:cubicBezTo>
                      <a:pt x="1633" y="145"/>
                      <a:pt x="1356" y="38"/>
                      <a:pt x="1026" y="11"/>
                    </a:cubicBezTo>
                    <a:cubicBezTo>
                      <a:pt x="974" y="4"/>
                      <a:pt x="923" y="1"/>
                      <a:pt x="8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1164;p48">
                <a:extLst>
                  <a:ext uri="{FF2B5EF4-FFF2-40B4-BE49-F238E27FC236}">
                    <a16:creationId xmlns:a16="http://schemas.microsoft.com/office/drawing/2014/main" id="{D0DF8C60-F0B3-3385-A913-E9342C3FF240}"/>
                  </a:ext>
                </a:extLst>
              </p:cNvPr>
              <p:cNvSpPr/>
              <p:nvPr/>
            </p:nvSpPr>
            <p:spPr>
              <a:xfrm>
                <a:off x="5820716" y="2203536"/>
                <a:ext cx="63930" cy="57808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340" extrusionOk="0">
                    <a:moveTo>
                      <a:pt x="650" y="1"/>
                    </a:moveTo>
                    <a:cubicBezTo>
                      <a:pt x="583" y="1"/>
                      <a:pt x="516" y="18"/>
                      <a:pt x="465" y="53"/>
                    </a:cubicBezTo>
                    <a:cubicBezTo>
                      <a:pt x="357" y="124"/>
                      <a:pt x="304" y="214"/>
                      <a:pt x="250" y="294"/>
                    </a:cubicBezTo>
                    <a:cubicBezTo>
                      <a:pt x="161" y="463"/>
                      <a:pt x="108" y="624"/>
                      <a:pt x="72" y="758"/>
                    </a:cubicBezTo>
                    <a:cubicBezTo>
                      <a:pt x="1" y="1025"/>
                      <a:pt x="1" y="1204"/>
                      <a:pt x="1" y="1204"/>
                    </a:cubicBezTo>
                    <a:cubicBezTo>
                      <a:pt x="1" y="1204"/>
                      <a:pt x="45" y="1034"/>
                      <a:pt x="152" y="785"/>
                    </a:cubicBezTo>
                    <a:cubicBezTo>
                      <a:pt x="206" y="660"/>
                      <a:pt x="286" y="517"/>
                      <a:pt x="384" y="374"/>
                    </a:cubicBezTo>
                    <a:cubicBezTo>
                      <a:pt x="429" y="303"/>
                      <a:pt x="482" y="231"/>
                      <a:pt x="554" y="196"/>
                    </a:cubicBezTo>
                    <a:cubicBezTo>
                      <a:pt x="580" y="181"/>
                      <a:pt x="607" y="174"/>
                      <a:pt x="635" y="174"/>
                    </a:cubicBezTo>
                    <a:cubicBezTo>
                      <a:pt x="674" y="174"/>
                      <a:pt x="714" y="188"/>
                      <a:pt x="750" y="214"/>
                    </a:cubicBezTo>
                    <a:cubicBezTo>
                      <a:pt x="812" y="249"/>
                      <a:pt x="866" y="330"/>
                      <a:pt x="902" y="410"/>
                    </a:cubicBezTo>
                    <a:cubicBezTo>
                      <a:pt x="928" y="481"/>
                      <a:pt x="937" y="579"/>
                      <a:pt x="946" y="669"/>
                    </a:cubicBezTo>
                    <a:cubicBezTo>
                      <a:pt x="964" y="838"/>
                      <a:pt x="982" y="1025"/>
                      <a:pt x="1071" y="1150"/>
                    </a:cubicBezTo>
                    <a:cubicBezTo>
                      <a:pt x="1160" y="1275"/>
                      <a:pt x="1276" y="1338"/>
                      <a:pt x="1357" y="1338"/>
                    </a:cubicBezTo>
                    <a:cubicBezTo>
                      <a:pt x="1368" y="1339"/>
                      <a:pt x="1379" y="1339"/>
                      <a:pt x="1389" y="1339"/>
                    </a:cubicBezTo>
                    <a:cubicBezTo>
                      <a:pt x="1449" y="1339"/>
                      <a:pt x="1481" y="1320"/>
                      <a:pt x="1482" y="1320"/>
                    </a:cubicBezTo>
                    <a:lnTo>
                      <a:pt x="1482" y="1320"/>
                    </a:lnTo>
                    <a:cubicBezTo>
                      <a:pt x="1482" y="1320"/>
                      <a:pt x="1467" y="1326"/>
                      <a:pt x="1441" y="1326"/>
                    </a:cubicBezTo>
                    <a:cubicBezTo>
                      <a:pt x="1422" y="1326"/>
                      <a:pt x="1396" y="1322"/>
                      <a:pt x="1366" y="1311"/>
                    </a:cubicBezTo>
                    <a:cubicBezTo>
                      <a:pt x="1294" y="1293"/>
                      <a:pt x="1205" y="1222"/>
                      <a:pt x="1151" y="1106"/>
                    </a:cubicBezTo>
                    <a:cubicBezTo>
                      <a:pt x="1089" y="999"/>
                      <a:pt x="1098" y="838"/>
                      <a:pt x="1098" y="660"/>
                    </a:cubicBezTo>
                    <a:cubicBezTo>
                      <a:pt x="1098" y="481"/>
                      <a:pt x="1071" y="214"/>
                      <a:pt x="848" y="62"/>
                    </a:cubicBezTo>
                    <a:cubicBezTo>
                      <a:pt x="793" y="21"/>
                      <a:pt x="721" y="1"/>
                      <a:pt x="6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1165;p48">
                <a:extLst>
                  <a:ext uri="{FF2B5EF4-FFF2-40B4-BE49-F238E27FC236}">
                    <a16:creationId xmlns:a16="http://schemas.microsoft.com/office/drawing/2014/main" id="{C73CB9DA-04E3-FCCC-918B-5204A0724BA0}"/>
                  </a:ext>
                </a:extLst>
              </p:cNvPr>
              <p:cNvSpPr/>
              <p:nvPr/>
            </p:nvSpPr>
            <p:spPr>
              <a:xfrm>
                <a:off x="5824167" y="2267726"/>
                <a:ext cx="64318" cy="7981"/>
              </a:xfrm>
              <a:custGeom>
                <a:avLst/>
                <a:gdLst/>
                <a:ahLst/>
                <a:cxnLst/>
                <a:rect l="l" t="t" r="r" b="b"/>
                <a:pathLst>
                  <a:path w="1491" h="185" extrusionOk="0">
                    <a:moveTo>
                      <a:pt x="704" y="1"/>
                    </a:moveTo>
                    <a:cubicBezTo>
                      <a:pt x="307" y="1"/>
                      <a:pt x="1" y="108"/>
                      <a:pt x="1" y="108"/>
                    </a:cubicBezTo>
                    <a:cubicBezTo>
                      <a:pt x="1" y="108"/>
                      <a:pt x="340" y="162"/>
                      <a:pt x="741" y="180"/>
                    </a:cubicBezTo>
                    <a:cubicBezTo>
                      <a:pt x="823" y="183"/>
                      <a:pt x="903" y="185"/>
                      <a:pt x="977" y="185"/>
                    </a:cubicBezTo>
                    <a:cubicBezTo>
                      <a:pt x="1274" y="185"/>
                      <a:pt x="1491" y="162"/>
                      <a:pt x="1491" y="162"/>
                    </a:cubicBezTo>
                    <a:cubicBezTo>
                      <a:pt x="1491" y="162"/>
                      <a:pt x="1170" y="19"/>
                      <a:pt x="750" y="1"/>
                    </a:cubicBezTo>
                    <a:cubicBezTo>
                      <a:pt x="735" y="1"/>
                      <a:pt x="719" y="1"/>
                      <a:pt x="7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1166;p48">
                <a:extLst>
                  <a:ext uri="{FF2B5EF4-FFF2-40B4-BE49-F238E27FC236}">
                    <a16:creationId xmlns:a16="http://schemas.microsoft.com/office/drawing/2014/main" id="{1535D17B-056D-22A9-7CF8-0F2E1BD6FC46}"/>
                  </a:ext>
                </a:extLst>
              </p:cNvPr>
              <p:cNvSpPr/>
              <p:nvPr/>
            </p:nvSpPr>
            <p:spPr>
              <a:xfrm>
                <a:off x="5836116" y="2283558"/>
                <a:ext cx="46977" cy="7334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70" extrusionOk="0">
                    <a:moveTo>
                      <a:pt x="545" y="0"/>
                    </a:moveTo>
                    <a:cubicBezTo>
                      <a:pt x="241" y="0"/>
                      <a:pt x="0" y="80"/>
                      <a:pt x="0" y="80"/>
                    </a:cubicBezTo>
                    <a:cubicBezTo>
                      <a:pt x="0" y="80"/>
                      <a:pt x="241" y="170"/>
                      <a:pt x="545" y="170"/>
                    </a:cubicBezTo>
                    <a:cubicBezTo>
                      <a:pt x="848" y="170"/>
                      <a:pt x="1089" y="80"/>
                      <a:pt x="1089" y="80"/>
                    </a:cubicBezTo>
                    <a:cubicBezTo>
                      <a:pt x="1089" y="80"/>
                      <a:pt x="848" y="0"/>
                      <a:pt x="5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1167;p48">
                <a:extLst>
                  <a:ext uri="{FF2B5EF4-FFF2-40B4-BE49-F238E27FC236}">
                    <a16:creationId xmlns:a16="http://schemas.microsoft.com/office/drawing/2014/main" id="{6FB88690-15D2-C84E-3078-0ED18149AC8A}"/>
                  </a:ext>
                </a:extLst>
              </p:cNvPr>
              <p:cNvSpPr/>
              <p:nvPr/>
            </p:nvSpPr>
            <p:spPr>
              <a:xfrm>
                <a:off x="5723739" y="1821330"/>
                <a:ext cx="74326" cy="39775"/>
              </a:xfrm>
              <a:custGeom>
                <a:avLst/>
                <a:gdLst/>
                <a:ahLst/>
                <a:cxnLst/>
                <a:rect l="l" t="t" r="r" b="b"/>
                <a:pathLst>
                  <a:path w="1723" h="922" extrusionOk="0">
                    <a:moveTo>
                      <a:pt x="1722" y="1"/>
                    </a:moveTo>
                    <a:cubicBezTo>
                      <a:pt x="1722" y="1"/>
                      <a:pt x="1624" y="90"/>
                      <a:pt x="1526" y="286"/>
                    </a:cubicBezTo>
                    <a:cubicBezTo>
                      <a:pt x="1508" y="331"/>
                      <a:pt x="1481" y="393"/>
                      <a:pt x="1464" y="438"/>
                    </a:cubicBezTo>
                    <a:cubicBezTo>
                      <a:pt x="1455" y="465"/>
                      <a:pt x="1437" y="483"/>
                      <a:pt x="1419" y="501"/>
                    </a:cubicBezTo>
                    <a:cubicBezTo>
                      <a:pt x="1401" y="509"/>
                      <a:pt x="1374" y="527"/>
                      <a:pt x="1357" y="545"/>
                    </a:cubicBezTo>
                    <a:cubicBezTo>
                      <a:pt x="1232" y="608"/>
                      <a:pt x="1107" y="688"/>
                      <a:pt x="973" y="724"/>
                    </a:cubicBezTo>
                    <a:cubicBezTo>
                      <a:pt x="916" y="741"/>
                      <a:pt x="859" y="748"/>
                      <a:pt x="804" y="748"/>
                    </a:cubicBezTo>
                    <a:cubicBezTo>
                      <a:pt x="599" y="748"/>
                      <a:pt x="410" y="647"/>
                      <a:pt x="277" y="563"/>
                    </a:cubicBezTo>
                    <a:cubicBezTo>
                      <a:pt x="99" y="456"/>
                      <a:pt x="1" y="385"/>
                      <a:pt x="1" y="385"/>
                    </a:cubicBezTo>
                    <a:lnTo>
                      <a:pt x="1" y="385"/>
                    </a:lnTo>
                    <a:cubicBezTo>
                      <a:pt x="1" y="385"/>
                      <a:pt x="72" y="492"/>
                      <a:pt x="224" y="634"/>
                    </a:cubicBezTo>
                    <a:cubicBezTo>
                      <a:pt x="304" y="706"/>
                      <a:pt x="402" y="795"/>
                      <a:pt x="536" y="857"/>
                    </a:cubicBezTo>
                    <a:cubicBezTo>
                      <a:pt x="620" y="897"/>
                      <a:pt x="722" y="922"/>
                      <a:pt x="830" y="922"/>
                    </a:cubicBezTo>
                    <a:cubicBezTo>
                      <a:pt x="894" y="922"/>
                      <a:pt x="960" y="913"/>
                      <a:pt x="1026" y="893"/>
                    </a:cubicBezTo>
                    <a:cubicBezTo>
                      <a:pt x="1196" y="840"/>
                      <a:pt x="1321" y="750"/>
                      <a:pt x="1437" y="670"/>
                    </a:cubicBezTo>
                    <a:cubicBezTo>
                      <a:pt x="1464" y="643"/>
                      <a:pt x="1499" y="616"/>
                      <a:pt x="1526" y="590"/>
                    </a:cubicBezTo>
                    <a:cubicBezTo>
                      <a:pt x="1553" y="554"/>
                      <a:pt x="1571" y="509"/>
                      <a:pt x="1580" y="483"/>
                    </a:cubicBezTo>
                    <a:cubicBezTo>
                      <a:pt x="1588" y="420"/>
                      <a:pt x="1597" y="367"/>
                      <a:pt x="1615" y="313"/>
                    </a:cubicBezTo>
                    <a:cubicBezTo>
                      <a:pt x="1660" y="117"/>
                      <a:pt x="1722" y="1"/>
                      <a:pt x="172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1168;p48">
                <a:extLst>
                  <a:ext uri="{FF2B5EF4-FFF2-40B4-BE49-F238E27FC236}">
                    <a16:creationId xmlns:a16="http://schemas.microsoft.com/office/drawing/2014/main" id="{F437ED69-4B83-BFFE-0513-32149A5498B7}"/>
                  </a:ext>
                </a:extLst>
              </p:cNvPr>
              <p:cNvSpPr/>
              <p:nvPr/>
            </p:nvSpPr>
            <p:spPr>
              <a:xfrm>
                <a:off x="5865364" y="1753991"/>
                <a:ext cx="35071" cy="95512"/>
              </a:xfrm>
              <a:custGeom>
                <a:avLst/>
                <a:gdLst/>
                <a:ahLst/>
                <a:cxnLst/>
                <a:rect l="l" t="t" r="r" b="b"/>
                <a:pathLst>
                  <a:path w="813" h="2214" extrusionOk="0">
                    <a:moveTo>
                      <a:pt x="0" y="1"/>
                    </a:moveTo>
                    <a:cubicBezTo>
                      <a:pt x="0" y="1"/>
                      <a:pt x="9" y="135"/>
                      <a:pt x="54" y="349"/>
                    </a:cubicBezTo>
                    <a:cubicBezTo>
                      <a:pt x="99" y="554"/>
                      <a:pt x="188" y="848"/>
                      <a:pt x="331" y="1143"/>
                    </a:cubicBezTo>
                    <a:cubicBezTo>
                      <a:pt x="482" y="1446"/>
                      <a:pt x="652" y="1678"/>
                      <a:pt x="714" y="1874"/>
                    </a:cubicBezTo>
                    <a:cubicBezTo>
                      <a:pt x="750" y="1972"/>
                      <a:pt x="759" y="2062"/>
                      <a:pt x="759" y="2115"/>
                    </a:cubicBezTo>
                    <a:cubicBezTo>
                      <a:pt x="759" y="2177"/>
                      <a:pt x="759" y="2213"/>
                      <a:pt x="759" y="2213"/>
                    </a:cubicBezTo>
                    <a:cubicBezTo>
                      <a:pt x="759" y="2213"/>
                      <a:pt x="768" y="2186"/>
                      <a:pt x="786" y="2124"/>
                    </a:cubicBezTo>
                    <a:cubicBezTo>
                      <a:pt x="803" y="2062"/>
                      <a:pt x="812" y="1972"/>
                      <a:pt x="794" y="1856"/>
                    </a:cubicBezTo>
                    <a:cubicBezTo>
                      <a:pt x="777" y="1633"/>
                      <a:pt x="634" y="1348"/>
                      <a:pt x="491" y="1071"/>
                    </a:cubicBezTo>
                    <a:cubicBezTo>
                      <a:pt x="206" y="492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1169;p48">
                <a:extLst>
                  <a:ext uri="{FF2B5EF4-FFF2-40B4-BE49-F238E27FC236}">
                    <a16:creationId xmlns:a16="http://schemas.microsoft.com/office/drawing/2014/main" id="{775D18E3-EE2E-197A-9C57-B6FCECFF645E}"/>
                  </a:ext>
                </a:extLst>
              </p:cNvPr>
              <p:cNvSpPr/>
              <p:nvPr/>
            </p:nvSpPr>
            <p:spPr>
              <a:xfrm>
                <a:off x="5922308" y="1760548"/>
                <a:ext cx="11604" cy="7010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1625" extrusionOk="0">
                    <a:moveTo>
                      <a:pt x="268" y="0"/>
                    </a:moveTo>
                    <a:cubicBezTo>
                      <a:pt x="268" y="0"/>
                      <a:pt x="197" y="63"/>
                      <a:pt x="135" y="215"/>
                    </a:cubicBezTo>
                    <a:cubicBezTo>
                      <a:pt x="81" y="366"/>
                      <a:pt x="63" y="589"/>
                      <a:pt x="63" y="812"/>
                    </a:cubicBezTo>
                    <a:cubicBezTo>
                      <a:pt x="63" y="1249"/>
                      <a:pt x="1" y="1624"/>
                      <a:pt x="1" y="1624"/>
                    </a:cubicBezTo>
                    <a:cubicBezTo>
                      <a:pt x="1" y="1624"/>
                      <a:pt x="54" y="1544"/>
                      <a:pt x="117" y="1401"/>
                    </a:cubicBezTo>
                    <a:cubicBezTo>
                      <a:pt x="179" y="1258"/>
                      <a:pt x="242" y="1053"/>
                      <a:pt x="242" y="812"/>
                    </a:cubicBezTo>
                    <a:cubicBezTo>
                      <a:pt x="242" y="571"/>
                      <a:pt x="215" y="375"/>
                      <a:pt x="224" y="232"/>
                    </a:cubicBezTo>
                    <a:cubicBezTo>
                      <a:pt x="233" y="90"/>
                      <a:pt x="268" y="0"/>
                      <a:pt x="2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1170;p48">
                <a:extLst>
                  <a:ext uri="{FF2B5EF4-FFF2-40B4-BE49-F238E27FC236}">
                    <a16:creationId xmlns:a16="http://schemas.microsoft.com/office/drawing/2014/main" id="{8145E02A-51D5-5D2B-C59A-9EB889749206}"/>
                  </a:ext>
                </a:extLst>
              </p:cNvPr>
              <p:cNvSpPr/>
              <p:nvPr/>
            </p:nvSpPr>
            <p:spPr>
              <a:xfrm>
                <a:off x="6065486" y="1149406"/>
                <a:ext cx="85844" cy="413066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9575" extrusionOk="0">
                    <a:moveTo>
                      <a:pt x="0" y="9430"/>
                    </a:moveTo>
                    <a:lnTo>
                      <a:pt x="0" y="9430"/>
                    </a:lnTo>
                    <a:cubicBezTo>
                      <a:pt x="9" y="9430"/>
                      <a:pt x="18" y="9475"/>
                      <a:pt x="81" y="9511"/>
                    </a:cubicBezTo>
                    <a:cubicBezTo>
                      <a:pt x="18" y="9466"/>
                      <a:pt x="9" y="9430"/>
                      <a:pt x="0" y="9430"/>
                    </a:cubicBezTo>
                    <a:close/>
                    <a:moveTo>
                      <a:pt x="1918" y="1"/>
                    </a:moveTo>
                    <a:cubicBezTo>
                      <a:pt x="1918" y="1"/>
                      <a:pt x="1901" y="608"/>
                      <a:pt x="1874" y="1598"/>
                    </a:cubicBezTo>
                    <a:cubicBezTo>
                      <a:pt x="1874" y="1848"/>
                      <a:pt x="1865" y="2115"/>
                      <a:pt x="1847" y="2410"/>
                    </a:cubicBezTo>
                    <a:cubicBezTo>
                      <a:pt x="1847" y="2695"/>
                      <a:pt x="1802" y="2998"/>
                      <a:pt x="1731" y="3320"/>
                    </a:cubicBezTo>
                    <a:cubicBezTo>
                      <a:pt x="1669" y="3641"/>
                      <a:pt x="1597" y="3980"/>
                      <a:pt x="1597" y="4345"/>
                    </a:cubicBezTo>
                    <a:cubicBezTo>
                      <a:pt x="1579" y="4720"/>
                      <a:pt x="1713" y="5095"/>
                      <a:pt x="1776" y="5452"/>
                    </a:cubicBezTo>
                    <a:cubicBezTo>
                      <a:pt x="1802" y="5630"/>
                      <a:pt x="1811" y="5808"/>
                      <a:pt x="1776" y="5969"/>
                    </a:cubicBezTo>
                    <a:cubicBezTo>
                      <a:pt x="1740" y="6130"/>
                      <a:pt x="1633" y="6299"/>
                      <a:pt x="1624" y="6504"/>
                    </a:cubicBezTo>
                    <a:cubicBezTo>
                      <a:pt x="1615" y="6906"/>
                      <a:pt x="1811" y="7209"/>
                      <a:pt x="1820" y="7521"/>
                    </a:cubicBezTo>
                    <a:cubicBezTo>
                      <a:pt x="1847" y="7834"/>
                      <a:pt x="1785" y="8137"/>
                      <a:pt x="1695" y="8413"/>
                    </a:cubicBezTo>
                    <a:cubicBezTo>
                      <a:pt x="1615" y="8681"/>
                      <a:pt x="1508" y="8931"/>
                      <a:pt x="1410" y="9163"/>
                    </a:cubicBezTo>
                    <a:cubicBezTo>
                      <a:pt x="1330" y="9395"/>
                      <a:pt x="1062" y="9377"/>
                      <a:pt x="875" y="9439"/>
                    </a:cubicBezTo>
                    <a:cubicBezTo>
                      <a:pt x="687" y="9475"/>
                      <a:pt x="518" y="9529"/>
                      <a:pt x="384" y="9546"/>
                    </a:cubicBezTo>
                    <a:cubicBezTo>
                      <a:pt x="348" y="9551"/>
                      <a:pt x="314" y="9553"/>
                      <a:pt x="283" y="9553"/>
                    </a:cubicBezTo>
                    <a:cubicBezTo>
                      <a:pt x="196" y="9553"/>
                      <a:pt x="126" y="9537"/>
                      <a:pt x="81" y="9511"/>
                    </a:cubicBezTo>
                    <a:lnTo>
                      <a:pt x="81" y="9511"/>
                    </a:lnTo>
                    <a:cubicBezTo>
                      <a:pt x="127" y="9550"/>
                      <a:pt x="221" y="9575"/>
                      <a:pt x="339" y="9575"/>
                    </a:cubicBezTo>
                    <a:cubicBezTo>
                      <a:pt x="357" y="9575"/>
                      <a:pt x="375" y="9574"/>
                      <a:pt x="393" y="9573"/>
                    </a:cubicBezTo>
                    <a:cubicBezTo>
                      <a:pt x="527" y="9555"/>
                      <a:pt x="696" y="9520"/>
                      <a:pt x="893" y="9493"/>
                    </a:cubicBezTo>
                    <a:cubicBezTo>
                      <a:pt x="982" y="9475"/>
                      <a:pt x="1089" y="9457"/>
                      <a:pt x="1205" y="9430"/>
                    </a:cubicBezTo>
                    <a:cubicBezTo>
                      <a:pt x="1258" y="9421"/>
                      <a:pt x="1321" y="9395"/>
                      <a:pt x="1374" y="9350"/>
                    </a:cubicBezTo>
                    <a:cubicBezTo>
                      <a:pt x="1419" y="9314"/>
                      <a:pt x="1463" y="9252"/>
                      <a:pt x="1490" y="9198"/>
                    </a:cubicBezTo>
                    <a:cubicBezTo>
                      <a:pt x="1597" y="8975"/>
                      <a:pt x="1713" y="8726"/>
                      <a:pt x="1811" y="8449"/>
                    </a:cubicBezTo>
                    <a:cubicBezTo>
                      <a:pt x="1910" y="8173"/>
                      <a:pt x="1990" y="7851"/>
                      <a:pt x="1972" y="7512"/>
                    </a:cubicBezTo>
                    <a:cubicBezTo>
                      <a:pt x="1963" y="7164"/>
                      <a:pt x="1776" y="6834"/>
                      <a:pt x="1794" y="6513"/>
                    </a:cubicBezTo>
                    <a:cubicBezTo>
                      <a:pt x="1802" y="6362"/>
                      <a:pt x="1892" y="6210"/>
                      <a:pt x="1945" y="6014"/>
                    </a:cubicBezTo>
                    <a:cubicBezTo>
                      <a:pt x="1990" y="5817"/>
                      <a:pt x="1981" y="5612"/>
                      <a:pt x="1945" y="5416"/>
                    </a:cubicBezTo>
                    <a:cubicBezTo>
                      <a:pt x="1874" y="5032"/>
                      <a:pt x="1758" y="4693"/>
                      <a:pt x="1767" y="4345"/>
                    </a:cubicBezTo>
                    <a:cubicBezTo>
                      <a:pt x="1767" y="4006"/>
                      <a:pt x="1829" y="3667"/>
                      <a:pt x="1883" y="3346"/>
                    </a:cubicBezTo>
                    <a:cubicBezTo>
                      <a:pt x="1936" y="3025"/>
                      <a:pt x="1972" y="2704"/>
                      <a:pt x="1963" y="2410"/>
                    </a:cubicBezTo>
                    <a:cubicBezTo>
                      <a:pt x="1972" y="2115"/>
                      <a:pt x="1972" y="1848"/>
                      <a:pt x="1963" y="1598"/>
                    </a:cubicBezTo>
                    <a:cubicBezTo>
                      <a:pt x="1936" y="608"/>
                      <a:pt x="1918" y="1"/>
                      <a:pt x="19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1171;p48">
                <a:extLst>
                  <a:ext uri="{FF2B5EF4-FFF2-40B4-BE49-F238E27FC236}">
                    <a16:creationId xmlns:a16="http://schemas.microsoft.com/office/drawing/2014/main" id="{0AA01E70-43AC-416D-F786-BC61558A1378}"/>
                  </a:ext>
                </a:extLst>
              </p:cNvPr>
              <p:cNvSpPr/>
              <p:nvPr/>
            </p:nvSpPr>
            <p:spPr>
              <a:xfrm>
                <a:off x="6065874" y="1482693"/>
                <a:ext cx="36581" cy="78946"/>
              </a:xfrm>
              <a:custGeom>
                <a:avLst/>
                <a:gdLst/>
                <a:ahLst/>
                <a:cxnLst/>
                <a:rect l="l" t="t" r="r" b="b"/>
                <a:pathLst>
                  <a:path w="848" h="1830" extrusionOk="0">
                    <a:moveTo>
                      <a:pt x="687" y="0"/>
                    </a:moveTo>
                    <a:cubicBezTo>
                      <a:pt x="687" y="0"/>
                      <a:pt x="678" y="134"/>
                      <a:pt x="678" y="322"/>
                    </a:cubicBezTo>
                    <a:cubicBezTo>
                      <a:pt x="669" y="527"/>
                      <a:pt x="669" y="794"/>
                      <a:pt x="625" y="1080"/>
                    </a:cubicBezTo>
                    <a:cubicBezTo>
                      <a:pt x="598" y="1214"/>
                      <a:pt x="553" y="1339"/>
                      <a:pt x="473" y="1419"/>
                    </a:cubicBezTo>
                    <a:cubicBezTo>
                      <a:pt x="411" y="1508"/>
                      <a:pt x="295" y="1526"/>
                      <a:pt x="197" y="1571"/>
                    </a:cubicBezTo>
                    <a:cubicBezTo>
                      <a:pt x="90" y="1606"/>
                      <a:pt x="27" y="1687"/>
                      <a:pt x="18" y="1740"/>
                    </a:cubicBezTo>
                    <a:cubicBezTo>
                      <a:pt x="0" y="1803"/>
                      <a:pt x="18" y="1829"/>
                      <a:pt x="18" y="1829"/>
                    </a:cubicBezTo>
                    <a:cubicBezTo>
                      <a:pt x="18" y="1829"/>
                      <a:pt x="9" y="1794"/>
                      <a:pt x="36" y="1758"/>
                    </a:cubicBezTo>
                    <a:cubicBezTo>
                      <a:pt x="72" y="1713"/>
                      <a:pt x="134" y="1669"/>
                      <a:pt x="223" y="1651"/>
                    </a:cubicBezTo>
                    <a:cubicBezTo>
                      <a:pt x="304" y="1633"/>
                      <a:pt x="455" y="1642"/>
                      <a:pt x="580" y="1535"/>
                    </a:cubicBezTo>
                    <a:cubicBezTo>
                      <a:pt x="696" y="1428"/>
                      <a:pt x="768" y="1267"/>
                      <a:pt x="794" y="1116"/>
                    </a:cubicBezTo>
                    <a:cubicBezTo>
                      <a:pt x="848" y="794"/>
                      <a:pt x="803" y="509"/>
                      <a:pt x="768" y="313"/>
                    </a:cubicBezTo>
                    <a:cubicBezTo>
                      <a:pt x="723" y="116"/>
                      <a:pt x="687" y="0"/>
                      <a:pt x="6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1172;p48">
                <a:extLst>
                  <a:ext uri="{FF2B5EF4-FFF2-40B4-BE49-F238E27FC236}">
                    <a16:creationId xmlns:a16="http://schemas.microsoft.com/office/drawing/2014/main" id="{BCBE9A8B-4363-2C08-81BD-7B11E068CFDF}"/>
                  </a:ext>
                </a:extLst>
              </p:cNvPr>
              <p:cNvSpPr/>
              <p:nvPr/>
            </p:nvSpPr>
            <p:spPr>
              <a:xfrm>
                <a:off x="6068549" y="1397625"/>
                <a:ext cx="31232" cy="151033"/>
              </a:xfrm>
              <a:custGeom>
                <a:avLst/>
                <a:gdLst/>
                <a:ahLst/>
                <a:cxnLst/>
                <a:rect l="l" t="t" r="r" b="b"/>
                <a:pathLst>
                  <a:path w="724" h="3501" extrusionOk="0">
                    <a:moveTo>
                      <a:pt x="723" y="1"/>
                    </a:moveTo>
                    <a:cubicBezTo>
                      <a:pt x="723" y="1"/>
                      <a:pt x="697" y="63"/>
                      <a:pt x="634" y="179"/>
                    </a:cubicBezTo>
                    <a:cubicBezTo>
                      <a:pt x="572" y="286"/>
                      <a:pt x="474" y="438"/>
                      <a:pt x="349" y="634"/>
                    </a:cubicBezTo>
                    <a:cubicBezTo>
                      <a:pt x="224" y="831"/>
                      <a:pt x="108" y="1089"/>
                      <a:pt x="54" y="1402"/>
                    </a:cubicBezTo>
                    <a:cubicBezTo>
                      <a:pt x="10" y="1705"/>
                      <a:pt x="10" y="2044"/>
                      <a:pt x="1" y="2383"/>
                    </a:cubicBezTo>
                    <a:cubicBezTo>
                      <a:pt x="1" y="2561"/>
                      <a:pt x="1" y="2731"/>
                      <a:pt x="1" y="2891"/>
                    </a:cubicBezTo>
                    <a:cubicBezTo>
                      <a:pt x="1" y="2972"/>
                      <a:pt x="1" y="3052"/>
                      <a:pt x="1" y="3132"/>
                    </a:cubicBezTo>
                    <a:cubicBezTo>
                      <a:pt x="1" y="3212"/>
                      <a:pt x="1" y="3302"/>
                      <a:pt x="45" y="3400"/>
                    </a:cubicBezTo>
                    <a:cubicBezTo>
                      <a:pt x="72" y="3444"/>
                      <a:pt x="126" y="3489"/>
                      <a:pt x="179" y="3498"/>
                    </a:cubicBezTo>
                    <a:cubicBezTo>
                      <a:pt x="191" y="3500"/>
                      <a:pt x="202" y="3500"/>
                      <a:pt x="213" y="3500"/>
                    </a:cubicBezTo>
                    <a:cubicBezTo>
                      <a:pt x="261" y="3500"/>
                      <a:pt x="303" y="3486"/>
                      <a:pt x="340" y="3471"/>
                    </a:cubicBezTo>
                    <a:cubicBezTo>
                      <a:pt x="420" y="3418"/>
                      <a:pt x="465" y="3320"/>
                      <a:pt x="465" y="3248"/>
                    </a:cubicBezTo>
                    <a:cubicBezTo>
                      <a:pt x="483" y="3097"/>
                      <a:pt x="465" y="2989"/>
                      <a:pt x="474" y="2865"/>
                    </a:cubicBezTo>
                    <a:cubicBezTo>
                      <a:pt x="465" y="2758"/>
                      <a:pt x="465" y="2650"/>
                      <a:pt x="465" y="2561"/>
                    </a:cubicBezTo>
                    <a:cubicBezTo>
                      <a:pt x="465" y="2472"/>
                      <a:pt x="447" y="2392"/>
                      <a:pt x="465" y="2338"/>
                    </a:cubicBezTo>
                    <a:cubicBezTo>
                      <a:pt x="483" y="2276"/>
                      <a:pt x="518" y="2231"/>
                      <a:pt x="545" y="2222"/>
                    </a:cubicBezTo>
                    <a:cubicBezTo>
                      <a:pt x="552" y="2220"/>
                      <a:pt x="559" y="2220"/>
                      <a:pt x="564" y="2220"/>
                    </a:cubicBezTo>
                    <a:cubicBezTo>
                      <a:pt x="587" y="2220"/>
                      <a:pt x="598" y="2231"/>
                      <a:pt x="599" y="2231"/>
                    </a:cubicBezTo>
                    <a:lnTo>
                      <a:pt x="599" y="2231"/>
                    </a:lnTo>
                    <a:cubicBezTo>
                      <a:pt x="598" y="2231"/>
                      <a:pt x="581" y="2213"/>
                      <a:pt x="545" y="2213"/>
                    </a:cubicBezTo>
                    <a:cubicBezTo>
                      <a:pt x="509" y="2222"/>
                      <a:pt x="465" y="2267"/>
                      <a:pt x="447" y="2329"/>
                    </a:cubicBezTo>
                    <a:cubicBezTo>
                      <a:pt x="411" y="2392"/>
                      <a:pt x="420" y="2472"/>
                      <a:pt x="411" y="2561"/>
                    </a:cubicBezTo>
                    <a:cubicBezTo>
                      <a:pt x="402" y="2650"/>
                      <a:pt x="393" y="2758"/>
                      <a:pt x="384" y="2865"/>
                    </a:cubicBezTo>
                    <a:cubicBezTo>
                      <a:pt x="367" y="2981"/>
                      <a:pt x="367" y="3114"/>
                      <a:pt x="349" y="3230"/>
                    </a:cubicBezTo>
                    <a:cubicBezTo>
                      <a:pt x="343" y="3310"/>
                      <a:pt x="277" y="3361"/>
                      <a:pt x="228" y="3361"/>
                    </a:cubicBezTo>
                    <a:cubicBezTo>
                      <a:pt x="206" y="3361"/>
                      <a:pt x="188" y="3351"/>
                      <a:pt x="179" y="3328"/>
                    </a:cubicBezTo>
                    <a:cubicBezTo>
                      <a:pt x="135" y="3239"/>
                      <a:pt x="170" y="3052"/>
                      <a:pt x="170" y="2900"/>
                    </a:cubicBezTo>
                    <a:cubicBezTo>
                      <a:pt x="170" y="2731"/>
                      <a:pt x="170" y="2561"/>
                      <a:pt x="179" y="2392"/>
                    </a:cubicBezTo>
                    <a:cubicBezTo>
                      <a:pt x="179" y="2044"/>
                      <a:pt x="170" y="1714"/>
                      <a:pt x="206" y="1419"/>
                    </a:cubicBezTo>
                    <a:cubicBezTo>
                      <a:pt x="233" y="1125"/>
                      <a:pt x="322" y="875"/>
                      <a:pt x="429" y="679"/>
                    </a:cubicBezTo>
                    <a:cubicBezTo>
                      <a:pt x="527" y="474"/>
                      <a:pt x="616" y="304"/>
                      <a:pt x="661" y="188"/>
                    </a:cubicBezTo>
                    <a:cubicBezTo>
                      <a:pt x="706" y="63"/>
                      <a:pt x="723" y="1"/>
                      <a:pt x="7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1173;p48">
                <a:extLst>
                  <a:ext uri="{FF2B5EF4-FFF2-40B4-BE49-F238E27FC236}">
                    <a16:creationId xmlns:a16="http://schemas.microsoft.com/office/drawing/2014/main" id="{B5664DEC-B793-57D3-A6BE-212A26EC3BF6}"/>
                  </a:ext>
                </a:extLst>
              </p:cNvPr>
              <p:cNvSpPr/>
              <p:nvPr/>
            </p:nvSpPr>
            <p:spPr>
              <a:xfrm>
                <a:off x="6067039" y="1186376"/>
                <a:ext cx="26184" cy="225579"/>
              </a:xfrm>
              <a:custGeom>
                <a:avLst/>
                <a:gdLst/>
                <a:ahLst/>
                <a:cxnLst/>
                <a:rect l="l" t="t" r="r" b="b"/>
                <a:pathLst>
                  <a:path w="607" h="5229" extrusionOk="0">
                    <a:moveTo>
                      <a:pt x="80" y="0"/>
                    </a:moveTo>
                    <a:lnTo>
                      <a:pt x="80" y="0"/>
                    </a:lnTo>
                    <a:cubicBezTo>
                      <a:pt x="80" y="0"/>
                      <a:pt x="54" y="72"/>
                      <a:pt x="36" y="205"/>
                    </a:cubicBezTo>
                    <a:cubicBezTo>
                      <a:pt x="18" y="339"/>
                      <a:pt x="0" y="527"/>
                      <a:pt x="18" y="768"/>
                    </a:cubicBezTo>
                    <a:cubicBezTo>
                      <a:pt x="45" y="1258"/>
                      <a:pt x="214" y="1900"/>
                      <a:pt x="312" y="2614"/>
                    </a:cubicBezTo>
                    <a:cubicBezTo>
                      <a:pt x="419" y="3328"/>
                      <a:pt x="473" y="3979"/>
                      <a:pt x="500" y="4452"/>
                    </a:cubicBezTo>
                    <a:cubicBezTo>
                      <a:pt x="526" y="4934"/>
                      <a:pt x="526" y="5228"/>
                      <a:pt x="526" y="5228"/>
                    </a:cubicBezTo>
                    <a:cubicBezTo>
                      <a:pt x="526" y="5228"/>
                      <a:pt x="571" y="4934"/>
                      <a:pt x="589" y="4452"/>
                    </a:cubicBezTo>
                    <a:cubicBezTo>
                      <a:pt x="607" y="3979"/>
                      <a:pt x="589" y="3310"/>
                      <a:pt x="482" y="2587"/>
                    </a:cubicBezTo>
                    <a:cubicBezTo>
                      <a:pt x="384" y="1856"/>
                      <a:pt x="170" y="1231"/>
                      <a:pt x="107" y="759"/>
                    </a:cubicBezTo>
                    <a:cubicBezTo>
                      <a:pt x="71" y="527"/>
                      <a:pt x="63" y="339"/>
                      <a:pt x="63" y="205"/>
                    </a:cubicBezTo>
                    <a:cubicBezTo>
                      <a:pt x="63" y="72"/>
                      <a:pt x="80" y="0"/>
                      <a:pt x="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1174;p48">
                <a:extLst>
                  <a:ext uri="{FF2B5EF4-FFF2-40B4-BE49-F238E27FC236}">
                    <a16:creationId xmlns:a16="http://schemas.microsoft.com/office/drawing/2014/main" id="{E91C2A41-A039-318A-3FEB-E1C2025CE725}"/>
                  </a:ext>
                </a:extLst>
              </p:cNvPr>
              <p:cNvSpPr/>
              <p:nvPr/>
            </p:nvSpPr>
            <p:spPr>
              <a:xfrm>
                <a:off x="6108194" y="1505384"/>
                <a:ext cx="18506" cy="53925"/>
              </a:xfrm>
              <a:custGeom>
                <a:avLst/>
                <a:gdLst/>
                <a:ahLst/>
                <a:cxnLst/>
                <a:rect l="l" t="t" r="r" b="b"/>
                <a:pathLst>
                  <a:path w="429" h="1250" extrusionOk="0">
                    <a:moveTo>
                      <a:pt x="429" y="1"/>
                    </a:moveTo>
                    <a:cubicBezTo>
                      <a:pt x="429" y="1"/>
                      <a:pt x="366" y="54"/>
                      <a:pt x="295" y="161"/>
                    </a:cubicBezTo>
                    <a:cubicBezTo>
                      <a:pt x="224" y="268"/>
                      <a:pt x="143" y="429"/>
                      <a:pt x="117" y="634"/>
                    </a:cubicBezTo>
                    <a:cubicBezTo>
                      <a:pt x="99" y="732"/>
                      <a:pt x="108" y="830"/>
                      <a:pt x="117" y="911"/>
                    </a:cubicBezTo>
                    <a:cubicBezTo>
                      <a:pt x="134" y="1009"/>
                      <a:pt x="143" y="1036"/>
                      <a:pt x="117" y="1080"/>
                    </a:cubicBezTo>
                    <a:cubicBezTo>
                      <a:pt x="81" y="1125"/>
                      <a:pt x="36" y="1161"/>
                      <a:pt x="19" y="1196"/>
                    </a:cubicBezTo>
                    <a:cubicBezTo>
                      <a:pt x="1" y="1223"/>
                      <a:pt x="1" y="1250"/>
                      <a:pt x="1" y="1250"/>
                    </a:cubicBezTo>
                    <a:cubicBezTo>
                      <a:pt x="1" y="1250"/>
                      <a:pt x="10" y="1232"/>
                      <a:pt x="36" y="1214"/>
                    </a:cubicBezTo>
                    <a:cubicBezTo>
                      <a:pt x="63" y="1196"/>
                      <a:pt x="108" y="1178"/>
                      <a:pt x="170" y="1143"/>
                    </a:cubicBezTo>
                    <a:cubicBezTo>
                      <a:pt x="206" y="1125"/>
                      <a:pt x="242" y="1080"/>
                      <a:pt x="250" y="1036"/>
                    </a:cubicBezTo>
                    <a:cubicBezTo>
                      <a:pt x="259" y="991"/>
                      <a:pt x="259" y="946"/>
                      <a:pt x="268" y="902"/>
                    </a:cubicBezTo>
                    <a:cubicBezTo>
                      <a:pt x="268" y="830"/>
                      <a:pt x="277" y="741"/>
                      <a:pt x="286" y="652"/>
                    </a:cubicBezTo>
                    <a:cubicBezTo>
                      <a:pt x="331" y="304"/>
                      <a:pt x="429" y="1"/>
                      <a:pt x="4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1175;p48">
                <a:extLst>
                  <a:ext uri="{FF2B5EF4-FFF2-40B4-BE49-F238E27FC236}">
                    <a16:creationId xmlns:a16="http://schemas.microsoft.com/office/drawing/2014/main" id="{1F3E87AE-A1BA-C1EF-3253-55A8A4C80E8F}"/>
                  </a:ext>
                </a:extLst>
              </p:cNvPr>
              <p:cNvSpPr/>
              <p:nvPr/>
            </p:nvSpPr>
            <p:spPr>
              <a:xfrm>
                <a:off x="6115527" y="1511165"/>
                <a:ext cx="18506" cy="40854"/>
              </a:xfrm>
              <a:custGeom>
                <a:avLst/>
                <a:gdLst/>
                <a:ahLst/>
                <a:cxnLst/>
                <a:rect l="l" t="t" r="r" b="b"/>
                <a:pathLst>
                  <a:path w="429" h="947" extrusionOk="0">
                    <a:moveTo>
                      <a:pt x="384" y="1"/>
                    </a:moveTo>
                    <a:lnTo>
                      <a:pt x="384" y="1"/>
                    </a:lnTo>
                    <a:cubicBezTo>
                      <a:pt x="384" y="1"/>
                      <a:pt x="250" y="206"/>
                      <a:pt x="152" y="456"/>
                    </a:cubicBezTo>
                    <a:cubicBezTo>
                      <a:pt x="54" y="705"/>
                      <a:pt x="0" y="946"/>
                      <a:pt x="0" y="946"/>
                    </a:cubicBezTo>
                    <a:cubicBezTo>
                      <a:pt x="0" y="946"/>
                      <a:pt x="205" y="795"/>
                      <a:pt x="312" y="527"/>
                    </a:cubicBezTo>
                    <a:cubicBezTo>
                      <a:pt x="428" y="250"/>
                      <a:pt x="384" y="1"/>
                      <a:pt x="3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1176;p48">
                <a:extLst>
                  <a:ext uri="{FF2B5EF4-FFF2-40B4-BE49-F238E27FC236}">
                    <a16:creationId xmlns:a16="http://schemas.microsoft.com/office/drawing/2014/main" id="{748B1AB9-5B52-AFA6-8942-5E319CE09DE8}"/>
                  </a:ext>
                </a:extLst>
              </p:cNvPr>
              <p:cNvSpPr/>
              <p:nvPr/>
            </p:nvSpPr>
            <p:spPr>
              <a:xfrm>
                <a:off x="5594797" y="1109029"/>
                <a:ext cx="24675" cy="288650"/>
              </a:xfrm>
              <a:custGeom>
                <a:avLst/>
                <a:gdLst/>
                <a:ahLst/>
                <a:cxnLst/>
                <a:rect l="l" t="t" r="r" b="b"/>
                <a:pathLst>
                  <a:path w="572" h="6691" extrusionOk="0">
                    <a:moveTo>
                      <a:pt x="465" y="0"/>
                    </a:moveTo>
                    <a:lnTo>
                      <a:pt x="465" y="0"/>
                    </a:lnTo>
                    <a:cubicBezTo>
                      <a:pt x="465" y="0"/>
                      <a:pt x="429" y="89"/>
                      <a:pt x="385" y="259"/>
                    </a:cubicBezTo>
                    <a:cubicBezTo>
                      <a:pt x="331" y="428"/>
                      <a:pt x="269" y="669"/>
                      <a:pt x="233" y="981"/>
                    </a:cubicBezTo>
                    <a:cubicBezTo>
                      <a:pt x="206" y="1142"/>
                      <a:pt x="197" y="1312"/>
                      <a:pt x="188" y="1499"/>
                    </a:cubicBezTo>
                    <a:cubicBezTo>
                      <a:pt x="179" y="1677"/>
                      <a:pt x="188" y="1874"/>
                      <a:pt x="135" y="2070"/>
                    </a:cubicBezTo>
                    <a:cubicBezTo>
                      <a:pt x="99" y="2275"/>
                      <a:pt x="37" y="2480"/>
                      <a:pt x="19" y="2712"/>
                    </a:cubicBezTo>
                    <a:cubicBezTo>
                      <a:pt x="1" y="2944"/>
                      <a:pt x="1" y="3176"/>
                      <a:pt x="19" y="3417"/>
                    </a:cubicBezTo>
                    <a:cubicBezTo>
                      <a:pt x="46" y="3890"/>
                      <a:pt x="99" y="4345"/>
                      <a:pt x="144" y="4755"/>
                    </a:cubicBezTo>
                    <a:cubicBezTo>
                      <a:pt x="215" y="5165"/>
                      <a:pt x="278" y="5522"/>
                      <a:pt x="170" y="5817"/>
                    </a:cubicBezTo>
                    <a:cubicBezTo>
                      <a:pt x="117" y="5968"/>
                      <a:pt x="117" y="6138"/>
                      <a:pt x="170" y="6254"/>
                    </a:cubicBezTo>
                    <a:cubicBezTo>
                      <a:pt x="224" y="6370"/>
                      <a:pt x="304" y="6450"/>
                      <a:pt x="358" y="6513"/>
                    </a:cubicBezTo>
                    <a:cubicBezTo>
                      <a:pt x="492" y="6637"/>
                      <a:pt x="572" y="6691"/>
                      <a:pt x="572" y="6691"/>
                    </a:cubicBezTo>
                    <a:cubicBezTo>
                      <a:pt x="572" y="6691"/>
                      <a:pt x="492" y="6628"/>
                      <a:pt x="385" y="6495"/>
                    </a:cubicBezTo>
                    <a:cubicBezTo>
                      <a:pt x="278" y="6370"/>
                      <a:pt x="117" y="6129"/>
                      <a:pt x="251" y="5843"/>
                    </a:cubicBezTo>
                    <a:cubicBezTo>
                      <a:pt x="313" y="5701"/>
                      <a:pt x="349" y="5513"/>
                      <a:pt x="340" y="5326"/>
                    </a:cubicBezTo>
                    <a:cubicBezTo>
                      <a:pt x="340" y="5139"/>
                      <a:pt x="313" y="4942"/>
                      <a:pt x="286" y="4737"/>
                    </a:cubicBezTo>
                    <a:cubicBezTo>
                      <a:pt x="260" y="4327"/>
                      <a:pt x="224" y="3881"/>
                      <a:pt x="188" y="3408"/>
                    </a:cubicBezTo>
                    <a:cubicBezTo>
                      <a:pt x="179" y="3167"/>
                      <a:pt x="170" y="2944"/>
                      <a:pt x="188" y="2721"/>
                    </a:cubicBezTo>
                    <a:cubicBezTo>
                      <a:pt x="197" y="2507"/>
                      <a:pt x="251" y="2293"/>
                      <a:pt x="286" y="2088"/>
                    </a:cubicBezTo>
                    <a:cubicBezTo>
                      <a:pt x="322" y="1883"/>
                      <a:pt x="313" y="1677"/>
                      <a:pt x="313" y="1499"/>
                    </a:cubicBezTo>
                    <a:cubicBezTo>
                      <a:pt x="304" y="1312"/>
                      <a:pt x="304" y="1142"/>
                      <a:pt x="322" y="990"/>
                    </a:cubicBezTo>
                    <a:cubicBezTo>
                      <a:pt x="340" y="678"/>
                      <a:pt x="376" y="437"/>
                      <a:pt x="411" y="259"/>
                    </a:cubicBezTo>
                    <a:cubicBezTo>
                      <a:pt x="447" y="89"/>
                      <a:pt x="465" y="0"/>
                      <a:pt x="46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1177;p48">
                <a:extLst>
                  <a:ext uri="{FF2B5EF4-FFF2-40B4-BE49-F238E27FC236}">
                    <a16:creationId xmlns:a16="http://schemas.microsoft.com/office/drawing/2014/main" id="{15FD5E1D-6D09-AE70-1EC2-377F67CF7AAC}"/>
                  </a:ext>
                </a:extLst>
              </p:cNvPr>
              <p:cNvSpPr/>
              <p:nvPr/>
            </p:nvSpPr>
            <p:spPr>
              <a:xfrm>
                <a:off x="5670635" y="1132884"/>
                <a:ext cx="10051" cy="98575"/>
              </a:xfrm>
              <a:custGeom>
                <a:avLst/>
                <a:gdLst/>
                <a:ahLst/>
                <a:cxnLst/>
                <a:rect l="l" t="t" r="r" b="b"/>
                <a:pathLst>
                  <a:path w="233" h="2285" extrusionOk="0">
                    <a:moveTo>
                      <a:pt x="232" y="0"/>
                    </a:moveTo>
                    <a:lnTo>
                      <a:pt x="232" y="0"/>
                    </a:lnTo>
                    <a:cubicBezTo>
                      <a:pt x="232" y="0"/>
                      <a:pt x="179" y="125"/>
                      <a:pt x="125" y="330"/>
                    </a:cubicBezTo>
                    <a:cubicBezTo>
                      <a:pt x="72" y="536"/>
                      <a:pt x="18" y="821"/>
                      <a:pt x="9" y="1142"/>
                    </a:cubicBezTo>
                    <a:cubicBezTo>
                      <a:pt x="0" y="1472"/>
                      <a:pt x="18" y="1758"/>
                      <a:pt x="72" y="1972"/>
                    </a:cubicBezTo>
                    <a:cubicBezTo>
                      <a:pt x="107" y="2088"/>
                      <a:pt x="170" y="2150"/>
                      <a:pt x="197" y="2204"/>
                    </a:cubicBezTo>
                    <a:cubicBezTo>
                      <a:pt x="223" y="2248"/>
                      <a:pt x="223" y="2284"/>
                      <a:pt x="223" y="2284"/>
                    </a:cubicBezTo>
                    <a:cubicBezTo>
                      <a:pt x="223" y="2284"/>
                      <a:pt x="232" y="2257"/>
                      <a:pt x="223" y="2195"/>
                    </a:cubicBezTo>
                    <a:cubicBezTo>
                      <a:pt x="206" y="2132"/>
                      <a:pt x="170" y="2052"/>
                      <a:pt x="161" y="1954"/>
                    </a:cubicBezTo>
                    <a:cubicBezTo>
                      <a:pt x="152" y="1758"/>
                      <a:pt x="179" y="1463"/>
                      <a:pt x="179" y="1151"/>
                    </a:cubicBezTo>
                    <a:cubicBezTo>
                      <a:pt x="206" y="553"/>
                      <a:pt x="232" y="0"/>
                      <a:pt x="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1178;p48">
                <a:extLst>
                  <a:ext uri="{FF2B5EF4-FFF2-40B4-BE49-F238E27FC236}">
                    <a16:creationId xmlns:a16="http://schemas.microsoft.com/office/drawing/2014/main" id="{93C061BC-5381-6FDA-BF22-BC50D40350BB}"/>
                  </a:ext>
                </a:extLst>
              </p:cNvPr>
              <p:cNvSpPr/>
              <p:nvPr/>
            </p:nvSpPr>
            <p:spPr>
              <a:xfrm>
                <a:off x="5887279" y="751498"/>
                <a:ext cx="36624" cy="13848"/>
              </a:xfrm>
              <a:custGeom>
                <a:avLst/>
                <a:gdLst/>
                <a:ahLst/>
                <a:cxnLst/>
                <a:rect l="l" t="t" r="r" b="b"/>
                <a:pathLst>
                  <a:path w="849" h="321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" y="1"/>
                      <a:pt x="10" y="54"/>
                      <a:pt x="72" y="134"/>
                    </a:cubicBezTo>
                    <a:cubicBezTo>
                      <a:pt x="126" y="206"/>
                      <a:pt x="242" y="295"/>
                      <a:pt x="385" y="313"/>
                    </a:cubicBezTo>
                    <a:cubicBezTo>
                      <a:pt x="414" y="318"/>
                      <a:pt x="443" y="321"/>
                      <a:pt x="472" y="321"/>
                    </a:cubicBezTo>
                    <a:cubicBezTo>
                      <a:pt x="583" y="321"/>
                      <a:pt x="685" y="284"/>
                      <a:pt x="741" y="241"/>
                    </a:cubicBezTo>
                    <a:cubicBezTo>
                      <a:pt x="822" y="188"/>
                      <a:pt x="848" y="143"/>
                      <a:pt x="848" y="143"/>
                    </a:cubicBezTo>
                    <a:lnTo>
                      <a:pt x="848" y="143"/>
                    </a:lnTo>
                    <a:cubicBezTo>
                      <a:pt x="848" y="143"/>
                      <a:pt x="795" y="152"/>
                      <a:pt x="715" y="161"/>
                    </a:cubicBezTo>
                    <a:cubicBezTo>
                      <a:pt x="693" y="164"/>
                      <a:pt x="670" y="165"/>
                      <a:pt x="645" y="165"/>
                    </a:cubicBezTo>
                    <a:cubicBezTo>
                      <a:pt x="576" y="165"/>
                      <a:pt x="496" y="156"/>
                      <a:pt x="411" y="143"/>
                    </a:cubicBezTo>
                    <a:cubicBezTo>
                      <a:pt x="304" y="125"/>
                      <a:pt x="197" y="99"/>
                      <a:pt x="126" y="63"/>
                    </a:cubicBezTo>
                    <a:cubicBezTo>
                      <a:pt x="46" y="27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1179;p48">
                <a:extLst>
                  <a:ext uri="{FF2B5EF4-FFF2-40B4-BE49-F238E27FC236}">
                    <a16:creationId xmlns:a16="http://schemas.microsoft.com/office/drawing/2014/main" id="{927F8C22-C49D-F934-95A3-27BE5528327F}"/>
                  </a:ext>
                </a:extLst>
              </p:cNvPr>
              <p:cNvSpPr/>
              <p:nvPr/>
            </p:nvSpPr>
            <p:spPr>
              <a:xfrm>
                <a:off x="5801087" y="1399178"/>
                <a:ext cx="59314" cy="87704"/>
              </a:xfrm>
              <a:custGeom>
                <a:avLst/>
                <a:gdLst/>
                <a:ahLst/>
                <a:cxnLst/>
                <a:rect l="l" t="t" r="r" b="b"/>
                <a:pathLst>
                  <a:path w="1375" h="2033" extrusionOk="0">
                    <a:moveTo>
                      <a:pt x="90" y="1"/>
                    </a:moveTo>
                    <a:cubicBezTo>
                      <a:pt x="90" y="1"/>
                      <a:pt x="72" y="161"/>
                      <a:pt x="45" y="420"/>
                    </a:cubicBezTo>
                    <a:cubicBezTo>
                      <a:pt x="36" y="554"/>
                      <a:pt x="19" y="705"/>
                      <a:pt x="10" y="875"/>
                    </a:cubicBezTo>
                    <a:cubicBezTo>
                      <a:pt x="10" y="964"/>
                      <a:pt x="10" y="1053"/>
                      <a:pt x="1" y="1143"/>
                    </a:cubicBezTo>
                    <a:cubicBezTo>
                      <a:pt x="1" y="1241"/>
                      <a:pt x="10" y="1366"/>
                      <a:pt x="63" y="1464"/>
                    </a:cubicBezTo>
                    <a:cubicBezTo>
                      <a:pt x="126" y="1571"/>
                      <a:pt x="206" y="1642"/>
                      <a:pt x="286" y="1705"/>
                    </a:cubicBezTo>
                    <a:cubicBezTo>
                      <a:pt x="366" y="1767"/>
                      <a:pt x="438" y="1812"/>
                      <a:pt x="518" y="1856"/>
                    </a:cubicBezTo>
                    <a:cubicBezTo>
                      <a:pt x="670" y="1945"/>
                      <a:pt x="821" y="2008"/>
                      <a:pt x="955" y="2026"/>
                    </a:cubicBezTo>
                    <a:cubicBezTo>
                      <a:pt x="993" y="2030"/>
                      <a:pt x="1029" y="2033"/>
                      <a:pt x="1062" y="2033"/>
                    </a:cubicBezTo>
                    <a:cubicBezTo>
                      <a:pt x="1153" y="2033"/>
                      <a:pt x="1224" y="2016"/>
                      <a:pt x="1276" y="1990"/>
                    </a:cubicBezTo>
                    <a:cubicBezTo>
                      <a:pt x="1332" y="1958"/>
                      <a:pt x="1360" y="1926"/>
                      <a:pt x="1371" y="1926"/>
                    </a:cubicBezTo>
                    <a:cubicBezTo>
                      <a:pt x="1372" y="1926"/>
                      <a:pt x="1374" y="1927"/>
                      <a:pt x="1375" y="1928"/>
                    </a:cubicBezTo>
                    <a:cubicBezTo>
                      <a:pt x="1373" y="1926"/>
                      <a:pt x="1372" y="1926"/>
                      <a:pt x="1370" y="1926"/>
                    </a:cubicBezTo>
                    <a:cubicBezTo>
                      <a:pt x="1357" y="1926"/>
                      <a:pt x="1329" y="1948"/>
                      <a:pt x="1267" y="1963"/>
                    </a:cubicBezTo>
                    <a:cubicBezTo>
                      <a:pt x="1238" y="1971"/>
                      <a:pt x="1204" y="1975"/>
                      <a:pt x="1165" y="1975"/>
                    </a:cubicBezTo>
                    <a:cubicBezTo>
                      <a:pt x="1110" y="1975"/>
                      <a:pt x="1046" y="1966"/>
                      <a:pt x="973" y="1945"/>
                    </a:cubicBezTo>
                    <a:cubicBezTo>
                      <a:pt x="857" y="1901"/>
                      <a:pt x="732" y="1829"/>
                      <a:pt x="598" y="1731"/>
                    </a:cubicBezTo>
                    <a:cubicBezTo>
                      <a:pt x="465" y="1633"/>
                      <a:pt x="295" y="1526"/>
                      <a:pt x="224" y="1383"/>
                    </a:cubicBezTo>
                    <a:cubicBezTo>
                      <a:pt x="143" y="1250"/>
                      <a:pt x="179" y="1044"/>
                      <a:pt x="161" y="875"/>
                    </a:cubicBezTo>
                    <a:cubicBezTo>
                      <a:pt x="152" y="705"/>
                      <a:pt x="143" y="554"/>
                      <a:pt x="134" y="420"/>
                    </a:cubicBezTo>
                    <a:cubicBezTo>
                      <a:pt x="117" y="161"/>
                      <a:pt x="90" y="1"/>
                      <a:pt x="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1180;p48">
                <a:extLst>
                  <a:ext uri="{FF2B5EF4-FFF2-40B4-BE49-F238E27FC236}">
                    <a16:creationId xmlns:a16="http://schemas.microsoft.com/office/drawing/2014/main" id="{6FC9AE55-F1A8-8C69-32E7-A2C34F7B677D}"/>
                  </a:ext>
                </a:extLst>
              </p:cNvPr>
              <p:cNvSpPr/>
              <p:nvPr/>
            </p:nvSpPr>
            <p:spPr>
              <a:xfrm>
                <a:off x="5984299" y="1388005"/>
                <a:ext cx="78165" cy="33390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774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1"/>
                      <a:pt x="27" y="10"/>
                      <a:pt x="71" y="46"/>
                    </a:cubicBezTo>
                    <a:cubicBezTo>
                      <a:pt x="116" y="72"/>
                      <a:pt x="170" y="117"/>
                      <a:pt x="223" y="197"/>
                    </a:cubicBezTo>
                    <a:cubicBezTo>
                      <a:pt x="277" y="269"/>
                      <a:pt x="330" y="367"/>
                      <a:pt x="402" y="474"/>
                    </a:cubicBezTo>
                    <a:cubicBezTo>
                      <a:pt x="482" y="581"/>
                      <a:pt x="607" y="697"/>
                      <a:pt x="767" y="741"/>
                    </a:cubicBezTo>
                    <a:cubicBezTo>
                      <a:pt x="850" y="764"/>
                      <a:pt x="930" y="774"/>
                      <a:pt x="1006" y="774"/>
                    </a:cubicBezTo>
                    <a:cubicBezTo>
                      <a:pt x="1224" y="774"/>
                      <a:pt x="1409" y="696"/>
                      <a:pt x="1535" y="643"/>
                    </a:cubicBezTo>
                    <a:cubicBezTo>
                      <a:pt x="1713" y="563"/>
                      <a:pt x="1811" y="492"/>
                      <a:pt x="1811" y="492"/>
                    </a:cubicBezTo>
                    <a:lnTo>
                      <a:pt x="1811" y="492"/>
                    </a:lnTo>
                    <a:cubicBezTo>
                      <a:pt x="1811" y="492"/>
                      <a:pt x="1686" y="518"/>
                      <a:pt x="1508" y="563"/>
                    </a:cubicBezTo>
                    <a:cubicBezTo>
                      <a:pt x="1395" y="580"/>
                      <a:pt x="1247" y="607"/>
                      <a:pt x="1092" y="607"/>
                    </a:cubicBezTo>
                    <a:cubicBezTo>
                      <a:pt x="1002" y="607"/>
                      <a:pt x="909" y="598"/>
                      <a:pt x="821" y="572"/>
                    </a:cubicBezTo>
                    <a:cubicBezTo>
                      <a:pt x="571" y="509"/>
                      <a:pt x="437" y="269"/>
                      <a:pt x="286" y="135"/>
                    </a:cubicBezTo>
                    <a:cubicBezTo>
                      <a:pt x="214" y="72"/>
                      <a:pt x="134" y="28"/>
                      <a:pt x="80" y="19"/>
                    </a:cubicBezTo>
                    <a:cubicBezTo>
                      <a:pt x="27" y="1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1181;p48">
                <a:extLst>
                  <a:ext uri="{FF2B5EF4-FFF2-40B4-BE49-F238E27FC236}">
                    <a16:creationId xmlns:a16="http://schemas.microsoft.com/office/drawing/2014/main" id="{9FAEA46F-A45A-A537-9212-62F1BC760DE0}"/>
                  </a:ext>
                </a:extLst>
              </p:cNvPr>
              <p:cNvSpPr/>
              <p:nvPr/>
            </p:nvSpPr>
            <p:spPr>
              <a:xfrm>
                <a:off x="5798801" y="1601238"/>
                <a:ext cx="45424" cy="108540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2516" extrusionOk="0">
                    <a:moveTo>
                      <a:pt x="964" y="0"/>
                    </a:moveTo>
                    <a:cubicBezTo>
                      <a:pt x="964" y="0"/>
                      <a:pt x="937" y="161"/>
                      <a:pt x="919" y="428"/>
                    </a:cubicBezTo>
                    <a:cubicBezTo>
                      <a:pt x="910" y="562"/>
                      <a:pt x="901" y="714"/>
                      <a:pt x="892" y="892"/>
                    </a:cubicBezTo>
                    <a:cubicBezTo>
                      <a:pt x="874" y="1062"/>
                      <a:pt x="901" y="1276"/>
                      <a:pt x="848" y="1428"/>
                    </a:cubicBezTo>
                    <a:cubicBezTo>
                      <a:pt x="803" y="1561"/>
                      <a:pt x="580" y="1597"/>
                      <a:pt x="437" y="1722"/>
                    </a:cubicBezTo>
                    <a:cubicBezTo>
                      <a:pt x="286" y="1838"/>
                      <a:pt x="179" y="1972"/>
                      <a:pt x="116" y="2097"/>
                    </a:cubicBezTo>
                    <a:cubicBezTo>
                      <a:pt x="54" y="2213"/>
                      <a:pt x="27" y="2320"/>
                      <a:pt x="18" y="2400"/>
                    </a:cubicBezTo>
                    <a:cubicBezTo>
                      <a:pt x="0" y="2471"/>
                      <a:pt x="0" y="2516"/>
                      <a:pt x="0" y="2516"/>
                    </a:cubicBezTo>
                    <a:cubicBezTo>
                      <a:pt x="0" y="2516"/>
                      <a:pt x="18" y="2471"/>
                      <a:pt x="45" y="2409"/>
                    </a:cubicBezTo>
                    <a:cubicBezTo>
                      <a:pt x="72" y="2337"/>
                      <a:pt x="116" y="2239"/>
                      <a:pt x="196" y="2141"/>
                    </a:cubicBezTo>
                    <a:cubicBezTo>
                      <a:pt x="268" y="2034"/>
                      <a:pt x="375" y="1927"/>
                      <a:pt x="518" y="1847"/>
                    </a:cubicBezTo>
                    <a:cubicBezTo>
                      <a:pt x="589" y="1802"/>
                      <a:pt x="660" y="1775"/>
                      <a:pt x="758" y="1731"/>
                    </a:cubicBezTo>
                    <a:cubicBezTo>
                      <a:pt x="848" y="1695"/>
                      <a:pt x="964" y="1615"/>
                      <a:pt x="1008" y="1490"/>
                    </a:cubicBezTo>
                    <a:cubicBezTo>
                      <a:pt x="1053" y="1374"/>
                      <a:pt x="1053" y="1267"/>
                      <a:pt x="1044" y="1169"/>
                    </a:cubicBezTo>
                    <a:cubicBezTo>
                      <a:pt x="1044" y="1071"/>
                      <a:pt x="1044" y="981"/>
                      <a:pt x="1035" y="892"/>
                    </a:cubicBezTo>
                    <a:cubicBezTo>
                      <a:pt x="1026" y="714"/>
                      <a:pt x="1017" y="562"/>
                      <a:pt x="1008" y="428"/>
                    </a:cubicBezTo>
                    <a:cubicBezTo>
                      <a:pt x="981" y="161"/>
                      <a:pt x="964" y="0"/>
                      <a:pt x="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1182;p48">
                <a:extLst>
                  <a:ext uri="{FF2B5EF4-FFF2-40B4-BE49-F238E27FC236}">
                    <a16:creationId xmlns:a16="http://schemas.microsoft.com/office/drawing/2014/main" id="{E1449988-C01D-85E4-A7B3-66392DA9EB6A}"/>
                  </a:ext>
                </a:extLst>
              </p:cNvPr>
              <p:cNvSpPr/>
              <p:nvPr/>
            </p:nvSpPr>
            <p:spPr>
              <a:xfrm>
                <a:off x="5924249" y="585630"/>
                <a:ext cx="29679" cy="16781"/>
              </a:xfrm>
              <a:custGeom>
                <a:avLst/>
                <a:gdLst/>
                <a:ahLst/>
                <a:cxnLst/>
                <a:rect l="l" t="t" r="r" b="b"/>
                <a:pathLst>
                  <a:path w="688" h="389" extrusionOk="0">
                    <a:moveTo>
                      <a:pt x="687" y="1"/>
                    </a:moveTo>
                    <a:cubicBezTo>
                      <a:pt x="268" y="206"/>
                      <a:pt x="0" y="384"/>
                      <a:pt x="0" y="384"/>
                    </a:cubicBezTo>
                    <a:cubicBezTo>
                      <a:pt x="7" y="387"/>
                      <a:pt x="14" y="389"/>
                      <a:pt x="23" y="389"/>
                    </a:cubicBezTo>
                    <a:cubicBezTo>
                      <a:pt x="172" y="389"/>
                      <a:pt x="687" y="1"/>
                      <a:pt x="68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1183;p48">
                <a:extLst>
                  <a:ext uri="{FF2B5EF4-FFF2-40B4-BE49-F238E27FC236}">
                    <a16:creationId xmlns:a16="http://schemas.microsoft.com/office/drawing/2014/main" id="{5E305169-47FA-AAF2-15CE-83CCFE484A80}"/>
                  </a:ext>
                </a:extLst>
              </p:cNvPr>
              <p:cNvSpPr/>
              <p:nvPr/>
            </p:nvSpPr>
            <p:spPr>
              <a:xfrm>
                <a:off x="5927700" y="593697"/>
                <a:ext cx="28902" cy="11303"/>
              </a:xfrm>
              <a:custGeom>
                <a:avLst/>
                <a:gdLst/>
                <a:ahLst/>
                <a:cxnLst/>
                <a:rect l="l" t="t" r="r" b="b"/>
                <a:pathLst>
                  <a:path w="670" h="262" extrusionOk="0">
                    <a:moveTo>
                      <a:pt x="670" y="1"/>
                    </a:moveTo>
                    <a:lnTo>
                      <a:pt x="670" y="1"/>
                    </a:lnTo>
                    <a:cubicBezTo>
                      <a:pt x="268" y="126"/>
                      <a:pt x="1" y="251"/>
                      <a:pt x="1" y="251"/>
                    </a:cubicBezTo>
                    <a:cubicBezTo>
                      <a:pt x="11" y="258"/>
                      <a:pt x="25" y="261"/>
                      <a:pt x="43" y="261"/>
                    </a:cubicBezTo>
                    <a:cubicBezTo>
                      <a:pt x="207" y="261"/>
                      <a:pt x="670" y="1"/>
                      <a:pt x="6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1184;p48">
                <a:extLst>
                  <a:ext uri="{FF2B5EF4-FFF2-40B4-BE49-F238E27FC236}">
                    <a16:creationId xmlns:a16="http://schemas.microsoft.com/office/drawing/2014/main" id="{22DBC785-C152-CFEA-B1C3-9516A662D724}"/>
                  </a:ext>
                </a:extLst>
              </p:cNvPr>
              <p:cNvSpPr/>
              <p:nvPr/>
            </p:nvSpPr>
            <p:spPr>
              <a:xfrm>
                <a:off x="5843795" y="588736"/>
                <a:ext cx="37400" cy="15401"/>
              </a:xfrm>
              <a:custGeom>
                <a:avLst/>
                <a:gdLst/>
                <a:ahLst/>
                <a:cxnLst/>
                <a:rect l="l" t="t" r="r" b="b"/>
                <a:pathLst>
                  <a:path w="867" h="357" extrusionOk="0">
                    <a:moveTo>
                      <a:pt x="866" y="0"/>
                    </a:moveTo>
                    <a:lnTo>
                      <a:pt x="866" y="0"/>
                    </a:lnTo>
                    <a:cubicBezTo>
                      <a:pt x="340" y="187"/>
                      <a:pt x="1" y="348"/>
                      <a:pt x="1" y="348"/>
                    </a:cubicBezTo>
                    <a:cubicBezTo>
                      <a:pt x="9" y="354"/>
                      <a:pt x="20" y="356"/>
                      <a:pt x="36" y="356"/>
                    </a:cubicBezTo>
                    <a:cubicBezTo>
                      <a:pt x="215" y="356"/>
                      <a:pt x="866" y="0"/>
                      <a:pt x="8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1185;p48">
                <a:extLst>
                  <a:ext uri="{FF2B5EF4-FFF2-40B4-BE49-F238E27FC236}">
                    <a16:creationId xmlns:a16="http://schemas.microsoft.com/office/drawing/2014/main" id="{C7AAB21B-1B1D-0B60-3B19-3B32D7369D4B}"/>
                  </a:ext>
                </a:extLst>
              </p:cNvPr>
              <p:cNvSpPr/>
              <p:nvPr/>
            </p:nvSpPr>
            <p:spPr>
              <a:xfrm>
                <a:off x="5850740" y="597191"/>
                <a:ext cx="27737" cy="8585"/>
              </a:xfrm>
              <a:custGeom>
                <a:avLst/>
                <a:gdLst/>
                <a:ahLst/>
                <a:cxnLst/>
                <a:rect l="l" t="t" r="r" b="b"/>
                <a:pathLst>
                  <a:path w="643" h="199" extrusionOk="0">
                    <a:moveTo>
                      <a:pt x="643" y="0"/>
                    </a:moveTo>
                    <a:lnTo>
                      <a:pt x="643" y="0"/>
                    </a:lnTo>
                    <a:cubicBezTo>
                      <a:pt x="447" y="27"/>
                      <a:pt x="277" y="72"/>
                      <a:pt x="170" y="116"/>
                    </a:cubicBezTo>
                    <a:cubicBezTo>
                      <a:pt x="54" y="152"/>
                      <a:pt x="0" y="188"/>
                      <a:pt x="0" y="188"/>
                    </a:cubicBezTo>
                    <a:cubicBezTo>
                      <a:pt x="10" y="195"/>
                      <a:pt x="23" y="198"/>
                      <a:pt x="40" y="198"/>
                    </a:cubicBezTo>
                    <a:cubicBezTo>
                      <a:pt x="107" y="198"/>
                      <a:pt x="228" y="150"/>
                      <a:pt x="348" y="107"/>
                    </a:cubicBezTo>
                    <a:cubicBezTo>
                      <a:pt x="500" y="54"/>
                      <a:pt x="643" y="0"/>
                      <a:pt x="64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1186;p48">
              <a:extLst>
                <a:ext uri="{FF2B5EF4-FFF2-40B4-BE49-F238E27FC236}">
                  <a16:creationId xmlns:a16="http://schemas.microsoft.com/office/drawing/2014/main" id="{D1503D49-F9AB-B568-549A-561A5F819A39}"/>
                </a:ext>
              </a:extLst>
            </p:cNvPr>
            <p:cNvGrpSpPr/>
            <p:nvPr/>
          </p:nvGrpSpPr>
          <p:grpSpPr>
            <a:xfrm>
              <a:off x="3223957" y="539399"/>
              <a:ext cx="1088048" cy="1627211"/>
              <a:chOff x="7349607" y="539399"/>
              <a:chExt cx="1088048" cy="1627211"/>
            </a:xfrm>
          </p:grpSpPr>
          <p:sp>
            <p:nvSpPr>
              <p:cNvPr id="742" name="Google Shape;1187;p48">
                <a:extLst>
                  <a:ext uri="{FF2B5EF4-FFF2-40B4-BE49-F238E27FC236}">
                    <a16:creationId xmlns:a16="http://schemas.microsoft.com/office/drawing/2014/main" id="{A00B4DE5-98A5-5FFD-8645-2CAAC0B46A59}"/>
                  </a:ext>
                </a:extLst>
              </p:cNvPr>
              <p:cNvSpPr/>
              <p:nvPr/>
            </p:nvSpPr>
            <p:spPr>
              <a:xfrm rot="-1901267">
                <a:off x="7331350" y="835094"/>
                <a:ext cx="682022" cy="124040"/>
              </a:xfrm>
              <a:custGeom>
                <a:avLst/>
                <a:gdLst/>
                <a:ahLst/>
                <a:cxnLst/>
                <a:rect l="l" t="t" r="r" b="b"/>
                <a:pathLst>
                  <a:path w="19981" h="3952" extrusionOk="0">
                    <a:moveTo>
                      <a:pt x="5286" y="1"/>
                    </a:moveTo>
                    <a:cubicBezTo>
                      <a:pt x="4865" y="1"/>
                      <a:pt x="4444" y="14"/>
                      <a:pt x="4024" y="53"/>
                    </a:cubicBezTo>
                    <a:cubicBezTo>
                      <a:pt x="3756" y="71"/>
                      <a:pt x="3497" y="107"/>
                      <a:pt x="3239" y="133"/>
                    </a:cubicBezTo>
                    <a:cubicBezTo>
                      <a:pt x="2320" y="249"/>
                      <a:pt x="1410" y="437"/>
                      <a:pt x="509" y="695"/>
                    </a:cubicBezTo>
                    <a:cubicBezTo>
                      <a:pt x="313" y="758"/>
                      <a:pt x="107" y="811"/>
                      <a:pt x="0" y="1061"/>
                    </a:cubicBezTo>
                    <a:cubicBezTo>
                      <a:pt x="97" y="1109"/>
                      <a:pt x="183" y="1129"/>
                      <a:pt x="270" y="1129"/>
                    </a:cubicBezTo>
                    <a:cubicBezTo>
                      <a:pt x="328" y="1129"/>
                      <a:pt x="386" y="1120"/>
                      <a:pt x="446" y="1106"/>
                    </a:cubicBezTo>
                    <a:cubicBezTo>
                      <a:pt x="1080" y="981"/>
                      <a:pt x="1713" y="847"/>
                      <a:pt x="2355" y="731"/>
                    </a:cubicBezTo>
                    <a:cubicBezTo>
                      <a:pt x="2659" y="678"/>
                      <a:pt x="2971" y="642"/>
                      <a:pt x="3283" y="615"/>
                    </a:cubicBezTo>
                    <a:cubicBezTo>
                      <a:pt x="3970" y="562"/>
                      <a:pt x="4657" y="499"/>
                      <a:pt x="5344" y="472"/>
                    </a:cubicBezTo>
                    <a:cubicBezTo>
                      <a:pt x="5397" y="469"/>
                      <a:pt x="5451" y="468"/>
                      <a:pt x="5505" y="468"/>
                    </a:cubicBezTo>
                    <a:cubicBezTo>
                      <a:pt x="5783" y="468"/>
                      <a:pt x="6066" y="502"/>
                      <a:pt x="6343" y="517"/>
                    </a:cubicBezTo>
                    <a:cubicBezTo>
                      <a:pt x="6798" y="544"/>
                      <a:pt x="7244" y="562"/>
                      <a:pt x="7690" y="615"/>
                    </a:cubicBezTo>
                    <a:cubicBezTo>
                      <a:pt x="8529" y="704"/>
                      <a:pt x="9376" y="785"/>
                      <a:pt x="10206" y="954"/>
                    </a:cubicBezTo>
                    <a:cubicBezTo>
                      <a:pt x="11223" y="1150"/>
                      <a:pt x="12258" y="1320"/>
                      <a:pt x="13266" y="1623"/>
                    </a:cubicBezTo>
                    <a:cubicBezTo>
                      <a:pt x="14122" y="1891"/>
                      <a:pt x="14997" y="2114"/>
                      <a:pt x="15853" y="2399"/>
                    </a:cubicBezTo>
                    <a:cubicBezTo>
                      <a:pt x="16406" y="2578"/>
                      <a:pt x="16932" y="2827"/>
                      <a:pt x="17477" y="3050"/>
                    </a:cubicBezTo>
                    <a:cubicBezTo>
                      <a:pt x="17503" y="3059"/>
                      <a:pt x="17512" y="3095"/>
                      <a:pt x="17575" y="3158"/>
                    </a:cubicBezTo>
                    <a:cubicBezTo>
                      <a:pt x="17378" y="3166"/>
                      <a:pt x="17227" y="3184"/>
                      <a:pt x="17075" y="3184"/>
                    </a:cubicBezTo>
                    <a:cubicBezTo>
                      <a:pt x="16602" y="3193"/>
                      <a:pt x="16174" y="3363"/>
                      <a:pt x="15764" y="3586"/>
                    </a:cubicBezTo>
                    <a:cubicBezTo>
                      <a:pt x="15675" y="3630"/>
                      <a:pt x="15603" y="3728"/>
                      <a:pt x="15469" y="3836"/>
                    </a:cubicBezTo>
                    <a:cubicBezTo>
                      <a:pt x="15603" y="3880"/>
                      <a:pt x="15675" y="3916"/>
                      <a:pt x="15746" y="3916"/>
                    </a:cubicBezTo>
                    <a:cubicBezTo>
                      <a:pt x="16228" y="3934"/>
                      <a:pt x="16709" y="3952"/>
                      <a:pt x="17191" y="3952"/>
                    </a:cubicBezTo>
                    <a:cubicBezTo>
                      <a:pt x="17646" y="3943"/>
                      <a:pt x="18110" y="3898"/>
                      <a:pt x="18565" y="3889"/>
                    </a:cubicBezTo>
                    <a:cubicBezTo>
                      <a:pt x="18694" y="3885"/>
                      <a:pt x="18825" y="3883"/>
                      <a:pt x="18956" y="3883"/>
                    </a:cubicBezTo>
                    <a:cubicBezTo>
                      <a:pt x="19142" y="3883"/>
                      <a:pt x="19328" y="3888"/>
                      <a:pt x="19511" y="3898"/>
                    </a:cubicBezTo>
                    <a:cubicBezTo>
                      <a:pt x="19517" y="3898"/>
                      <a:pt x="19523" y="3898"/>
                      <a:pt x="19529" y="3898"/>
                    </a:cubicBezTo>
                    <a:cubicBezTo>
                      <a:pt x="19829" y="3898"/>
                      <a:pt x="19980" y="3678"/>
                      <a:pt x="19832" y="3372"/>
                    </a:cubicBezTo>
                    <a:cubicBezTo>
                      <a:pt x="19760" y="3211"/>
                      <a:pt x="19680" y="3042"/>
                      <a:pt x="19573" y="2908"/>
                    </a:cubicBezTo>
                    <a:cubicBezTo>
                      <a:pt x="19154" y="2372"/>
                      <a:pt x="18672" y="1891"/>
                      <a:pt x="18101" y="1507"/>
                    </a:cubicBezTo>
                    <a:cubicBezTo>
                      <a:pt x="18003" y="1436"/>
                      <a:pt x="17914" y="1347"/>
                      <a:pt x="17807" y="1275"/>
                    </a:cubicBezTo>
                    <a:cubicBezTo>
                      <a:pt x="17712" y="1208"/>
                      <a:pt x="17611" y="1173"/>
                      <a:pt x="17528" y="1173"/>
                    </a:cubicBezTo>
                    <a:cubicBezTo>
                      <a:pt x="17478" y="1173"/>
                      <a:pt x="17435" y="1186"/>
                      <a:pt x="17405" y="1213"/>
                    </a:cubicBezTo>
                    <a:cubicBezTo>
                      <a:pt x="17307" y="1293"/>
                      <a:pt x="17316" y="1480"/>
                      <a:pt x="17450" y="1641"/>
                    </a:cubicBezTo>
                    <a:cubicBezTo>
                      <a:pt x="17664" y="1882"/>
                      <a:pt x="17887" y="2114"/>
                      <a:pt x="18110" y="2355"/>
                    </a:cubicBezTo>
                    <a:cubicBezTo>
                      <a:pt x="18164" y="2417"/>
                      <a:pt x="18217" y="2471"/>
                      <a:pt x="18297" y="2551"/>
                    </a:cubicBezTo>
                    <a:cubicBezTo>
                      <a:pt x="18268" y="2560"/>
                      <a:pt x="18241" y="2564"/>
                      <a:pt x="18216" y="2564"/>
                    </a:cubicBezTo>
                    <a:cubicBezTo>
                      <a:pt x="18121" y="2564"/>
                      <a:pt x="18058" y="2508"/>
                      <a:pt x="17994" y="2480"/>
                    </a:cubicBezTo>
                    <a:cubicBezTo>
                      <a:pt x="17262" y="2123"/>
                      <a:pt x="16504" y="1810"/>
                      <a:pt x="15719" y="1596"/>
                    </a:cubicBezTo>
                    <a:cubicBezTo>
                      <a:pt x="15425" y="1525"/>
                      <a:pt x="15121" y="1463"/>
                      <a:pt x="14827" y="1391"/>
                    </a:cubicBezTo>
                    <a:cubicBezTo>
                      <a:pt x="14069" y="1195"/>
                      <a:pt x="13310" y="990"/>
                      <a:pt x="12552" y="811"/>
                    </a:cubicBezTo>
                    <a:cubicBezTo>
                      <a:pt x="12026" y="695"/>
                      <a:pt x="11500" y="633"/>
                      <a:pt x="10973" y="526"/>
                    </a:cubicBezTo>
                    <a:cubicBezTo>
                      <a:pt x="9974" y="321"/>
                      <a:pt x="8948" y="249"/>
                      <a:pt x="7931" y="115"/>
                    </a:cubicBezTo>
                    <a:cubicBezTo>
                      <a:pt x="7512" y="53"/>
                      <a:pt x="7084" y="53"/>
                      <a:pt x="6655" y="35"/>
                    </a:cubicBezTo>
                    <a:cubicBezTo>
                      <a:pt x="6197" y="17"/>
                      <a:pt x="5741" y="1"/>
                      <a:pt x="52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1188;p48">
                <a:extLst>
                  <a:ext uri="{FF2B5EF4-FFF2-40B4-BE49-F238E27FC236}">
                    <a16:creationId xmlns:a16="http://schemas.microsoft.com/office/drawing/2014/main" id="{85EA81CE-6882-BCFF-7D9B-677C7BAA77DE}"/>
                  </a:ext>
                </a:extLst>
              </p:cNvPr>
              <p:cNvSpPr/>
              <p:nvPr/>
            </p:nvSpPr>
            <p:spPr>
              <a:xfrm>
                <a:off x="8150749" y="1413265"/>
                <a:ext cx="286894" cy="316005"/>
              </a:xfrm>
              <a:custGeom>
                <a:avLst/>
                <a:gdLst/>
                <a:ahLst/>
                <a:cxnLst/>
                <a:rect l="l" t="t" r="r" b="b"/>
                <a:pathLst>
                  <a:path w="19868" h="21884" extrusionOk="0">
                    <a:moveTo>
                      <a:pt x="8172" y="0"/>
                    </a:moveTo>
                    <a:cubicBezTo>
                      <a:pt x="7459" y="188"/>
                      <a:pt x="6700" y="116"/>
                      <a:pt x="6022" y="411"/>
                    </a:cubicBezTo>
                    <a:cubicBezTo>
                      <a:pt x="5755" y="589"/>
                      <a:pt x="5434" y="634"/>
                      <a:pt x="5130" y="714"/>
                    </a:cubicBezTo>
                    <a:cubicBezTo>
                      <a:pt x="5059" y="767"/>
                      <a:pt x="4916" y="794"/>
                      <a:pt x="4907" y="892"/>
                    </a:cubicBezTo>
                    <a:cubicBezTo>
                      <a:pt x="4874" y="883"/>
                      <a:pt x="4840" y="879"/>
                      <a:pt x="4807" y="879"/>
                    </a:cubicBezTo>
                    <a:cubicBezTo>
                      <a:pt x="4613" y="879"/>
                      <a:pt x="4430" y="1017"/>
                      <a:pt x="4247" y="1071"/>
                    </a:cubicBezTo>
                    <a:cubicBezTo>
                      <a:pt x="4087" y="1205"/>
                      <a:pt x="3881" y="1249"/>
                      <a:pt x="3730" y="1392"/>
                    </a:cubicBezTo>
                    <a:cubicBezTo>
                      <a:pt x="3569" y="1436"/>
                      <a:pt x="3391" y="1445"/>
                      <a:pt x="3239" y="1517"/>
                    </a:cubicBezTo>
                    <a:cubicBezTo>
                      <a:pt x="3195" y="1597"/>
                      <a:pt x="3087" y="1633"/>
                      <a:pt x="3052" y="1731"/>
                    </a:cubicBezTo>
                    <a:cubicBezTo>
                      <a:pt x="3007" y="1856"/>
                      <a:pt x="2829" y="1856"/>
                      <a:pt x="2740" y="1954"/>
                    </a:cubicBezTo>
                    <a:cubicBezTo>
                      <a:pt x="2490" y="2195"/>
                      <a:pt x="2186" y="2373"/>
                      <a:pt x="1910" y="2569"/>
                    </a:cubicBezTo>
                    <a:cubicBezTo>
                      <a:pt x="1669" y="2962"/>
                      <a:pt x="1321" y="3283"/>
                      <a:pt x="1134" y="3711"/>
                    </a:cubicBezTo>
                    <a:cubicBezTo>
                      <a:pt x="1062" y="3925"/>
                      <a:pt x="875" y="4086"/>
                      <a:pt x="813" y="4309"/>
                    </a:cubicBezTo>
                    <a:cubicBezTo>
                      <a:pt x="714" y="4407"/>
                      <a:pt x="643" y="4532"/>
                      <a:pt x="634" y="4666"/>
                    </a:cubicBezTo>
                    <a:cubicBezTo>
                      <a:pt x="545" y="4782"/>
                      <a:pt x="483" y="4907"/>
                      <a:pt x="438" y="5041"/>
                    </a:cubicBezTo>
                    <a:cubicBezTo>
                      <a:pt x="393" y="5504"/>
                      <a:pt x="215" y="5968"/>
                      <a:pt x="242" y="6441"/>
                    </a:cubicBezTo>
                    <a:cubicBezTo>
                      <a:pt x="144" y="6593"/>
                      <a:pt x="10" y="6736"/>
                      <a:pt x="117" y="6941"/>
                    </a:cubicBezTo>
                    <a:cubicBezTo>
                      <a:pt x="45" y="7467"/>
                      <a:pt x="63" y="7993"/>
                      <a:pt x="1" y="8529"/>
                    </a:cubicBezTo>
                    <a:cubicBezTo>
                      <a:pt x="72" y="8743"/>
                      <a:pt x="10" y="8966"/>
                      <a:pt x="1" y="9189"/>
                    </a:cubicBezTo>
                    <a:cubicBezTo>
                      <a:pt x="63" y="9376"/>
                      <a:pt x="19" y="9581"/>
                      <a:pt x="1" y="9769"/>
                    </a:cubicBezTo>
                    <a:cubicBezTo>
                      <a:pt x="36" y="10126"/>
                      <a:pt x="36" y="10482"/>
                      <a:pt x="108" y="10830"/>
                    </a:cubicBezTo>
                    <a:cubicBezTo>
                      <a:pt x="117" y="11098"/>
                      <a:pt x="304" y="11312"/>
                      <a:pt x="304" y="11580"/>
                    </a:cubicBezTo>
                    <a:cubicBezTo>
                      <a:pt x="268" y="11794"/>
                      <a:pt x="420" y="11972"/>
                      <a:pt x="402" y="12186"/>
                    </a:cubicBezTo>
                    <a:cubicBezTo>
                      <a:pt x="518" y="12276"/>
                      <a:pt x="545" y="12418"/>
                      <a:pt x="545" y="12561"/>
                    </a:cubicBezTo>
                    <a:cubicBezTo>
                      <a:pt x="554" y="12766"/>
                      <a:pt x="679" y="12936"/>
                      <a:pt x="732" y="13123"/>
                    </a:cubicBezTo>
                    <a:cubicBezTo>
                      <a:pt x="679" y="13266"/>
                      <a:pt x="697" y="13489"/>
                      <a:pt x="830" y="13569"/>
                    </a:cubicBezTo>
                    <a:cubicBezTo>
                      <a:pt x="1009" y="13953"/>
                      <a:pt x="1134" y="14354"/>
                      <a:pt x="1285" y="14756"/>
                    </a:cubicBezTo>
                    <a:cubicBezTo>
                      <a:pt x="1464" y="14889"/>
                      <a:pt x="1446" y="15139"/>
                      <a:pt x="1544" y="15326"/>
                    </a:cubicBezTo>
                    <a:cubicBezTo>
                      <a:pt x="1615" y="15532"/>
                      <a:pt x="1767" y="15701"/>
                      <a:pt x="1874" y="15880"/>
                    </a:cubicBezTo>
                    <a:cubicBezTo>
                      <a:pt x="2106" y="16129"/>
                      <a:pt x="2133" y="16504"/>
                      <a:pt x="2383" y="16745"/>
                    </a:cubicBezTo>
                    <a:cubicBezTo>
                      <a:pt x="2499" y="16834"/>
                      <a:pt x="2552" y="16959"/>
                      <a:pt x="2570" y="17093"/>
                    </a:cubicBezTo>
                    <a:cubicBezTo>
                      <a:pt x="2784" y="17459"/>
                      <a:pt x="3096" y="17744"/>
                      <a:pt x="3364" y="18074"/>
                    </a:cubicBezTo>
                    <a:cubicBezTo>
                      <a:pt x="3614" y="18199"/>
                      <a:pt x="3703" y="18502"/>
                      <a:pt x="3962" y="18618"/>
                    </a:cubicBezTo>
                    <a:cubicBezTo>
                      <a:pt x="4096" y="18645"/>
                      <a:pt x="4051" y="18824"/>
                      <a:pt x="4176" y="18850"/>
                    </a:cubicBezTo>
                    <a:cubicBezTo>
                      <a:pt x="4390" y="18939"/>
                      <a:pt x="4488" y="19189"/>
                      <a:pt x="4720" y="19278"/>
                    </a:cubicBezTo>
                    <a:cubicBezTo>
                      <a:pt x="4836" y="19314"/>
                      <a:pt x="4907" y="19439"/>
                      <a:pt x="5032" y="19457"/>
                    </a:cubicBezTo>
                    <a:cubicBezTo>
                      <a:pt x="5211" y="19582"/>
                      <a:pt x="5416" y="19716"/>
                      <a:pt x="5639" y="19760"/>
                    </a:cubicBezTo>
                    <a:cubicBezTo>
                      <a:pt x="5844" y="19948"/>
                      <a:pt x="6138" y="20028"/>
                      <a:pt x="6370" y="20180"/>
                    </a:cubicBezTo>
                    <a:cubicBezTo>
                      <a:pt x="6718" y="20313"/>
                      <a:pt x="7013" y="20545"/>
                      <a:pt x="7370" y="20652"/>
                    </a:cubicBezTo>
                    <a:cubicBezTo>
                      <a:pt x="7682" y="20813"/>
                      <a:pt x="8039" y="20911"/>
                      <a:pt x="8333" y="21107"/>
                    </a:cubicBezTo>
                    <a:cubicBezTo>
                      <a:pt x="8761" y="21277"/>
                      <a:pt x="9181" y="21464"/>
                      <a:pt x="9600" y="21643"/>
                    </a:cubicBezTo>
                    <a:cubicBezTo>
                      <a:pt x="9841" y="21651"/>
                      <a:pt x="10082" y="21687"/>
                      <a:pt x="10305" y="21785"/>
                    </a:cubicBezTo>
                    <a:cubicBezTo>
                      <a:pt x="10545" y="21830"/>
                      <a:pt x="10813" y="21767"/>
                      <a:pt x="11045" y="21883"/>
                    </a:cubicBezTo>
                    <a:cubicBezTo>
                      <a:pt x="11106" y="21836"/>
                      <a:pt x="11170" y="21821"/>
                      <a:pt x="11237" y="21821"/>
                    </a:cubicBezTo>
                    <a:cubicBezTo>
                      <a:pt x="11359" y="21821"/>
                      <a:pt x="11489" y="21873"/>
                      <a:pt x="11618" y="21873"/>
                    </a:cubicBezTo>
                    <a:cubicBezTo>
                      <a:pt x="11644" y="21873"/>
                      <a:pt x="11670" y="21871"/>
                      <a:pt x="11696" y="21866"/>
                    </a:cubicBezTo>
                    <a:cubicBezTo>
                      <a:pt x="11764" y="21832"/>
                      <a:pt x="11837" y="21814"/>
                      <a:pt x="11911" y="21814"/>
                    </a:cubicBezTo>
                    <a:cubicBezTo>
                      <a:pt x="11993" y="21814"/>
                      <a:pt x="12076" y="21836"/>
                      <a:pt x="12151" y="21883"/>
                    </a:cubicBezTo>
                    <a:cubicBezTo>
                      <a:pt x="12247" y="21836"/>
                      <a:pt x="12349" y="21815"/>
                      <a:pt x="12451" y="21815"/>
                    </a:cubicBezTo>
                    <a:cubicBezTo>
                      <a:pt x="12558" y="21815"/>
                      <a:pt x="12666" y="21838"/>
                      <a:pt x="12767" y="21874"/>
                    </a:cubicBezTo>
                    <a:cubicBezTo>
                      <a:pt x="12892" y="21776"/>
                      <a:pt x="13061" y="21883"/>
                      <a:pt x="13124" y="21714"/>
                    </a:cubicBezTo>
                    <a:cubicBezTo>
                      <a:pt x="13148" y="21717"/>
                      <a:pt x="13172" y="21719"/>
                      <a:pt x="13196" y="21719"/>
                    </a:cubicBezTo>
                    <a:cubicBezTo>
                      <a:pt x="13376" y="21719"/>
                      <a:pt x="13549" y="21633"/>
                      <a:pt x="13659" y="21491"/>
                    </a:cubicBezTo>
                    <a:cubicBezTo>
                      <a:pt x="13730" y="21393"/>
                      <a:pt x="13846" y="21393"/>
                      <a:pt x="13962" y="21393"/>
                    </a:cubicBezTo>
                    <a:cubicBezTo>
                      <a:pt x="14221" y="21286"/>
                      <a:pt x="14587" y="21295"/>
                      <a:pt x="14765" y="21045"/>
                    </a:cubicBezTo>
                    <a:lnTo>
                      <a:pt x="14756" y="21000"/>
                    </a:lnTo>
                    <a:cubicBezTo>
                      <a:pt x="14836" y="20956"/>
                      <a:pt x="14988" y="20956"/>
                      <a:pt x="15024" y="20858"/>
                    </a:cubicBezTo>
                    <a:cubicBezTo>
                      <a:pt x="15104" y="20840"/>
                      <a:pt x="15095" y="20706"/>
                      <a:pt x="15167" y="20652"/>
                    </a:cubicBezTo>
                    <a:cubicBezTo>
                      <a:pt x="15398" y="20474"/>
                      <a:pt x="15729" y="20420"/>
                      <a:pt x="15907" y="20162"/>
                    </a:cubicBezTo>
                    <a:cubicBezTo>
                      <a:pt x="16076" y="19912"/>
                      <a:pt x="16415" y="19849"/>
                      <a:pt x="16576" y="19582"/>
                    </a:cubicBezTo>
                    <a:cubicBezTo>
                      <a:pt x="16674" y="19359"/>
                      <a:pt x="17067" y="19332"/>
                      <a:pt x="16933" y="19011"/>
                    </a:cubicBezTo>
                    <a:cubicBezTo>
                      <a:pt x="17067" y="18877"/>
                      <a:pt x="17361" y="18895"/>
                      <a:pt x="17370" y="18663"/>
                    </a:cubicBezTo>
                    <a:cubicBezTo>
                      <a:pt x="17432" y="18618"/>
                      <a:pt x="17513" y="18574"/>
                      <a:pt x="17575" y="18511"/>
                    </a:cubicBezTo>
                    <a:cubicBezTo>
                      <a:pt x="17602" y="18351"/>
                      <a:pt x="17691" y="18226"/>
                      <a:pt x="17852" y="18163"/>
                    </a:cubicBezTo>
                    <a:cubicBezTo>
                      <a:pt x="18173" y="18038"/>
                      <a:pt x="18039" y="17619"/>
                      <a:pt x="18173" y="17378"/>
                    </a:cubicBezTo>
                    <a:cubicBezTo>
                      <a:pt x="18209" y="17253"/>
                      <a:pt x="18405" y="17289"/>
                      <a:pt x="18423" y="17146"/>
                    </a:cubicBezTo>
                    <a:cubicBezTo>
                      <a:pt x="18423" y="17013"/>
                      <a:pt x="18557" y="16932"/>
                      <a:pt x="18565" y="16798"/>
                    </a:cubicBezTo>
                    <a:cubicBezTo>
                      <a:pt x="18583" y="16611"/>
                      <a:pt x="18797" y="16522"/>
                      <a:pt x="18797" y="16326"/>
                    </a:cubicBezTo>
                    <a:cubicBezTo>
                      <a:pt x="18922" y="16183"/>
                      <a:pt x="19127" y="16067"/>
                      <a:pt x="19056" y="15826"/>
                    </a:cubicBezTo>
                    <a:cubicBezTo>
                      <a:pt x="19136" y="15416"/>
                      <a:pt x="19252" y="15005"/>
                      <a:pt x="19270" y="14586"/>
                    </a:cubicBezTo>
                    <a:cubicBezTo>
                      <a:pt x="19181" y="14381"/>
                      <a:pt x="19413" y="14283"/>
                      <a:pt x="19404" y="14104"/>
                    </a:cubicBezTo>
                    <a:cubicBezTo>
                      <a:pt x="19440" y="13667"/>
                      <a:pt x="19681" y="13266"/>
                      <a:pt x="19627" y="12820"/>
                    </a:cubicBezTo>
                    <a:cubicBezTo>
                      <a:pt x="19725" y="12766"/>
                      <a:pt x="19672" y="12579"/>
                      <a:pt x="19698" y="12463"/>
                    </a:cubicBezTo>
                    <a:cubicBezTo>
                      <a:pt x="19823" y="12204"/>
                      <a:pt x="19431" y="12079"/>
                      <a:pt x="19600" y="11821"/>
                    </a:cubicBezTo>
                    <a:cubicBezTo>
                      <a:pt x="19600" y="11482"/>
                      <a:pt x="19707" y="11151"/>
                      <a:pt x="19707" y="10821"/>
                    </a:cubicBezTo>
                    <a:lnTo>
                      <a:pt x="19752" y="10830"/>
                    </a:lnTo>
                    <a:cubicBezTo>
                      <a:pt x="19752" y="10491"/>
                      <a:pt x="19770" y="10152"/>
                      <a:pt x="19743" y="9822"/>
                    </a:cubicBezTo>
                    <a:cubicBezTo>
                      <a:pt x="19761" y="9653"/>
                      <a:pt x="19761" y="9483"/>
                      <a:pt x="19725" y="9314"/>
                    </a:cubicBezTo>
                    <a:cubicBezTo>
                      <a:pt x="19627" y="9225"/>
                      <a:pt x="19868" y="8859"/>
                      <a:pt x="19716" y="8841"/>
                    </a:cubicBezTo>
                    <a:cubicBezTo>
                      <a:pt x="19725" y="8645"/>
                      <a:pt x="19707" y="8457"/>
                      <a:pt x="19716" y="8261"/>
                    </a:cubicBezTo>
                    <a:lnTo>
                      <a:pt x="19672" y="8261"/>
                    </a:lnTo>
                    <a:cubicBezTo>
                      <a:pt x="19672" y="8181"/>
                      <a:pt x="19672" y="8100"/>
                      <a:pt x="19645" y="8029"/>
                    </a:cubicBezTo>
                    <a:cubicBezTo>
                      <a:pt x="19582" y="7860"/>
                      <a:pt x="19672" y="7681"/>
                      <a:pt x="19672" y="7512"/>
                    </a:cubicBezTo>
                    <a:lnTo>
                      <a:pt x="19627" y="7512"/>
                    </a:lnTo>
                    <a:cubicBezTo>
                      <a:pt x="19582" y="7298"/>
                      <a:pt x="19440" y="7110"/>
                      <a:pt x="19368" y="6896"/>
                    </a:cubicBezTo>
                    <a:cubicBezTo>
                      <a:pt x="19404" y="6807"/>
                      <a:pt x="19413" y="6709"/>
                      <a:pt x="19395" y="6620"/>
                    </a:cubicBezTo>
                    <a:cubicBezTo>
                      <a:pt x="19413" y="6405"/>
                      <a:pt x="19458" y="6111"/>
                      <a:pt x="19217" y="6013"/>
                    </a:cubicBezTo>
                    <a:cubicBezTo>
                      <a:pt x="19127" y="5879"/>
                      <a:pt x="19181" y="5656"/>
                      <a:pt x="19020" y="5549"/>
                    </a:cubicBezTo>
                    <a:cubicBezTo>
                      <a:pt x="19003" y="5344"/>
                      <a:pt x="19127" y="5049"/>
                      <a:pt x="18913" y="4898"/>
                    </a:cubicBezTo>
                    <a:cubicBezTo>
                      <a:pt x="18888" y="4838"/>
                      <a:pt x="18870" y="4754"/>
                      <a:pt x="18792" y="4754"/>
                    </a:cubicBezTo>
                    <a:cubicBezTo>
                      <a:pt x="18788" y="4754"/>
                      <a:pt x="18784" y="4755"/>
                      <a:pt x="18780" y="4755"/>
                    </a:cubicBezTo>
                    <a:cubicBezTo>
                      <a:pt x="18780" y="4657"/>
                      <a:pt x="18708" y="4577"/>
                      <a:pt x="18655" y="4496"/>
                    </a:cubicBezTo>
                    <a:cubicBezTo>
                      <a:pt x="18646" y="4407"/>
                      <a:pt x="18619" y="4273"/>
                      <a:pt x="18521" y="4238"/>
                    </a:cubicBezTo>
                    <a:cubicBezTo>
                      <a:pt x="18405" y="4122"/>
                      <a:pt x="18360" y="3952"/>
                      <a:pt x="18253" y="3836"/>
                    </a:cubicBezTo>
                    <a:cubicBezTo>
                      <a:pt x="18271" y="3765"/>
                      <a:pt x="18253" y="3720"/>
                      <a:pt x="18209" y="3702"/>
                    </a:cubicBezTo>
                    <a:cubicBezTo>
                      <a:pt x="18262" y="3533"/>
                      <a:pt x="18244" y="3301"/>
                      <a:pt x="18075" y="3221"/>
                    </a:cubicBezTo>
                    <a:cubicBezTo>
                      <a:pt x="18048" y="3158"/>
                      <a:pt x="18021" y="3060"/>
                      <a:pt x="17941" y="3051"/>
                    </a:cubicBezTo>
                    <a:cubicBezTo>
                      <a:pt x="17896" y="2944"/>
                      <a:pt x="17763" y="2900"/>
                      <a:pt x="17682" y="2819"/>
                    </a:cubicBezTo>
                    <a:cubicBezTo>
                      <a:pt x="17673" y="2614"/>
                      <a:pt x="17459" y="2569"/>
                      <a:pt x="17334" y="2462"/>
                    </a:cubicBezTo>
                    <a:cubicBezTo>
                      <a:pt x="17156" y="2213"/>
                      <a:pt x="16924" y="2016"/>
                      <a:pt x="16737" y="1775"/>
                    </a:cubicBezTo>
                    <a:cubicBezTo>
                      <a:pt x="16540" y="1731"/>
                      <a:pt x="16415" y="1544"/>
                      <a:pt x="16219" y="1490"/>
                    </a:cubicBezTo>
                    <a:cubicBezTo>
                      <a:pt x="16005" y="1383"/>
                      <a:pt x="15871" y="1151"/>
                      <a:pt x="15639" y="1053"/>
                    </a:cubicBezTo>
                    <a:cubicBezTo>
                      <a:pt x="15470" y="990"/>
                      <a:pt x="15309" y="892"/>
                      <a:pt x="15140" y="803"/>
                    </a:cubicBezTo>
                    <a:cubicBezTo>
                      <a:pt x="14792" y="758"/>
                      <a:pt x="14462" y="651"/>
                      <a:pt x="14114" y="589"/>
                    </a:cubicBezTo>
                    <a:cubicBezTo>
                      <a:pt x="13480" y="509"/>
                      <a:pt x="12856" y="402"/>
                      <a:pt x="12223" y="357"/>
                    </a:cubicBezTo>
                    <a:lnTo>
                      <a:pt x="12160" y="357"/>
                    </a:lnTo>
                    <a:cubicBezTo>
                      <a:pt x="12097" y="306"/>
                      <a:pt x="12020" y="296"/>
                      <a:pt x="11941" y="296"/>
                    </a:cubicBezTo>
                    <a:cubicBezTo>
                      <a:pt x="11894" y="296"/>
                      <a:pt x="11847" y="300"/>
                      <a:pt x="11800" y="300"/>
                    </a:cubicBezTo>
                    <a:cubicBezTo>
                      <a:pt x="11748" y="300"/>
                      <a:pt x="11697" y="295"/>
                      <a:pt x="11652" y="277"/>
                    </a:cubicBezTo>
                    <a:cubicBezTo>
                      <a:pt x="11259" y="170"/>
                      <a:pt x="10858" y="232"/>
                      <a:pt x="10465" y="134"/>
                    </a:cubicBezTo>
                    <a:cubicBezTo>
                      <a:pt x="10444" y="134"/>
                      <a:pt x="10422" y="135"/>
                      <a:pt x="10401" y="135"/>
                    </a:cubicBezTo>
                    <a:cubicBezTo>
                      <a:pt x="10036" y="135"/>
                      <a:pt x="9682" y="75"/>
                      <a:pt x="9320" y="75"/>
                    </a:cubicBezTo>
                    <a:cubicBezTo>
                      <a:pt x="9262" y="75"/>
                      <a:pt x="9203" y="77"/>
                      <a:pt x="9145" y="81"/>
                    </a:cubicBezTo>
                    <a:lnTo>
                      <a:pt x="9145" y="36"/>
                    </a:lnTo>
                    <a:cubicBezTo>
                      <a:pt x="9013" y="36"/>
                      <a:pt x="8882" y="39"/>
                      <a:pt x="8752" y="39"/>
                    </a:cubicBezTo>
                    <a:cubicBezTo>
                      <a:pt x="8558" y="39"/>
                      <a:pt x="8365" y="32"/>
                      <a:pt x="817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1189;p48">
                <a:extLst>
                  <a:ext uri="{FF2B5EF4-FFF2-40B4-BE49-F238E27FC236}">
                    <a16:creationId xmlns:a16="http://schemas.microsoft.com/office/drawing/2014/main" id="{6A439234-E5ED-5F71-2609-3F0908F4F49F}"/>
                  </a:ext>
                </a:extLst>
              </p:cNvPr>
              <p:cNvSpPr/>
              <p:nvPr/>
            </p:nvSpPr>
            <p:spPr>
              <a:xfrm>
                <a:off x="8150749" y="539399"/>
                <a:ext cx="286880" cy="267434"/>
              </a:xfrm>
              <a:custGeom>
                <a:avLst/>
                <a:gdLst/>
                <a:ahLst/>
                <a:cxnLst/>
                <a:rect l="l" t="t" r="r" b="b"/>
                <a:pathLst>
                  <a:path w="22955" h="21399" extrusionOk="0">
                    <a:moveTo>
                      <a:pt x="12450" y="0"/>
                    </a:moveTo>
                    <a:cubicBezTo>
                      <a:pt x="12370" y="0"/>
                      <a:pt x="12270" y="24"/>
                      <a:pt x="12202" y="24"/>
                    </a:cubicBezTo>
                    <a:cubicBezTo>
                      <a:pt x="12186" y="24"/>
                      <a:pt x="12172" y="23"/>
                      <a:pt x="12160" y="20"/>
                    </a:cubicBezTo>
                    <a:cubicBezTo>
                      <a:pt x="12111" y="13"/>
                      <a:pt x="12064" y="6"/>
                      <a:pt x="12020" y="6"/>
                    </a:cubicBezTo>
                    <a:cubicBezTo>
                      <a:pt x="11951" y="6"/>
                      <a:pt x="11892" y="22"/>
                      <a:pt x="11848" y="82"/>
                    </a:cubicBezTo>
                    <a:cubicBezTo>
                      <a:pt x="11759" y="162"/>
                      <a:pt x="11625" y="171"/>
                      <a:pt x="11536" y="260"/>
                    </a:cubicBezTo>
                    <a:cubicBezTo>
                      <a:pt x="11513" y="275"/>
                      <a:pt x="11491" y="281"/>
                      <a:pt x="11470" y="281"/>
                    </a:cubicBezTo>
                    <a:cubicBezTo>
                      <a:pt x="11401" y="281"/>
                      <a:pt x="11339" y="216"/>
                      <a:pt x="11277" y="189"/>
                    </a:cubicBezTo>
                    <a:lnTo>
                      <a:pt x="11286" y="144"/>
                    </a:lnTo>
                    <a:cubicBezTo>
                      <a:pt x="11161" y="144"/>
                      <a:pt x="10911" y="153"/>
                      <a:pt x="10787" y="153"/>
                    </a:cubicBezTo>
                    <a:cubicBezTo>
                      <a:pt x="10735" y="130"/>
                      <a:pt x="10690" y="120"/>
                      <a:pt x="10648" y="120"/>
                    </a:cubicBezTo>
                    <a:cubicBezTo>
                      <a:pt x="10436" y="120"/>
                      <a:pt x="10329" y="381"/>
                      <a:pt x="10135" y="448"/>
                    </a:cubicBezTo>
                    <a:cubicBezTo>
                      <a:pt x="10020" y="370"/>
                      <a:pt x="9898" y="340"/>
                      <a:pt x="9774" y="340"/>
                    </a:cubicBezTo>
                    <a:cubicBezTo>
                      <a:pt x="9569" y="340"/>
                      <a:pt x="9360" y="422"/>
                      <a:pt x="9172" y="510"/>
                    </a:cubicBezTo>
                    <a:cubicBezTo>
                      <a:pt x="9145" y="626"/>
                      <a:pt x="9065" y="698"/>
                      <a:pt x="8967" y="769"/>
                    </a:cubicBezTo>
                    <a:cubicBezTo>
                      <a:pt x="8744" y="840"/>
                      <a:pt x="8503" y="903"/>
                      <a:pt x="8271" y="974"/>
                    </a:cubicBezTo>
                    <a:cubicBezTo>
                      <a:pt x="8191" y="1001"/>
                      <a:pt x="8021" y="965"/>
                      <a:pt x="7967" y="1063"/>
                    </a:cubicBezTo>
                    <a:cubicBezTo>
                      <a:pt x="7962" y="1063"/>
                      <a:pt x="7957" y="1062"/>
                      <a:pt x="7952" y="1062"/>
                    </a:cubicBezTo>
                    <a:cubicBezTo>
                      <a:pt x="7825" y="1062"/>
                      <a:pt x="7829" y="1278"/>
                      <a:pt x="7700" y="1286"/>
                    </a:cubicBezTo>
                    <a:cubicBezTo>
                      <a:pt x="7504" y="1295"/>
                      <a:pt x="7254" y="1286"/>
                      <a:pt x="7147" y="1483"/>
                    </a:cubicBezTo>
                    <a:cubicBezTo>
                      <a:pt x="7122" y="1598"/>
                      <a:pt x="7029" y="1735"/>
                      <a:pt x="6896" y="1735"/>
                    </a:cubicBezTo>
                    <a:cubicBezTo>
                      <a:pt x="6885" y="1735"/>
                      <a:pt x="6873" y="1734"/>
                      <a:pt x="6861" y="1732"/>
                    </a:cubicBezTo>
                    <a:cubicBezTo>
                      <a:pt x="6825" y="1716"/>
                      <a:pt x="6792" y="1709"/>
                      <a:pt x="6762" y="1709"/>
                    </a:cubicBezTo>
                    <a:cubicBezTo>
                      <a:pt x="6644" y="1709"/>
                      <a:pt x="6568" y="1818"/>
                      <a:pt x="6504" y="1911"/>
                    </a:cubicBezTo>
                    <a:cubicBezTo>
                      <a:pt x="6371" y="1973"/>
                      <a:pt x="6326" y="2143"/>
                      <a:pt x="6246" y="2268"/>
                    </a:cubicBezTo>
                    <a:cubicBezTo>
                      <a:pt x="6130" y="2357"/>
                      <a:pt x="5996" y="2384"/>
                      <a:pt x="5862" y="2410"/>
                    </a:cubicBezTo>
                    <a:cubicBezTo>
                      <a:pt x="5684" y="2553"/>
                      <a:pt x="5514" y="2687"/>
                      <a:pt x="5363" y="2848"/>
                    </a:cubicBezTo>
                    <a:cubicBezTo>
                      <a:pt x="5254" y="2964"/>
                      <a:pt x="5246" y="3223"/>
                      <a:pt x="5064" y="3223"/>
                    </a:cubicBezTo>
                    <a:cubicBezTo>
                      <a:pt x="5037" y="3223"/>
                      <a:pt x="5006" y="3217"/>
                      <a:pt x="4970" y="3204"/>
                    </a:cubicBezTo>
                    <a:cubicBezTo>
                      <a:pt x="4818" y="3320"/>
                      <a:pt x="4729" y="3499"/>
                      <a:pt x="4658" y="3677"/>
                    </a:cubicBezTo>
                    <a:cubicBezTo>
                      <a:pt x="4506" y="3775"/>
                      <a:pt x="4346" y="3865"/>
                      <a:pt x="4221" y="3998"/>
                    </a:cubicBezTo>
                    <a:cubicBezTo>
                      <a:pt x="4167" y="4141"/>
                      <a:pt x="4015" y="4186"/>
                      <a:pt x="3908" y="4266"/>
                    </a:cubicBezTo>
                    <a:cubicBezTo>
                      <a:pt x="3828" y="4346"/>
                      <a:pt x="3837" y="4471"/>
                      <a:pt x="3730" y="4534"/>
                    </a:cubicBezTo>
                    <a:cubicBezTo>
                      <a:pt x="3659" y="4676"/>
                      <a:pt x="3445" y="4560"/>
                      <a:pt x="3364" y="4694"/>
                    </a:cubicBezTo>
                    <a:cubicBezTo>
                      <a:pt x="3311" y="4855"/>
                      <a:pt x="3177" y="4962"/>
                      <a:pt x="3132" y="5122"/>
                    </a:cubicBezTo>
                    <a:cubicBezTo>
                      <a:pt x="2775" y="5426"/>
                      <a:pt x="2767" y="5934"/>
                      <a:pt x="2472" y="6282"/>
                    </a:cubicBezTo>
                    <a:cubicBezTo>
                      <a:pt x="2294" y="6514"/>
                      <a:pt x="2133" y="6791"/>
                      <a:pt x="2089" y="7085"/>
                    </a:cubicBezTo>
                    <a:lnTo>
                      <a:pt x="2053" y="7094"/>
                    </a:lnTo>
                    <a:cubicBezTo>
                      <a:pt x="1848" y="7620"/>
                      <a:pt x="1616" y="8129"/>
                      <a:pt x="1446" y="8673"/>
                    </a:cubicBezTo>
                    <a:cubicBezTo>
                      <a:pt x="1232" y="9057"/>
                      <a:pt x="1152" y="9494"/>
                      <a:pt x="1018" y="9913"/>
                    </a:cubicBezTo>
                    <a:cubicBezTo>
                      <a:pt x="893" y="10163"/>
                      <a:pt x="893" y="10457"/>
                      <a:pt x="813" y="10725"/>
                    </a:cubicBezTo>
                    <a:cubicBezTo>
                      <a:pt x="572" y="11269"/>
                      <a:pt x="456" y="11858"/>
                      <a:pt x="313" y="12438"/>
                    </a:cubicBezTo>
                    <a:cubicBezTo>
                      <a:pt x="197" y="12678"/>
                      <a:pt x="224" y="12973"/>
                      <a:pt x="135" y="13232"/>
                    </a:cubicBezTo>
                    <a:lnTo>
                      <a:pt x="99" y="13232"/>
                    </a:lnTo>
                    <a:cubicBezTo>
                      <a:pt x="1" y="13678"/>
                      <a:pt x="99" y="14115"/>
                      <a:pt x="99" y="14561"/>
                    </a:cubicBezTo>
                    <a:lnTo>
                      <a:pt x="135" y="14552"/>
                    </a:lnTo>
                    <a:cubicBezTo>
                      <a:pt x="162" y="14766"/>
                      <a:pt x="188" y="14989"/>
                      <a:pt x="197" y="15212"/>
                    </a:cubicBezTo>
                    <a:cubicBezTo>
                      <a:pt x="144" y="15408"/>
                      <a:pt x="251" y="15596"/>
                      <a:pt x="251" y="15783"/>
                    </a:cubicBezTo>
                    <a:cubicBezTo>
                      <a:pt x="286" y="15997"/>
                      <a:pt x="269" y="16229"/>
                      <a:pt x="411" y="16407"/>
                    </a:cubicBezTo>
                    <a:cubicBezTo>
                      <a:pt x="474" y="16479"/>
                      <a:pt x="438" y="16675"/>
                      <a:pt x="545" y="16675"/>
                    </a:cubicBezTo>
                    <a:cubicBezTo>
                      <a:pt x="501" y="16880"/>
                      <a:pt x="670" y="17050"/>
                      <a:pt x="750" y="17219"/>
                    </a:cubicBezTo>
                    <a:cubicBezTo>
                      <a:pt x="786" y="17415"/>
                      <a:pt x="982" y="17531"/>
                      <a:pt x="1000" y="17728"/>
                    </a:cubicBezTo>
                    <a:cubicBezTo>
                      <a:pt x="1214" y="18085"/>
                      <a:pt x="1375" y="18477"/>
                      <a:pt x="1634" y="18816"/>
                    </a:cubicBezTo>
                    <a:cubicBezTo>
                      <a:pt x="1919" y="18959"/>
                      <a:pt x="2133" y="19244"/>
                      <a:pt x="2231" y="19539"/>
                    </a:cubicBezTo>
                    <a:cubicBezTo>
                      <a:pt x="2543" y="19780"/>
                      <a:pt x="2954" y="19815"/>
                      <a:pt x="3248" y="20074"/>
                    </a:cubicBezTo>
                    <a:cubicBezTo>
                      <a:pt x="3436" y="20125"/>
                      <a:pt x="3591" y="20298"/>
                      <a:pt x="3791" y="20298"/>
                    </a:cubicBezTo>
                    <a:cubicBezTo>
                      <a:pt x="3800" y="20298"/>
                      <a:pt x="3810" y="20298"/>
                      <a:pt x="3819" y="20297"/>
                    </a:cubicBezTo>
                    <a:lnTo>
                      <a:pt x="3819" y="20297"/>
                    </a:lnTo>
                    <a:cubicBezTo>
                      <a:pt x="3792" y="20386"/>
                      <a:pt x="3917" y="20395"/>
                      <a:pt x="3971" y="20413"/>
                    </a:cubicBezTo>
                    <a:cubicBezTo>
                      <a:pt x="4122" y="20453"/>
                      <a:pt x="4259" y="20570"/>
                      <a:pt x="4419" y="20570"/>
                    </a:cubicBezTo>
                    <a:cubicBezTo>
                      <a:pt x="4439" y="20570"/>
                      <a:pt x="4459" y="20569"/>
                      <a:pt x="4479" y="20565"/>
                    </a:cubicBezTo>
                    <a:lnTo>
                      <a:pt x="4479" y="20565"/>
                    </a:lnTo>
                    <a:lnTo>
                      <a:pt x="4470" y="20609"/>
                    </a:lnTo>
                    <a:cubicBezTo>
                      <a:pt x="4923" y="20678"/>
                      <a:pt x="5327" y="20959"/>
                      <a:pt x="5792" y="20959"/>
                    </a:cubicBezTo>
                    <a:cubicBezTo>
                      <a:pt x="5812" y="20959"/>
                      <a:pt x="5833" y="20958"/>
                      <a:pt x="5853" y="20957"/>
                    </a:cubicBezTo>
                    <a:lnTo>
                      <a:pt x="5880" y="20957"/>
                    </a:lnTo>
                    <a:cubicBezTo>
                      <a:pt x="6451" y="21234"/>
                      <a:pt x="7102" y="21243"/>
                      <a:pt x="7718" y="21359"/>
                    </a:cubicBezTo>
                    <a:cubicBezTo>
                      <a:pt x="7741" y="21369"/>
                      <a:pt x="7765" y="21372"/>
                      <a:pt x="7788" y="21372"/>
                    </a:cubicBezTo>
                    <a:cubicBezTo>
                      <a:pt x="7862" y="21372"/>
                      <a:pt x="7938" y="21336"/>
                      <a:pt x="8012" y="21336"/>
                    </a:cubicBezTo>
                    <a:cubicBezTo>
                      <a:pt x="8042" y="21336"/>
                      <a:pt x="8072" y="21342"/>
                      <a:pt x="8101" y="21359"/>
                    </a:cubicBezTo>
                    <a:cubicBezTo>
                      <a:pt x="8343" y="21387"/>
                      <a:pt x="8585" y="21398"/>
                      <a:pt x="8827" y="21398"/>
                    </a:cubicBezTo>
                    <a:cubicBezTo>
                      <a:pt x="9426" y="21398"/>
                      <a:pt x="10026" y="21329"/>
                      <a:pt x="10617" y="21278"/>
                    </a:cubicBezTo>
                    <a:lnTo>
                      <a:pt x="10617" y="21234"/>
                    </a:lnTo>
                    <a:lnTo>
                      <a:pt x="10653" y="21225"/>
                    </a:lnTo>
                    <a:cubicBezTo>
                      <a:pt x="10705" y="21232"/>
                      <a:pt x="10758" y="21236"/>
                      <a:pt x="10811" y="21236"/>
                    </a:cubicBezTo>
                    <a:cubicBezTo>
                      <a:pt x="10896" y="21236"/>
                      <a:pt x="10981" y="21225"/>
                      <a:pt x="11063" y="21198"/>
                    </a:cubicBezTo>
                    <a:cubicBezTo>
                      <a:pt x="11277" y="21109"/>
                      <a:pt x="11527" y="21153"/>
                      <a:pt x="11741" y="21046"/>
                    </a:cubicBezTo>
                    <a:cubicBezTo>
                      <a:pt x="11787" y="21063"/>
                      <a:pt x="11833" y="21070"/>
                      <a:pt x="11879" y="21070"/>
                    </a:cubicBezTo>
                    <a:cubicBezTo>
                      <a:pt x="12040" y="21070"/>
                      <a:pt x="12200" y="20989"/>
                      <a:pt x="12361" y="20989"/>
                    </a:cubicBezTo>
                    <a:cubicBezTo>
                      <a:pt x="12395" y="20989"/>
                      <a:pt x="12430" y="20993"/>
                      <a:pt x="12464" y="21002"/>
                    </a:cubicBezTo>
                    <a:cubicBezTo>
                      <a:pt x="12821" y="20841"/>
                      <a:pt x="13204" y="20770"/>
                      <a:pt x="13552" y="20591"/>
                    </a:cubicBezTo>
                    <a:cubicBezTo>
                      <a:pt x="13891" y="20565"/>
                      <a:pt x="14168" y="20351"/>
                      <a:pt x="14507" y="20351"/>
                    </a:cubicBezTo>
                    <a:cubicBezTo>
                      <a:pt x="14466" y="20287"/>
                      <a:pt x="14478" y="20267"/>
                      <a:pt x="14515" y="20267"/>
                    </a:cubicBezTo>
                    <a:cubicBezTo>
                      <a:pt x="14573" y="20267"/>
                      <a:pt x="14691" y="20315"/>
                      <a:pt x="14761" y="20315"/>
                    </a:cubicBezTo>
                    <a:cubicBezTo>
                      <a:pt x="14784" y="20315"/>
                      <a:pt x="14801" y="20310"/>
                      <a:pt x="14810" y="20297"/>
                    </a:cubicBezTo>
                    <a:cubicBezTo>
                      <a:pt x="14975" y="20231"/>
                      <a:pt x="15110" y="20080"/>
                      <a:pt x="15307" y="20080"/>
                    </a:cubicBezTo>
                    <a:cubicBezTo>
                      <a:pt x="15322" y="20080"/>
                      <a:pt x="15338" y="20081"/>
                      <a:pt x="15354" y="20083"/>
                    </a:cubicBezTo>
                    <a:cubicBezTo>
                      <a:pt x="15354" y="20065"/>
                      <a:pt x="15354" y="20020"/>
                      <a:pt x="15354" y="20003"/>
                    </a:cubicBezTo>
                    <a:cubicBezTo>
                      <a:pt x="15470" y="19976"/>
                      <a:pt x="15568" y="19887"/>
                      <a:pt x="15657" y="19806"/>
                    </a:cubicBezTo>
                    <a:cubicBezTo>
                      <a:pt x="15671" y="19808"/>
                      <a:pt x="15684" y="19809"/>
                      <a:pt x="15697" y="19809"/>
                    </a:cubicBezTo>
                    <a:cubicBezTo>
                      <a:pt x="15899" y="19809"/>
                      <a:pt x="16082" y="19628"/>
                      <a:pt x="16294" y="19628"/>
                    </a:cubicBezTo>
                    <a:cubicBezTo>
                      <a:pt x="16299" y="19628"/>
                      <a:pt x="16304" y="19628"/>
                      <a:pt x="16309" y="19628"/>
                    </a:cubicBezTo>
                    <a:cubicBezTo>
                      <a:pt x="16380" y="19548"/>
                      <a:pt x="16585" y="19530"/>
                      <a:pt x="16576" y="19423"/>
                    </a:cubicBezTo>
                    <a:lnTo>
                      <a:pt x="16576" y="19423"/>
                    </a:lnTo>
                    <a:cubicBezTo>
                      <a:pt x="16603" y="19430"/>
                      <a:pt x="16629" y="19433"/>
                      <a:pt x="16654" y="19433"/>
                    </a:cubicBezTo>
                    <a:cubicBezTo>
                      <a:pt x="16833" y="19433"/>
                      <a:pt x="16970" y="19269"/>
                      <a:pt x="17163" y="19269"/>
                    </a:cubicBezTo>
                    <a:cubicBezTo>
                      <a:pt x="17175" y="19269"/>
                      <a:pt x="17188" y="19270"/>
                      <a:pt x="17201" y="19271"/>
                    </a:cubicBezTo>
                    <a:cubicBezTo>
                      <a:pt x="17415" y="19173"/>
                      <a:pt x="17629" y="19039"/>
                      <a:pt x="17816" y="18879"/>
                    </a:cubicBezTo>
                    <a:lnTo>
                      <a:pt x="17816" y="18834"/>
                    </a:lnTo>
                    <a:cubicBezTo>
                      <a:pt x="18048" y="18807"/>
                      <a:pt x="18182" y="18513"/>
                      <a:pt x="18441" y="18477"/>
                    </a:cubicBezTo>
                    <a:cubicBezTo>
                      <a:pt x="18575" y="18334"/>
                      <a:pt x="18726" y="18201"/>
                      <a:pt x="18887" y="18093"/>
                    </a:cubicBezTo>
                    <a:cubicBezTo>
                      <a:pt x="18887" y="18067"/>
                      <a:pt x="18887" y="18022"/>
                      <a:pt x="18878" y="18004"/>
                    </a:cubicBezTo>
                    <a:cubicBezTo>
                      <a:pt x="19038" y="17915"/>
                      <a:pt x="19235" y="17754"/>
                      <a:pt x="19235" y="17558"/>
                    </a:cubicBezTo>
                    <a:cubicBezTo>
                      <a:pt x="19467" y="17433"/>
                      <a:pt x="19538" y="17148"/>
                      <a:pt x="19761" y="17023"/>
                    </a:cubicBezTo>
                    <a:cubicBezTo>
                      <a:pt x="19984" y="16800"/>
                      <a:pt x="20136" y="16514"/>
                      <a:pt x="20341" y="16274"/>
                    </a:cubicBezTo>
                    <a:cubicBezTo>
                      <a:pt x="20841" y="15560"/>
                      <a:pt x="21394" y="14873"/>
                      <a:pt x="21893" y="14159"/>
                    </a:cubicBezTo>
                    <a:cubicBezTo>
                      <a:pt x="22045" y="14070"/>
                      <a:pt x="22063" y="13865"/>
                      <a:pt x="22018" y="13704"/>
                    </a:cubicBezTo>
                    <a:cubicBezTo>
                      <a:pt x="22018" y="13490"/>
                      <a:pt x="22143" y="13303"/>
                      <a:pt x="22277" y="13125"/>
                    </a:cubicBezTo>
                    <a:cubicBezTo>
                      <a:pt x="22384" y="12839"/>
                      <a:pt x="22544" y="12580"/>
                      <a:pt x="22705" y="12322"/>
                    </a:cubicBezTo>
                    <a:cubicBezTo>
                      <a:pt x="22785" y="12018"/>
                      <a:pt x="22875" y="11706"/>
                      <a:pt x="22803" y="11385"/>
                    </a:cubicBezTo>
                    <a:cubicBezTo>
                      <a:pt x="22785" y="11260"/>
                      <a:pt x="22955" y="11162"/>
                      <a:pt x="22910" y="11028"/>
                    </a:cubicBezTo>
                    <a:cubicBezTo>
                      <a:pt x="22848" y="10850"/>
                      <a:pt x="22883" y="10662"/>
                      <a:pt x="22821" y="10493"/>
                    </a:cubicBezTo>
                    <a:cubicBezTo>
                      <a:pt x="22794" y="10413"/>
                      <a:pt x="22839" y="10314"/>
                      <a:pt x="22759" y="10252"/>
                    </a:cubicBezTo>
                    <a:cubicBezTo>
                      <a:pt x="22723" y="10074"/>
                      <a:pt x="22714" y="9886"/>
                      <a:pt x="22634" y="9717"/>
                    </a:cubicBezTo>
                    <a:cubicBezTo>
                      <a:pt x="22509" y="9645"/>
                      <a:pt x="22402" y="9547"/>
                      <a:pt x="22420" y="9396"/>
                    </a:cubicBezTo>
                    <a:cubicBezTo>
                      <a:pt x="22214" y="9262"/>
                      <a:pt x="22134" y="9030"/>
                      <a:pt x="22018" y="8825"/>
                    </a:cubicBezTo>
                    <a:cubicBezTo>
                      <a:pt x="22018" y="8691"/>
                      <a:pt x="21947" y="8548"/>
                      <a:pt x="21974" y="8414"/>
                    </a:cubicBezTo>
                    <a:lnTo>
                      <a:pt x="21974" y="8414"/>
                    </a:lnTo>
                    <a:lnTo>
                      <a:pt x="21938" y="8423"/>
                    </a:lnTo>
                    <a:cubicBezTo>
                      <a:pt x="21947" y="8327"/>
                      <a:pt x="21964" y="8120"/>
                      <a:pt x="21847" y="8120"/>
                    </a:cubicBezTo>
                    <a:cubicBezTo>
                      <a:pt x="21845" y="8120"/>
                      <a:pt x="21842" y="8120"/>
                      <a:pt x="21840" y="8120"/>
                    </a:cubicBezTo>
                    <a:cubicBezTo>
                      <a:pt x="21866" y="7968"/>
                      <a:pt x="21849" y="7808"/>
                      <a:pt x="21849" y="7656"/>
                    </a:cubicBezTo>
                    <a:cubicBezTo>
                      <a:pt x="21858" y="7379"/>
                      <a:pt x="21849" y="7094"/>
                      <a:pt x="21849" y="6808"/>
                    </a:cubicBezTo>
                    <a:cubicBezTo>
                      <a:pt x="21911" y="6701"/>
                      <a:pt x="21911" y="6576"/>
                      <a:pt x="21947" y="6461"/>
                    </a:cubicBezTo>
                    <a:cubicBezTo>
                      <a:pt x="22089" y="6336"/>
                      <a:pt x="22072" y="6050"/>
                      <a:pt x="22036" y="5845"/>
                    </a:cubicBezTo>
                    <a:lnTo>
                      <a:pt x="22036" y="5845"/>
                    </a:lnTo>
                    <a:lnTo>
                      <a:pt x="21991" y="5854"/>
                    </a:lnTo>
                    <a:cubicBezTo>
                      <a:pt x="21920" y="5774"/>
                      <a:pt x="21858" y="5675"/>
                      <a:pt x="21947" y="5577"/>
                    </a:cubicBezTo>
                    <a:cubicBezTo>
                      <a:pt x="22018" y="5497"/>
                      <a:pt x="21893" y="5435"/>
                      <a:pt x="21875" y="5354"/>
                    </a:cubicBezTo>
                    <a:cubicBezTo>
                      <a:pt x="21884" y="5319"/>
                      <a:pt x="21893" y="5256"/>
                      <a:pt x="21902" y="5220"/>
                    </a:cubicBezTo>
                    <a:cubicBezTo>
                      <a:pt x="21893" y="5096"/>
                      <a:pt x="21777" y="5015"/>
                      <a:pt x="21742" y="4908"/>
                    </a:cubicBezTo>
                    <a:cubicBezTo>
                      <a:pt x="21750" y="4694"/>
                      <a:pt x="21599" y="4525"/>
                      <a:pt x="21456" y="4391"/>
                    </a:cubicBezTo>
                    <a:cubicBezTo>
                      <a:pt x="21429" y="4248"/>
                      <a:pt x="21331" y="4114"/>
                      <a:pt x="21180" y="4088"/>
                    </a:cubicBezTo>
                    <a:cubicBezTo>
                      <a:pt x="21108" y="4088"/>
                      <a:pt x="21117" y="4007"/>
                      <a:pt x="21064" y="3989"/>
                    </a:cubicBezTo>
                    <a:cubicBezTo>
                      <a:pt x="21072" y="3873"/>
                      <a:pt x="20983" y="3793"/>
                      <a:pt x="20974" y="3677"/>
                    </a:cubicBezTo>
                    <a:cubicBezTo>
                      <a:pt x="20967" y="3639"/>
                      <a:pt x="20952" y="3554"/>
                      <a:pt x="20903" y="3554"/>
                    </a:cubicBezTo>
                    <a:cubicBezTo>
                      <a:pt x="20895" y="3554"/>
                      <a:pt x="20886" y="3556"/>
                      <a:pt x="20876" y="3561"/>
                    </a:cubicBezTo>
                    <a:cubicBezTo>
                      <a:pt x="20805" y="3454"/>
                      <a:pt x="20814" y="3285"/>
                      <a:pt x="20689" y="3213"/>
                    </a:cubicBezTo>
                    <a:cubicBezTo>
                      <a:pt x="20600" y="3178"/>
                      <a:pt x="20484" y="3160"/>
                      <a:pt x="20430" y="3071"/>
                    </a:cubicBezTo>
                    <a:cubicBezTo>
                      <a:pt x="20332" y="2839"/>
                      <a:pt x="20020" y="2883"/>
                      <a:pt x="19877" y="2696"/>
                    </a:cubicBezTo>
                    <a:cubicBezTo>
                      <a:pt x="19734" y="2526"/>
                      <a:pt x="19458" y="2571"/>
                      <a:pt x="19360" y="2366"/>
                    </a:cubicBezTo>
                    <a:cubicBezTo>
                      <a:pt x="19199" y="2285"/>
                      <a:pt x="19021" y="2241"/>
                      <a:pt x="18860" y="2161"/>
                    </a:cubicBezTo>
                    <a:cubicBezTo>
                      <a:pt x="18771" y="2089"/>
                      <a:pt x="18708" y="1973"/>
                      <a:pt x="18584" y="1955"/>
                    </a:cubicBezTo>
                    <a:cubicBezTo>
                      <a:pt x="18334" y="1893"/>
                      <a:pt x="18102" y="1777"/>
                      <a:pt x="17906" y="1616"/>
                    </a:cubicBezTo>
                    <a:cubicBezTo>
                      <a:pt x="17558" y="1536"/>
                      <a:pt x="17299" y="1277"/>
                      <a:pt x="17022" y="1081"/>
                    </a:cubicBezTo>
                    <a:cubicBezTo>
                      <a:pt x="16764" y="1001"/>
                      <a:pt x="16496" y="929"/>
                      <a:pt x="16264" y="778"/>
                    </a:cubicBezTo>
                    <a:cubicBezTo>
                      <a:pt x="15943" y="653"/>
                      <a:pt x="15604" y="591"/>
                      <a:pt x="15292" y="421"/>
                    </a:cubicBezTo>
                    <a:cubicBezTo>
                      <a:pt x="14997" y="403"/>
                      <a:pt x="14685" y="394"/>
                      <a:pt x="14417" y="234"/>
                    </a:cubicBezTo>
                    <a:cubicBezTo>
                      <a:pt x="14351" y="184"/>
                      <a:pt x="14276" y="172"/>
                      <a:pt x="14197" y="172"/>
                    </a:cubicBezTo>
                    <a:cubicBezTo>
                      <a:pt x="14127" y="172"/>
                      <a:pt x="14054" y="182"/>
                      <a:pt x="13984" y="182"/>
                    </a:cubicBezTo>
                    <a:cubicBezTo>
                      <a:pt x="13920" y="182"/>
                      <a:pt x="13858" y="174"/>
                      <a:pt x="13802" y="144"/>
                    </a:cubicBezTo>
                    <a:cubicBezTo>
                      <a:pt x="13694" y="93"/>
                      <a:pt x="13575" y="63"/>
                      <a:pt x="13456" y="63"/>
                    </a:cubicBezTo>
                    <a:cubicBezTo>
                      <a:pt x="13368" y="63"/>
                      <a:pt x="13279" y="80"/>
                      <a:pt x="13195" y="118"/>
                    </a:cubicBezTo>
                    <a:cubicBezTo>
                      <a:pt x="13160" y="132"/>
                      <a:pt x="13127" y="137"/>
                      <a:pt x="13094" y="137"/>
                    </a:cubicBezTo>
                    <a:cubicBezTo>
                      <a:pt x="12953" y="137"/>
                      <a:pt x="12828" y="32"/>
                      <a:pt x="12684" y="32"/>
                    </a:cubicBezTo>
                    <a:cubicBezTo>
                      <a:pt x="12647" y="32"/>
                      <a:pt x="12610" y="39"/>
                      <a:pt x="12571" y="55"/>
                    </a:cubicBezTo>
                    <a:cubicBezTo>
                      <a:pt x="12554" y="12"/>
                      <a:pt x="12507" y="0"/>
                      <a:pt x="124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1190;p48">
                <a:extLst>
                  <a:ext uri="{FF2B5EF4-FFF2-40B4-BE49-F238E27FC236}">
                    <a16:creationId xmlns:a16="http://schemas.microsoft.com/office/drawing/2014/main" id="{9E3C22C6-7086-7DE4-1039-5C6D6B322F41}"/>
                  </a:ext>
                </a:extLst>
              </p:cNvPr>
              <p:cNvSpPr/>
              <p:nvPr/>
            </p:nvSpPr>
            <p:spPr>
              <a:xfrm>
                <a:off x="8150749" y="1879867"/>
                <a:ext cx="286890" cy="286743"/>
              </a:xfrm>
              <a:custGeom>
                <a:avLst/>
                <a:gdLst/>
                <a:ahLst/>
                <a:cxnLst/>
                <a:rect l="l" t="t" r="r" b="b"/>
                <a:pathLst>
                  <a:path w="21510" h="21499" extrusionOk="0">
                    <a:moveTo>
                      <a:pt x="11164" y="0"/>
                    </a:moveTo>
                    <a:cubicBezTo>
                      <a:pt x="11086" y="0"/>
                      <a:pt x="10992" y="29"/>
                      <a:pt x="10947" y="74"/>
                    </a:cubicBezTo>
                    <a:cubicBezTo>
                      <a:pt x="10884" y="217"/>
                      <a:pt x="10706" y="217"/>
                      <a:pt x="10563" y="226"/>
                    </a:cubicBezTo>
                    <a:cubicBezTo>
                      <a:pt x="10545" y="208"/>
                      <a:pt x="10510" y="190"/>
                      <a:pt x="10483" y="181"/>
                    </a:cubicBezTo>
                    <a:cubicBezTo>
                      <a:pt x="10491" y="143"/>
                      <a:pt x="10466" y="135"/>
                      <a:pt x="10433" y="135"/>
                    </a:cubicBezTo>
                    <a:cubicBezTo>
                      <a:pt x="10407" y="135"/>
                      <a:pt x="10375" y="140"/>
                      <a:pt x="10350" y="140"/>
                    </a:cubicBezTo>
                    <a:cubicBezTo>
                      <a:pt x="10339" y="140"/>
                      <a:pt x="10330" y="139"/>
                      <a:pt x="10322" y="136"/>
                    </a:cubicBezTo>
                    <a:cubicBezTo>
                      <a:pt x="10318" y="101"/>
                      <a:pt x="10274" y="90"/>
                      <a:pt x="10219" y="90"/>
                    </a:cubicBezTo>
                    <a:cubicBezTo>
                      <a:pt x="10149" y="90"/>
                      <a:pt x="10063" y="108"/>
                      <a:pt x="10028" y="118"/>
                    </a:cubicBezTo>
                    <a:cubicBezTo>
                      <a:pt x="9936" y="142"/>
                      <a:pt x="9890" y="291"/>
                      <a:pt x="9798" y="291"/>
                    </a:cubicBezTo>
                    <a:cubicBezTo>
                      <a:pt x="9784" y="291"/>
                      <a:pt x="9768" y="288"/>
                      <a:pt x="9751" y="279"/>
                    </a:cubicBezTo>
                    <a:cubicBezTo>
                      <a:pt x="9719" y="266"/>
                      <a:pt x="9689" y="261"/>
                      <a:pt x="9659" y="261"/>
                    </a:cubicBezTo>
                    <a:cubicBezTo>
                      <a:pt x="9468" y="261"/>
                      <a:pt x="9317" y="491"/>
                      <a:pt x="9130" y="491"/>
                    </a:cubicBezTo>
                    <a:cubicBezTo>
                      <a:pt x="9103" y="491"/>
                      <a:pt x="9075" y="486"/>
                      <a:pt x="9047" y="475"/>
                    </a:cubicBezTo>
                    <a:cubicBezTo>
                      <a:pt x="8972" y="516"/>
                      <a:pt x="8908" y="577"/>
                      <a:pt x="8831" y="577"/>
                    </a:cubicBezTo>
                    <a:cubicBezTo>
                      <a:pt x="8806" y="577"/>
                      <a:pt x="8780" y="571"/>
                      <a:pt x="8752" y="556"/>
                    </a:cubicBezTo>
                    <a:cubicBezTo>
                      <a:pt x="8663" y="580"/>
                      <a:pt x="8572" y="586"/>
                      <a:pt x="8479" y="586"/>
                    </a:cubicBezTo>
                    <a:cubicBezTo>
                      <a:pt x="8394" y="586"/>
                      <a:pt x="8308" y="581"/>
                      <a:pt x="8221" y="581"/>
                    </a:cubicBezTo>
                    <a:cubicBezTo>
                      <a:pt x="8196" y="581"/>
                      <a:pt x="8171" y="581"/>
                      <a:pt x="8146" y="582"/>
                    </a:cubicBezTo>
                    <a:lnTo>
                      <a:pt x="8155" y="627"/>
                    </a:lnTo>
                    <a:cubicBezTo>
                      <a:pt x="8021" y="627"/>
                      <a:pt x="7896" y="672"/>
                      <a:pt x="7780" y="734"/>
                    </a:cubicBezTo>
                    <a:cubicBezTo>
                      <a:pt x="7477" y="743"/>
                      <a:pt x="7218" y="930"/>
                      <a:pt x="6915" y="957"/>
                    </a:cubicBezTo>
                    <a:cubicBezTo>
                      <a:pt x="6799" y="993"/>
                      <a:pt x="6736" y="1118"/>
                      <a:pt x="6620" y="1144"/>
                    </a:cubicBezTo>
                    <a:cubicBezTo>
                      <a:pt x="6600" y="1141"/>
                      <a:pt x="6580" y="1140"/>
                      <a:pt x="6560" y="1140"/>
                    </a:cubicBezTo>
                    <a:cubicBezTo>
                      <a:pt x="6414" y="1140"/>
                      <a:pt x="6282" y="1224"/>
                      <a:pt x="6219" y="1350"/>
                    </a:cubicBezTo>
                    <a:cubicBezTo>
                      <a:pt x="6130" y="1414"/>
                      <a:pt x="6021" y="1449"/>
                      <a:pt x="5909" y="1449"/>
                    </a:cubicBezTo>
                    <a:cubicBezTo>
                      <a:pt x="5896" y="1449"/>
                      <a:pt x="5883" y="1449"/>
                      <a:pt x="5871" y="1448"/>
                    </a:cubicBezTo>
                    <a:cubicBezTo>
                      <a:pt x="5728" y="1528"/>
                      <a:pt x="5541" y="1519"/>
                      <a:pt x="5443" y="1662"/>
                    </a:cubicBezTo>
                    <a:cubicBezTo>
                      <a:pt x="5086" y="2028"/>
                      <a:pt x="4613" y="2286"/>
                      <a:pt x="4372" y="2759"/>
                    </a:cubicBezTo>
                    <a:cubicBezTo>
                      <a:pt x="3935" y="3232"/>
                      <a:pt x="3685" y="3856"/>
                      <a:pt x="3257" y="4338"/>
                    </a:cubicBezTo>
                    <a:cubicBezTo>
                      <a:pt x="3079" y="4543"/>
                      <a:pt x="2998" y="4802"/>
                      <a:pt x="2838" y="5016"/>
                    </a:cubicBezTo>
                    <a:cubicBezTo>
                      <a:pt x="2659" y="5212"/>
                      <a:pt x="2543" y="5453"/>
                      <a:pt x="2436" y="5694"/>
                    </a:cubicBezTo>
                    <a:cubicBezTo>
                      <a:pt x="2276" y="5810"/>
                      <a:pt x="2204" y="6033"/>
                      <a:pt x="2088" y="6194"/>
                    </a:cubicBezTo>
                    <a:cubicBezTo>
                      <a:pt x="2070" y="6354"/>
                      <a:pt x="1963" y="6470"/>
                      <a:pt x="1901" y="6613"/>
                    </a:cubicBezTo>
                    <a:cubicBezTo>
                      <a:pt x="1758" y="6782"/>
                      <a:pt x="1874" y="7032"/>
                      <a:pt x="1723" y="7202"/>
                    </a:cubicBezTo>
                    <a:cubicBezTo>
                      <a:pt x="1696" y="7416"/>
                      <a:pt x="1508" y="7567"/>
                      <a:pt x="1437" y="7764"/>
                    </a:cubicBezTo>
                    <a:cubicBezTo>
                      <a:pt x="1357" y="8308"/>
                      <a:pt x="1125" y="8808"/>
                      <a:pt x="946" y="9325"/>
                    </a:cubicBezTo>
                    <a:cubicBezTo>
                      <a:pt x="982" y="9601"/>
                      <a:pt x="732" y="9816"/>
                      <a:pt x="741" y="10083"/>
                    </a:cubicBezTo>
                    <a:lnTo>
                      <a:pt x="706" y="10092"/>
                    </a:lnTo>
                    <a:cubicBezTo>
                      <a:pt x="572" y="10699"/>
                      <a:pt x="420" y="11305"/>
                      <a:pt x="268" y="11912"/>
                    </a:cubicBezTo>
                    <a:cubicBezTo>
                      <a:pt x="170" y="12162"/>
                      <a:pt x="304" y="12438"/>
                      <a:pt x="197" y="12688"/>
                    </a:cubicBezTo>
                    <a:cubicBezTo>
                      <a:pt x="117" y="12947"/>
                      <a:pt x="152" y="13214"/>
                      <a:pt x="108" y="13482"/>
                    </a:cubicBezTo>
                    <a:cubicBezTo>
                      <a:pt x="1" y="13687"/>
                      <a:pt x="224" y="13892"/>
                      <a:pt x="161" y="14098"/>
                    </a:cubicBezTo>
                    <a:cubicBezTo>
                      <a:pt x="108" y="14231"/>
                      <a:pt x="170" y="14374"/>
                      <a:pt x="143" y="14517"/>
                    </a:cubicBezTo>
                    <a:cubicBezTo>
                      <a:pt x="233" y="14829"/>
                      <a:pt x="268" y="15159"/>
                      <a:pt x="456" y="15445"/>
                    </a:cubicBezTo>
                    <a:cubicBezTo>
                      <a:pt x="554" y="15596"/>
                      <a:pt x="554" y="15802"/>
                      <a:pt x="688" y="15935"/>
                    </a:cubicBezTo>
                    <a:cubicBezTo>
                      <a:pt x="786" y="16114"/>
                      <a:pt x="982" y="16248"/>
                      <a:pt x="955" y="16480"/>
                    </a:cubicBezTo>
                    <a:cubicBezTo>
                      <a:pt x="1107" y="16845"/>
                      <a:pt x="1348" y="17184"/>
                      <a:pt x="1705" y="17372"/>
                    </a:cubicBezTo>
                    <a:cubicBezTo>
                      <a:pt x="1812" y="17461"/>
                      <a:pt x="1919" y="17550"/>
                      <a:pt x="1963" y="17684"/>
                    </a:cubicBezTo>
                    <a:cubicBezTo>
                      <a:pt x="2124" y="17773"/>
                      <a:pt x="2276" y="17880"/>
                      <a:pt x="2436" y="17969"/>
                    </a:cubicBezTo>
                    <a:cubicBezTo>
                      <a:pt x="2552" y="18139"/>
                      <a:pt x="2748" y="18157"/>
                      <a:pt x="2891" y="18282"/>
                    </a:cubicBezTo>
                    <a:cubicBezTo>
                      <a:pt x="3114" y="18344"/>
                      <a:pt x="3284" y="18531"/>
                      <a:pt x="3507" y="18603"/>
                    </a:cubicBezTo>
                    <a:cubicBezTo>
                      <a:pt x="3694" y="18799"/>
                      <a:pt x="3935" y="18942"/>
                      <a:pt x="4149" y="19120"/>
                    </a:cubicBezTo>
                    <a:cubicBezTo>
                      <a:pt x="4149" y="19218"/>
                      <a:pt x="4203" y="19352"/>
                      <a:pt x="4327" y="19352"/>
                    </a:cubicBezTo>
                    <a:cubicBezTo>
                      <a:pt x="4729" y="19397"/>
                      <a:pt x="5068" y="19620"/>
                      <a:pt x="5362" y="19878"/>
                    </a:cubicBezTo>
                    <a:cubicBezTo>
                      <a:pt x="5496" y="19994"/>
                      <a:pt x="5683" y="19950"/>
                      <a:pt x="5844" y="20003"/>
                    </a:cubicBezTo>
                    <a:cubicBezTo>
                      <a:pt x="5942" y="20075"/>
                      <a:pt x="6031" y="20164"/>
                      <a:pt x="6138" y="20226"/>
                    </a:cubicBezTo>
                    <a:cubicBezTo>
                      <a:pt x="6326" y="20280"/>
                      <a:pt x="6531" y="20289"/>
                      <a:pt x="6700" y="20396"/>
                    </a:cubicBezTo>
                    <a:cubicBezTo>
                      <a:pt x="6879" y="20548"/>
                      <a:pt x="7147" y="20530"/>
                      <a:pt x="7316" y="20708"/>
                    </a:cubicBezTo>
                    <a:cubicBezTo>
                      <a:pt x="7352" y="20797"/>
                      <a:pt x="7441" y="20833"/>
                      <a:pt x="7521" y="20869"/>
                    </a:cubicBezTo>
                    <a:cubicBezTo>
                      <a:pt x="7547" y="20884"/>
                      <a:pt x="7572" y="20890"/>
                      <a:pt x="7596" y="20890"/>
                    </a:cubicBezTo>
                    <a:cubicBezTo>
                      <a:pt x="7687" y="20890"/>
                      <a:pt x="7765" y="20803"/>
                      <a:pt x="7851" y="20803"/>
                    </a:cubicBezTo>
                    <a:cubicBezTo>
                      <a:pt x="7874" y="20803"/>
                      <a:pt x="7898" y="20809"/>
                      <a:pt x="7923" y="20824"/>
                    </a:cubicBezTo>
                    <a:cubicBezTo>
                      <a:pt x="8095" y="20853"/>
                      <a:pt x="8273" y="20951"/>
                      <a:pt x="8452" y="20951"/>
                    </a:cubicBezTo>
                    <a:cubicBezTo>
                      <a:pt x="8496" y="20951"/>
                      <a:pt x="8539" y="20945"/>
                      <a:pt x="8583" y="20931"/>
                    </a:cubicBezTo>
                    <a:cubicBezTo>
                      <a:pt x="8708" y="21101"/>
                      <a:pt x="8957" y="21136"/>
                      <a:pt x="9047" y="21350"/>
                    </a:cubicBezTo>
                    <a:cubicBezTo>
                      <a:pt x="9189" y="21359"/>
                      <a:pt x="9341" y="21359"/>
                      <a:pt x="9457" y="21466"/>
                    </a:cubicBezTo>
                    <a:cubicBezTo>
                      <a:pt x="9488" y="21489"/>
                      <a:pt x="9515" y="21498"/>
                      <a:pt x="9540" y="21498"/>
                    </a:cubicBezTo>
                    <a:cubicBezTo>
                      <a:pt x="9619" y="21498"/>
                      <a:pt x="9672" y="21404"/>
                      <a:pt x="9760" y="21404"/>
                    </a:cubicBezTo>
                    <a:cubicBezTo>
                      <a:pt x="9948" y="21374"/>
                      <a:pt x="10130" y="21287"/>
                      <a:pt x="10321" y="21287"/>
                    </a:cubicBezTo>
                    <a:cubicBezTo>
                      <a:pt x="10357" y="21287"/>
                      <a:pt x="10393" y="21290"/>
                      <a:pt x="10429" y="21297"/>
                    </a:cubicBezTo>
                    <a:cubicBezTo>
                      <a:pt x="10441" y="21298"/>
                      <a:pt x="10452" y="21298"/>
                      <a:pt x="10463" y="21298"/>
                    </a:cubicBezTo>
                    <a:cubicBezTo>
                      <a:pt x="10519" y="21298"/>
                      <a:pt x="10577" y="21290"/>
                      <a:pt x="10632" y="21290"/>
                    </a:cubicBezTo>
                    <a:cubicBezTo>
                      <a:pt x="10699" y="21290"/>
                      <a:pt x="10764" y="21301"/>
                      <a:pt x="10822" y="21350"/>
                    </a:cubicBezTo>
                    <a:cubicBezTo>
                      <a:pt x="11018" y="21359"/>
                      <a:pt x="11215" y="21364"/>
                      <a:pt x="11411" y="21364"/>
                    </a:cubicBezTo>
                    <a:cubicBezTo>
                      <a:pt x="11607" y="21364"/>
                      <a:pt x="11803" y="21359"/>
                      <a:pt x="12000" y="21350"/>
                    </a:cubicBezTo>
                    <a:cubicBezTo>
                      <a:pt x="12106" y="21286"/>
                      <a:pt x="12221" y="21270"/>
                      <a:pt x="12340" y="21270"/>
                    </a:cubicBezTo>
                    <a:cubicBezTo>
                      <a:pt x="12459" y="21270"/>
                      <a:pt x="12581" y="21286"/>
                      <a:pt x="12700" y="21286"/>
                    </a:cubicBezTo>
                    <a:cubicBezTo>
                      <a:pt x="12740" y="21286"/>
                      <a:pt x="12781" y="21284"/>
                      <a:pt x="12820" y="21279"/>
                    </a:cubicBezTo>
                    <a:lnTo>
                      <a:pt x="12820" y="21243"/>
                    </a:lnTo>
                    <a:cubicBezTo>
                      <a:pt x="13168" y="21145"/>
                      <a:pt x="13534" y="21154"/>
                      <a:pt x="13873" y="21047"/>
                    </a:cubicBezTo>
                    <a:cubicBezTo>
                      <a:pt x="14007" y="21029"/>
                      <a:pt x="14167" y="21003"/>
                      <a:pt x="14274" y="20922"/>
                    </a:cubicBezTo>
                    <a:cubicBezTo>
                      <a:pt x="14293" y="20924"/>
                      <a:pt x="14312" y="20925"/>
                      <a:pt x="14330" y="20925"/>
                    </a:cubicBezTo>
                    <a:cubicBezTo>
                      <a:pt x="14411" y="20925"/>
                      <a:pt x="14491" y="20905"/>
                      <a:pt x="14542" y="20833"/>
                    </a:cubicBezTo>
                    <a:cubicBezTo>
                      <a:pt x="14970" y="20637"/>
                      <a:pt x="15416" y="20467"/>
                      <a:pt x="15845" y="20271"/>
                    </a:cubicBezTo>
                    <a:cubicBezTo>
                      <a:pt x="16451" y="19941"/>
                      <a:pt x="17031" y="19557"/>
                      <a:pt x="17620" y="19200"/>
                    </a:cubicBezTo>
                    <a:cubicBezTo>
                      <a:pt x="18066" y="18879"/>
                      <a:pt x="18565" y="18621"/>
                      <a:pt x="18985" y="18264"/>
                    </a:cubicBezTo>
                    <a:cubicBezTo>
                      <a:pt x="19288" y="18112"/>
                      <a:pt x="19547" y="17862"/>
                      <a:pt x="19814" y="17648"/>
                    </a:cubicBezTo>
                    <a:cubicBezTo>
                      <a:pt x="19868" y="17505"/>
                      <a:pt x="19966" y="17398"/>
                      <a:pt x="20091" y="17318"/>
                    </a:cubicBezTo>
                    <a:cubicBezTo>
                      <a:pt x="20136" y="17211"/>
                      <a:pt x="20225" y="17158"/>
                      <a:pt x="20305" y="17086"/>
                    </a:cubicBezTo>
                    <a:cubicBezTo>
                      <a:pt x="20323" y="16801"/>
                      <a:pt x="20582" y="16631"/>
                      <a:pt x="20760" y="16453"/>
                    </a:cubicBezTo>
                    <a:cubicBezTo>
                      <a:pt x="20805" y="16346"/>
                      <a:pt x="20840" y="16230"/>
                      <a:pt x="20867" y="16123"/>
                    </a:cubicBezTo>
                    <a:cubicBezTo>
                      <a:pt x="20900" y="16090"/>
                      <a:pt x="20955" y="15968"/>
                      <a:pt x="20896" y="15968"/>
                    </a:cubicBezTo>
                    <a:cubicBezTo>
                      <a:pt x="20890" y="15968"/>
                      <a:pt x="20884" y="15969"/>
                      <a:pt x="20876" y="15971"/>
                    </a:cubicBezTo>
                    <a:cubicBezTo>
                      <a:pt x="20885" y="15819"/>
                      <a:pt x="21010" y="15730"/>
                      <a:pt x="21108" y="15632"/>
                    </a:cubicBezTo>
                    <a:cubicBezTo>
                      <a:pt x="21126" y="15356"/>
                      <a:pt x="21313" y="15115"/>
                      <a:pt x="21277" y="14838"/>
                    </a:cubicBezTo>
                    <a:lnTo>
                      <a:pt x="21242" y="14838"/>
                    </a:lnTo>
                    <a:cubicBezTo>
                      <a:pt x="21242" y="14785"/>
                      <a:pt x="21242" y="14731"/>
                      <a:pt x="21242" y="14686"/>
                    </a:cubicBezTo>
                    <a:cubicBezTo>
                      <a:pt x="21313" y="14624"/>
                      <a:pt x="21242" y="14499"/>
                      <a:pt x="21331" y="14446"/>
                    </a:cubicBezTo>
                    <a:cubicBezTo>
                      <a:pt x="21429" y="14365"/>
                      <a:pt x="21456" y="14231"/>
                      <a:pt x="21483" y="14116"/>
                    </a:cubicBezTo>
                    <a:cubicBezTo>
                      <a:pt x="21500" y="14017"/>
                      <a:pt x="21376" y="13991"/>
                      <a:pt x="21358" y="13910"/>
                    </a:cubicBezTo>
                    <a:cubicBezTo>
                      <a:pt x="21322" y="13536"/>
                      <a:pt x="21509" y="13179"/>
                      <a:pt x="21411" y="12813"/>
                    </a:cubicBezTo>
                    <a:cubicBezTo>
                      <a:pt x="21376" y="12679"/>
                      <a:pt x="21438" y="12483"/>
                      <a:pt x="21313" y="12421"/>
                    </a:cubicBezTo>
                    <a:lnTo>
                      <a:pt x="21322" y="12385"/>
                    </a:lnTo>
                    <a:lnTo>
                      <a:pt x="21286" y="12385"/>
                    </a:lnTo>
                    <a:cubicBezTo>
                      <a:pt x="21045" y="12269"/>
                      <a:pt x="21099" y="11974"/>
                      <a:pt x="20938" y="11796"/>
                    </a:cubicBezTo>
                    <a:cubicBezTo>
                      <a:pt x="20974" y="11573"/>
                      <a:pt x="21099" y="11377"/>
                      <a:pt x="21010" y="11145"/>
                    </a:cubicBezTo>
                    <a:cubicBezTo>
                      <a:pt x="20965" y="10984"/>
                      <a:pt x="21144" y="10841"/>
                      <a:pt x="21090" y="10681"/>
                    </a:cubicBezTo>
                    <a:cubicBezTo>
                      <a:pt x="21037" y="10476"/>
                      <a:pt x="21170" y="10297"/>
                      <a:pt x="21233" y="10119"/>
                    </a:cubicBezTo>
                    <a:lnTo>
                      <a:pt x="21188" y="10119"/>
                    </a:lnTo>
                    <a:cubicBezTo>
                      <a:pt x="21206" y="9896"/>
                      <a:pt x="21233" y="9646"/>
                      <a:pt x="21099" y="9459"/>
                    </a:cubicBezTo>
                    <a:cubicBezTo>
                      <a:pt x="21045" y="9378"/>
                      <a:pt x="21081" y="9280"/>
                      <a:pt x="21144" y="9227"/>
                    </a:cubicBezTo>
                    <a:cubicBezTo>
                      <a:pt x="21152" y="9152"/>
                      <a:pt x="21231" y="8920"/>
                      <a:pt x="21146" y="8920"/>
                    </a:cubicBezTo>
                    <a:cubicBezTo>
                      <a:pt x="21140" y="8920"/>
                      <a:pt x="21133" y="8921"/>
                      <a:pt x="21126" y="8923"/>
                    </a:cubicBezTo>
                    <a:cubicBezTo>
                      <a:pt x="21001" y="8709"/>
                      <a:pt x="21028" y="8397"/>
                      <a:pt x="20831" y="8237"/>
                    </a:cubicBezTo>
                    <a:cubicBezTo>
                      <a:pt x="20849" y="8094"/>
                      <a:pt x="20849" y="7942"/>
                      <a:pt x="20724" y="7862"/>
                    </a:cubicBezTo>
                    <a:cubicBezTo>
                      <a:pt x="20787" y="7692"/>
                      <a:pt x="20617" y="7648"/>
                      <a:pt x="20591" y="7514"/>
                    </a:cubicBezTo>
                    <a:cubicBezTo>
                      <a:pt x="20644" y="7416"/>
                      <a:pt x="20751" y="7157"/>
                      <a:pt x="20599" y="7104"/>
                    </a:cubicBezTo>
                    <a:cubicBezTo>
                      <a:pt x="20564" y="7032"/>
                      <a:pt x="20492" y="6997"/>
                      <a:pt x="20439" y="6934"/>
                    </a:cubicBezTo>
                    <a:cubicBezTo>
                      <a:pt x="20421" y="6684"/>
                      <a:pt x="20403" y="6426"/>
                      <a:pt x="20278" y="6212"/>
                    </a:cubicBezTo>
                    <a:cubicBezTo>
                      <a:pt x="20136" y="6104"/>
                      <a:pt x="20189" y="5890"/>
                      <a:pt x="20091" y="5748"/>
                    </a:cubicBezTo>
                    <a:cubicBezTo>
                      <a:pt x="19993" y="5605"/>
                      <a:pt x="19921" y="5444"/>
                      <a:pt x="19850" y="5284"/>
                    </a:cubicBezTo>
                    <a:cubicBezTo>
                      <a:pt x="19895" y="4971"/>
                      <a:pt x="19475" y="4945"/>
                      <a:pt x="19431" y="4686"/>
                    </a:cubicBezTo>
                    <a:cubicBezTo>
                      <a:pt x="19538" y="4401"/>
                      <a:pt x="19145" y="4418"/>
                      <a:pt x="19092" y="4213"/>
                    </a:cubicBezTo>
                    <a:cubicBezTo>
                      <a:pt x="19038" y="3990"/>
                      <a:pt x="18708" y="3963"/>
                      <a:pt x="18690" y="3731"/>
                    </a:cubicBezTo>
                    <a:cubicBezTo>
                      <a:pt x="18351" y="3455"/>
                      <a:pt x="18039" y="3134"/>
                      <a:pt x="17664" y="2911"/>
                    </a:cubicBezTo>
                    <a:cubicBezTo>
                      <a:pt x="17575" y="2857"/>
                      <a:pt x="17655" y="2723"/>
                      <a:pt x="17557" y="2697"/>
                    </a:cubicBezTo>
                    <a:cubicBezTo>
                      <a:pt x="17388" y="2607"/>
                      <a:pt x="17343" y="2393"/>
                      <a:pt x="17165" y="2313"/>
                    </a:cubicBezTo>
                    <a:cubicBezTo>
                      <a:pt x="17013" y="2224"/>
                      <a:pt x="16879" y="2090"/>
                      <a:pt x="16728" y="1992"/>
                    </a:cubicBezTo>
                    <a:cubicBezTo>
                      <a:pt x="16157" y="1573"/>
                      <a:pt x="15514" y="1278"/>
                      <a:pt x="14917" y="904"/>
                    </a:cubicBezTo>
                    <a:cubicBezTo>
                      <a:pt x="14899" y="832"/>
                      <a:pt x="14783" y="850"/>
                      <a:pt x="14729" y="832"/>
                    </a:cubicBezTo>
                    <a:cubicBezTo>
                      <a:pt x="14616" y="718"/>
                      <a:pt x="14489" y="637"/>
                      <a:pt x="14333" y="637"/>
                    </a:cubicBezTo>
                    <a:cubicBezTo>
                      <a:pt x="14306" y="637"/>
                      <a:pt x="14277" y="639"/>
                      <a:pt x="14248" y="645"/>
                    </a:cubicBezTo>
                    <a:cubicBezTo>
                      <a:pt x="14105" y="556"/>
                      <a:pt x="13927" y="520"/>
                      <a:pt x="13802" y="404"/>
                    </a:cubicBezTo>
                    <a:cubicBezTo>
                      <a:pt x="13659" y="252"/>
                      <a:pt x="13400" y="333"/>
                      <a:pt x="13275" y="172"/>
                    </a:cubicBezTo>
                    <a:cubicBezTo>
                      <a:pt x="13233" y="141"/>
                      <a:pt x="13189" y="129"/>
                      <a:pt x="13145" y="129"/>
                    </a:cubicBezTo>
                    <a:cubicBezTo>
                      <a:pt x="13017" y="129"/>
                      <a:pt x="12882" y="224"/>
                      <a:pt x="12755" y="224"/>
                    </a:cubicBezTo>
                    <a:cubicBezTo>
                      <a:pt x="12710" y="224"/>
                      <a:pt x="12666" y="212"/>
                      <a:pt x="12624" y="181"/>
                    </a:cubicBezTo>
                    <a:cubicBezTo>
                      <a:pt x="12426" y="82"/>
                      <a:pt x="12189" y="13"/>
                      <a:pt x="11967" y="13"/>
                    </a:cubicBezTo>
                    <a:cubicBezTo>
                      <a:pt x="11869" y="13"/>
                      <a:pt x="11774" y="26"/>
                      <a:pt x="11687" y="56"/>
                    </a:cubicBezTo>
                    <a:cubicBezTo>
                      <a:pt x="11682" y="55"/>
                      <a:pt x="11677" y="55"/>
                      <a:pt x="11672" y="55"/>
                    </a:cubicBezTo>
                    <a:cubicBezTo>
                      <a:pt x="11620" y="55"/>
                      <a:pt x="11596" y="96"/>
                      <a:pt x="11571" y="136"/>
                    </a:cubicBezTo>
                    <a:cubicBezTo>
                      <a:pt x="11557" y="139"/>
                      <a:pt x="11543" y="140"/>
                      <a:pt x="11529" y="140"/>
                    </a:cubicBezTo>
                    <a:cubicBezTo>
                      <a:pt x="11440" y="140"/>
                      <a:pt x="11363" y="95"/>
                      <a:pt x="11286" y="56"/>
                    </a:cubicBezTo>
                    <a:cubicBezTo>
                      <a:pt x="11274" y="17"/>
                      <a:pt x="11224" y="0"/>
                      <a:pt x="111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1191;p48">
                <a:extLst>
                  <a:ext uri="{FF2B5EF4-FFF2-40B4-BE49-F238E27FC236}">
                    <a16:creationId xmlns:a16="http://schemas.microsoft.com/office/drawing/2014/main" id="{76680595-DCE5-2340-BD10-8A4EFCD4AAA6}"/>
                  </a:ext>
                </a:extLst>
              </p:cNvPr>
              <p:cNvSpPr/>
              <p:nvPr/>
            </p:nvSpPr>
            <p:spPr>
              <a:xfrm>
                <a:off x="8150749" y="957462"/>
                <a:ext cx="286906" cy="305203"/>
              </a:xfrm>
              <a:custGeom>
                <a:avLst/>
                <a:gdLst/>
                <a:ahLst/>
                <a:cxnLst/>
                <a:rect l="l" t="t" r="r" b="b"/>
                <a:pathLst>
                  <a:path w="20965" h="22302" extrusionOk="0">
                    <a:moveTo>
                      <a:pt x="10013" y="1"/>
                    </a:moveTo>
                    <a:cubicBezTo>
                      <a:pt x="9832" y="1"/>
                      <a:pt x="9646" y="47"/>
                      <a:pt x="9460" y="47"/>
                    </a:cubicBezTo>
                    <a:cubicBezTo>
                      <a:pt x="9432" y="47"/>
                      <a:pt x="9404" y="46"/>
                      <a:pt x="9376" y="44"/>
                    </a:cubicBezTo>
                    <a:lnTo>
                      <a:pt x="9376" y="44"/>
                    </a:lnTo>
                    <a:lnTo>
                      <a:pt x="9385" y="89"/>
                    </a:lnTo>
                    <a:cubicBezTo>
                      <a:pt x="9242" y="80"/>
                      <a:pt x="9100" y="77"/>
                      <a:pt x="8957" y="77"/>
                    </a:cubicBezTo>
                    <a:cubicBezTo>
                      <a:pt x="8814" y="77"/>
                      <a:pt x="8671" y="80"/>
                      <a:pt x="8529" y="80"/>
                    </a:cubicBezTo>
                    <a:cubicBezTo>
                      <a:pt x="8398" y="65"/>
                      <a:pt x="8260" y="40"/>
                      <a:pt x="8125" y="40"/>
                    </a:cubicBezTo>
                    <a:cubicBezTo>
                      <a:pt x="8011" y="40"/>
                      <a:pt x="7899" y="58"/>
                      <a:pt x="7797" y="115"/>
                    </a:cubicBezTo>
                    <a:cubicBezTo>
                      <a:pt x="7565" y="240"/>
                      <a:pt x="7289" y="213"/>
                      <a:pt x="7039" y="249"/>
                    </a:cubicBezTo>
                    <a:lnTo>
                      <a:pt x="7048" y="294"/>
                    </a:lnTo>
                    <a:cubicBezTo>
                      <a:pt x="7005" y="309"/>
                      <a:pt x="6959" y="312"/>
                      <a:pt x="6912" y="312"/>
                    </a:cubicBezTo>
                    <a:cubicBezTo>
                      <a:pt x="6880" y="312"/>
                      <a:pt x="6848" y="310"/>
                      <a:pt x="6816" y="310"/>
                    </a:cubicBezTo>
                    <a:cubicBezTo>
                      <a:pt x="6730" y="310"/>
                      <a:pt x="6649" y="321"/>
                      <a:pt x="6593" y="401"/>
                    </a:cubicBezTo>
                    <a:cubicBezTo>
                      <a:pt x="6486" y="561"/>
                      <a:pt x="6298" y="490"/>
                      <a:pt x="6156" y="570"/>
                    </a:cubicBezTo>
                    <a:cubicBezTo>
                      <a:pt x="6049" y="561"/>
                      <a:pt x="5941" y="552"/>
                      <a:pt x="5861" y="472"/>
                    </a:cubicBezTo>
                    <a:cubicBezTo>
                      <a:pt x="5832" y="446"/>
                      <a:pt x="5800" y="435"/>
                      <a:pt x="5769" y="435"/>
                    </a:cubicBezTo>
                    <a:cubicBezTo>
                      <a:pt x="5714" y="435"/>
                      <a:pt x="5664" y="472"/>
                      <a:pt x="5647" y="535"/>
                    </a:cubicBezTo>
                    <a:cubicBezTo>
                      <a:pt x="5478" y="588"/>
                      <a:pt x="5344" y="695"/>
                      <a:pt x="5201" y="776"/>
                    </a:cubicBezTo>
                    <a:cubicBezTo>
                      <a:pt x="5191" y="776"/>
                      <a:pt x="5180" y="776"/>
                      <a:pt x="5169" y="776"/>
                    </a:cubicBezTo>
                    <a:cubicBezTo>
                      <a:pt x="5093" y="776"/>
                      <a:pt x="5007" y="767"/>
                      <a:pt x="4924" y="767"/>
                    </a:cubicBezTo>
                    <a:cubicBezTo>
                      <a:pt x="4786" y="767"/>
                      <a:pt x="4654" y="793"/>
                      <a:pt x="4585" y="936"/>
                    </a:cubicBezTo>
                    <a:cubicBezTo>
                      <a:pt x="4354" y="1079"/>
                      <a:pt x="4104" y="1195"/>
                      <a:pt x="3872" y="1338"/>
                    </a:cubicBezTo>
                    <a:cubicBezTo>
                      <a:pt x="3760" y="1345"/>
                      <a:pt x="3829" y="1517"/>
                      <a:pt x="3730" y="1517"/>
                    </a:cubicBezTo>
                    <a:cubicBezTo>
                      <a:pt x="3703" y="1517"/>
                      <a:pt x="3663" y="1504"/>
                      <a:pt x="3604" y="1471"/>
                    </a:cubicBezTo>
                    <a:cubicBezTo>
                      <a:pt x="3488" y="1516"/>
                      <a:pt x="3337" y="1552"/>
                      <a:pt x="3345" y="1694"/>
                    </a:cubicBezTo>
                    <a:cubicBezTo>
                      <a:pt x="3238" y="1793"/>
                      <a:pt x="3131" y="1900"/>
                      <a:pt x="2998" y="1953"/>
                    </a:cubicBezTo>
                    <a:lnTo>
                      <a:pt x="2998" y="1998"/>
                    </a:lnTo>
                    <a:cubicBezTo>
                      <a:pt x="2935" y="2024"/>
                      <a:pt x="2855" y="2060"/>
                      <a:pt x="2801" y="2105"/>
                    </a:cubicBezTo>
                    <a:cubicBezTo>
                      <a:pt x="2819" y="2328"/>
                      <a:pt x="2641" y="2533"/>
                      <a:pt x="2436" y="2586"/>
                    </a:cubicBezTo>
                    <a:cubicBezTo>
                      <a:pt x="2587" y="2836"/>
                      <a:pt x="2088" y="2917"/>
                      <a:pt x="2266" y="3131"/>
                    </a:cubicBezTo>
                    <a:cubicBezTo>
                      <a:pt x="2159" y="3175"/>
                      <a:pt x="2141" y="3309"/>
                      <a:pt x="2034" y="3345"/>
                    </a:cubicBezTo>
                    <a:cubicBezTo>
                      <a:pt x="1918" y="3380"/>
                      <a:pt x="1882" y="3523"/>
                      <a:pt x="1829" y="3621"/>
                    </a:cubicBezTo>
                    <a:cubicBezTo>
                      <a:pt x="1722" y="3675"/>
                      <a:pt x="1579" y="3728"/>
                      <a:pt x="1543" y="3844"/>
                    </a:cubicBezTo>
                    <a:cubicBezTo>
                      <a:pt x="1427" y="3898"/>
                      <a:pt x="1445" y="4067"/>
                      <a:pt x="1365" y="4148"/>
                    </a:cubicBezTo>
                    <a:cubicBezTo>
                      <a:pt x="1294" y="4210"/>
                      <a:pt x="1258" y="4299"/>
                      <a:pt x="1240" y="4389"/>
                    </a:cubicBezTo>
                    <a:cubicBezTo>
                      <a:pt x="1097" y="4620"/>
                      <a:pt x="937" y="4879"/>
                      <a:pt x="937" y="5165"/>
                    </a:cubicBezTo>
                    <a:lnTo>
                      <a:pt x="901" y="5156"/>
                    </a:lnTo>
                    <a:cubicBezTo>
                      <a:pt x="865" y="5370"/>
                      <a:pt x="696" y="5530"/>
                      <a:pt x="687" y="5745"/>
                    </a:cubicBezTo>
                    <a:cubicBezTo>
                      <a:pt x="696" y="6003"/>
                      <a:pt x="535" y="6208"/>
                      <a:pt x="526" y="6458"/>
                    </a:cubicBezTo>
                    <a:lnTo>
                      <a:pt x="491" y="6458"/>
                    </a:lnTo>
                    <a:cubicBezTo>
                      <a:pt x="589" y="6851"/>
                      <a:pt x="223" y="7145"/>
                      <a:pt x="330" y="7529"/>
                    </a:cubicBezTo>
                    <a:cubicBezTo>
                      <a:pt x="321" y="7582"/>
                      <a:pt x="321" y="7645"/>
                      <a:pt x="294" y="7698"/>
                    </a:cubicBezTo>
                    <a:cubicBezTo>
                      <a:pt x="205" y="7823"/>
                      <a:pt x="348" y="7975"/>
                      <a:pt x="268" y="8109"/>
                    </a:cubicBezTo>
                    <a:cubicBezTo>
                      <a:pt x="187" y="8242"/>
                      <a:pt x="134" y="8421"/>
                      <a:pt x="223" y="8564"/>
                    </a:cubicBezTo>
                    <a:cubicBezTo>
                      <a:pt x="196" y="8867"/>
                      <a:pt x="152" y="9161"/>
                      <a:pt x="170" y="9465"/>
                    </a:cubicBezTo>
                    <a:cubicBezTo>
                      <a:pt x="161" y="9589"/>
                      <a:pt x="54" y="9705"/>
                      <a:pt x="98" y="9839"/>
                    </a:cubicBezTo>
                    <a:cubicBezTo>
                      <a:pt x="45" y="10312"/>
                      <a:pt x="116" y="10812"/>
                      <a:pt x="45" y="11284"/>
                    </a:cubicBezTo>
                    <a:cubicBezTo>
                      <a:pt x="107" y="11472"/>
                      <a:pt x="107" y="11659"/>
                      <a:pt x="89" y="11846"/>
                    </a:cubicBezTo>
                    <a:cubicBezTo>
                      <a:pt x="89" y="11909"/>
                      <a:pt x="27" y="11989"/>
                      <a:pt x="89" y="12034"/>
                    </a:cubicBezTo>
                    <a:cubicBezTo>
                      <a:pt x="196" y="12105"/>
                      <a:pt x="0" y="12301"/>
                      <a:pt x="116" y="12319"/>
                    </a:cubicBezTo>
                    <a:lnTo>
                      <a:pt x="125" y="12355"/>
                    </a:lnTo>
                    <a:cubicBezTo>
                      <a:pt x="98" y="12391"/>
                      <a:pt x="54" y="12453"/>
                      <a:pt x="89" y="12507"/>
                    </a:cubicBezTo>
                    <a:cubicBezTo>
                      <a:pt x="241" y="12640"/>
                      <a:pt x="116" y="12863"/>
                      <a:pt x="161" y="13033"/>
                    </a:cubicBezTo>
                    <a:lnTo>
                      <a:pt x="196" y="13033"/>
                    </a:lnTo>
                    <a:cubicBezTo>
                      <a:pt x="214" y="13042"/>
                      <a:pt x="232" y="13060"/>
                      <a:pt x="241" y="13069"/>
                    </a:cubicBezTo>
                    <a:cubicBezTo>
                      <a:pt x="268" y="13131"/>
                      <a:pt x="277" y="13194"/>
                      <a:pt x="294" y="13256"/>
                    </a:cubicBezTo>
                    <a:cubicBezTo>
                      <a:pt x="286" y="13434"/>
                      <a:pt x="303" y="13631"/>
                      <a:pt x="402" y="13791"/>
                    </a:cubicBezTo>
                    <a:cubicBezTo>
                      <a:pt x="393" y="14193"/>
                      <a:pt x="678" y="14514"/>
                      <a:pt x="776" y="14889"/>
                    </a:cubicBezTo>
                    <a:lnTo>
                      <a:pt x="821" y="14897"/>
                    </a:lnTo>
                    <a:cubicBezTo>
                      <a:pt x="830" y="14969"/>
                      <a:pt x="883" y="15031"/>
                      <a:pt x="910" y="15112"/>
                    </a:cubicBezTo>
                    <a:cubicBezTo>
                      <a:pt x="955" y="15433"/>
                      <a:pt x="1151" y="15727"/>
                      <a:pt x="1294" y="16004"/>
                    </a:cubicBezTo>
                    <a:cubicBezTo>
                      <a:pt x="1320" y="16289"/>
                      <a:pt x="1517" y="16521"/>
                      <a:pt x="1695" y="16726"/>
                    </a:cubicBezTo>
                    <a:cubicBezTo>
                      <a:pt x="1740" y="16887"/>
                      <a:pt x="1873" y="16994"/>
                      <a:pt x="1963" y="17137"/>
                    </a:cubicBezTo>
                    <a:cubicBezTo>
                      <a:pt x="2088" y="17217"/>
                      <a:pt x="2132" y="17386"/>
                      <a:pt x="2266" y="17476"/>
                    </a:cubicBezTo>
                    <a:cubicBezTo>
                      <a:pt x="2480" y="17672"/>
                      <a:pt x="2578" y="17975"/>
                      <a:pt x="2801" y="18180"/>
                    </a:cubicBezTo>
                    <a:cubicBezTo>
                      <a:pt x="3515" y="18876"/>
                      <a:pt x="4229" y="19617"/>
                      <a:pt x="5076" y="20152"/>
                    </a:cubicBezTo>
                    <a:cubicBezTo>
                      <a:pt x="5246" y="20357"/>
                      <a:pt x="5487" y="20491"/>
                      <a:pt x="5701" y="20643"/>
                    </a:cubicBezTo>
                    <a:cubicBezTo>
                      <a:pt x="5790" y="20750"/>
                      <a:pt x="5897" y="20830"/>
                      <a:pt x="6022" y="20883"/>
                    </a:cubicBezTo>
                    <a:cubicBezTo>
                      <a:pt x="6530" y="21285"/>
                      <a:pt x="7110" y="21597"/>
                      <a:pt x="7690" y="21900"/>
                    </a:cubicBezTo>
                    <a:cubicBezTo>
                      <a:pt x="7717" y="21900"/>
                      <a:pt x="7770" y="21909"/>
                      <a:pt x="7806" y="21909"/>
                    </a:cubicBezTo>
                    <a:lnTo>
                      <a:pt x="7806" y="21945"/>
                    </a:lnTo>
                    <a:cubicBezTo>
                      <a:pt x="7820" y="21942"/>
                      <a:pt x="7834" y="21941"/>
                      <a:pt x="7847" y="21941"/>
                    </a:cubicBezTo>
                    <a:cubicBezTo>
                      <a:pt x="7978" y="21941"/>
                      <a:pt x="8062" y="22064"/>
                      <a:pt x="8187" y="22064"/>
                    </a:cubicBezTo>
                    <a:cubicBezTo>
                      <a:pt x="8216" y="22064"/>
                      <a:pt x="8246" y="22058"/>
                      <a:pt x="8279" y="22043"/>
                    </a:cubicBezTo>
                    <a:cubicBezTo>
                      <a:pt x="8300" y="22040"/>
                      <a:pt x="8321" y="22039"/>
                      <a:pt x="8343" y="22039"/>
                    </a:cubicBezTo>
                    <a:cubicBezTo>
                      <a:pt x="8441" y="22039"/>
                      <a:pt x="8544" y="22065"/>
                      <a:pt x="8642" y="22065"/>
                    </a:cubicBezTo>
                    <a:cubicBezTo>
                      <a:pt x="8705" y="22065"/>
                      <a:pt x="8767" y="22054"/>
                      <a:pt x="8823" y="22016"/>
                    </a:cubicBezTo>
                    <a:lnTo>
                      <a:pt x="8877" y="22016"/>
                    </a:lnTo>
                    <a:cubicBezTo>
                      <a:pt x="8912" y="22097"/>
                      <a:pt x="9019" y="22088"/>
                      <a:pt x="9082" y="22123"/>
                    </a:cubicBezTo>
                    <a:cubicBezTo>
                      <a:pt x="9204" y="22148"/>
                      <a:pt x="9305" y="22233"/>
                      <a:pt x="9424" y="22233"/>
                    </a:cubicBezTo>
                    <a:cubicBezTo>
                      <a:pt x="9434" y="22233"/>
                      <a:pt x="9445" y="22232"/>
                      <a:pt x="9456" y="22231"/>
                    </a:cubicBezTo>
                    <a:cubicBezTo>
                      <a:pt x="9465" y="22284"/>
                      <a:pt x="9546" y="22284"/>
                      <a:pt x="9581" y="22302"/>
                    </a:cubicBezTo>
                    <a:cubicBezTo>
                      <a:pt x="9656" y="22276"/>
                      <a:pt x="9732" y="22268"/>
                      <a:pt x="9810" y="22268"/>
                    </a:cubicBezTo>
                    <a:cubicBezTo>
                      <a:pt x="9937" y="22268"/>
                      <a:pt x="10066" y="22289"/>
                      <a:pt x="10195" y="22289"/>
                    </a:cubicBezTo>
                    <a:cubicBezTo>
                      <a:pt x="10261" y="22289"/>
                      <a:pt x="10328" y="22284"/>
                      <a:pt x="10393" y="22266"/>
                    </a:cubicBezTo>
                    <a:lnTo>
                      <a:pt x="10393" y="22231"/>
                    </a:lnTo>
                    <a:cubicBezTo>
                      <a:pt x="10415" y="22231"/>
                      <a:pt x="10437" y="22232"/>
                      <a:pt x="10459" y="22232"/>
                    </a:cubicBezTo>
                    <a:cubicBezTo>
                      <a:pt x="10651" y="22232"/>
                      <a:pt x="10843" y="22198"/>
                      <a:pt x="11035" y="22150"/>
                    </a:cubicBezTo>
                    <a:cubicBezTo>
                      <a:pt x="11099" y="22199"/>
                      <a:pt x="11166" y="22218"/>
                      <a:pt x="11235" y="22218"/>
                    </a:cubicBezTo>
                    <a:cubicBezTo>
                      <a:pt x="11328" y="22218"/>
                      <a:pt x="11424" y="22183"/>
                      <a:pt x="11517" y="22141"/>
                    </a:cubicBezTo>
                    <a:cubicBezTo>
                      <a:pt x="11660" y="22141"/>
                      <a:pt x="11847" y="22141"/>
                      <a:pt x="11928" y="21999"/>
                    </a:cubicBezTo>
                    <a:cubicBezTo>
                      <a:pt x="11941" y="22005"/>
                      <a:pt x="11953" y="22008"/>
                      <a:pt x="11966" y="22008"/>
                    </a:cubicBezTo>
                    <a:cubicBezTo>
                      <a:pt x="12018" y="22008"/>
                      <a:pt x="12062" y="21959"/>
                      <a:pt x="12113" y="21959"/>
                    </a:cubicBezTo>
                    <a:cubicBezTo>
                      <a:pt x="12131" y="21959"/>
                      <a:pt x="12149" y="21965"/>
                      <a:pt x="12168" y="21981"/>
                    </a:cubicBezTo>
                    <a:cubicBezTo>
                      <a:pt x="12391" y="21892"/>
                      <a:pt x="12632" y="21892"/>
                      <a:pt x="12864" y="21856"/>
                    </a:cubicBezTo>
                    <a:cubicBezTo>
                      <a:pt x="12886" y="21862"/>
                      <a:pt x="12909" y="21864"/>
                      <a:pt x="12933" y="21864"/>
                    </a:cubicBezTo>
                    <a:cubicBezTo>
                      <a:pt x="13014" y="21864"/>
                      <a:pt x="13100" y="21836"/>
                      <a:pt x="13176" y="21829"/>
                    </a:cubicBezTo>
                    <a:cubicBezTo>
                      <a:pt x="13194" y="21870"/>
                      <a:pt x="13345" y="21916"/>
                      <a:pt x="13434" y="21916"/>
                    </a:cubicBezTo>
                    <a:cubicBezTo>
                      <a:pt x="13480" y="21916"/>
                      <a:pt x="13510" y="21904"/>
                      <a:pt x="13498" y="21874"/>
                    </a:cubicBezTo>
                    <a:cubicBezTo>
                      <a:pt x="13649" y="21829"/>
                      <a:pt x="13792" y="21811"/>
                      <a:pt x="13944" y="21793"/>
                    </a:cubicBezTo>
                    <a:cubicBezTo>
                      <a:pt x="13970" y="21820"/>
                      <a:pt x="14015" y="21838"/>
                      <a:pt x="14069" y="21838"/>
                    </a:cubicBezTo>
                    <a:cubicBezTo>
                      <a:pt x="14090" y="21896"/>
                      <a:pt x="14199" y="21936"/>
                      <a:pt x="14286" y="21936"/>
                    </a:cubicBezTo>
                    <a:cubicBezTo>
                      <a:pt x="14346" y="21936"/>
                      <a:pt x="14395" y="21917"/>
                      <a:pt x="14399" y="21874"/>
                    </a:cubicBezTo>
                    <a:cubicBezTo>
                      <a:pt x="14497" y="21856"/>
                      <a:pt x="14586" y="21793"/>
                      <a:pt x="14693" y="21758"/>
                    </a:cubicBezTo>
                    <a:cubicBezTo>
                      <a:pt x="14721" y="21733"/>
                      <a:pt x="14763" y="21731"/>
                      <a:pt x="14807" y="21731"/>
                    </a:cubicBezTo>
                    <a:cubicBezTo>
                      <a:pt x="14820" y="21731"/>
                      <a:pt x="14832" y="21731"/>
                      <a:pt x="14845" y="21731"/>
                    </a:cubicBezTo>
                    <a:cubicBezTo>
                      <a:pt x="14900" y="21731"/>
                      <a:pt x="14952" y="21726"/>
                      <a:pt x="14970" y="21677"/>
                    </a:cubicBezTo>
                    <a:cubicBezTo>
                      <a:pt x="14987" y="21668"/>
                      <a:pt x="15023" y="21651"/>
                      <a:pt x="15041" y="21642"/>
                    </a:cubicBezTo>
                    <a:cubicBezTo>
                      <a:pt x="15139" y="21642"/>
                      <a:pt x="15255" y="21624"/>
                      <a:pt x="15300" y="21526"/>
                    </a:cubicBezTo>
                    <a:cubicBezTo>
                      <a:pt x="15505" y="21454"/>
                      <a:pt x="15790" y="21490"/>
                      <a:pt x="15933" y="21312"/>
                    </a:cubicBezTo>
                    <a:cubicBezTo>
                      <a:pt x="15951" y="21312"/>
                      <a:pt x="15987" y="21312"/>
                      <a:pt x="15995" y="21303"/>
                    </a:cubicBezTo>
                    <a:cubicBezTo>
                      <a:pt x="16014" y="21307"/>
                      <a:pt x="16034" y="21310"/>
                      <a:pt x="16054" y="21310"/>
                    </a:cubicBezTo>
                    <a:cubicBezTo>
                      <a:pt x="16148" y="21310"/>
                      <a:pt x="16247" y="21262"/>
                      <a:pt x="16299" y="21196"/>
                    </a:cubicBezTo>
                    <a:cubicBezTo>
                      <a:pt x="16424" y="21151"/>
                      <a:pt x="16370" y="20964"/>
                      <a:pt x="16459" y="20883"/>
                    </a:cubicBezTo>
                    <a:cubicBezTo>
                      <a:pt x="16549" y="20892"/>
                      <a:pt x="16620" y="20928"/>
                      <a:pt x="16700" y="20955"/>
                    </a:cubicBezTo>
                    <a:cubicBezTo>
                      <a:pt x="16843" y="20892"/>
                      <a:pt x="16995" y="20830"/>
                      <a:pt x="17102" y="20723"/>
                    </a:cubicBezTo>
                    <a:cubicBezTo>
                      <a:pt x="17191" y="20696"/>
                      <a:pt x="17334" y="20643"/>
                      <a:pt x="17334" y="20544"/>
                    </a:cubicBezTo>
                    <a:cubicBezTo>
                      <a:pt x="17414" y="20464"/>
                      <a:pt x="17521" y="20411"/>
                      <a:pt x="17592" y="20330"/>
                    </a:cubicBezTo>
                    <a:cubicBezTo>
                      <a:pt x="17699" y="20330"/>
                      <a:pt x="17682" y="20205"/>
                      <a:pt x="17744" y="20161"/>
                    </a:cubicBezTo>
                    <a:cubicBezTo>
                      <a:pt x="17762" y="20125"/>
                      <a:pt x="17833" y="20098"/>
                      <a:pt x="17815" y="20054"/>
                    </a:cubicBezTo>
                    <a:cubicBezTo>
                      <a:pt x="17985" y="19956"/>
                      <a:pt x="18226" y="19893"/>
                      <a:pt x="18270" y="19688"/>
                    </a:cubicBezTo>
                    <a:cubicBezTo>
                      <a:pt x="18288" y="19545"/>
                      <a:pt x="18476" y="19536"/>
                      <a:pt x="18583" y="19474"/>
                    </a:cubicBezTo>
                    <a:cubicBezTo>
                      <a:pt x="18636" y="19340"/>
                      <a:pt x="18734" y="19242"/>
                      <a:pt x="18877" y="19206"/>
                    </a:cubicBezTo>
                    <a:cubicBezTo>
                      <a:pt x="18895" y="19117"/>
                      <a:pt x="18948" y="18948"/>
                      <a:pt x="18975" y="18867"/>
                    </a:cubicBezTo>
                    <a:cubicBezTo>
                      <a:pt x="19162" y="18796"/>
                      <a:pt x="19162" y="18600"/>
                      <a:pt x="19216" y="18430"/>
                    </a:cubicBezTo>
                    <a:cubicBezTo>
                      <a:pt x="19350" y="18332"/>
                      <a:pt x="19421" y="18189"/>
                      <a:pt x="19466" y="18038"/>
                    </a:cubicBezTo>
                    <a:cubicBezTo>
                      <a:pt x="19582" y="17904"/>
                      <a:pt x="19680" y="17752"/>
                      <a:pt x="19787" y="17609"/>
                    </a:cubicBezTo>
                    <a:cubicBezTo>
                      <a:pt x="19858" y="17574"/>
                      <a:pt x="19921" y="17511"/>
                      <a:pt x="19930" y="17431"/>
                    </a:cubicBezTo>
                    <a:cubicBezTo>
                      <a:pt x="19921" y="17181"/>
                      <a:pt x="20099" y="16976"/>
                      <a:pt x="20117" y="16735"/>
                    </a:cubicBezTo>
                    <a:cubicBezTo>
                      <a:pt x="20420" y="15914"/>
                      <a:pt x="20465" y="15031"/>
                      <a:pt x="20777" y="14219"/>
                    </a:cubicBezTo>
                    <a:cubicBezTo>
                      <a:pt x="20857" y="14041"/>
                      <a:pt x="20840" y="13836"/>
                      <a:pt x="20741" y="13666"/>
                    </a:cubicBezTo>
                    <a:cubicBezTo>
                      <a:pt x="20715" y="13283"/>
                      <a:pt x="20965" y="12926"/>
                      <a:pt x="20875" y="12551"/>
                    </a:cubicBezTo>
                    <a:cubicBezTo>
                      <a:pt x="20804" y="12462"/>
                      <a:pt x="20831" y="12373"/>
                      <a:pt x="20866" y="12284"/>
                    </a:cubicBezTo>
                    <a:lnTo>
                      <a:pt x="20902" y="12284"/>
                    </a:lnTo>
                    <a:cubicBezTo>
                      <a:pt x="20893" y="12150"/>
                      <a:pt x="20947" y="11954"/>
                      <a:pt x="20822" y="11882"/>
                    </a:cubicBezTo>
                    <a:cubicBezTo>
                      <a:pt x="20777" y="11784"/>
                      <a:pt x="20670" y="11704"/>
                      <a:pt x="20581" y="11641"/>
                    </a:cubicBezTo>
                    <a:cubicBezTo>
                      <a:pt x="20626" y="11606"/>
                      <a:pt x="20626" y="11543"/>
                      <a:pt x="20626" y="11490"/>
                    </a:cubicBezTo>
                    <a:cubicBezTo>
                      <a:pt x="20724" y="11445"/>
                      <a:pt x="20626" y="11222"/>
                      <a:pt x="20661" y="11133"/>
                    </a:cubicBezTo>
                    <a:lnTo>
                      <a:pt x="20697" y="11133"/>
                    </a:lnTo>
                    <a:cubicBezTo>
                      <a:pt x="20706" y="10954"/>
                      <a:pt x="20759" y="10785"/>
                      <a:pt x="20795" y="10606"/>
                    </a:cubicBezTo>
                    <a:cubicBezTo>
                      <a:pt x="20884" y="10571"/>
                      <a:pt x="20768" y="10392"/>
                      <a:pt x="20733" y="10312"/>
                    </a:cubicBezTo>
                    <a:cubicBezTo>
                      <a:pt x="20697" y="10116"/>
                      <a:pt x="20947" y="9893"/>
                      <a:pt x="20786" y="9750"/>
                    </a:cubicBezTo>
                    <a:cubicBezTo>
                      <a:pt x="20786" y="9723"/>
                      <a:pt x="20786" y="9688"/>
                      <a:pt x="20786" y="9670"/>
                    </a:cubicBezTo>
                    <a:lnTo>
                      <a:pt x="20741" y="9670"/>
                    </a:lnTo>
                    <a:cubicBezTo>
                      <a:pt x="20741" y="9652"/>
                      <a:pt x="20733" y="9616"/>
                      <a:pt x="20733" y="9598"/>
                    </a:cubicBezTo>
                    <a:cubicBezTo>
                      <a:pt x="20750" y="9393"/>
                      <a:pt x="20741" y="9188"/>
                      <a:pt x="20733" y="8983"/>
                    </a:cubicBezTo>
                    <a:cubicBezTo>
                      <a:pt x="20822" y="8876"/>
                      <a:pt x="20857" y="8742"/>
                      <a:pt x="20813" y="8608"/>
                    </a:cubicBezTo>
                    <a:cubicBezTo>
                      <a:pt x="20724" y="8510"/>
                      <a:pt x="20581" y="8430"/>
                      <a:pt x="20581" y="8278"/>
                    </a:cubicBezTo>
                    <a:cubicBezTo>
                      <a:pt x="20590" y="8225"/>
                      <a:pt x="20563" y="8171"/>
                      <a:pt x="20501" y="8171"/>
                    </a:cubicBezTo>
                    <a:cubicBezTo>
                      <a:pt x="20376" y="7975"/>
                      <a:pt x="20224" y="7796"/>
                      <a:pt x="20099" y="7600"/>
                    </a:cubicBezTo>
                    <a:cubicBezTo>
                      <a:pt x="19983" y="7431"/>
                      <a:pt x="20028" y="7190"/>
                      <a:pt x="19930" y="7020"/>
                    </a:cubicBezTo>
                    <a:cubicBezTo>
                      <a:pt x="19903" y="6904"/>
                      <a:pt x="19814" y="6815"/>
                      <a:pt x="19733" y="6735"/>
                    </a:cubicBezTo>
                    <a:cubicBezTo>
                      <a:pt x="19742" y="6663"/>
                      <a:pt x="19733" y="6628"/>
                      <a:pt x="19689" y="6619"/>
                    </a:cubicBezTo>
                    <a:cubicBezTo>
                      <a:pt x="19698" y="6538"/>
                      <a:pt x="19644" y="6485"/>
                      <a:pt x="19609" y="6423"/>
                    </a:cubicBezTo>
                    <a:cubicBezTo>
                      <a:pt x="19626" y="6217"/>
                      <a:pt x="19457" y="6039"/>
                      <a:pt x="19439" y="5825"/>
                    </a:cubicBezTo>
                    <a:lnTo>
                      <a:pt x="19403" y="5825"/>
                    </a:lnTo>
                    <a:cubicBezTo>
                      <a:pt x="19377" y="5655"/>
                      <a:pt x="19154" y="5629"/>
                      <a:pt x="19109" y="5459"/>
                    </a:cubicBezTo>
                    <a:cubicBezTo>
                      <a:pt x="18975" y="5165"/>
                      <a:pt x="18752" y="4870"/>
                      <a:pt x="18476" y="4674"/>
                    </a:cubicBezTo>
                    <a:cubicBezTo>
                      <a:pt x="18288" y="4540"/>
                      <a:pt x="18163" y="4344"/>
                      <a:pt x="17967" y="4228"/>
                    </a:cubicBezTo>
                    <a:cubicBezTo>
                      <a:pt x="17690" y="3862"/>
                      <a:pt x="17369" y="3523"/>
                      <a:pt x="16977" y="3291"/>
                    </a:cubicBezTo>
                    <a:cubicBezTo>
                      <a:pt x="16629" y="2970"/>
                      <a:pt x="16192" y="2711"/>
                      <a:pt x="15799" y="2426"/>
                    </a:cubicBezTo>
                    <a:cubicBezTo>
                      <a:pt x="15639" y="2283"/>
                      <a:pt x="15487" y="2114"/>
                      <a:pt x="15282" y="2024"/>
                    </a:cubicBezTo>
                    <a:cubicBezTo>
                      <a:pt x="15224" y="1941"/>
                      <a:pt x="15096" y="1835"/>
                      <a:pt x="14971" y="1835"/>
                    </a:cubicBezTo>
                    <a:cubicBezTo>
                      <a:pt x="14961" y="1835"/>
                      <a:pt x="14952" y="1836"/>
                      <a:pt x="14943" y="1837"/>
                    </a:cubicBezTo>
                    <a:lnTo>
                      <a:pt x="14952" y="1801"/>
                    </a:lnTo>
                    <a:cubicBezTo>
                      <a:pt x="14791" y="1721"/>
                      <a:pt x="14702" y="1525"/>
                      <a:pt x="14515" y="1507"/>
                    </a:cubicBezTo>
                    <a:cubicBezTo>
                      <a:pt x="14506" y="1498"/>
                      <a:pt x="14488" y="1480"/>
                      <a:pt x="14470" y="1471"/>
                    </a:cubicBezTo>
                    <a:cubicBezTo>
                      <a:pt x="14452" y="1391"/>
                      <a:pt x="14327" y="1400"/>
                      <a:pt x="14283" y="1338"/>
                    </a:cubicBezTo>
                    <a:cubicBezTo>
                      <a:pt x="14211" y="1248"/>
                      <a:pt x="14086" y="1257"/>
                      <a:pt x="13988" y="1230"/>
                    </a:cubicBezTo>
                    <a:cubicBezTo>
                      <a:pt x="13944" y="1168"/>
                      <a:pt x="13854" y="1168"/>
                      <a:pt x="13792" y="1150"/>
                    </a:cubicBezTo>
                    <a:cubicBezTo>
                      <a:pt x="13658" y="1043"/>
                      <a:pt x="13444" y="999"/>
                      <a:pt x="13292" y="891"/>
                    </a:cubicBezTo>
                    <a:cubicBezTo>
                      <a:pt x="13284" y="767"/>
                      <a:pt x="13052" y="704"/>
                      <a:pt x="12945" y="668"/>
                    </a:cubicBezTo>
                    <a:cubicBezTo>
                      <a:pt x="12918" y="633"/>
                      <a:pt x="12882" y="597"/>
                      <a:pt x="12846" y="570"/>
                    </a:cubicBezTo>
                    <a:cubicBezTo>
                      <a:pt x="12837" y="571"/>
                      <a:pt x="12828" y="572"/>
                      <a:pt x="12820" y="572"/>
                    </a:cubicBezTo>
                    <a:cubicBezTo>
                      <a:pt x="12692" y="572"/>
                      <a:pt x="12585" y="473"/>
                      <a:pt x="12461" y="473"/>
                    </a:cubicBezTo>
                    <a:cubicBezTo>
                      <a:pt x="12441" y="473"/>
                      <a:pt x="12421" y="475"/>
                      <a:pt x="12400" y="481"/>
                    </a:cubicBezTo>
                    <a:cubicBezTo>
                      <a:pt x="12324" y="458"/>
                      <a:pt x="12247" y="395"/>
                      <a:pt x="12164" y="395"/>
                    </a:cubicBezTo>
                    <a:cubicBezTo>
                      <a:pt x="12151" y="395"/>
                      <a:pt x="12137" y="397"/>
                      <a:pt x="12124" y="401"/>
                    </a:cubicBezTo>
                    <a:cubicBezTo>
                      <a:pt x="11874" y="347"/>
                      <a:pt x="11633" y="285"/>
                      <a:pt x="11392" y="213"/>
                    </a:cubicBezTo>
                    <a:cubicBezTo>
                      <a:pt x="11437" y="124"/>
                      <a:pt x="11294" y="169"/>
                      <a:pt x="11250" y="142"/>
                    </a:cubicBezTo>
                    <a:cubicBezTo>
                      <a:pt x="10928" y="115"/>
                      <a:pt x="10616" y="98"/>
                      <a:pt x="10295" y="53"/>
                    </a:cubicBezTo>
                    <a:cubicBezTo>
                      <a:pt x="10203" y="14"/>
                      <a:pt x="10108" y="1"/>
                      <a:pt x="1001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1192;p48">
              <a:extLst>
                <a:ext uri="{FF2B5EF4-FFF2-40B4-BE49-F238E27FC236}">
                  <a16:creationId xmlns:a16="http://schemas.microsoft.com/office/drawing/2014/main" id="{12A8FFAE-0196-26E7-66FA-ADDC37DF73EB}"/>
                </a:ext>
              </a:extLst>
            </p:cNvPr>
            <p:cNvGrpSpPr/>
            <p:nvPr/>
          </p:nvGrpSpPr>
          <p:grpSpPr>
            <a:xfrm>
              <a:off x="2305592" y="541953"/>
              <a:ext cx="1333199" cy="4061952"/>
              <a:chOff x="713217" y="541953"/>
              <a:chExt cx="1333199" cy="4061952"/>
            </a:xfrm>
          </p:grpSpPr>
          <p:sp>
            <p:nvSpPr>
              <p:cNvPr id="9" name="Google Shape;1193;p48">
                <a:extLst>
                  <a:ext uri="{FF2B5EF4-FFF2-40B4-BE49-F238E27FC236}">
                    <a16:creationId xmlns:a16="http://schemas.microsoft.com/office/drawing/2014/main" id="{A0D60A4A-8EDE-53BD-5580-BEE5584195D8}"/>
                  </a:ext>
                </a:extLst>
              </p:cNvPr>
              <p:cNvSpPr/>
              <p:nvPr/>
            </p:nvSpPr>
            <p:spPr>
              <a:xfrm>
                <a:off x="1191196" y="601654"/>
                <a:ext cx="404581" cy="324758"/>
              </a:xfrm>
              <a:custGeom>
                <a:avLst/>
                <a:gdLst/>
                <a:ahLst/>
                <a:cxnLst/>
                <a:rect l="l" t="t" r="r" b="b"/>
                <a:pathLst>
                  <a:path w="5550" h="4455" extrusionOk="0">
                    <a:moveTo>
                      <a:pt x="3064" y="0"/>
                    </a:moveTo>
                    <a:cubicBezTo>
                      <a:pt x="2780" y="0"/>
                      <a:pt x="2517" y="138"/>
                      <a:pt x="2231" y="171"/>
                    </a:cubicBezTo>
                    <a:cubicBezTo>
                      <a:pt x="2184" y="176"/>
                      <a:pt x="2137" y="178"/>
                      <a:pt x="2089" y="178"/>
                    </a:cubicBezTo>
                    <a:cubicBezTo>
                      <a:pt x="1945" y="178"/>
                      <a:pt x="1798" y="163"/>
                      <a:pt x="1651" y="163"/>
                    </a:cubicBezTo>
                    <a:cubicBezTo>
                      <a:pt x="1455" y="163"/>
                      <a:pt x="1249" y="198"/>
                      <a:pt x="1107" y="323"/>
                    </a:cubicBezTo>
                    <a:cubicBezTo>
                      <a:pt x="1009" y="412"/>
                      <a:pt x="946" y="537"/>
                      <a:pt x="848" y="626"/>
                    </a:cubicBezTo>
                    <a:cubicBezTo>
                      <a:pt x="777" y="680"/>
                      <a:pt x="696" y="725"/>
                      <a:pt x="625" y="778"/>
                    </a:cubicBezTo>
                    <a:cubicBezTo>
                      <a:pt x="464" y="894"/>
                      <a:pt x="348" y="1081"/>
                      <a:pt x="313" y="1287"/>
                    </a:cubicBezTo>
                    <a:cubicBezTo>
                      <a:pt x="304" y="1340"/>
                      <a:pt x="304" y="1394"/>
                      <a:pt x="286" y="1438"/>
                    </a:cubicBezTo>
                    <a:cubicBezTo>
                      <a:pt x="259" y="1510"/>
                      <a:pt x="215" y="1563"/>
                      <a:pt x="170" y="1626"/>
                    </a:cubicBezTo>
                    <a:cubicBezTo>
                      <a:pt x="1" y="1875"/>
                      <a:pt x="9" y="2205"/>
                      <a:pt x="27" y="2509"/>
                    </a:cubicBezTo>
                    <a:cubicBezTo>
                      <a:pt x="36" y="2598"/>
                      <a:pt x="45" y="2696"/>
                      <a:pt x="72" y="2785"/>
                    </a:cubicBezTo>
                    <a:cubicBezTo>
                      <a:pt x="99" y="2848"/>
                      <a:pt x="134" y="2901"/>
                      <a:pt x="170" y="2955"/>
                    </a:cubicBezTo>
                    <a:cubicBezTo>
                      <a:pt x="224" y="3035"/>
                      <a:pt x="277" y="3124"/>
                      <a:pt x="340" y="3196"/>
                    </a:cubicBezTo>
                    <a:cubicBezTo>
                      <a:pt x="366" y="3231"/>
                      <a:pt x="393" y="3267"/>
                      <a:pt x="411" y="3312"/>
                    </a:cubicBezTo>
                    <a:cubicBezTo>
                      <a:pt x="429" y="3347"/>
                      <a:pt x="438" y="3392"/>
                      <a:pt x="438" y="3437"/>
                    </a:cubicBezTo>
                    <a:cubicBezTo>
                      <a:pt x="464" y="3651"/>
                      <a:pt x="491" y="3874"/>
                      <a:pt x="518" y="4097"/>
                    </a:cubicBezTo>
                    <a:cubicBezTo>
                      <a:pt x="558" y="4089"/>
                      <a:pt x="584" y="4044"/>
                      <a:pt x="575" y="4003"/>
                    </a:cubicBezTo>
                    <a:lnTo>
                      <a:pt x="575" y="4003"/>
                    </a:lnTo>
                    <a:cubicBezTo>
                      <a:pt x="654" y="3888"/>
                      <a:pt x="681" y="3733"/>
                      <a:pt x="643" y="3597"/>
                    </a:cubicBezTo>
                    <a:cubicBezTo>
                      <a:pt x="625" y="3552"/>
                      <a:pt x="607" y="3499"/>
                      <a:pt x="607" y="3454"/>
                    </a:cubicBezTo>
                    <a:cubicBezTo>
                      <a:pt x="616" y="3303"/>
                      <a:pt x="812" y="3267"/>
                      <a:pt x="937" y="3178"/>
                    </a:cubicBezTo>
                    <a:cubicBezTo>
                      <a:pt x="1009" y="3124"/>
                      <a:pt x="1062" y="3044"/>
                      <a:pt x="1133" y="2999"/>
                    </a:cubicBezTo>
                    <a:cubicBezTo>
                      <a:pt x="1211" y="2943"/>
                      <a:pt x="1303" y="2925"/>
                      <a:pt x="1397" y="2925"/>
                    </a:cubicBezTo>
                    <a:cubicBezTo>
                      <a:pt x="1467" y="2925"/>
                      <a:pt x="1538" y="2935"/>
                      <a:pt x="1606" y="2946"/>
                    </a:cubicBezTo>
                    <a:cubicBezTo>
                      <a:pt x="1730" y="2973"/>
                      <a:pt x="1853" y="3011"/>
                      <a:pt x="1976" y="3011"/>
                    </a:cubicBezTo>
                    <a:cubicBezTo>
                      <a:pt x="2013" y="3011"/>
                      <a:pt x="2051" y="3008"/>
                      <a:pt x="2088" y="2999"/>
                    </a:cubicBezTo>
                    <a:cubicBezTo>
                      <a:pt x="2311" y="2946"/>
                      <a:pt x="2472" y="2750"/>
                      <a:pt x="2695" y="2705"/>
                    </a:cubicBezTo>
                    <a:cubicBezTo>
                      <a:pt x="2745" y="2695"/>
                      <a:pt x="2795" y="2694"/>
                      <a:pt x="2845" y="2694"/>
                    </a:cubicBezTo>
                    <a:cubicBezTo>
                      <a:pt x="2861" y="2694"/>
                      <a:pt x="2878" y="2694"/>
                      <a:pt x="2894" y="2694"/>
                    </a:cubicBezTo>
                    <a:cubicBezTo>
                      <a:pt x="2960" y="2694"/>
                      <a:pt x="3025" y="2692"/>
                      <a:pt x="3087" y="2669"/>
                    </a:cubicBezTo>
                    <a:cubicBezTo>
                      <a:pt x="3212" y="2625"/>
                      <a:pt x="3292" y="2500"/>
                      <a:pt x="3373" y="2393"/>
                    </a:cubicBezTo>
                    <a:cubicBezTo>
                      <a:pt x="3574" y="2121"/>
                      <a:pt x="3871" y="1875"/>
                      <a:pt x="4211" y="1875"/>
                    </a:cubicBezTo>
                    <a:cubicBezTo>
                      <a:pt x="4217" y="1875"/>
                      <a:pt x="4223" y="1875"/>
                      <a:pt x="4229" y="1875"/>
                    </a:cubicBezTo>
                    <a:cubicBezTo>
                      <a:pt x="4292" y="1884"/>
                      <a:pt x="4372" y="1902"/>
                      <a:pt x="4408" y="1956"/>
                    </a:cubicBezTo>
                    <a:cubicBezTo>
                      <a:pt x="4425" y="1991"/>
                      <a:pt x="4434" y="2027"/>
                      <a:pt x="4434" y="2063"/>
                    </a:cubicBezTo>
                    <a:cubicBezTo>
                      <a:pt x="4425" y="2286"/>
                      <a:pt x="4238" y="2509"/>
                      <a:pt x="4336" y="2705"/>
                    </a:cubicBezTo>
                    <a:cubicBezTo>
                      <a:pt x="4381" y="2803"/>
                      <a:pt x="4488" y="2857"/>
                      <a:pt x="4515" y="2964"/>
                    </a:cubicBezTo>
                    <a:cubicBezTo>
                      <a:pt x="4532" y="3053"/>
                      <a:pt x="4488" y="3151"/>
                      <a:pt x="4541" y="3231"/>
                    </a:cubicBezTo>
                    <a:cubicBezTo>
                      <a:pt x="4568" y="3276"/>
                      <a:pt x="4622" y="3294"/>
                      <a:pt x="4648" y="3329"/>
                    </a:cubicBezTo>
                    <a:cubicBezTo>
                      <a:pt x="4702" y="3392"/>
                      <a:pt x="4702" y="3490"/>
                      <a:pt x="4702" y="3570"/>
                    </a:cubicBezTo>
                    <a:cubicBezTo>
                      <a:pt x="4684" y="3865"/>
                      <a:pt x="4675" y="4159"/>
                      <a:pt x="4657" y="4454"/>
                    </a:cubicBezTo>
                    <a:cubicBezTo>
                      <a:pt x="4662" y="4454"/>
                      <a:pt x="4667" y="4454"/>
                      <a:pt x="4671" y="4454"/>
                    </a:cubicBezTo>
                    <a:cubicBezTo>
                      <a:pt x="4727" y="4454"/>
                      <a:pt x="4775" y="4405"/>
                      <a:pt x="4791" y="4355"/>
                    </a:cubicBezTo>
                    <a:cubicBezTo>
                      <a:pt x="4818" y="4302"/>
                      <a:pt x="4827" y="4239"/>
                      <a:pt x="4836" y="4186"/>
                    </a:cubicBezTo>
                    <a:cubicBezTo>
                      <a:pt x="4871" y="3972"/>
                      <a:pt x="4987" y="3776"/>
                      <a:pt x="5023" y="3561"/>
                    </a:cubicBezTo>
                    <a:cubicBezTo>
                      <a:pt x="5041" y="3454"/>
                      <a:pt x="5032" y="3338"/>
                      <a:pt x="5050" y="3231"/>
                    </a:cubicBezTo>
                    <a:cubicBezTo>
                      <a:pt x="5086" y="3053"/>
                      <a:pt x="5201" y="2892"/>
                      <a:pt x="5362" y="2794"/>
                    </a:cubicBezTo>
                    <a:cubicBezTo>
                      <a:pt x="5407" y="2767"/>
                      <a:pt x="5469" y="2741"/>
                      <a:pt x="5496" y="2696"/>
                    </a:cubicBezTo>
                    <a:cubicBezTo>
                      <a:pt x="5549" y="2625"/>
                      <a:pt x="5540" y="2535"/>
                      <a:pt x="5523" y="2455"/>
                    </a:cubicBezTo>
                    <a:cubicBezTo>
                      <a:pt x="5505" y="2321"/>
                      <a:pt x="5487" y="2188"/>
                      <a:pt x="5469" y="2054"/>
                    </a:cubicBezTo>
                    <a:cubicBezTo>
                      <a:pt x="5460" y="2009"/>
                      <a:pt x="5451" y="1956"/>
                      <a:pt x="5433" y="1911"/>
                    </a:cubicBezTo>
                    <a:cubicBezTo>
                      <a:pt x="5416" y="1866"/>
                      <a:pt x="5380" y="1831"/>
                      <a:pt x="5362" y="1786"/>
                    </a:cubicBezTo>
                    <a:cubicBezTo>
                      <a:pt x="5264" y="1572"/>
                      <a:pt x="5442" y="1304"/>
                      <a:pt x="5326" y="1099"/>
                    </a:cubicBezTo>
                    <a:cubicBezTo>
                      <a:pt x="5246" y="948"/>
                      <a:pt x="5032" y="903"/>
                      <a:pt x="4907" y="778"/>
                    </a:cubicBezTo>
                    <a:cubicBezTo>
                      <a:pt x="4791" y="671"/>
                      <a:pt x="4755" y="493"/>
                      <a:pt x="4657" y="377"/>
                    </a:cubicBezTo>
                    <a:cubicBezTo>
                      <a:pt x="4541" y="243"/>
                      <a:pt x="4372" y="189"/>
                      <a:pt x="4202" y="171"/>
                    </a:cubicBezTo>
                    <a:cubicBezTo>
                      <a:pt x="4042" y="154"/>
                      <a:pt x="3872" y="163"/>
                      <a:pt x="3703" y="127"/>
                    </a:cubicBezTo>
                    <a:cubicBezTo>
                      <a:pt x="3506" y="100"/>
                      <a:pt x="3310" y="11"/>
                      <a:pt x="3114" y="2"/>
                    </a:cubicBezTo>
                    <a:cubicBezTo>
                      <a:pt x="3097" y="1"/>
                      <a:pt x="3081" y="0"/>
                      <a:pt x="3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1194;p48">
                <a:extLst>
                  <a:ext uri="{FF2B5EF4-FFF2-40B4-BE49-F238E27FC236}">
                    <a16:creationId xmlns:a16="http://schemas.microsoft.com/office/drawing/2014/main" id="{9989335B-D7B9-B0B9-79D3-8BC9F15E1125}"/>
                  </a:ext>
                </a:extLst>
              </p:cNvPr>
              <p:cNvSpPr/>
              <p:nvPr/>
            </p:nvSpPr>
            <p:spPr>
              <a:xfrm>
                <a:off x="1185364" y="552377"/>
                <a:ext cx="411069" cy="163290"/>
              </a:xfrm>
              <a:custGeom>
                <a:avLst/>
                <a:gdLst/>
                <a:ahLst/>
                <a:cxnLst/>
                <a:rect l="l" t="t" r="r" b="b"/>
                <a:pathLst>
                  <a:path w="5639" h="2240" extrusionOk="0">
                    <a:moveTo>
                      <a:pt x="3412" y="1"/>
                    </a:moveTo>
                    <a:cubicBezTo>
                      <a:pt x="2668" y="1"/>
                      <a:pt x="1941" y="279"/>
                      <a:pt x="1258" y="580"/>
                    </a:cubicBezTo>
                    <a:cubicBezTo>
                      <a:pt x="883" y="740"/>
                      <a:pt x="500" y="919"/>
                      <a:pt x="196" y="1186"/>
                    </a:cubicBezTo>
                    <a:cubicBezTo>
                      <a:pt x="107" y="1258"/>
                      <a:pt x="18" y="1356"/>
                      <a:pt x="0" y="1472"/>
                    </a:cubicBezTo>
                    <a:cubicBezTo>
                      <a:pt x="0" y="1534"/>
                      <a:pt x="18" y="1597"/>
                      <a:pt x="36" y="1659"/>
                    </a:cubicBezTo>
                    <a:cubicBezTo>
                      <a:pt x="89" y="1847"/>
                      <a:pt x="143" y="2034"/>
                      <a:pt x="196" y="2221"/>
                    </a:cubicBezTo>
                    <a:lnTo>
                      <a:pt x="134" y="2239"/>
                    </a:lnTo>
                    <a:cubicBezTo>
                      <a:pt x="143" y="2239"/>
                      <a:pt x="152" y="2240"/>
                      <a:pt x="161" y="2240"/>
                    </a:cubicBezTo>
                    <a:cubicBezTo>
                      <a:pt x="366" y="2240"/>
                      <a:pt x="561" y="2146"/>
                      <a:pt x="741" y="2052"/>
                    </a:cubicBezTo>
                    <a:cubicBezTo>
                      <a:pt x="1410" y="1704"/>
                      <a:pt x="2079" y="1276"/>
                      <a:pt x="2828" y="1240"/>
                    </a:cubicBezTo>
                    <a:cubicBezTo>
                      <a:pt x="2867" y="1238"/>
                      <a:pt x="2906" y="1237"/>
                      <a:pt x="2944" y="1237"/>
                    </a:cubicBezTo>
                    <a:cubicBezTo>
                      <a:pt x="3747" y="1237"/>
                      <a:pt x="4495" y="1669"/>
                      <a:pt x="5201" y="2061"/>
                    </a:cubicBezTo>
                    <a:cubicBezTo>
                      <a:pt x="5264" y="2096"/>
                      <a:pt x="5326" y="2123"/>
                      <a:pt x="5397" y="2123"/>
                    </a:cubicBezTo>
                    <a:cubicBezTo>
                      <a:pt x="5505" y="2123"/>
                      <a:pt x="5594" y="2025"/>
                      <a:pt x="5612" y="1918"/>
                    </a:cubicBezTo>
                    <a:cubicBezTo>
                      <a:pt x="5638" y="1820"/>
                      <a:pt x="5612" y="1704"/>
                      <a:pt x="5567" y="1615"/>
                    </a:cubicBezTo>
                    <a:cubicBezTo>
                      <a:pt x="5451" y="1356"/>
                      <a:pt x="5246" y="1160"/>
                      <a:pt x="5041" y="972"/>
                    </a:cubicBezTo>
                    <a:cubicBezTo>
                      <a:pt x="4835" y="767"/>
                      <a:pt x="4621" y="571"/>
                      <a:pt x="4407" y="366"/>
                    </a:cubicBezTo>
                    <a:cubicBezTo>
                      <a:pt x="4309" y="285"/>
                      <a:pt x="4220" y="187"/>
                      <a:pt x="4104" y="134"/>
                    </a:cubicBezTo>
                    <a:cubicBezTo>
                      <a:pt x="3961" y="53"/>
                      <a:pt x="3792" y="27"/>
                      <a:pt x="3631" y="9"/>
                    </a:cubicBezTo>
                    <a:cubicBezTo>
                      <a:pt x="3558" y="3"/>
                      <a:pt x="3485" y="1"/>
                      <a:pt x="34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195;p48">
                <a:extLst>
                  <a:ext uri="{FF2B5EF4-FFF2-40B4-BE49-F238E27FC236}">
                    <a16:creationId xmlns:a16="http://schemas.microsoft.com/office/drawing/2014/main" id="{E703D97A-0CFE-8EE1-FD1F-F0BD083EED99}"/>
                  </a:ext>
                </a:extLst>
              </p:cNvPr>
              <p:cNvSpPr/>
              <p:nvPr/>
            </p:nvSpPr>
            <p:spPr>
              <a:xfrm>
                <a:off x="996126" y="1152378"/>
                <a:ext cx="389564" cy="1239185"/>
              </a:xfrm>
              <a:custGeom>
                <a:avLst/>
                <a:gdLst/>
                <a:ahLst/>
                <a:cxnLst/>
                <a:rect l="l" t="t" r="r" b="b"/>
                <a:pathLst>
                  <a:path w="5344" h="16999" extrusionOk="0">
                    <a:moveTo>
                      <a:pt x="3070" y="0"/>
                    </a:moveTo>
                    <a:cubicBezTo>
                      <a:pt x="2900" y="0"/>
                      <a:pt x="2729" y="101"/>
                      <a:pt x="2748" y="262"/>
                    </a:cubicBezTo>
                    <a:lnTo>
                      <a:pt x="767" y="13661"/>
                    </a:lnTo>
                    <a:cubicBezTo>
                      <a:pt x="803" y="13813"/>
                      <a:pt x="803" y="13982"/>
                      <a:pt x="741" y="14125"/>
                    </a:cubicBezTo>
                    <a:cubicBezTo>
                      <a:pt x="643" y="14312"/>
                      <a:pt x="455" y="14428"/>
                      <a:pt x="295" y="14562"/>
                    </a:cubicBezTo>
                    <a:cubicBezTo>
                      <a:pt x="143" y="14705"/>
                      <a:pt x="0" y="14919"/>
                      <a:pt x="72" y="15115"/>
                    </a:cubicBezTo>
                    <a:cubicBezTo>
                      <a:pt x="205" y="15472"/>
                      <a:pt x="910" y="15472"/>
                      <a:pt x="874" y="15856"/>
                    </a:cubicBezTo>
                    <a:cubicBezTo>
                      <a:pt x="1802" y="16462"/>
                      <a:pt x="2864" y="16846"/>
                      <a:pt x="3952" y="16980"/>
                    </a:cubicBezTo>
                    <a:cubicBezTo>
                      <a:pt x="4052" y="16990"/>
                      <a:pt x="4154" y="16999"/>
                      <a:pt x="4255" y="16999"/>
                    </a:cubicBezTo>
                    <a:cubicBezTo>
                      <a:pt x="4416" y="16999"/>
                      <a:pt x="4573" y="16976"/>
                      <a:pt x="4711" y="16899"/>
                    </a:cubicBezTo>
                    <a:cubicBezTo>
                      <a:pt x="5121" y="16685"/>
                      <a:pt x="5210" y="16150"/>
                      <a:pt x="5255" y="15695"/>
                    </a:cubicBezTo>
                    <a:cubicBezTo>
                      <a:pt x="5317" y="15080"/>
                      <a:pt x="5344" y="14375"/>
                      <a:pt x="4907" y="13929"/>
                    </a:cubicBezTo>
                    <a:cubicBezTo>
                      <a:pt x="4719" y="13732"/>
                      <a:pt x="4452" y="13616"/>
                      <a:pt x="4273" y="13402"/>
                    </a:cubicBezTo>
                    <a:cubicBezTo>
                      <a:pt x="4006" y="13072"/>
                      <a:pt x="4015" y="12608"/>
                      <a:pt x="4041" y="12180"/>
                    </a:cubicBezTo>
                    <a:cubicBezTo>
                      <a:pt x="4113" y="11333"/>
                      <a:pt x="4238" y="10485"/>
                      <a:pt x="4425" y="9656"/>
                    </a:cubicBezTo>
                    <a:cubicBezTo>
                      <a:pt x="4559" y="9040"/>
                      <a:pt x="4728" y="8416"/>
                      <a:pt x="4693" y="7791"/>
                    </a:cubicBezTo>
                    <a:cubicBezTo>
                      <a:pt x="4657" y="7274"/>
                      <a:pt x="4479" y="6765"/>
                      <a:pt x="4505" y="6248"/>
                    </a:cubicBezTo>
                    <a:cubicBezTo>
                      <a:pt x="4523" y="5962"/>
                      <a:pt x="4595" y="5686"/>
                      <a:pt x="4666" y="5409"/>
                    </a:cubicBezTo>
                    <a:cubicBezTo>
                      <a:pt x="4942" y="4321"/>
                      <a:pt x="5094" y="3197"/>
                      <a:pt x="5246" y="2082"/>
                    </a:cubicBezTo>
                    <a:cubicBezTo>
                      <a:pt x="5264" y="1921"/>
                      <a:pt x="5281" y="1760"/>
                      <a:pt x="5201" y="1618"/>
                    </a:cubicBezTo>
                    <a:cubicBezTo>
                      <a:pt x="5165" y="1546"/>
                      <a:pt x="5112" y="1493"/>
                      <a:pt x="5050" y="1448"/>
                    </a:cubicBezTo>
                    <a:cubicBezTo>
                      <a:pt x="4621" y="1109"/>
                      <a:pt x="4033" y="1002"/>
                      <a:pt x="3694" y="583"/>
                    </a:cubicBezTo>
                    <a:cubicBezTo>
                      <a:pt x="3542" y="404"/>
                      <a:pt x="3453" y="173"/>
                      <a:pt x="3256" y="48"/>
                    </a:cubicBezTo>
                    <a:cubicBezTo>
                      <a:pt x="3202" y="15"/>
                      <a:pt x="3136" y="0"/>
                      <a:pt x="307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196;p48">
                <a:extLst>
                  <a:ext uri="{FF2B5EF4-FFF2-40B4-BE49-F238E27FC236}">
                    <a16:creationId xmlns:a16="http://schemas.microsoft.com/office/drawing/2014/main" id="{DE957800-13D5-3432-EE46-2FFC6880EABE}"/>
                  </a:ext>
                </a:extLst>
              </p:cNvPr>
              <p:cNvSpPr/>
              <p:nvPr/>
            </p:nvSpPr>
            <p:spPr>
              <a:xfrm>
                <a:off x="724298" y="1301449"/>
                <a:ext cx="378557" cy="1417565"/>
              </a:xfrm>
              <a:custGeom>
                <a:avLst/>
                <a:gdLst/>
                <a:ahLst/>
                <a:cxnLst/>
                <a:rect l="l" t="t" r="r" b="b"/>
                <a:pathLst>
                  <a:path w="5193" h="19446" extrusionOk="0">
                    <a:moveTo>
                      <a:pt x="3336" y="0"/>
                    </a:moveTo>
                    <a:cubicBezTo>
                      <a:pt x="3068" y="0"/>
                      <a:pt x="2803" y="84"/>
                      <a:pt x="2623" y="277"/>
                    </a:cubicBezTo>
                    <a:lnTo>
                      <a:pt x="2751" y="229"/>
                    </a:lnTo>
                    <a:lnTo>
                      <a:pt x="2751" y="229"/>
                    </a:lnTo>
                    <a:cubicBezTo>
                      <a:pt x="2624" y="325"/>
                      <a:pt x="2517" y="454"/>
                      <a:pt x="2436" y="590"/>
                    </a:cubicBezTo>
                    <a:cubicBezTo>
                      <a:pt x="2275" y="848"/>
                      <a:pt x="2186" y="1161"/>
                      <a:pt x="2043" y="1437"/>
                    </a:cubicBezTo>
                    <a:cubicBezTo>
                      <a:pt x="1900" y="1714"/>
                      <a:pt x="1695" y="1964"/>
                      <a:pt x="1570" y="2249"/>
                    </a:cubicBezTo>
                    <a:cubicBezTo>
                      <a:pt x="1365" y="2695"/>
                      <a:pt x="1338" y="3204"/>
                      <a:pt x="1294" y="3685"/>
                    </a:cubicBezTo>
                    <a:cubicBezTo>
                      <a:pt x="1205" y="4916"/>
                      <a:pt x="999" y="6130"/>
                      <a:pt x="705" y="7316"/>
                    </a:cubicBezTo>
                    <a:cubicBezTo>
                      <a:pt x="571" y="7860"/>
                      <a:pt x="411" y="8405"/>
                      <a:pt x="366" y="8967"/>
                    </a:cubicBezTo>
                    <a:cubicBezTo>
                      <a:pt x="339" y="9413"/>
                      <a:pt x="384" y="9868"/>
                      <a:pt x="304" y="10314"/>
                    </a:cubicBezTo>
                    <a:cubicBezTo>
                      <a:pt x="232" y="10724"/>
                      <a:pt x="54" y="11116"/>
                      <a:pt x="18" y="11536"/>
                    </a:cubicBezTo>
                    <a:cubicBezTo>
                      <a:pt x="0" y="11786"/>
                      <a:pt x="36" y="12035"/>
                      <a:pt x="72" y="12294"/>
                    </a:cubicBezTo>
                    <a:cubicBezTo>
                      <a:pt x="232" y="13365"/>
                      <a:pt x="384" y="14435"/>
                      <a:pt x="535" y="15506"/>
                    </a:cubicBezTo>
                    <a:cubicBezTo>
                      <a:pt x="571" y="15738"/>
                      <a:pt x="607" y="15978"/>
                      <a:pt x="696" y="16201"/>
                    </a:cubicBezTo>
                    <a:cubicBezTo>
                      <a:pt x="767" y="16371"/>
                      <a:pt x="874" y="16532"/>
                      <a:pt x="964" y="16701"/>
                    </a:cubicBezTo>
                    <a:cubicBezTo>
                      <a:pt x="1285" y="17370"/>
                      <a:pt x="1196" y="18182"/>
                      <a:pt x="866" y="18842"/>
                    </a:cubicBezTo>
                    <a:cubicBezTo>
                      <a:pt x="803" y="18976"/>
                      <a:pt x="732" y="19119"/>
                      <a:pt x="785" y="19261"/>
                    </a:cubicBezTo>
                    <a:cubicBezTo>
                      <a:pt x="840" y="19401"/>
                      <a:pt x="994" y="19446"/>
                      <a:pt x="1158" y="19446"/>
                    </a:cubicBezTo>
                    <a:cubicBezTo>
                      <a:pt x="1234" y="19446"/>
                      <a:pt x="1312" y="19436"/>
                      <a:pt x="1383" y="19422"/>
                    </a:cubicBezTo>
                    <a:cubicBezTo>
                      <a:pt x="2025" y="19297"/>
                      <a:pt x="2668" y="19181"/>
                      <a:pt x="3310" y="19056"/>
                    </a:cubicBezTo>
                    <a:cubicBezTo>
                      <a:pt x="3488" y="18753"/>
                      <a:pt x="3167" y="18414"/>
                      <a:pt x="3033" y="18084"/>
                    </a:cubicBezTo>
                    <a:cubicBezTo>
                      <a:pt x="2810" y="17566"/>
                      <a:pt x="3060" y="16978"/>
                      <a:pt x="3230" y="16442"/>
                    </a:cubicBezTo>
                    <a:cubicBezTo>
                      <a:pt x="3497" y="15639"/>
                      <a:pt x="3586" y="14783"/>
                      <a:pt x="3515" y="13936"/>
                    </a:cubicBezTo>
                    <a:cubicBezTo>
                      <a:pt x="3470" y="13489"/>
                      <a:pt x="3381" y="13035"/>
                      <a:pt x="3515" y="12606"/>
                    </a:cubicBezTo>
                    <a:cubicBezTo>
                      <a:pt x="3640" y="12205"/>
                      <a:pt x="3952" y="11866"/>
                      <a:pt x="4033" y="11455"/>
                    </a:cubicBezTo>
                    <a:cubicBezTo>
                      <a:pt x="4050" y="11357"/>
                      <a:pt x="4050" y="11259"/>
                      <a:pt x="4095" y="11170"/>
                    </a:cubicBezTo>
                    <a:cubicBezTo>
                      <a:pt x="4131" y="11090"/>
                      <a:pt x="4184" y="11036"/>
                      <a:pt x="4229" y="10956"/>
                    </a:cubicBezTo>
                    <a:cubicBezTo>
                      <a:pt x="4372" y="10679"/>
                      <a:pt x="4211" y="10349"/>
                      <a:pt x="4131" y="10046"/>
                    </a:cubicBezTo>
                    <a:cubicBezTo>
                      <a:pt x="3890" y="9056"/>
                      <a:pt x="4648" y="8128"/>
                      <a:pt x="4960" y="7156"/>
                    </a:cubicBezTo>
                    <a:cubicBezTo>
                      <a:pt x="5192" y="6424"/>
                      <a:pt x="5174" y="5639"/>
                      <a:pt x="5157" y="4863"/>
                    </a:cubicBezTo>
                    <a:cubicBezTo>
                      <a:pt x="5130" y="3721"/>
                      <a:pt x="5094" y="2570"/>
                      <a:pt x="5067" y="1419"/>
                    </a:cubicBezTo>
                    <a:cubicBezTo>
                      <a:pt x="5058" y="1232"/>
                      <a:pt x="5050" y="1027"/>
                      <a:pt x="4960" y="857"/>
                    </a:cubicBezTo>
                    <a:cubicBezTo>
                      <a:pt x="4871" y="697"/>
                      <a:pt x="4711" y="590"/>
                      <a:pt x="4559" y="492"/>
                    </a:cubicBezTo>
                    <a:cubicBezTo>
                      <a:pt x="4264" y="295"/>
                      <a:pt x="3952" y="99"/>
                      <a:pt x="3604" y="28"/>
                    </a:cubicBezTo>
                    <a:cubicBezTo>
                      <a:pt x="3517" y="10"/>
                      <a:pt x="3426" y="0"/>
                      <a:pt x="333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197;p48">
                <a:extLst>
                  <a:ext uri="{FF2B5EF4-FFF2-40B4-BE49-F238E27FC236}">
                    <a16:creationId xmlns:a16="http://schemas.microsoft.com/office/drawing/2014/main" id="{7A88D8B9-64D0-20FD-75A0-F749B59057F5}"/>
                  </a:ext>
                </a:extLst>
              </p:cNvPr>
              <p:cNvSpPr/>
              <p:nvPr/>
            </p:nvSpPr>
            <p:spPr>
              <a:xfrm>
                <a:off x="932342" y="1148004"/>
                <a:ext cx="291444" cy="941107"/>
              </a:xfrm>
              <a:custGeom>
                <a:avLst/>
                <a:gdLst/>
                <a:ahLst/>
                <a:cxnLst/>
                <a:rect l="l" t="t" r="r" b="b"/>
                <a:pathLst>
                  <a:path w="3998" h="12910" extrusionOk="0">
                    <a:moveTo>
                      <a:pt x="3998" y="1"/>
                    </a:moveTo>
                    <a:cubicBezTo>
                      <a:pt x="3016" y="696"/>
                      <a:pt x="1964" y="1294"/>
                      <a:pt x="848" y="1776"/>
                    </a:cubicBezTo>
                    <a:cubicBezTo>
                      <a:pt x="465" y="1945"/>
                      <a:pt x="1" y="2204"/>
                      <a:pt x="28" y="2623"/>
                    </a:cubicBezTo>
                    <a:cubicBezTo>
                      <a:pt x="37" y="2945"/>
                      <a:pt x="340" y="3168"/>
                      <a:pt x="465" y="3462"/>
                    </a:cubicBezTo>
                    <a:cubicBezTo>
                      <a:pt x="688" y="3961"/>
                      <a:pt x="367" y="4541"/>
                      <a:pt x="393" y="5094"/>
                    </a:cubicBezTo>
                    <a:cubicBezTo>
                      <a:pt x="429" y="5674"/>
                      <a:pt x="848" y="6174"/>
                      <a:pt x="929" y="6754"/>
                    </a:cubicBezTo>
                    <a:cubicBezTo>
                      <a:pt x="947" y="6897"/>
                      <a:pt x="947" y="7048"/>
                      <a:pt x="964" y="7191"/>
                    </a:cubicBezTo>
                    <a:cubicBezTo>
                      <a:pt x="1054" y="7699"/>
                      <a:pt x="1428" y="8101"/>
                      <a:pt x="1642" y="8565"/>
                    </a:cubicBezTo>
                    <a:cubicBezTo>
                      <a:pt x="1874" y="9100"/>
                      <a:pt x="1883" y="9698"/>
                      <a:pt x="1883" y="10278"/>
                    </a:cubicBezTo>
                    <a:cubicBezTo>
                      <a:pt x="1892" y="11152"/>
                      <a:pt x="1892" y="12026"/>
                      <a:pt x="1901" y="12909"/>
                    </a:cubicBezTo>
                    <a:lnTo>
                      <a:pt x="399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198;p48">
                <a:extLst>
                  <a:ext uri="{FF2B5EF4-FFF2-40B4-BE49-F238E27FC236}">
                    <a16:creationId xmlns:a16="http://schemas.microsoft.com/office/drawing/2014/main" id="{C0D44C6B-B929-3572-6C80-9AE81FD650C7}"/>
                  </a:ext>
                </a:extLst>
              </p:cNvPr>
              <p:cNvSpPr/>
              <p:nvPr/>
            </p:nvSpPr>
            <p:spPr>
              <a:xfrm>
                <a:off x="983734" y="2356243"/>
                <a:ext cx="599655" cy="1940021"/>
              </a:xfrm>
              <a:custGeom>
                <a:avLst/>
                <a:gdLst/>
                <a:ahLst/>
                <a:cxnLst/>
                <a:rect l="l" t="t" r="r" b="b"/>
                <a:pathLst>
                  <a:path w="8226" h="26613" extrusionOk="0">
                    <a:moveTo>
                      <a:pt x="964" y="1"/>
                    </a:moveTo>
                    <a:lnTo>
                      <a:pt x="1053" y="144"/>
                    </a:lnTo>
                    <a:cubicBezTo>
                      <a:pt x="652" y="893"/>
                      <a:pt x="375" y="1714"/>
                      <a:pt x="268" y="2552"/>
                    </a:cubicBezTo>
                    <a:cubicBezTo>
                      <a:pt x="1" y="4640"/>
                      <a:pt x="688" y="6718"/>
                      <a:pt x="741" y="8815"/>
                    </a:cubicBezTo>
                    <a:cubicBezTo>
                      <a:pt x="759" y="9332"/>
                      <a:pt x="732" y="9867"/>
                      <a:pt x="875" y="10367"/>
                    </a:cubicBezTo>
                    <a:cubicBezTo>
                      <a:pt x="1053" y="10983"/>
                      <a:pt x="1473" y="11536"/>
                      <a:pt x="1499" y="12187"/>
                    </a:cubicBezTo>
                    <a:cubicBezTo>
                      <a:pt x="1526" y="12785"/>
                      <a:pt x="1214" y="13489"/>
                      <a:pt x="1606" y="13944"/>
                    </a:cubicBezTo>
                    <a:cubicBezTo>
                      <a:pt x="1830" y="14194"/>
                      <a:pt x="2258" y="14453"/>
                      <a:pt x="2079" y="14729"/>
                    </a:cubicBezTo>
                    <a:cubicBezTo>
                      <a:pt x="2017" y="14827"/>
                      <a:pt x="1901" y="14872"/>
                      <a:pt x="1803" y="14935"/>
                    </a:cubicBezTo>
                    <a:cubicBezTo>
                      <a:pt x="1446" y="15175"/>
                      <a:pt x="1401" y="15684"/>
                      <a:pt x="1491" y="16112"/>
                    </a:cubicBezTo>
                    <a:cubicBezTo>
                      <a:pt x="1571" y="16531"/>
                      <a:pt x="1767" y="16942"/>
                      <a:pt x="1740" y="17370"/>
                    </a:cubicBezTo>
                    <a:cubicBezTo>
                      <a:pt x="1722" y="17709"/>
                      <a:pt x="1571" y="18030"/>
                      <a:pt x="1482" y="18360"/>
                    </a:cubicBezTo>
                    <a:cubicBezTo>
                      <a:pt x="875" y="20510"/>
                      <a:pt x="2695" y="22785"/>
                      <a:pt x="2106" y="24944"/>
                    </a:cubicBezTo>
                    <a:cubicBezTo>
                      <a:pt x="2445" y="24997"/>
                      <a:pt x="2704" y="25283"/>
                      <a:pt x="2820" y="25604"/>
                    </a:cubicBezTo>
                    <a:cubicBezTo>
                      <a:pt x="2927" y="25925"/>
                      <a:pt x="2927" y="26273"/>
                      <a:pt x="2918" y="26612"/>
                    </a:cubicBezTo>
                    <a:cubicBezTo>
                      <a:pt x="3337" y="26585"/>
                      <a:pt x="3756" y="26550"/>
                      <a:pt x="4176" y="26514"/>
                    </a:cubicBezTo>
                    <a:cubicBezTo>
                      <a:pt x="4372" y="26496"/>
                      <a:pt x="4631" y="26398"/>
                      <a:pt x="4586" y="26202"/>
                    </a:cubicBezTo>
                    <a:cubicBezTo>
                      <a:pt x="4559" y="26121"/>
                      <a:pt x="4479" y="26068"/>
                      <a:pt x="4426" y="25997"/>
                    </a:cubicBezTo>
                    <a:cubicBezTo>
                      <a:pt x="4292" y="25836"/>
                      <a:pt x="4310" y="25613"/>
                      <a:pt x="4345" y="25408"/>
                    </a:cubicBezTo>
                    <a:cubicBezTo>
                      <a:pt x="4390" y="25220"/>
                      <a:pt x="4434" y="25042"/>
                      <a:pt x="4488" y="24855"/>
                    </a:cubicBezTo>
                    <a:cubicBezTo>
                      <a:pt x="4515" y="24757"/>
                      <a:pt x="4542" y="24658"/>
                      <a:pt x="4577" y="24560"/>
                    </a:cubicBezTo>
                    <a:cubicBezTo>
                      <a:pt x="4684" y="24159"/>
                      <a:pt x="4809" y="23740"/>
                      <a:pt x="4791" y="23311"/>
                    </a:cubicBezTo>
                    <a:cubicBezTo>
                      <a:pt x="4773" y="22544"/>
                      <a:pt x="4345" y="21848"/>
                      <a:pt x="4238" y="21090"/>
                    </a:cubicBezTo>
                    <a:cubicBezTo>
                      <a:pt x="4051" y="19779"/>
                      <a:pt x="4809" y="18369"/>
                      <a:pt x="4229" y="17192"/>
                    </a:cubicBezTo>
                    <a:cubicBezTo>
                      <a:pt x="4167" y="17058"/>
                      <a:pt x="4087" y="16933"/>
                      <a:pt x="4060" y="16799"/>
                    </a:cubicBezTo>
                    <a:cubicBezTo>
                      <a:pt x="4015" y="16594"/>
                      <a:pt x="4087" y="16398"/>
                      <a:pt x="4158" y="16201"/>
                    </a:cubicBezTo>
                    <a:cubicBezTo>
                      <a:pt x="4550" y="15149"/>
                      <a:pt x="5112" y="14034"/>
                      <a:pt x="4773" y="12963"/>
                    </a:cubicBezTo>
                    <a:cubicBezTo>
                      <a:pt x="4657" y="12606"/>
                      <a:pt x="4452" y="12276"/>
                      <a:pt x="4470" y="11910"/>
                    </a:cubicBezTo>
                    <a:cubicBezTo>
                      <a:pt x="4497" y="11464"/>
                      <a:pt x="4863" y="11099"/>
                      <a:pt x="4979" y="10661"/>
                    </a:cubicBezTo>
                    <a:cubicBezTo>
                      <a:pt x="5130" y="10064"/>
                      <a:pt x="4800" y="9457"/>
                      <a:pt x="4756" y="8841"/>
                    </a:cubicBezTo>
                    <a:cubicBezTo>
                      <a:pt x="4693" y="8119"/>
                      <a:pt x="5068" y="7387"/>
                      <a:pt x="5683" y="7004"/>
                    </a:cubicBezTo>
                    <a:cubicBezTo>
                      <a:pt x="6308" y="6611"/>
                      <a:pt x="7218" y="6504"/>
                      <a:pt x="7468" y="5808"/>
                    </a:cubicBezTo>
                    <a:cubicBezTo>
                      <a:pt x="7726" y="5086"/>
                      <a:pt x="7048" y="4167"/>
                      <a:pt x="7521" y="3560"/>
                    </a:cubicBezTo>
                    <a:cubicBezTo>
                      <a:pt x="7717" y="3302"/>
                      <a:pt x="8092" y="3177"/>
                      <a:pt x="8172" y="2856"/>
                    </a:cubicBezTo>
                    <a:cubicBezTo>
                      <a:pt x="8226" y="2659"/>
                      <a:pt x="8128" y="2454"/>
                      <a:pt x="8039" y="2267"/>
                    </a:cubicBezTo>
                    <a:cubicBezTo>
                      <a:pt x="7949" y="2088"/>
                      <a:pt x="7851" y="1901"/>
                      <a:pt x="7717" y="1758"/>
                    </a:cubicBezTo>
                    <a:cubicBezTo>
                      <a:pt x="7394" y="1422"/>
                      <a:pt x="6917" y="1379"/>
                      <a:pt x="6434" y="1379"/>
                    </a:cubicBezTo>
                    <a:cubicBezTo>
                      <a:pt x="6268" y="1379"/>
                      <a:pt x="6102" y="1384"/>
                      <a:pt x="5940" y="1384"/>
                    </a:cubicBezTo>
                    <a:cubicBezTo>
                      <a:pt x="5911" y="1384"/>
                      <a:pt x="5882" y="1384"/>
                      <a:pt x="5853" y="1384"/>
                    </a:cubicBezTo>
                    <a:cubicBezTo>
                      <a:pt x="4952" y="1366"/>
                      <a:pt x="4087" y="1071"/>
                      <a:pt x="3239" y="786"/>
                    </a:cubicBezTo>
                    <a:cubicBezTo>
                      <a:pt x="2481" y="518"/>
                      <a:pt x="1722" y="259"/>
                      <a:pt x="96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199;p48">
                <a:extLst>
                  <a:ext uri="{FF2B5EF4-FFF2-40B4-BE49-F238E27FC236}">
                    <a16:creationId xmlns:a16="http://schemas.microsoft.com/office/drawing/2014/main" id="{40B50946-C920-85E9-5895-1380720805CB}"/>
                  </a:ext>
                </a:extLst>
              </p:cNvPr>
              <p:cNvSpPr/>
              <p:nvPr/>
            </p:nvSpPr>
            <p:spPr>
              <a:xfrm>
                <a:off x="1848644" y="2367979"/>
                <a:ext cx="43010" cy="98412"/>
              </a:xfrm>
              <a:custGeom>
                <a:avLst/>
                <a:gdLst/>
                <a:ahLst/>
                <a:cxnLst/>
                <a:rect l="l" t="t" r="r" b="b"/>
                <a:pathLst>
                  <a:path w="590" h="1350" extrusionOk="0">
                    <a:moveTo>
                      <a:pt x="447" y="0"/>
                    </a:moveTo>
                    <a:cubicBezTo>
                      <a:pt x="447" y="1"/>
                      <a:pt x="429" y="509"/>
                      <a:pt x="474" y="1124"/>
                    </a:cubicBezTo>
                    <a:cubicBezTo>
                      <a:pt x="474" y="1169"/>
                      <a:pt x="478" y="1210"/>
                      <a:pt x="481" y="1249"/>
                    </a:cubicBezTo>
                    <a:lnTo>
                      <a:pt x="481" y="1249"/>
                    </a:lnTo>
                    <a:cubicBezTo>
                      <a:pt x="477" y="1249"/>
                      <a:pt x="473" y="1249"/>
                      <a:pt x="469" y="1249"/>
                    </a:cubicBezTo>
                    <a:cubicBezTo>
                      <a:pt x="386" y="1249"/>
                      <a:pt x="303" y="1181"/>
                      <a:pt x="250" y="1107"/>
                    </a:cubicBezTo>
                    <a:cubicBezTo>
                      <a:pt x="188" y="1026"/>
                      <a:pt x="170" y="919"/>
                      <a:pt x="135" y="839"/>
                    </a:cubicBezTo>
                    <a:cubicBezTo>
                      <a:pt x="108" y="759"/>
                      <a:pt x="81" y="687"/>
                      <a:pt x="54" y="652"/>
                    </a:cubicBezTo>
                    <a:cubicBezTo>
                      <a:pt x="27" y="607"/>
                      <a:pt x="1" y="589"/>
                      <a:pt x="1" y="589"/>
                    </a:cubicBezTo>
                    <a:lnTo>
                      <a:pt x="1" y="589"/>
                    </a:lnTo>
                    <a:cubicBezTo>
                      <a:pt x="1" y="589"/>
                      <a:pt x="63" y="678"/>
                      <a:pt x="90" y="848"/>
                    </a:cubicBezTo>
                    <a:cubicBezTo>
                      <a:pt x="117" y="937"/>
                      <a:pt x="126" y="1044"/>
                      <a:pt x="188" y="1151"/>
                    </a:cubicBezTo>
                    <a:cubicBezTo>
                      <a:pt x="215" y="1205"/>
                      <a:pt x="259" y="1258"/>
                      <a:pt x="322" y="1303"/>
                    </a:cubicBezTo>
                    <a:cubicBezTo>
                      <a:pt x="367" y="1328"/>
                      <a:pt x="425" y="1349"/>
                      <a:pt x="484" y="1349"/>
                    </a:cubicBezTo>
                    <a:cubicBezTo>
                      <a:pt x="508" y="1349"/>
                      <a:pt x="531" y="1346"/>
                      <a:pt x="554" y="1339"/>
                    </a:cubicBezTo>
                    <a:lnTo>
                      <a:pt x="589" y="1321"/>
                    </a:lnTo>
                    <a:lnTo>
                      <a:pt x="589" y="1285"/>
                    </a:lnTo>
                    <a:cubicBezTo>
                      <a:pt x="581" y="1231"/>
                      <a:pt x="581" y="1178"/>
                      <a:pt x="581" y="1115"/>
                    </a:cubicBezTo>
                    <a:cubicBezTo>
                      <a:pt x="527" y="500"/>
                      <a:pt x="447" y="1"/>
                      <a:pt x="4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200;p48">
                <a:extLst>
                  <a:ext uri="{FF2B5EF4-FFF2-40B4-BE49-F238E27FC236}">
                    <a16:creationId xmlns:a16="http://schemas.microsoft.com/office/drawing/2014/main" id="{0B6A6861-8E7C-161B-D9B8-D76CA6350C04}"/>
                  </a:ext>
                </a:extLst>
              </p:cNvPr>
              <p:cNvSpPr/>
              <p:nvPr/>
            </p:nvSpPr>
            <p:spPr>
              <a:xfrm>
                <a:off x="1922123" y="2369947"/>
                <a:ext cx="46290" cy="108034"/>
              </a:xfrm>
              <a:custGeom>
                <a:avLst/>
                <a:gdLst/>
                <a:ahLst/>
                <a:cxnLst/>
                <a:rect l="l" t="t" r="r" b="b"/>
                <a:pathLst>
                  <a:path w="635" h="1482" extrusionOk="0">
                    <a:moveTo>
                      <a:pt x="616" y="0"/>
                    </a:moveTo>
                    <a:cubicBezTo>
                      <a:pt x="616" y="0"/>
                      <a:pt x="607" y="107"/>
                      <a:pt x="563" y="259"/>
                    </a:cubicBezTo>
                    <a:cubicBezTo>
                      <a:pt x="527" y="419"/>
                      <a:pt x="456" y="634"/>
                      <a:pt x="349" y="848"/>
                    </a:cubicBezTo>
                    <a:cubicBezTo>
                      <a:pt x="252" y="1066"/>
                      <a:pt x="133" y="1247"/>
                      <a:pt x="39" y="1372"/>
                    </a:cubicBezTo>
                    <a:lnTo>
                      <a:pt x="39" y="1372"/>
                    </a:lnTo>
                    <a:cubicBezTo>
                      <a:pt x="25" y="1262"/>
                      <a:pt x="19" y="1196"/>
                      <a:pt x="19" y="1196"/>
                    </a:cubicBezTo>
                    <a:cubicBezTo>
                      <a:pt x="19" y="1196"/>
                      <a:pt x="10" y="1285"/>
                      <a:pt x="1" y="1427"/>
                    </a:cubicBezTo>
                    <a:lnTo>
                      <a:pt x="1" y="1481"/>
                    </a:lnTo>
                    <a:lnTo>
                      <a:pt x="45" y="1445"/>
                    </a:lnTo>
                    <a:cubicBezTo>
                      <a:pt x="161" y="1329"/>
                      <a:pt x="331" y="1142"/>
                      <a:pt x="447" y="892"/>
                    </a:cubicBezTo>
                    <a:cubicBezTo>
                      <a:pt x="554" y="660"/>
                      <a:pt x="598" y="437"/>
                      <a:pt x="616" y="268"/>
                    </a:cubicBezTo>
                    <a:cubicBezTo>
                      <a:pt x="634" y="107"/>
                      <a:pt x="616" y="0"/>
                      <a:pt x="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201;p48">
                <a:extLst>
                  <a:ext uri="{FF2B5EF4-FFF2-40B4-BE49-F238E27FC236}">
                    <a16:creationId xmlns:a16="http://schemas.microsoft.com/office/drawing/2014/main" id="{3A1509AA-3A3E-2F2B-05FA-A54BB1548235}"/>
                  </a:ext>
                </a:extLst>
              </p:cNvPr>
              <p:cNvSpPr/>
              <p:nvPr/>
            </p:nvSpPr>
            <p:spPr>
              <a:xfrm>
                <a:off x="1903316" y="2007731"/>
                <a:ext cx="104754" cy="54017"/>
              </a:xfrm>
              <a:custGeom>
                <a:avLst/>
                <a:gdLst/>
                <a:ahLst/>
                <a:cxnLst/>
                <a:rect l="l" t="t" r="r" b="b"/>
                <a:pathLst>
                  <a:path w="1437" h="741" extrusionOk="0">
                    <a:moveTo>
                      <a:pt x="1044" y="0"/>
                    </a:moveTo>
                    <a:cubicBezTo>
                      <a:pt x="1044" y="0"/>
                      <a:pt x="1008" y="0"/>
                      <a:pt x="937" y="9"/>
                    </a:cubicBezTo>
                    <a:cubicBezTo>
                      <a:pt x="874" y="18"/>
                      <a:pt x="776" y="45"/>
                      <a:pt x="651" y="80"/>
                    </a:cubicBezTo>
                    <a:cubicBezTo>
                      <a:pt x="535" y="116"/>
                      <a:pt x="402" y="179"/>
                      <a:pt x="259" y="268"/>
                    </a:cubicBezTo>
                    <a:cubicBezTo>
                      <a:pt x="196" y="312"/>
                      <a:pt x="125" y="357"/>
                      <a:pt x="54" y="419"/>
                    </a:cubicBezTo>
                    <a:cubicBezTo>
                      <a:pt x="36" y="437"/>
                      <a:pt x="0" y="473"/>
                      <a:pt x="9" y="518"/>
                    </a:cubicBezTo>
                    <a:cubicBezTo>
                      <a:pt x="18" y="571"/>
                      <a:pt x="54" y="589"/>
                      <a:pt x="80" y="607"/>
                    </a:cubicBezTo>
                    <a:cubicBezTo>
                      <a:pt x="107" y="625"/>
                      <a:pt x="134" y="634"/>
                      <a:pt x="161" y="634"/>
                    </a:cubicBezTo>
                    <a:cubicBezTo>
                      <a:pt x="187" y="642"/>
                      <a:pt x="214" y="642"/>
                      <a:pt x="232" y="642"/>
                    </a:cubicBezTo>
                    <a:cubicBezTo>
                      <a:pt x="437" y="642"/>
                      <a:pt x="607" y="571"/>
                      <a:pt x="758" y="535"/>
                    </a:cubicBezTo>
                    <a:cubicBezTo>
                      <a:pt x="856" y="501"/>
                      <a:pt x="945" y="485"/>
                      <a:pt x="1028" y="485"/>
                    </a:cubicBezTo>
                    <a:cubicBezTo>
                      <a:pt x="1074" y="485"/>
                      <a:pt x="1118" y="490"/>
                      <a:pt x="1160" y="500"/>
                    </a:cubicBezTo>
                    <a:cubicBezTo>
                      <a:pt x="1276" y="526"/>
                      <a:pt x="1356" y="589"/>
                      <a:pt x="1392" y="642"/>
                    </a:cubicBezTo>
                    <a:cubicBezTo>
                      <a:pt x="1410" y="669"/>
                      <a:pt x="1419" y="696"/>
                      <a:pt x="1427" y="714"/>
                    </a:cubicBezTo>
                    <a:cubicBezTo>
                      <a:pt x="1436" y="732"/>
                      <a:pt x="1436" y="741"/>
                      <a:pt x="1436" y="741"/>
                    </a:cubicBezTo>
                    <a:cubicBezTo>
                      <a:pt x="1436" y="741"/>
                      <a:pt x="1436" y="696"/>
                      <a:pt x="1410" y="634"/>
                    </a:cubicBezTo>
                    <a:cubicBezTo>
                      <a:pt x="1374" y="571"/>
                      <a:pt x="1294" y="500"/>
                      <a:pt x="1178" y="455"/>
                    </a:cubicBezTo>
                    <a:cubicBezTo>
                      <a:pt x="1114" y="431"/>
                      <a:pt x="1034" y="417"/>
                      <a:pt x="948" y="417"/>
                    </a:cubicBezTo>
                    <a:cubicBezTo>
                      <a:pt x="878" y="417"/>
                      <a:pt x="804" y="426"/>
                      <a:pt x="732" y="446"/>
                    </a:cubicBezTo>
                    <a:cubicBezTo>
                      <a:pt x="590" y="480"/>
                      <a:pt x="433" y="536"/>
                      <a:pt x="274" y="536"/>
                    </a:cubicBezTo>
                    <a:cubicBezTo>
                      <a:pt x="263" y="536"/>
                      <a:pt x="252" y="536"/>
                      <a:pt x="241" y="535"/>
                    </a:cubicBezTo>
                    <a:lnTo>
                      <a:pt x="178" y="535"/>
                    </a:lnTo>
                    <a:cubicBezTo>
                      <a:pt x="161" y="535"/>
                      <a:pt x="143" y="526"/>
                      <a:pt x="134" y="518"/>
                    </a:cubicBezTo>
                    <a:cubicBezTo>
                      <a:pt x="121" y="511"/>
                      <a:pt x="118" y="505"/>
                      <a:pt x="113" y="505"/>
                    </a:cubicBezTo>
                    <a:lnTo>
                      <a:pt x="113" y="505"/>
                    </a:lnTo>
                    <a:cubicBezTo>
                      <a:pt x="115" y="502"/>
                      <a:pt x="118" y="498"/>
                      <a:pt x="125" y="491"/>
                    </a:cubicBezTo>
                    <a:cubicBezTo>
                      <a:pt x="187" y="437"/>
                      <a:pt x="250" y="384"/>
                      <a:pt x="312" y="339"/>
                    </a:cubicBezTo>
                    <a:cubicBezTo>
                      <a:pt x="437" y="241"/>
                      <a:pt x="562" y="179"/>
                      <a:pt x="669" y="125"/>
                    </a:cubicBezTo>
                    <a:cubicBezTo>
                      <a:pt x="785" y="80"/>
                      <a:pt x="874" y="45"/>
                      <a:pt x="946" y="27"/>
                    </a:cubicBezTo>
                    <a:cubicBezTo>
                      <a:pt x="1008" y="9"/>
                      <a:pt x="1044" y="0"/>
                      <a:pt x="10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202;p48">
                <a:extLst>
                  <a:ext uri="{FF2B5EF4-FFF2-40B4-BE49-F238E27FC236}">
                    <a16:creationId xmlns:a16="http://schemas.microsoft.com/office/drawing/2014/main" id="{D65D56E1-6FD7-6ECC-A7D8-B8E2F6853198}"/>
                  </a:ext>
                </a:extLst>
              </p:cNvPr>
              <p:cNvSpPr/>
              <p:nvPr/>
            </p:nvSpPr>
            <p:spPr>
              <a:xfrm>
                <a:off x="1921467" y="2184575"/>
                <a:ext cx="92434" cy="138578"/>
              </a:xfrm>
              <a:custGeom>
                <a:avLst/>
                <a:gdLst/>
                <a:ahLst/>
                <a:cxnLst/>
                <a:rect l="l" t="t" r="r" b="b"/>
                <a:pathLst>
                  <a:path w="1268" h="1901" extrusionOk="0">
                    <a:moveTo>
                      <a:pt x="1268" y="1"/>
                    </a:moveTo>
                    <a:lnTo>
                      <a:pt x="1268" y="1"/>
                    </a:lnTo>
                    <a:cubicBezTo>
                      <a:pt x="1268" y="1"/>
                      <a:pt x="1178" y="90"/>
                      <a:pt x="1054" y="259"/>
                    </a:cubicBezTo>
                    <a:cubicBezTo>
                      <a:pt x="920" y="429"/>
                      <a:pt x="768" y="670"/>
                      <a:pt x="616" y="946"/>
                    </a:cubicBezTo>
                    <a:cubicBezTo>
                      <a:pt x="465" y="1223"/>
                      <a:pt x="322" y="1464"/>
                      <a:pt x="206" y="1633"/>
                    </a:cubicBezTo>
                    <a:cubicBezTo>
                      <a:pt x="144" y="1722"/>
                      <a:pt x="90" y="1785"/>
                      <a:pt x="54" y="1829"/>
                    </a:cubicBezTo>
                    <a:cubicBezTo>
                      <a:pt x="19" y="1874"/>
                      <a:pt x="1" y="1901"/>
                      <a:pt x="1" y="1901"/>
                    </a:cubicBezTo>
                    <a:cubicBezTo>
                      <a:pt x="1" y="1901"/>
                      <a:pt x="28" y="1883"/>
                      <a:pt x="72" y="1847"/>
                    </a:cubicBezTo>
                    <a:cubicBezTo>
                      <a:pt x="117" y="1803"/>
                      <a:pt x="170" y="1749"/>
                      <a:pt x="242" y="1669"/>
                    </a:cubicBezTo>
                    <a:cubicBezTo>
                      <a:pt x="384" y="1517"/>
                      <a:pt x="554" y="1276"/>
                      <a:pt x="706" y="1000"/>
                    </a:cubicBezTo>
                    <a:cubicBezTo>
                      <a:pt x="866" y="723"/>
                      <a:pt x="991" y="465"/>
                      <a:pt x="1089" y="286"/>
                    </a:cubicBezTo>
                    <a:cubicBezTo>
                      <a:pt x="1196" y="108"/>
                      <a:pt x="1268" y="1"/>
                      <a:pt x="12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203;p48">
                <a:extLst>
                  <a:ext uri="{FF2B5EF4-FFF2-40B4-BE49-F238E27FC236}">
                    <a16:creationId xmlns:a16="http://schemas.microsoft.com/office/drawing/2014/main" id="{0A2CD572-7DBA-9D78-CE86-2ECC5AAEC056}"/>
                  </a:ext>
                </a:extLst>
              </p:cNvPr>
              <p:cNvSpPr/>
              <p:nvPr/>
            </p:nvSpPr>
            <p:spPr>
              <a:xfrm>
                <a:off x="1851924" y="2293189"/>
                <a:ext cx="150898" cy="52413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719" extrusionOk="0">
                    <a:moveTo>
                      <a:pt x="2070" y="0"/>
                    </a:moveTo>
                    <a:cubicBezTo>
                      <a:pt x="2070" y="0"/>
                      <a:pt x="1954" y="63"/>
                      <a:pt x="1776" y="152"/>
                    </a:cubicBezTo>
                    <a:cubicBezTo>
                      <a:pt x="1597" y="250"/>
                      <a:pt x="1356" y="384"/>
                      <a:pt x="1071" y="491"/>
                    </a:cubicBezTo>
                    <a:cubicBezTo>
                      <a:pt x="785" y="598"/>
                      <a:pt x="518" y="652"/>
                      <a:pt x="321" y="661"/>
                    </a:cubicBezTo>
                    <a:cubicBezTo>
                      <a:pt x="289" y="664"/>
                      <a:pt x="258" y="665"/>
                      <a:pt x="229" y="665"/>
                    </a:cubicBezTo>
                    <a:cubicBezTo>
                      <a:pt x="172" y="665"/>
                      <a:pt x="122" y="661"/>
                      <a:pt x="81" y="661"/>
                    </a:cubicBezTo>
                    <a:cubicBezTo>
                      <a:pt x="27" y="652"/>
                      <a:pt x="0" y="652"/>
                      <a:pt x="0" y="652"/>
                    </a:cubicBezTo>
                    <a:lnTo>
                      <a:pt x="0" y="652"/>
                    </a:lnTo>
                    <a:cubicBezTo>
                      <a:pt x="0" y="652"/>
                      <a:pt x="27" y="661"/>
                      <a:pt x="81" y="670"/>
                    </a:cubicBezTo>
                    <a:cubicBezTo>
                      <a:pt x="134" y="687"/>
                      <a:pt x="214" y="705"/>
                      <a:pt x="321" y="714"/>
                    </a:cubicBezTo>
                    <a:cubicBezTo>
                      <a:pt x="355" y="717"/>
                      <a:pt x="390" y="719"/>
                      <a:pt x="427" y="719"/>
                    </a:cubicBezTo>
                    <a:cubicBezTo>
                      <a:pt x="620" y="719"/>
                      <a:pt x="860" y="679"/>
                      <a:pt x="1107" y="589"/>
                    </a:cubicBezTo>
                    <a:cubicBezTo>
                      <a:pt x="1401" y="473"/>
                      <a:pt x="1642" y="313"/>
                      <a:pt x="1802" y="197"/>
                    </a:cubicBezTo>
                    <a:cubicBezTo>
                      <a:pt x="1972" y="81"/>
                      <a:pt x="2070" y="0"/>
                      <a:pt x="20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1204;p48">
                <a:extLst>
                  <a:ext uri="{FF2B5EF4-FFF2-40B4-BE49-F238E27FC236}">
                    <a16:creationId xmlns:a16="http://schemas.microsoft.com/office/drawing/2014/main" id="{6F10624A-136E-A994-C5DC-9885021BAB05}"/>
                  </a:ext>
                </a:extLst>
              </p:cNvPr>
              <p:cNvSpPr/>
              <p:nvPr/>
            </p:nvSpPr>
            <p:spPr>
              <a:xfrm>
                <a:off x="1865556" y="2676836"/>
                <a:ext cx="95714" cy="251132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3445" extrusionOk="0">
                    <a:moveTo>
                      <a:pt x="1089" y="1"/>
                    </a:moveTo>
                    <a:lnTo>
                      <a:pt x="1089" y="1"/>
                    </a:lnTo>
                    <a:cubicBezTo>
                      <a:pt x="1089" y="1"/>
                      <a:pt x="1080" y="54"/>
                      <a:pt x="1062" y="152"/>
                    </a:cubicBezTo>
                    <a:cubicBezTo>
                      <a:pt x="1044" y="251"/>
                      <a:pt x="1027" y="393"/>
                      <a:pt x="1027" y="581"/>
                    </a:cubicBezTo>
                    <a:cubicBezTo>
                      <a:pt x="1027" y="759"/>
                      <a:pt x="1035" y="973"/>
                      <a:pt x="1089" y="1214"/>
                    </a:cubicBezTo>
                    <a:cubicBezTo>
                      <a:pt x="1116" y="1330"/>
                      <a:pt x="1151" y="1446"/>
                      <a:pt x="1178" y="1571"/>
                    </a:cubicBezTo>
                    <a:cubicBezTo>
                      <a:pt x="1196" y="1696"/>
                      <a:pt x="1205" y="1821"/>
                      <a:pt x="1151" y="1937"/>
                    </a:cubicBezTo>
                    <a:cubicBezTo>
                      <a:pt x="1107" y="2053"/>
                      <a:pt x="1018" y="2160"/>
                      <a:pt x="955" y="2285"/>
                    </a:cubicBezTo>
                    <a:cubicBezTo>
                      <a:pt x="893" y="2401"/>
                      <a:pt x="857" y="2525"/>
                      <a:pt x="812" y="2633"/>
                    </a:cubicBezTo>
                    <a:cubicBezTo>
                      <a:pt x="732" y="2847"/>
                      <a:pt x="607" y="3016"/>
                      <a:pt x="482" y="3141"/>
                    </a:cubicBezTo>
                    <a:cubicBezTo>
                      <a:pt x="357" y="3266"/>
                      <a:pt x="224" y="3337"/>
                      <a:pt x="143" y="3382"/>
                    </a:cubicBezTo>
                    <a:cubicBezTo>
                      <a:pt x="45" y="3426"/>
                      <a:pt x="1" y="3444"/>
                      <a:pt x="1" y="3444"/>
                    </a:cubicBezTo>
                    <a:cubicBezTo>
                      <a:pt x="1" y="3444"/>
                      <a:pt x="54" y="3435"/>
                      <a:pt x="143" y="3400"/>
                    </a:cubicBezTo>
                    <a:cubicBezTo>
                      <a:pt x="242" y="3364"/>
                      <a:pt x="375" y="3293"/>
                      <a:pt x="518" y="3177"/>
                    </a:cubicBezTo>
                    <a:cubicBezTo>
                      <a:pt x="652" y="3061"/>
                      <a:pt x="804" y="2891"/>
                      <a:pt x="893" y="2659"/>
                    </a:cubicBezTo>
                    <a:cubicBezTo>
                      <a:pt x="946" y="2552"/>
                      <a:pt x="991" y="2436"/>
                      <a:pt x="1044" y="2329"/>
                    </a:cubicBezTo>
                    <a:cubicBezTo>
                      <a:pt x="1098" y="2213"/>
                      <a:pt x="1187" y="2115"/>
                      <a:pt x="1250" y="1972"/>
                    </a:cubicBezTo>
                    <a:cubicBezTo>
                      <a:pt x="1312" y="1839"/>
                      <a:pt x="1303" y="1687"/>
                      <a:pt x="1276" y="1553"/>
                    </a:cubicBezTo>
                    <a:cubicBezTo>
                      <a:pt x="1250" y="1419"/>
                      <a:pt x="1205" y="1303"/>
                      <a:pt x="1178" y="1196"/>
                    </a:cubicBezTo>
                    <a:cubicBezTo>
                      <a:pt x="1116" y="964"/>
                      <a:pt x="1089" y="759"/>
                      <a:pt x="1080" y="581"/>
                    </a:cubicBezTo>
                    <a:cubicBezTo>
                      <a:pt x="1062" y="402"/>
                      <a:pt x="1071" y="251"/>
                      <a:pt x="1080" y="152"/>
                    </a:cubicBezTo>
                    <a:cubicBezTo>
                      <a:pt x="1089" y="54"/>
                      <a:pt x="1089" y="1"/>
                      <a:pt x="1089" y="1"/>
                    </a:cubicBezTo>
                    <a:close/>
                  </a:path>
                </a:pathLst>
              </a:custGeom>
              <a:solidFill>
                <a:srgbClr val="11111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1205;p48">
                <a:extLst>
                  <a:ext uri="{FF2B5EF4-FFF2-40B4-BE49-F238E27FC236}">
                    <a16:creationId xmlns:a16="http://schemas.microsoft.com/office/drawing/2014/main" id="{DACDE42D-A865-663C-4884-49A13FADFB52}"/>
                  </a:ext>
                </a:extLst>
              </p:cNvPr>
              <p:cNvSpPr/>
              <p:nvPr/>
            </p:nvSpPr>
            <p:spPr>
              <a:xfrm>
                <a:off x="1213283" y="1113525"/>
                <a:ext cx="175027" cy="249164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3418" extrusionOk="0">
                    <a:moveTo>
                      <a:pt x="393" y="1"/>
                    </a:moveTo>
                    <a:cubicBezTo>
                      <a:pt x="72" y="474"/>
                      <a:pt x="37" y="1080"/>
                      <a:pt x="19" y="1651"/>
                    </a:cubicBezTo>
                    <a:cubicBezTo>
                      <a:pt x="10" y="1919"/>
                      <a:pt x="1" y="2204"/>
                      <a:pt x="90" y="2463"/>
                    </a:cubicBezTo>
                    <a:cubicBezTo>
                      <a:pt x="215" y="2802"/>
                      <a:pt x="500" y="3070"/>
                      <a:pt x="590" y="3418"/>
                    </a:cubicBezTo>
                    <a:cubicBezTo>
                      <a:pt x="795" y="3194"/>
                      <a:pt x="1045" y="2998"/>
                      <a:pt x="1312" y="2855"/>
                    </a:cubicBezTo>
                    <a:cubicBezTo>
                      <a:pt x="1598" y="2704"/>
                      <a:pt x="1928" y="2606"/>
                      <a:pt x="2169" y="2392"/>
                    </a:cubicBezTo>
                    <a:cubicBezTo>
                      <a:pt x="2294" y="2285"/>
                      <a:pt x="2401" y="2106"/>
                      <a:pt x="2329" y="1963"/>
                    </a:cubicBezTo>
                    <a:cubicBezTo>
                      <a:pt x="2285" y="1901"/>
                      <a:pt x="2222" y="1856"/>
                      <a:pt x="2151" y="1821"/>
                    </a:cubicBezTo>
                    <a:cubicBezTo>
                      <a:pt x="1705" y="1562"/>
                      <a:pt x="1259" y="1294"/>
                      <a:pt x="813" y="1036"/>
                    </a:cubicBezTo>
                    <a:cubicBezTo>
                      <a:pt x="616" y="920"/>
                      <a:pt x="420" y="804"/>
                      <a:pt x="313" y="598"/>
                    </a:cubicBezTo>
                    <a:cubicBezTo>
                      <a:pt x="215" y="402"/>
                      <a:pt x="268" y="108"/>
                      <a:pt x="483" y="36"/>
                    </a:cubicBezTo>
                    <a:lnTo>
                      <a:pt x="39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1206;p48">
                <a:extLst>
                  <a:ext uri="{FF2B5EF4-FFF2-40B4-BE49-F238E27FC236}">
                    <a16:creationId xmlns:a16="http://schemas.microsoft.com/office/drawing/2014/main" id="{2F81B5EE-FD94-4D65-D194-8936A65C717A}"/>
                  </a:ext>
                </a:extLst>
              </p:cNvPr>
              <p:cNvSpPr/>
              <p:nvPr/>
            </p:nvSpPr>
            <p:spPr>
              <a:xfrm>
                <a:off x="932998" y="1148004"/>
                <a:ext cx="290788" cy="657535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9020" extrusionOk="0">
                    <a:moveTo>
                      <a:pt x="3989" y="1"/>
                    </a:moveTo>
                    <a:lnTo>
                      <a:pt x="3989" y="1"/>
                    </a:lnTo>
                    <a:cubicBezTo>
                      <a:pt x="3987" y="2"/>
                      <a:pt x="3862" y="109"/>
                      <a:pt x="3623" y="277"/>
                    </a:cubicBezTo>
                    <a:cubicBezTo>
                      <a:pt x="3373" y="456"/>
                      <a:pt x="3016" y="696"/>
                      <a:pt x="2543" y="955"/>
                    </a:cubicBezTo>
                    <a:cubicBezTo>
                      <a:pt x="2311" y="1080"/>
                      <a:pt x="2044" y="1205"/>
                      <a:pt x="1749" y="1330"/>
                    </a:cubicBezTo>
                    <a:cubicBezTo>
                      <a:pt x="1464" y="1455"/>
                      <a:pt x="1152" y="1571"/>
                      <a:pt x="822" y="1722"/>
                    </a:cubicBezTo>
                    <a:cubicBezTo>
                      <a:pt x="661" y="1794"/>
                      <a:pt x="492" y="1865"/>
                      <a:pt x="331" y="1954"/>
                    </a:cubicBezTo>
                    <a:cubicBezTo>
                      <a:pt x="251" y="2008"/>
                      <a:pt x="161" y="2035"/>
                      <a:pt x="81" y="2115"/>
                    </a:cubicBezTo>
                    <a:cubicBezTo>
                      <a:pt x="37" y="2151"/>
                      <a:pt x="1" y="2204"/>
                      <a:pt x="1" y="2275"/>
                    </a:cubicBezTo>
                    <a:cubicBezTo>
                      <a:pt x="1" y="2338"/>
                      <a:pt x="37" y="2391"/>
                      <a:pt x="54" y="2427"/>
                    </a:cubicBezTo>
                    <a:cubicBezTo>
                      <a:pt x="268" y="2748"/>
                      <a:pt x="411" y="3123"/>
                      <a:pt x="483" y="3524"/>
                    </a:cubicBezTo>
                    <a:cubicBezTo>
                      <a:pt x="563" y="3917"/>
                      <a:pt x="563" y="4318"/>
                      <a:pt x="536" y="4702"/>
                    </a:cubicBezTo>
                    <a:cubicBezTo>
                      <a:pt x="518" y="4889"/>
                      <a:pt x="483" y="5077"/>
                      <a:pt x="465" y="5264"/>
                    </a:cubicBezTo>
                    <a:cubicBezTo>
                      <a:pt x="447" y="5451"/>
                      <a:pt x="456" y="5648"/>
                      <a:pt x="545" y="5817"/>
                    </a:cubicBezTo>
                    <a:cubicBezTo>
                      <a:pt x="590" y="5906"/>
                      <a:pt x="643" y="5978"/>
                      <a:pt x="697" y="6040"/>
                    </a:cubicBezTo>
                    <a:cubicBezTo>
                      <a:pt x="750" y="6111"/>
                      <a:pt x="795" y="6174"/>
                      <a:pt x="839" y="6245"/>
                    </a:cubicBezTo>
                    <a:cubicBezTo>
                      <a:pt x="911" y="6388"/>
                      <a:pt x="955" y="6549"/>
                      <a:pt x="991" y="6700"/>
                    </a:cubicBezTo>
                    <a:cubicBezTo>
                      <a:pt x="1054" y="7004"/>
                      <a:pt x="1080" y="7298"/>
                      <a:pt x="1161" y="7566"/>
                    </a:cubicBezTo>
                    <a:cubicBezTo>
                      <a:pt x="1250" y="7824"/>
                      <a:pt x="1384" y="8029"/>
                      <a:pt x="1500" y="8208"/>
                    </a:cubicBezTo>
                    <a:cubicBezTo>
                      <a:pt x="1616" y="8386"/>
                      <a:pt x="1714" y="8547"/>
                      <a:pt x="1767" y="8681"/>
                    </a:cubicBezTo>
                    <a:cubicBezTo>
                      <a:pt x="1821" y="8823"/>
                      <a:pt x="1839" y="8939"/>
                      <a:pt x="1848" y="9020"/>
                    </a:cubicBezTo>
                    <a:cubicBezTo>
                      <a:pt x="1848" y="8939"/>
                      <a:pt x="1830" y="8823"/>
                      <a:pt x="1785" y="8681"/>
                    </a:cubicBezTo>
                    <a:cubicBezTo>
                      <a:pt x="1732" y="8538"/>
                      <a:pt x="1642" y="8377"/>
                      <a:pt x="1526" y="8190"/>
                    </a:cubicBezTo>
                    <a:cubicBezTo>
                      <a:pt x="1419" y="8012"/>
                      <a:pt x="1285" y="7798"/>
                      <a:pt x="1214" y="7548"/>
                    </a:cubicBezTo>
                    <a:cubicBezTo>
                      <a:pt x="1143" y="7289"/>
                      <a:pt x="1116" y="6995"/>
                      <a:pt x="1054" y="6682"/>
                    </a:cubicBezTo>
                    <a:cubicBezTo>
                      <a:pt x="1027" y="6531"/>
                      <a:pt x="982" y="6370"/>
                      <a:pt x="911" y="6210"/>
                    </a:cubicBezTo>
                    <a:cubicBezTo>
                      <a:pt x="866" y="6129"/>
                      <a:pt x="822" y="6058"/>
                      <a:pt x="768" y="5987"/>
                    </a:cubicBezTo>
                    <a:cubicBezTo>
                      <a:pt x="715" y="5915"/>
                      <a:pt x="661" y="5853"/>
                      <a:pt x="616" y="5781"/>
                    </a:cubicBezTo>
                    <a:cubicBezTo>
                      <a:pt x="545" y="5630"/>
                      <a:pt x="545" y="5451"/>
                      <a:pt x="563" y="5273"/>
                    </a:cubicBezTo>
                    <a:cubicBezTo>
                      <a:pt x="581" y="5094"/>
                      <a:pt x="616" y="4898"/>
                      <a:pt x="634" y="4711"/>
                    </a:cubicBezTo>
                    <a:cubicBezTo>
                      <a:pt x="670" y="4318"/>
                      <a:pt x="661" y="3908"/>
                      <a:pt x="590" y="3498"/>
                    </a:cubicBezTo>
                    <a:cubicBezTo>
                      <a:pt x="509" y="3096"/>
                      <a:pt x="358" y="2704"/>
                      <a:pt x="144" y="2382"/>
                    </a:cubicBezTo>
                    <a:cubicBezTo>
                      <a:pt x="90" y="2302"/>
                      <a:pt x="81" y="2240"/>
                      <a:pt x="144" y="2186"/>
                    </a:cubicBezTo>
                    <a:cubicBezTo>
                      <a:pt x="206" y="2124"/>
                      <a:pt x="295" y="2088"/>
                      <a:pt x="376" y="2043"/>
                    </a:cubicBezTo>
                    <a:cubicBezTo>
                      <a:pt x="536" y="1954"/>
                      <a:pt x="697" y="1874"/>
                      <a:pt x="857" y="1803"/>
                    </a:cubicBezTo>
                    <a:cubicBezTo>
                      <a:pt x="1178" y="1651"/>
                      <a:pt x="1491" y="1526"/>
                      <a:pt x="1785" y="1392"/>
                    </a:cubicBezTo>
                    <a:cubicBezTo>
                      <a:pt x="2071" y="1267"/>
                      <a:pt x="2338" y="1134"/>
                      <a:pt x="2570" y="1000"/>
                    </a:cubicBezTo>
                    <a:cubicBezTo>
                      <a:pt x="3034" y="732"/>
                      <a:pt x="3391" y="473"/>
                      <a:pt x="3632" y="295"/>
                    </a:cubicBezTo>
                    <a:cubicBezTo>
                      <a:pt x="3862" y="109"/>
                      <a:pt x="3987" y="2"/>
                      <a:pt x="39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1207;p48">
                <a:extLst>
                  <a:ext uri="{FF2B5EF4-FFF2-40B4-BE49-F238E27FC236}">
                    <a16:creationId xmlns:a16="http://schemas.microsoft.com/office/drawing/2014/main" id="{F0DE1E2D-962E-525C-3357-790A4EFBF9CA}"/>
                  </a:ext>
                </a:extLst>
              </p:cNvPr>
              <p:cNvSpPr/>
              <p:nvPr/>
            </p:nvSpPr>
            <p:spPr>
              <a:xfrm>
                <a:off x="713217" y="1315809"/>
                <a:ext cx="349325" cy="1411077"/>
              </a:xfrm>
              <a:custGeom>
                <a:avLst/>
                <a:gdLst/>
                <a:ahLst/>
                <a:cxnLst/>
                <a:rect l="l" t="t" r="r" b="b"/>
                <a:pathLst>
                  <a:path w="4792" h="19357" extrusionOk="0">
                    <a:moveTo>
                      <a:pt x="3025" y="0"/>
                    </a:moveTo>
                    <a:cubicBezTo>
                      <a:pt x="2980" y="36"/>
                      <a:pt x="2927" y="107"/>
                      <a:pt x="2846" y="188"/>
                    </a:cubicBezTo>
                    <a:cubicBezTo>
                      <a:pt x="2927" y="107"/>
                      <a:pt x="2989" y="45"/>
                      <a:pt x="3025" y="0"/>
                    </a:cubicBezTo>
                    <a:close/>
                    <a:moveTo>
                      <a:pt x="2846" y="188"/>
                    </a:moveTo>
                    <a:cubicBezTo>
                      <a:pt x="2695" y="357"/>
                      <a:pt x="2481" y="625"/>
                      <a:pt x="2266" y="1008"/>
                    </a:cubicBezTo>
                    <a:cubicBezTo>
                      <a:pt x="2052" y="1392"/>
                      <a:pt x="1847" y="1891"/>
                      <a:pt x="1749" y="2507"/>
                    </a:cubicBezTo>
                    <a:cubicBezTo>
                      <a:pt x="1704" y="2819"/>
                      <a:pt x="1687" y="3149"/>
                      <a:pt x="1678" y="3497"/>
                    </a:cubicBezTo>
                    <a:cubicBezTo>
                      <a:pt x="1669" y="3854"/>
                      <a:pt x="1669" y="4220"/>
                      <a:pt x="1615" y="4612"/>
                    </a:cubicBezTo>
                    <a:cubicBezTo>
                      <a:pt x="1571" y="4996"/>
                      <a:pt x="1446" y="5388"/>
                      <a:pt x="1285" y="5781"/>
                    </a:cubicBezTo>
                    <a:cubicBezTo>
                      <a:pt x="1125" y="6174"/>
                      <a:pt x="928" y="6575"/>
                      <a:pt x="803" y="7021"/>
                    </a:cubicBezTo>
                    <a:cubicBezTo>
                      <a:pt x="679" y="7458"/>
                      <a:pt x="589" y="7931"/>
                      <a:pt x="554" y="8422"/>
                    </a:cubicBezTo>
                    <a:cubicBezTo>
                      <a:pt x="536" y="8671"/>
                      <a:pt x="527" y="8921"/>
                      <a:pt x="527" y="9171"/>
                    </a:cubicBezTo>
                    <a:cubicBezTo>
                      <a:pt x="527" y="9421"/>
                      <a:pt x="536" y="9679"/>
                      <a:pt x="527" y="9938"/>
                    </a:cubicBezTo>
                    <a:cubicBezTo>
                      <a:pt x="527" y="10188"/>
                      <a:pt x="509" y="10447"/>
                      <a:pt x="456" y="10705"/>
                    </a:cubicBezTo>
                    <a:cubicBezTo>
                      <a:pt x="402" y="10955"/>
                      <a:pt x="295" y="11205"/>
                      <a:pt x="197" y="11455"/>
                    </a:cubicBezTo>
                    <a:cubicBezTo>
                      <a:pt x="99" y="11705"/>
                      <a:pt x="1" y="11981"/>
                      <a:pt x="1" y="12267"/>
                    </a:cubicBezTo>
                    <a:cubicBezTo>
                      <a:pt x="1" y="12552"/>
                      <a:pt x="63" y="12829"/>
                      <a:pt x="152" y="13096"/>
                    </a:cubicBezTo>
                    <a:cubicBezTo>
                      <a:pt x="250" y="13364"/>
                      <a:pt x="357" y="13623"/>
                      <a:pt x="447" y="13899"/>
                    </a:cubicBezTo>
                    <a:cubicBezTo>
                      <a:pt x="536" y="14167"/>
                      <a:pt x="580" y="14443"/>
                      <a:pt x="607" y="14729"/>
                    </a:cubicBezTo>
                    <a:cubicBezTo>
                      <a:pt x="634" y="15023"/>
                      <a:pt x="661" y="15318"/>
                      <a:pt x="741" y="15603"/>
                    </a:cubicBezTo>
                    <a:cubicBezTo>
                      <a:pt x="812" y="15906"/>
                      <a:pt x="982" y="16165"/>
                      <a:pt x="1107" y="16424"/>
                    </a:cubicBezTo>
                    <a:cubicBezTo>
                      <a:pt x="1303" y="16843"/>
                      <a:pt x="1285" y="17325"/>
                      <a:pt x="1258" y="17789"/>
                    </a:cubicBezTo>
                    <a:cubicBezTo>
                      <a:pt x="1241" y="18021"/>
                      <a:pt x="1214" y="18244"/>
                      <a:pt x="1169" y="18476"/>
                    </a:cubicBezTo>
                    <a:cubicBezTo>
                      <a:pt x="1151" y="18583"/>
                      <a:pt x="1125" y="18699"/>
                      <a:pt x="1098" y="18806"/>
                    </a:cubicBezTo>
                    <a:lnTo>
                      <a:pt x="1062" y="18975"/>
                    </a:lnTo>
                    <a:cubicBezTo>
                      <a:pt x="1044" y="19029"/>
                      <a:pt x="1026" y="19082"/>
                      <a:pt x="1035" y="19154"/>
                    </a:cubicBezTo>
                    <a:cubicBezTo>
                      <a:pt x="1035" y="19225"/>
                      <a:pt x="1080" y="19305"/>
                      <a:pt x="1151" y="19332"/>
                    </a:cubicBezTo>
                    <a:cubicBezTo>
                      <a:pt x="1187" y="19350"/>
                      <a:pt x="1220" y="19357"/>
                      <a:pt x="1253" y="19357"/>
                    </a:cubicBezTo>
                    <a:cubicBezTo>
                      <a:pt x="1285" y="19357"/>
                      <a:pt x="1316" y="19350"/>
                      <a:pt x="1348" y="19341"/>
                    </a:cubicBezTo>
                    <a:cubicBezTo>
                      <a:pt x="1473" y="19305"/>
                      <a:pt x="1562" y="19252"/>
                      <a:pt x="1669" y="19216"/>
                    </a:cubicBezTo>
                    <a:cubicBezTo>
                      <a:pt x="1874" y="19136"/>
                      <a:pt x="2079" y="19064"/>
                      <a:pt x="2293" y="19029"/>
                    </a:cubicBezTo>
                    <a:cubicBezTo>
                      <a:pt x="2547" y="18969"/>
                      <a:pt x="2807" y="18943"/>
                      <a:pt x="3064" y="18943"/>
                    </a:cubicBezTo>
                    <a:cubicBezTo>
                      <a:pt x="3232" y="18943"/>
                      <a:pt x="3398" y="18954"/>
                      <a:pt x="3560" y="18975"/>
                    </a:cubicBezTo>
                    <a:lnTo>
                      <a:pt x="3605" y="18975"/>
                    </a:lnTo>
                    <a:lnTo>
                      <a:pt x="3614" y="18931"/>
                    </a:lnTo>
                    <a:cubicBezTo>
                      <a:pt x="3622" y="18690"/>
                      <a:pt x="3515" y="18484"/>
                      <a:pt x="3408" y="18297"/>
                    </a:cubicBezTo>
                    <a:cubicBezTo>
                      <a:pt x="3310" y="18119"/>
                      <a:pt x="3203" y="17940"/>
                      <a:pt x="3168" y="17744"/>
                    </a:cubicBezTo>
                    <a:cubicBezTo>
                      <a:pt x="3141" y="17548"/>
                      <a:pt x="3168" y="17343"/>
                      <a:pt x="3212" y="17146"/>
                    </a:cubicBezTo>
                    <a:cubicBezTo>
                      <a:pt x="3257" y="16950"/>
                      <a:pt x="3301" y="16754"/>
                      <a:pt x="3355" y="16558"/>
                    </a:cubicBezTo>
                    <a:cubicBezTo>
                      <a:pt x="3533" y="15781"/>
                      <a:pt x="3631" y="15032"/>
                      <a:pt x="3676" y="14309"/>
                    </a:cubicBezTo>
                    <a:cubicBezTo>
                      <a:pt x="3703" y="13953"/>
                      <a:pt x="3712" y="13605"/>
                      <a:pt x="3703" y="13266"/>
                    </a:cubicBezTo>
                    <a:cubicBezTo>
                      <a:pt x="3694" y="12936"/>
                      <a:pt x="3694" y="12606"/>
                      <a:pt x="3819" y="12320"/>
                    </a:cubicBezTo>
                    <a:cubicBezTo>
                      <a:pt x="3944" y="12035"/>
                      <a:pt x="4122" y="11776"/>
                      <a:pt x="4140" y="11473"/>
                    </a:cubicBezTo>
                    <a:cubicBezTo>
                      <a:pt x="4149" y="11330"/>
                      <a:pt x="4131" y="11187"/>
                      <a:pt x="4149" y="11053"/>
                    </a:cubicBezTo>
                    <a:cubicBezTo>
                      <a:pt x="4158" y="10991"/>
                      <a:pt x="4176" y="10919"/>
                      <a:pt x="4202" y="10866"/>
                    </a:cubicBezTo>
                    <a:cubicBezTo>
                      <a:pt x="4238" y="10812"/>
                      <a:pt x="4292" y="10777"/>
                      <a:pt x="4345" y="10732"/>
                    </a:cubicBezTo>
                    <a:cubicBezTo>
                      <a:pt x="4452" y="10661"/>
                      <a:pt x="4532" y="10527"/>
                      <a:pt x="4532" y="10402"/>
                    </a:cubicBezTo>
                    <a:cubicBezTo>
                      <a:pt x="4541" y="10268"/>
                      <a:pt x="4506" y="10152"/>
                      <a:pt x="4461" y="10045"/>
                    </a:cubicBezTo>
                    <a:cubicBezTo>
                      <a:pt x="4381" y="9822"/>
                      <a:pt x="4274" y="9626"/>
                      <a:pt x="4238" y="9421"/>
                    </a:cubicBezTo>
                    <a:cubicBezTo>
                      <a:pt x="4158" y="9019"/>
                      <a:pt x="4283" y="8662"/>
                      <a:pt x="4381" y="8404"/>
                    </a:cubicBezTo>
                    <a:cubicBezTo>
                      <a:pt x="4488" y="8145"/>
                      <a:pt x="4604" y="7949"/>
                      <a:pt x="4675" y="7824"/>
                    </a:cubicBezTo>
                    <a:cubicBezTo>
                      <a:pt x="4746" y="7692"/>
                      <a:pt x="4790" y="7629"/>
                      <a:pt x="4791" y="7628"/>
                    </a:cubicBezTo>
                    <a:lnTo>
                      <a:pt x="4791" y="7628"/>
                    </a:lnTo>
                    <a:cubicBezTo>
                      <a:pt x="4790" y="7629"/>
                      <a:pt x="4746" y="7692"/>
                      <a:pt x="4675" y="7815"/>
                    </a:cubicBezTo>
                    <a:cubicBezTo>
                      <a:pt x="4595" y="7949"/>
                      <a:pt x="4479" y="8136"/>
                      <a:pt x="4372" y="8404"/>
                    </a:cubicBezTo>
                    <a:cubicBezTo>
                      <a:pt x="4265" y="8662"/>
                      <a:pt x="4140" y="9010"/>
                      <a:pt x="4211" y="9430"/>
                    </a:cubicBezTo>
                    <a:cubicBezTo>
                      <a:pt x="4247" y="9635"/>
                      <a:pt x="4354" y="9831"/>
                      <a:pt x="4434" y="10045"/>
                    </a:cubicBezTo>
                    <a:cubicBezTo>
                      <a:pt x="4470" y="10161"/>
                      <a:pt x="4506" y="10277"/>
                      <a:pt x="4497" y="10393"/>
                    </a:cubicBezTo>
                    <a:cubicBezTo>
                      <a:pt x="4497" y="10518"/>
                      <a:pt x="4425" y="10634"/>
                      <a:pt x="4318" y="10705"/>
                    </a:cubicBezTo>
                    <a:cubicBezTo>
                      <a:pt x="4265" y="10741"/>
                      <a:pt x="4211" y="10786"/>
                      <a:pt x="4176" y="10848"/>
                    </a:cubicBezTo>
                    <a:cubicBezTo>
                      <a:pt x="4131" y="10911"/>
                      <a:pt x="4113" y="10973"/>
                      <a:pt x="4104" y="11044"/>
                    </a:cubicBezTo>
                    <a:cubicBezTo>
                      <a:pt x="4086" y="11187"/>
                      <a:pt x="4104" y="11330"/>
                      <a:pt x="4095" y="11473"/>
                    </a:cubicBezTo>
                    <a:cubicBezTo>
                      <a:pt x="4077" y="11758"/>
                      <a:pt x="3899" y="12008"/>
                      <a:pt x="3774" y="12302"/>
                    </a:cubicBezTo>
                    <a:cubicBezTo>
                      <a:pt x="3640" y="12597"/>
                      <a:pt x="3640" y="12936"/>
                      <a:pt x="3640" y="13266"/>
                    </a:cubicBezTo>
                    <a:cubicBezTo>
                      <a:pt x="3649" y="13605"/>
                      <a:pt x="3631" y="13953"/>
                      <a:pt x="3614" y="14309"/>
                    </a:cubicBezTo>
                    <a:cubicBezTo>
                      <a:pt x="3560" y="15023"/>
                      <a:pt x="3453" y="15773"/>
                      <a:pt x="3275" y="16540"/>
                    </a:cubicBezTo>
                    <a:cubicBezTo>
                      <a:pt x="3221" y="16736"/>
                      <a:pt x="3176" y="16932"/>
                      <a:pt x="3123" y="17129"/>
                    </a:cubicBezTo>
                    <a:cubicBezTo>
                      <a:pt x="3087" y="17325"/>
                      <a:pt x="3052" y="17539"/>
                      <a:pt x="3087" y="17753"/>
                    </a:cubicBezTo>
                    <a:cubicBezTo>
                      <a:pt x="3123" y="17976"/>
                      <a:pt x="3230" y="18163"/>
                      <a:pt x="3337" y="18342"/>
                    </a:cubicBezTo>
                    <a:cubicBezTo>
                      <a:pt x="3427" y="18514"/>
                      <a:pt x="3517" y="18685"/>
                      <a:pt x="3518" y="18871"/>
                    </a:cubicBezTo>
                    <a:lnTo>
                      <a:pt x="3518" y="18871"/>
                    </a:lnTo>
                    <a:cubicBezTo>
                      <a:pt x="3377" y="18855"/>
                      <a:pt x="3233" y="18847"/>
                      <a:pt x="3088" y="18847"/>
                    </a:cubicBezTo>
                    <a:cubicBezTo>
                      <a:pt x="2818" y="18847"/>
                      <a:pt x="2543" y="18875"/>
                      <a:pt x="2275" y="18931"/>
                    </a:cubicBezTo>
                    <a:cubicBezTo>
                      <a:pt x="2052" y="18975"/>
                      <a:pt x="1838" y="19038"/>
                      <a:pt x="1633" y="19118"/>
                    </a:cubicBezTo>
                    <a:cubicBezTo>
                      <a:pt x="1526" y="19162"/>
                      <a:pt x="1419" y="19216"/>
                      <a:pt x="1321" y="19243"/>
                    </a:cubicBezTo>
                    <a:cubicBezTo>
                      <a:pt x="1295" y="19248"/>
                      <a:pt x="1266" y="19253"/>
                      <a:pt x="1240" y="19253"/>
                    </a:cubicBezTo>
                    <a:cubicBezTo>
                      <a:pt x="1220" y="19253"/>
                      <a:pt x="1202" y="19250"/>
                      <a:pt x="1187" y="19243"/>
                    </a:cubicBezTo>
                    <a:cubicBezTo>
                      <a:pt x="1160" y="19225"/>
                      <a:pt x="1134" y="19189"/>
                      <a:pt x="1134" y="19145"/>
                    </a:cubicBezTo>
                    <a:cubicBezTo>
                      <a:pt x="1134" y="19055"/>
                      <a:pt x="1178" y="18939"/>
                      <a:pt x="1196" y="18832"/>
                    </a:cubicBezTo>
                    <a:cubicBezTo>
                      <a:pt x="1223" y="18716"/>
                      <a:pt x="1249" y="18600"/>
                      <a:pt x="1267" y="18484"/>
                    </a:cubicBezTo>
                    <a:cubicBezTo>
                      <a:pt x="1312" y="18261"/>
                      <a:pt x="1339" y="18030"/>
                      <a:pt x="1357" y="17798"/>
                    </a:cubicBezTo>
                    <a:cubicBezTo>
                      <a:pt x="1374" y="17557"/>
                      <a:pt x="1383" y="17325"/>
                      <a:pt x="1365" y="17084"/>
                    </a:cubicBezTo>
                    <a:cubicBezTo>
                      <a:pt x="1357" y="16843"/>
                      <a:pt x="1303" y="16602"/>
                      <a:pt x="1196" y="16379"/>
                    </a:cubicBezTo>
                    <a:cubicBezTo>
                      <a:pt x="1071" y="16103"/>
                      <a:pt x="902" y="15862"/>
                      <a:pt x="839" y="15576"/>
                    </a:cubicBezTo>
                    <a:cubicBezTo>
                      <a:pt x="759" y="15300"/>
                      <a:pt x="741" y="15005"/>
                      <a:pt x="705" y="14720"/>
                    </a:cubicBezTo>
                    <a:cubicBezTo>
                      <a:pt x="679" y="14434"/>
                      <a:pt x="634" y="14140"/>
                      <a:pt x="545" y="13863"/>
                    </a:cubicBezTo>
                    <a:cubicBezTo>
                      <a:pt x="456" y="13587"/>
                      <a:pt x="340" y="13328"/>
                      <a:pt x="250" y="13061"/>
                    </a:cubicBezTo>
                    <a:cubicBezTo>
                      <a:pt x="161" y="12802"/>
                      <a:pt x="99" y="12534"/>
                      <a:pt x="99" y="12267"/>
                    </a:cubicBezTo>
                    <a:cubicBezTo>
                      <a:pt x="99" y="11999"/>
                      <a:pt x="188" y="11740"/>
                      <a:pt x="286" y="11490"/>
                    </a:cubicBezTo>
                    <a:cubicBezTo>
                      <a:pt x="375" y="11241"/>
                      <a:pt x="482" y="10991"/>
                      <a:pt x="545" y="10723"/>
                    </a:cubicBezTo>
                    <a:cubicBezTo>
                      <a:pt x="598" y="10465"/>
                      <a:pt x="616" y="10197"/>
                      <a:pt x="616" y="9938"/>
                    </a:cubicBezTo>
                    <a:cubicBezTo>
                      <a:pt x="616" y="9679"/>
                      <a:pt x="607" y="9421"/>
                      <a:pt x="607" y="9171"/>
                    </a:cubicBezTo>
                    <a:cubicBezTo>
                      <a:pt x="607" y="8921"/>
                      <a:pt x="616" y="8671"/>
                      <a:pt x="634" y="8431"/>
                    </a:cubicBezTo>
                    <a:cubicBezTo>
                      <a:pt x="670" y="7949"/>
                      <a:pt x="750" y="7476"/>
                      <a:pt x="875" y="7039"/>
                    </a:cubicBezTo>
                    <a:cubicBezTo>
                      <a:pt x="991" y="6602"/>
                      <a:pt x="1178" y="6200"/>
                      <a:pt x="1339" y="5799"/>
                    </a:cubicBezTo>
                    <a:cubicBezTo>
                      <a:pt x="1499" y="5406"/>
                      <a:pt x="1624" y="5005"/>
                      <a:pt x="1669" y="4612"/>
                    </a:cubicBezTo>
                    <a:cubicBezTo>
                      <a:pt x="1713" y="4229"/>
                      <a:pt x="1713" y="3854"/>
                      <a:pt x="1722" y="3497"/>
                    </a:cubicBezTo>
                    <a:cubicBezTo>
                      <a:pt x="1731" y="3149"/>
                      <a:pt x="1740" y="2819"/>
                      <a:pt x="1785" y="2516"/>
                    </a:cubicBezTo>
                    <a:cubicBezTo>
                      <a:pt x="1874" y="1900"/>
                      <a:pt x="2070" y="1401"/>
                      <a:pt x="2275" y="1017"/>
                    </a:cubicBezTo>
                    <a:cubicBezTo>
                      <a:pt x="2490" y="634"/>
                      <a:pt x="2695" y="366"/>
                      <a:pt x="2846" y="18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1208;p48">
                <a:extLst>
                  <a:ext uri="{FF2B5EF4-FFF2-40B4-BE49-F238E27FC236}">
                    <a16:creationId xmlns:a16="http://schemas.microsoft.com/office/drawing/2014/main" id="{C5154A37-4CD1-4D24-4D88-DE0C7E882E60}"/>
                  </a:ext>
                </a:extLst>
              </p:cNvPr>
              <p:cNvSpPr/>
              <p:nvPr/>
            </p:nvSpPr>
            <p:spPr>
              <a:xfrm>
                <a:off x="1037094" y="2312069"/>
                <a:ext cx="321988" cy="135954"/>
              </a:xfrm>
              <a:custGeom>
                <a:avLst/>
                <a:gdLst/>
                <a:ahLst/>
                <a:cxnLst/>
                <a:rect l="l" t="t" r="r" b="b"/>
                <a:pathLst>
                  <a:path w="4417" h="1865" extrusionOk="0">
                    <a:moveTo>
                      <a:pt x="152" y="0"/>
                    </a:moveTo>
                    <a:cubicBezTo>
                      <a:pt x="98" y="277"/>
                      <a:pt x="54" y="553"/>
                      <a:pt x="0" y="839"/>
                    </a:cubicBezTo>
                    <a:cubicBezTo>
                      <a:pt x="1044" y="1178"/>
                      <a:pt x="2088" y="1526"/>
                      <a:pt x="3158" y="1731"/>
                    </a:cubicBezTo>
                    <a:cubicBezTo>
                      <a:pt x="3471" y="1784"/>
                      <a:pt x="3774" y="1829"/>
                      <a:pt x="4086" y="1865"/>
                    </a:cubicBezTo>
                    <a:cubicBezTo>
                      <a:pt x="4034" y="1614"/>
                      <a:pt x="4100" y="1355"/>
                      <a:pt x="4258" y="1160"/>
                    </a:cubicBezTo>
                    <a:lnTo>
                      <a:pt x="4258" y="1160"/>
                    </a:lnTo>
                    <a:cubicBezTo>
                      <a:pt x="4311" y="1166"/>
                      <a:pt x="4363" y="1172"/>
                      <a:pt x="4416" y="1178"/>
                    </a:cubicBezTo>
                    <a:lnTo>
                      <a:pt x="4273" y="1142"/>
                    </a:lnTo>
                    <a:cubicBezTo>
                      <a:pt x="4268" y="1148"/>
                      <a:pt x="4263" y="1154"/>
                      <a:pt x="4258" y="1160"/>
                    </a:cubicBezTo>
                    <a:lnTo>
                      <a:pt x="4258" y="1160"/>
                    </a:lnTo>
                    <a:cubicBezTo>
                      <a:pt x="3456" y="1065"/>
                      <a:pt x="2662" y="883"/>
                      <a:pt x="1900" y="607"/>
                    </a:cubicBezTo>
                    <a:cubicBezTo>
                      <a:pt x="1321" y="402"/>
                      <a:pt x="759" y="143"/>
                      <a:pt x="1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209;p48">
                <a:extLst>
                  <a:ext uri="{FF2B5EF4-FFF2-40B4-BE49-F238E27FC236}">
                    <a16:creationId xmlns:a16="http://schemas.microsoft.com/office/drawing/2014/main" id="{FC3C1288-70A5-8A58-1481-285C4E130D8E}"/>
                  </a:ext>
                </a:extLst>
              </p:cNvPr>
              <p:cNvSpPr/>
              <p:nvPr/>
            </p:nvSpPr>
            <p:spPr>
              <a:xfrm>
                <a:off x="1182084" y="2372863"/>
                <a:ext cx="60578" cy="122614"/>
              </a:xfrm>
              <a:custGeom>
                <a:avLst/>
                <a:gdLst/>
                <a:ahLst/>
                <a:cxnLst/>
                <a:rect l="l" t="t" r="r" b="b"/>
                <a:pathLst>
                  <a:path w="831" h="1682" extrusionOk="0">
                    <a:moveTo>
                      <a:pt x="577" y="0"/>
                    </a:moveTo>
                    <a:cubicBezTo>
                      <a:pt x="554" y="0"/>
                      <a:pt x="531" y="4"/>
                      <a:pt x="509" y="14"/>
                    </a:cubicBezTo>
                    <a:lnTo>
                      <a:pt x="580" y="40"/>
                    </a:lnTo>
                    <a:cubicBezTo>
                      <a:pt x="482" y="49"/>
                      <a:pt x="429" y="156"/>
                      <a:pt x="393" y="237"/>
                    </a:cubicBezTo>
                    <a:cubicBezTo>
                      <a:pt x="277" y="540"/>
                      <a:pt x="161" y="843"/>
                      <a:pt x="63" y="1147"/>
                    </a:cubicBezTo>
                    <a:cubicBezTo>
                      <a:pt x="36" y="1254"/>
                      <a:pt x="1" y="1361"/>
                      <a:pt x="18" y="1477"/>
                    </a:cubicBezTo>
                    <a:cubicBezTo>
                      <a:pt x="45" y="1584"/>
                      <a:pt x="134" y="1682"/>
                      <a:pt x="250" y="1682"/>
                    </a:cubicBezTo>
                    <a:cubicBezTo>
                      <a:pt x="349" y="1673"/>
                      <a:pt x="420" y="1575"/>
                      <a:pt x="438" y="1468"/>
                    </a:cubicBezTo>
                    <a:cubicBezTo>
                      <a:pt x="456" y="1370"/>
                      <a:pt x="429" y="1272"/>
                      <a:pt x="402" y="1173"/>
                    </a:cubicBezTo>
                    <a:cubicBezTo>
                      <a:pt x="375" y="1075"/>
                      <a:pt x="349" y="968"/>
                      <a:pt x="366" y="870"/>
                    </a:cubicBezTo>
                    <a:cubicBezTo>
                      <a:pt x="384" y="799"/>
                      <a:pt x="411" y="736"/>
                      <a:pt x="447" y="683"/>
                    </a:cubicBezTo>
                    <a:cubicBezTo>
                      <a:pt x="536" y="522"/>
                      <a:pt x="643" y="370"/>
                      <a:pt x="759" y="228"/>
                    </a:cubicBezTo>
                    <a:cubicBezTo>
                      <a:pt x="795" y="192"/>
                      <a:pt x="830" y="147"/>
                      <a:pt x="812" y="103"/>
                    </a:cubicBezTo>
                    <a:cubicBezTo>
                      <a:pt x="795" y="58"/>
                      <a:pt x="750" y="40"/>
                      <a:pt x="714" y="31"/>
                    </a:cubicBezTo>
                    <a:cubicBezTo>
                      <a:pt x="668" y="14"/>
                      <a:pt x="621" y="0"/>
                      <a:pt x="57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210;p48">
                <a:extLst>
                  <a:ext uri="{FF2B5EF4-FFF2-40B4-BE49-F238E27FC236}">
                    <a16:creationId xmlns:a16="http://schemas.microsoft.com/office/drawing/2014/main" id="{BD384AFE-3A8C-DC39-5E7F-92F579C4E281}"/>
                  </a:ext>
                </a:extLst>
              </p:cNvPr>
              <p:cNvSpPr/>
              <p:nvPr/>
            </p:nvSpPr>
            <p:spPr>
              <a:xfrm>
                <a:off x="1054662" y="2119552"/>
                <a:ext cx="10424" cy="18297"/>
              </a:xfrm>
              <a:custGeom>
                <a:avLst/>
                <a:gdLst/>
                <a:ahLst/>
                <a:cxnLst/>
                <a:rect l="l" t="t" r="r" b="b"/>
                <a:pathLst>
                  <a:path w="143" h="251" extrusionOk="0">
                    <a:moveTo>
                      <a:pt x="143" y="1"/>
                    </a:moveTo>
                    <a:lnTo>
                      <a:pt x="0" y="250"/>
                    </a:lnTo>
                    <a:cubicBezTo>
                      <a:pt x="54" y="170"/>
                      <a:pt x="98" y="90"/>
                      <a:pt x="1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211;p48">
                <a:extLst>
                  <a:ext uri="{FF2B5EF4-FFF2-40B4-BE49-F238E27FC236}">
                    <a16:creationId xmlns:a16="http://schemas.microsoft.com/office/drawing/2014/main" id="{92EEFD5C-6EFC-AE9C-1832-039A6DD16849}"/>
                  </a:ext>
                </a:extLst>
              </p:cNvPr>
              <p:cNvSpPr/>
              <p:nvPr/>
            </p:nvSpPr>
            <p:spPr>
              <a:xfrm>
                <a:off x="1345298" y="994195"/>
                <a:ext cx="78146" cy="21213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291" extrusionOk="0">
                    <a:moveTo>
                      <a:pt x="80" y="0"/>
                    </a:moveTo>
                    <a:cubicBezTo>
                      <a:pt x="66" y="0"/>
                      <a:pt x="54" y="2"/>
                      <a:pt x="45" y="5"/>
                    </a:cubicBezTo>
                    <a:cubicBezTo>
                      <a:pt x="10" y="14"/>
                      <a:pt x="1" y="23"/>
                      <a:pt x="1" y="23"/>
                    </a:cubicBezTo>
                    <a:cubicBezTo>
                      <a:pt x="1" y="23"/>
                      <a:pt x="9" y="19"/>
                      <a:pt x="22" y="19"/>
                    </a:cubicBezTo>
                    <a:cubicBezTo>
                      <a:pt x="29" y="19"/>
                      <a:pt x="36" y="20"/>
                      <a:pt x="45" y="23"/>
                    </a:cubicBezTo>
                    <a:cubicBezTo>
                      <a:pt x="72" y="23"/>
                      <a:pt x="117" y="41"/>
                      <a:pt x="152" y="68"/>
                    </a:cubicBezTo>
                    <a:cubicBezTo>
                      <a:pt x="188" y="103"/>
                      <a:pt x="215" y="157"/>
                      <a:pt x="277" y="210"/>
                    </a:cubicBezTo>
                    <a:cubicBezTo>
                      <a:pt x="319" y="259"/>
                      <a:pt x="392" y="291"/>
                      <a:pt x="464" y="291"/>
                    </a:cubicBezTo>
                    <a:cubicBezTo>
                      <a:pt x="485" y="291"/>
                      <a:pt x="507" y="288"/>
                      <a:pt x="527" y="282"/>
                    </a:cubicBezTo>
                    <a:cubicBezTo>
                      <a:pt x="625" y="255"/>
                      <a:pt x="688" y="210"/>
                      <a:pt x="750" y="175"/>
                    </a:cubicBezTo>
                    <a:cubicBezTo>
                      <a:pt x="813" y="139"/>
                      <a:pt x="857" y="103"/>
                      <a:pt x="911" y="77"/>
                    </a:cubicBezTo>
                    <a:cubicBezTo>
                      <a:pt x="955" y="59"/>
                      <a:pt x="991" y="50"/>
                      <a:pt x="1027" y="50"/>
                    </a:cubicBezTo>
                    <a:lnTo>
                      <a:pt x="1071" y="50"/>
                    </a:lnTo>
                    <a:cubicBezTo>
                      <a:pt x="1071" y="50"/>
                      <a:pt x="1034" y="23"/>
                      <a:pt x="965" y="23"/>
                    </a:cubicBezTo>
                    <a:cubicBezTo>
                      <a:pt x="944" y="23"/>
                      <a:pt x="920" y="26"/>
                      <a:pt x="893" y="32"/>
                    </a:cubicBezTo>
                    <a:cubicBezTo>
                      <a:pt x="777" y="50"/>
                      <a:pt x="643" y="139"/>
                      <a:pt x="509" y="184"/>
                    </a:cubicBezTo>
                    <a:cubicBezTo>
                      <a:pt x="492" y="186"/>
                      <a:pt x="477" y="187"/>
                      <a:pt x="462" y="187"/>
                    </a:cubicBezTo>
                    <a:cubicBezTo>
                      <a:pt x="413" y="187"/>
                      <a:pt x="372" y="175"/>
                      <a:pt x="331" y="148"/>
                    </a:cubicBezTo>
                    <a:cubicBezTo>
                      <a:pt x="277" y="103"/>
                      <a:pt x="233" y="59"/>
                      <a:pt x="179" y="32"/>
                    </a:cubicBezTo>
                    <a:cubicBezTo>
                      <a:pt x="144" y="8"/>
                      <a:pt x="108" y="0"/>
                      <a:pt x="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212;p48">
                <a:extLst>
                  <a:ext uri="{FF2B5EF4-FFF2-40B4-BE49-F238E27FC236}">
                    <a16:creationId xmlns:a16="http://schemas.microsoft.com/office/drawing/2014/main" id="{91C5393E-D568-1D3C-387A-A69720560813}"/>
                  </a:ext>
                </a:extLst>
              </p:cNvPr>
              <p:cNvSpPr/>
              <p:nvPr/>
            </p:nvSpPr>
            <p:spPr>
              <a:xfrm>
                <a:off x="1227644" y="852779"/>
                <a:ext cx="332996" cy="308648"/>
              </a:xfrm>
              <a:custGeom>
                <a:avLst/>
                <a:gdLst/>
                <a:ahLst/>
                <a:cxnLst/>
                <a:rect l="l" t="t" r="r" b="b"/>
                <a:pathLst>
                  <a:path w="4568" h="4234" extrusionOk="0">
                    <a:moveTo>
                      <a:pt x="4523" y="0"/>
                    </a:moveTo>
                    <a:cubicBezTo>
                      <a:pt x="4523" y="0"/>
                      <a:pt x="4523" y="143"/>
                      <a:pt x="4523" y="402"/>
                    </a:cubicBezTo>
                    <a:cubicBezTo>
                      <a:pt x="4523" y="527"/>
                      <a:pt x="4523" y="687"/>
                      <a:pt x="4523" y="866"/>
                    </a:cubicBezTo>
                    <a:cubicBezTo>
                      <a:pt x="4523" y="1053"/>
                      <a:pt x="4523" y="1258"/>
                      <a:pt x="4461" y="1481"/>
                    </a:cubicBezTo>
                    <a:cubicBezTo>
                      <a:pt x="4425" y="1588"/>
                      <a:pt x="4371" y="1687"/>
                      <a:pt x="4300" y="1794"/>
                    </a:cubicBezTo>
                    <a:cubicBezTo>
                      <a:pt x="4238" y="1901"/>
                      <a:pt x="4166" y="2017"/>
                      <a:pt x="4131" y="2159"/>
                    </a:cubicBezTo>
                    <a:cubicBezTo>
                      <a:pt x="4050" y="2427"/>
                      <a:pt x="4068" y="2721"/>
                      <a:pt x="3934" y="2989"/>
                    </a:cubicBezTo>
                    <a:cubicBezTo>
                      <a:pt x="3800" y="3248"/>
                      <a:pt x="3577" y="3489"/>
                      <a:pt x="3319" y="3685"/>
                    </a:cubicBezTo>
                    <a:cubicBezTo>
                      <a:pt x="3060" y="3881"/>
                      <a:pt x="2757" y="4042"/>
                      <a:pt x="2418" y="4104"/>
                    </a:cubicBezTo>
                    <a:cubicBezTo>
                      <a:pt x="2316" y="4123"/>
                      <a:pt x="2215" y="4132"/>
                      <a:pt x="2115" y="4132"/>
                    </a:cubicBezTo>
                    <a:cubicBezTo>
                      <a:pt x="1880" y="4132"/>
                      <a:pt x="1652" y="4082"/>
                      <a:pt x="1445" y="3988"/>
                    </a:cubicBezTo>
                    <a:cubicBezTo>
                      <a:pt x="1151" y="3854"/>
                      <a:pt x="910" y="3640"/>
                      <a:pt x="776" y="3373"/>
                    </a:cubicBezTo>
                    <a:cubicBezTo>
                      <a:pt x="633" y="3105"/>
                      <a:pt x="562" y="2828"/>
                      <a:pt x="473" y="2570"/>
                    </a:cubicBezTo>
                    <a:cubicBezTo>
                      <a:pt x="384" y="2311"/>
                      <a:pt x="294" y="2079"/>
                      <a:pt x="232" y="1856"/>
                    </a:cubicBezTo>
                    <a:cubicBezTo>
                      <a:pt x="89" y="1419"/>
                      <a:pt x="27" y="1053"/>
                      <a:pt x="36" y="794"/>
                    </a:cubicBezTo>
                    <a:cubicBezTo>
                      <a:pt x="36" y="661"/>
                      <a:pt x="54" y="562"/>
                      <a:pt x="71" y="500"/>
                    </a:cubicBezTo>
                    <a:cubicBezTo>
                      <a:pt x="80" y="429"/>
                      <a:pt x="89" y="394"/>
                      <a:pt x="89" y="393"/>
                    </a:cubicBezTo>
                    <a:lnTo>
                      <a:pt x="89" y="393"/>
                    </a:lnTo>
                    <a:cubicBezTo>
                      <a:pt x="89" y="394"/>
                      <a:pt x="80" y="429"/>
                      <a:pt x="63" y="500"/>
                    </a:cubicBezTo>
                    <a:cubicBezTo>
                      <a:pt x="45" y="562"/>
                      <a:pt x="27" y="661"/>
                      <a:pt x="18" y="794"/>
                    </a:cubicBezTo>
                    <a:cubicBezTo>
                      <a:pt x="0" y="1053"/>
                      <a:pt x="45" y="1428"/>
                      <a:pt x="179" y="1874"/>
                    </a:cubicBezTo>
                    <a:cubicBezTo>
                      <a:pt x="241" y="2097"/>
                      <a:pt x="321" y="2338"/>
                      <a:pt x="402" y="2596"/>
                    </a:cubicBezTo>
                    <a:cubicBezTo>
                      <a:pt x="491" y="2846"/>
                      <a:pt x="562" y="3132"/>
                      <a:pt x="696" y="3408"/>
                    </a:cubicBezTo>
                    <a:cubicBezTo>
                      <a:pt x="839" y="3694"/>
                      <a:pt x="1088" y="3944"/>
                      <a:pt x="1401" y="4077"/>
                    </a:cubicBezTo>
                    <a:cubicBezTo>
                      <a:pt x="1620" y="4177"/>
                      <a:pt x="1865" y="4234"/>
                      <a:pt x="2115" y="4234"/>
                    </a:cubicBezTo>
                    <a:cubicBezTo>
                      <a:pt x="2222" y="4234"/>
                      <a:pt x="2329" y="4224"/>
                      <a:pt x="2436" y="4202"/>
                    </a:cubicBezTo>
                    <a:cubicBezTo>
                      <a:pt x="2792" y="4140"/>
                      <a:pt x="3114" y="3970"/>
                      <a:pt x="3381" y="3765"/>
                    </a:cubicBezTo>
                    <a:cubicBezTo>
                      <a:pt x="3640" y="3551"/>
                      <a:pt x="3872" y="3310"/>
                      <a:pt x="4015" y="3025"/>
                    </a:cubicBezTo>
                    <a:cubicBezTo>
                      <a:pt x="4157" y="2739"/>
                      <a:pt x="4131" y="2427"/>
                      <a:pt x="4202" y="2177"/>
                    </a:cubicBezTo>
                    <a:cubicBezTo>
                      <a:pt x="4255" y="1918"/>
                      <a:pt x="4452" y="1731"/>
                      <a:pt x="4505" y="1490"/>
                    </a:cubicBezTo>
                    <a:cubicBezTo>
                      <a:pt x="4568" y="1267"/>
                      <a:pt x="4559" y="1053"/>
                      <a:pt x="4559" y="866"/>
                    </a:cubicBezTo>
                    <a:cubicBezTo>
                      <a:pt x="4550" y="687"/>
                      <a:pt x="4541" y="527"/>
                      <a:pt x="4541" y="402"/>
                    </a:cubicBezTo>
                    <a:cubicBezTo>
                      <a:pt x="4532" y="143"/>
                      <a:pt x="4523" y="0"/>
                      <a:pt x="45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213;p48">
                <a:extLst>
                  <a:ext uri="{FF2B5EF4-FFF2-40B4-BE49-F238E27FC236}">
                    <a16:creationId xmlns:a16="http://schemas.microsoft.com/office/drawing/2014/main" id="{F03DE945-C546-3938-FE7E-9471CD415CC6}"/>
                  </a:ext>
                </a:extLst>
              </p:cNvPr>
              <p:cNvSpPr/>
              <p:nvPr/>
            </p:nvSpPr>
            <p:spPr>
              <a:xfrm>
                <a:off x="1180116" y="811593"/>
                <a:ext cx="57954" cy="161031"/>
              </a:xfrm>
              <a:custGeom>
                <a:avLst/>
                <a:gdLst/>
                <a:ahLst/>
                <a:cxnLst/>
                <a:rect l="l" t="t" r="r" b="b"/>
                <a:pathLst>
                  <a:path w="795" h="2209" extrusionOk="0">
                    <a:moveTo>
                      <a:pt x="794" y="2197"/>
                    </a:moveTo>
                    <a:cubicBezTo>
                      <a:pt x="795" y="2197"/>
                      <a:pt x="795" y="2198"/>
                      <a:pt x="795" y="2198"/>
                    </a:cubicBezTo>
                    <a:cubicBezTo>
                      <a:pt x="795" y="2197"/>
                      <a:pt x="795" y="2197"/>
                      <a:pt x="794" y="2197"/>
                    </a:cubicBezTo>
                    <a:close/>
                    <a:moveTo>
                      <a:pt x="159" y="1"/>
                    </a:moveTo>
                    <a:cubicBezTo>
                      <a:pt x="149" y="1"/>
                      <a:pt x="138" y="2"/>
                      <a:pt x="126" y="3"/>
                    </a:cubicBezTo>
                    <a:cubicBezTo>
                      <a:pt x="72" y="12"/>
                      <a:pt x="28" y="75"/>
                      <a:pt x="19" y="146"/>
                    </a:cubicBezTo>
                    <a:cubicBezTo>
                      <a:pt x="1" y="209"/>
                      <a:pt x="10" y="280"/>
                      <a:pt x="10" y="351"/>
                    </a:cubicBezTo>
                    <a:cubicBezTo>
                      <a:pt x="10" y="423"/>
                      <a:pt x="19" y="503"/>
                      <a:pt x="19" y="583"/>
                    </a:cubicBezTo>
                    <a:cubicBezTo>
                      <a:pt x="28" y="744"/>
                      <a:pt x="28" y="922"/>
                      <a:pt x="45" y="1110"/>
                    </a:cubicBezTo>
                    <a:cubicBezTo>
                      <a:pt x="54" y="1208"/>
                      <a:pt x="72" y="1306"/>
                      <a:pt x="117" y="1395"/>
                    </a:cubicBezTo>
                    <a:cubicBezTo>
                      <a:pt x="153" y="1475"/>
                      <a:pt x="197" y="1556"/>
                      <a:pt x="242" y="1618"/>
                    </a:cubicBezTo>
                    <a:cubicBezTo>
                      <a:pt x="331" y="1761"/>
                      <a:pt x="411" y="1877"/>
                      <a:pt x="483" y="1984"/>
                    </a:cubicBezTo>
                    <a:cubicBezTo>
                      <a:pt x="554" y="2082"/>
                      <a:pt x="616" y="2171"/>
                      <a:pt x="688" y="2198"/>
                    </a:cubicBezTo>
                    <a:cubicBezTo>
                      <a:pt x="708" y="2206"/>
                      <a:pt x="725" y="2208"/>
                      <a:pt x="740" y="2208"/>
                    </a:cubicBezTo>
                    <a:cubicBezTo>
                      <a:pt x="771" y="2208"/>
                      <a:pt x="788" y="2197"/>
                      <a:pt x="793" y="2197"/>
                    </a:cubicBezTo>
                    <a:cubicBezTo>
                      <a:pt x="794" y="2197"/>
                      <a:pt x="794" y="2197"/>
                      <a:pt x="794" y="2197"/>
                    </a:cubicBezTo>
                    <a:lnTo>
                      <a:pt x="794" y="2197"/>
                    </a:lnTo>
                    <a:cubicBezTo>
                      <a:pt x="794" y="2196"/>
                      <a:pt x="793" y="2196"/>
                      <a:pt x="792" y="2196"/>
                    </a:cubicBezTo>
                    <a:cubicBezTo>
                      <a:pt x="786" y="2196"/>
                      <a:pt x="774" y="2199"/>
                      <a:pt x="758" y="2199"/>
                    </a:cubicBezTo>
                    <a:cubicBezTo>
                      <a:pt x="741" y="2199"/>
                      <a:pt x="720" y="2196"/>
                      <a:pt x="697" y="2180"/>
                    </a:cubicBezTo>
                    <a:cubicBezTo>
                      <a:pt x="634" y="2144"/>
                      <a:pt x="581" y="2064"/>
                      <a:pt x="527" y="1957"/>
                    </a:cubicBezTo>
                    <a:cubicBezTo>
                      <a:pt x="465" y="1850"/>
                      <a:pt x="393" y="1716"/>
                      <a:pt x="322" y="1574"/>
                    </a:cubicBezTo>
                    <a:cubicBezTo>
                      <a:pt x="233" y="1431"/>
                      <a:pt x="161" y="1288"/>
                      <a:pt x="153" y="1101"/>
                    </a:cubicBezTo>
                    <a:cubicBezTo>
                      <a:pt x="135" y="922"/>
                      <a:pt x="126" y="735"/>
                      <a:pt x="108" y="574"/>
                    </a:cubicBezTo>
                    <a:cubicBezTo>
                      <a:pt x="99" y="494"/>
                      <a:pt x="90" y="414"/>
                      <a:pt x="81" y="342"/>
                    </a:cubicBezTo>
                    <a:cubicBezTo>
                      <a:pt x="72" y="271"/>
                      <a:pt x="63" y="209"/>
                      <a:pt x="72" y="146"/>
                    </a:cubicBezTo>
                    <a:cubicBezTo>
                      <a:pt x="72" y="93"/>
                      <a:pt x="99" y="48"/>
                      <a:pt x="135" y="30"/>
                    </a:cubicBezTo>
                    <a:cubicBezTo>
                      <a:pt x="148" y="28"/>
                      <a:pt x="161" y="26"/>
                      <a:pt x="173" y="26"/>
                    </a:cubicBezTo>
                    <a:cubicBezTo>
                      <a:pt x="204" y="26"/>
                      <a:pt x="232" y="33"/>
                      <a:pt x="251" y="39"/>
                    </a:cubicBezTo>
                    <a:cubicBezTo>
                      <a:pt x="322" y="57"/>
                      <a:pt x="349" y="84"/>
                      <a:pt x="349" y="84"/>
                    </a:cubicBezTo>
                    <a:cubicBezTo>
                      <a:pt x="349" y="84"/>
                      <a:pt x="322" y="57"/>
                      <a:pt x="260" y="21"/>
                    </a:cubicBezTo>
                    <a:cubicBezTo>
                      <a:pt x="231" y="14"/>
                      <a:pt x="202" y="1"/>
                      <a:pt x="1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214;p48">
                <a:extLst>
                  <a:ext uri="{FF2B5EF4-FFF2-40B4-BE49-F238E27FC236}">
                    <a16:creationId xmlns:a16="http://schemas.microsoft.com/office/drawing/2014/main" id="{4A277C2C-A02A-C225-80CE-79E60B0FF8E2}"/>
                  </a:ext>
                </a:extLst>
              </p:cNvPr>
              <p:cNvSpPr/>
              <p:nvPr/>
            </p:nvSpPr>
            <p:spPr>
              <a:xfrm>
                <a:off x="1545616" y="806271"/>
                <a:ext cx="54017" cy="168831"/>
              </a:xfrm>
              <a:custGeom>
                <a:avLst/>
                <a:gdLst/>
                <a:ahLst/>
                <a:cxnLst/>
                <a:rect l="l" t="t" r="r" b="b"/>
                <a:pathLst>
                  <a:path w="741" h="2316" extrusionOk="0">
                    <a:moveTo>
                      <a:pt x="550" y="0"/>
                    </a:moveTo>
                    <a:cubicBezTo>
                      <a:pt x="423" y="0"/>
                      <a:pt x="343" y="75"/>
                      <a:pt x="304" y="130"/>
                    </a:cubicBezTo>
                    <a:cubicBezTo>
                      <a:pt x="286" y="157"/>
                      <a:pt x="277" y="192"/>
                      <a:pt x="268" y="210"/>
                    </a:cubicBezTo>
                    <a:cubicBezTo>
                      <a:pt x="268" y="228"/>
                      <a:pt x="268" y="237"/>
                      <a:pt x="268" y="237"/>
                    </a:cubicBezTo>
                    <a:cubicBezTo>
                      <a:pt x="268" y="237"/>
                      <a:pt x="268" y="228"/>
                      <a:pt x="277" y="210"/>
                    </a:cubicBezTo>
                    <a:cubicBezTo>
                      <a:pt x="286" y="192"/>
                      <a:pt x="295" y="166"/>
                      <a:pt x="322" y="139"/>
                    </a:cubicBezTo>
                    <a:cubicBezTo>
                      <a:pt x="356" y="97"/>
                      <a:pt x="429" y="45"/>
                      <a:pt x="514" y="45"/>
                    </a:cubicBezTo>
                    <a:cubicBezTo>
                      <a:pt x="539" y="45"/>
                      <a:pt x="564" y="49"/>
                      <a:pt x="589" y="59"/>
                    </a:cubicBezTo>
                    <a:cubicBezTo>
                      <a:pt x="616" y="67"/>
                      <a:pt x="643" y="85"/>
                      <a:pt x="661" y="112"/>
                    </a:cubicBezTo>
                    <a:cubicBezTo>
                      <a:pt x="670" y="130"/>
                      <a:pt x="670" y="157"/>
                      <a:pt x="661" y="192"/>
                    </a:cubicBezTo>
                    <a:cubicBezTo>
                      <a:pt x="643" y="273"/>
                      <a:pt x="634" y="353"/>
                      <a:pt x="616" y="442"/>
                    </a:cubicBezTo>
                    <a:cubicBezTo>
                      <a:pt x="580" y="621"/>
                      <a:pt x="554" y="817"/>
                      <a:pt x="518" y="1013"/>
                    </a:cubicBezTo>
                    <a:cubicBezTo>
                      <a:pt x="509" y="1120"/>
                      <a:pt x="491" y="1218"/>
                      <a:pt x="464" y="1299"/>
                    </a:cubicBezTo>
                    <a:cubicBezTo>
                      <a:pt x="429" y="1379"/>
                      <a:pt x="375" y="1459"/>
                      <a:pt x="339" y="1548"/>
                    </a:cubicBezTo>
                    <a:cubicBezTo>
                      <a:pt x="295" y="1629"/>
                      <a:pt x="286" y="1736"/>
                      <a:pt x="295" y="1807"/>
                    </a:cubicBezTo>
                    <a:cubicBezTo>
                      <a:pt x="304" y="1887"/>
                      <a:pt x="304" y="1959"/>
                      <a:pt x="277" y="2021"/>
                    </a:cubicBezTo>
                    <a:cubicBezTo>
                      <a:pt x="241" y="2137"/>
                      <a:pt x="161" y="2217"/>
                      <a:pt x="108" y="2262"/>
                    </a:cubicBezTo>
                    <a:cubicBezTo>
                      <a:pt x="45" y="2307"/>
                      <a:pt x="0" y="2316"/>
                      <a:pt x="0" y="2316"/>
                    </a:cubicBezTo>
                    <a:lnTo>
                      <a:pt x="27" y="2316"/>
                    </a:lnTo>
                    <a:cubicBezTo>
                      <a:pt x="54" y="2307"/>
                      <a:pt x="81" y="2298"/>
                      <a:pt x="116" y="2280"/>
                    </a:cubicBezTo>
                    <a:cubicBezTo>
                      <a:pt x="179" y="2244"/>
                      <a:pt x="268" y="2164"/>
                      <a:pt x="331" y="2039"/>
                    </a:cubicBezTo>
                    <a:cubicBezTo>
                      <a:pt x="357" y="1968"/>
                      <a:pt x="366" y="1887"/>
                      <a:pt x="366" y="1807"/>
                    </a:cubicBezTo>
                    <a:cubicBezTo>
                      <a:pt x="366" y="1727"/>
                      <a:pt x="375" y="1655"/>
                      <a:pt x="420" y="1584"/>
                    </a:cubicBezTo>
                    <a:cubicBezTo>
                      <a:pt x="455" y="1504"/>
                      <a:pt x="509" y="1432"/>
                      <a:pt x="554" y="1334"/>
                    </a:cubicBezTo>
                    <a:cubicBezTo>
                      <a:pt x="598" y="1236"/>
                      <a:pt x="607" y="1129"/>
                      <a:pt x="625" y="1031"/>
                    </a:cubicBezTo>
                    <a:cubicBezTo>
                      <a:pt x="652" y="826"/>
                      <a:pt x="678" y="638"/>
                      <a:pt x="705" y="460"/>
                    </a:cubicBezTo>
                    <a:cubicBezTo>
                      <a:pt x="714" y="371"/>
                      <a:pt x="723" y="282"/>
                      <a:pt x="732" y="210"/>
                    </a:cubicBezTo>
                    <a:cubicBezTo>
                      <a:pt x="732" y="166"/>
                      <a:pt x="741" y="112"/>
                      <a:pt x="705" y="76"/>
                    </a:cubicBezTo>
                    <a:cubicBezTo>
                      <a:pt x="678" y="32"/>
                      <a:pt x="643" y="14"/>
                      <a:pt x="607" y="5"/>
                    </a:cubicBezTo>
                    <a:cubicBezTo>
                      <a:pt x="587" y="2"/>
                      <a:pt x="568" y="0"/>
                      <a:pt x="5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215;p48">
                <a:extLst>
                  <a:ext uri="{FF2B5EF4-FFF2-40B4-BE49-F238E27FC236}">
                    <a16:creationId xmlns:a16="http://schemas.microsoft.com/office/drawing/2014/main" id="{AE03C8AA-E916-BE86-6251-13F69A8F3BC9}"/>
                  </a:ext>
                </a:extLst>
              </p:cNvPr>
              <p:cNvSpPr/>
              <p:nvPr/>
            </p:nvSpPr>
            <p:spPr>
              <a:xfrm>
                <a:off x="1327147" y="1043327"/>
                <a:ext cx="124873" cy="15236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209" extrusionOk="0">
                    <a:moveTo>
                      <a:pt x="1178" y="0"/>
                    </a:moveTo>
                    <a:cubicBezTo>
                      <a:pt x="1124" y="9"/>
                      <a:pt x="1071" y="9"/>
                      <a:pt x="1008" y="18"/>
                    </a:cubicBezTo>
                    <a:cubicBezTo>
                      <a:pt x="946" y="27"/>
                      <a:pt x="883" y="63"/>
                      <a:pt x="839" y="90"/>
                    </a:cubicBezTo>
                    <a:cubicBezTo>
                      <a:pt x="814" y="99"/>
                      <a:pt x="789" y="103"/>
                      <a:pt x="762" y="103"/>
                    </a:cubicBezTo>
                    <a:cubicBezTo>
                      <a:pt x="691" y="103"/>
                      <a:pt x="613" y="76"/>
                      <a:pt x="535" y="63"/>
                    </a:cubicBezTo>
                    <a:cubicBezTo>
                      <a:pt x="467" y="46"/>
                      <a:pt x="403" y="40"/>
                      <a:pt x="345" y="40"/>
                    </a:cubicBezTo>
                    <a:cubicBezTo>
                      <a:pt x="311" y="40"/>
                      <a:pt x="279" y="42"/>
                      <a:pt x="250" y="45"/>
                    </a:cubicBezTo>
                    <a:cubicBezTo>
                      <a:pt x="170" y="54"/>
                      <a:pt x="107" y="72"/>
                      <a:pt x="71" y="90"/>
                    </a:cubicBezTo>
                    <a:cubicBezTo>
                      <a:pt x="27" y="107"/>
                      <a:pt x="0" y="116"/>
                      <a:pt x="0" y="116"/>
                    </a:cubicBezTo>
                    <a:cubicBezTo>
                      <a:pt x="0" y="116"/>
                      <a:pt x="27" y="107"/>
                      <a:pt x="71" y="107"/>
                    </a:cubicBezTo>
                    <a:cubicBezTo>
                      <a:pt x="116" y="98"/>
                      <a:pt x="178" y="98"/>
                      <a:pt x="259" y="98"/>
                    </a:cubicBezTo>
                    <a:cubicBezTo>
                      <a:pt x="330" y="107"/>
                      <a:pt x="419" y="116"/>
                      <a:pt x="517" y="143"/>
                    </a:cubicBezTo>
                    <a:cubicBezTo>
                      <a:pt x="562" y="161"/>
                      <a:pt x="616" y="179"/>
                      <a:pt x="678" y="197"/>
                    </a:cubicBezTo>
                    <a:cubicBezTo>
                      <a:pt x="700" y="204"/>
                      <a:pt x="727" y="208"/>
                      <a:pt x="755" y="208"/>
                    </a:cubicBezTo>
                    <a:cubicBezTo>
                      <a:pt x="795" y="208"/>
                      <a:pt x="838" y="200"/>
                      <a:pt x="874" y="179"/>
                    </a:cubicBezTo>
                    <a:cubicBezTo>
                      <a:pt x="937" y="152"/>
                      <a:pt x="981" y="125"/>
                      <a:pt x="1026" y="116"/>
                    </a:cubicBezTo>
                    <a:cubicBezTo>
                      <a:pt x="1079" y="107"/>
                      <a:pt x="1133" y="98"/>
                      <a:pt x="1187" y="90"/>
                    </a:cubicBezTo>
                    <a:cubicBezTo>
                      <a:pt x="1285" y="81"/>
                      <a:pt x="1374" y="72"/>
                      <a:pt x="1454" y="72"/>
                    </a:cubicBezTo>
                    <a:lnTo>
                      <a:pt x="1713" y="72"/>
                    </a:lnTo>
                    <a:cubicBezTo>
                      <a:pt x="1713" y="72"/>
                      <a:pt x="1615" y="45"/>
                      <a:pt x="1454" y="18"/>
                    </a:cubicBezTo>
                    <a:cubicBezTo>
                      <a:pt x="1374" y="9"/>
                      <a:pt x="1285" y="0"/>
                      <a:pt x="11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216;p48">
                <a:extLst>
                  <a:ext uri="{FF2B5EF4-FFF2-40B4-BE49-F238E27FC236}">
                    <a16:creationId xmlns:a16="http://schemas.microsoft.com/office/drawing/2014/main" id="{FA8E4DC7-DEC4-7946-F844-9C4E6FBFF7BE}"/>
                  </a:ext>
                </a:extLst>
              </p:cNvPr>
              <p:cNvSpPr/>
              <p:nvPr/>
            </p:nvSpPr>
            <p:spPr>
              <a:xfrm>
                <a:off x="1340778" y="1064758"/>
                <a:ext cx="89810" cy="16985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233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" y="1"/>
                      <a:pt x="18" y="10"/>
                      <a:pt x="36" y="36"/>
                    </a:cubicBezTo>
                    <a:cubicBezTo>
                      <a:pt x="63" y="54"/>
                      <a:pt x="107" y="81"/>
                      <a:pt x="161" y="117"/>
                    </a:cubicBezTo>
                    <a:cubicBezTo>
                      <a:pt x="259" y="170"/>
                      <a:pt x="429" y="233"/>
                      <a:pt x="616" y="233"/>
                    </a:cubicBezTo>
                    <a:cubicBezTo>
                      <a:pt x="803" y="233"/>
                      <a:pt x="973" y="170"/>
                      <a:pt x="1071" y="117"/>
                    </a:cubicBezTo>
                    <a:cubicBezTo>
                      <a:pt x="1124" y="81"/>
                      <a:pt x="1169" y="54"/>
                      <a:pt x="1196" y="36"/>
                    </a:cubicBezTo>
                    <a:cubicBezTo>
                      <a:pt x="1213" y="10"/>
                      <a:pt x="1231" y="1"/>
                      <a:pt x="1231" y="1"/>
                    </a:cubicBezTo>
                    <a:lnTo>
                      <a:pt x="1231" y="1"/>
                    </a:lnTo>
                    <a:cubicBezTo>
                      <a:pt x="1231" y="1"/>
                      <a:pt x="1213" y="10"/>
                      <a:pt x="1187" y="19"/>
                    </a:cubicBezTo>
                    <a:cubicBezTo>
                      <a:pt x="1151" y="36"/>
                      <a:pt x="1107" y="45"/>
                      <a:pt x="1053" y="63"/>
                    </a:cubicBezTo>
                    <a:cubicBezTo>
                      <a:pt x="946" y="99"/>
                      <a:pt x="785" y="126"/>
                      <a:pt x="616" y="126"/>
                    </a:cubicBezTo>
                    <a:cubicBezTo>
                      <a:pt x="446" y="126"/>
                      <a:pt x="286" y="99"/>
                      <a:pt x="179" y="63"/>
                    </a:cubicBezTo>
                    <a:cubicBezTo>
                      <a:pt x="125" y="45"/>
                      <a:pt x="81" y="36"/>
                      <a:pt x="45" y="19"/>
                    </a:cubicBezTo>
                    <a:cubicBezTo>
                      <a:pt x="18" y="10"/>
                      <a:pt x="1" y="1"/>
                      <a:pt x="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217;p48">
                <a:extLst>
                  <a:ext uri="{FF2B5EF4-FFF2-40B4-BE49-F238E27FC236}">
                    <a16:creationId xmlns:a16="http://schemas.microsoft.com/office/drawing/2014/main" id="{9C99531B-8635-55B2-17E9-F607D4A22AD0}"/>
                  </a:ext>
                </a:extLst>
              </p:cNvPr>
              <p:cNvSpPr/>
              <p:nvPr/>
            </p:nvSpPr>
            <p:spPr>
              <a:xfrm>
                <a:off x="1240765" y="863130"/>
                <a:ext cx="125457" cy="83030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1139" extrusionOk="0">
                    <a:moveTo>
                      <a:pt x="1624" y="74"/>
                    </a:moveTo>
                    <a:cubicBezTo>
                      <a:pt x="1636" y="82"/>
                      <a:pt x="1645" y="95"/>
                      <a:pt x="1649" y="108"/>
                    </a:cubicBezTo>
                    <a:cubicBezTo>
                      <a:pt x="1658" y="126"/>
                      <a:pt x="1649" y="153"/>
                      <a:pt x="1640" y="171"/>
                    </a:cubicBezTo>
                    <a:cubicBezTo>
                      <a:pt x="1622" y="224"/>
                      <a:pt x="1595" y="287"/>
                      <a:pt x="1578" y="367"/>
                    </a:cubicBezTo>
                    <a:cubicBezTo>
                      <a:pt x="1560" y="403"/>
                      <a:pt x="1542" y="474"/>
                      <a:pt x="1488" y="590"/>
                    </a:cubicBezTo>
                    <a:cubicBezTo>
                      <a:pt x="1426" y="706"/>
                      <a:pt x="1328" y="849"/>
                      <a:pt x="1185" y="929"/>
                    </a:cubicBezTo>
                    <a:cubicBezTo>
                      <a:pt x="1074" y="991"/>
                      <a:pt x="941" y="1027"/>
                      <a:pt x="812" y="1027"/>
                    </a:cubicBezTo>
                    <a:cubicBezTo>
                      <a:pt x="775" y="1027"/>
                      <a:pt x="739" y="1024"/>
                      <a:pt x="703" y="1018"/>
                    </a:cubicBezTo>
                    <a:cubicBezTo>
                      <a:pt x="552" y="1009"/>
                      <a:pt x="427" y="938"/>
                      <a:pt x="346" y="884"/>
                    </a:cubicBezTo>
                    <a:cubicBezTo>
                      <a:pt x="275" y="822"/>
                      <a:pt x="239" y="768"/>
                      <a:pt x="239" y="768"/>
                    </a:cubicBezTo>
                    <a:cubicBezTo>
                      <a:pt x="239" y="768"/>
                      <a:pt x="186" y="697"/>
                      <a:pt x="159" y="528"/>
                    </a:cubicBezTo>
                    <a:cubicBezTo>
                      <a:pt x="141" y="447"/>
                      <a:pt x="132" y="349"/>
                      <a:pt x="123" y="251"/>
                    </a:cubicBezTo>
                    <a:cubicBezTo>
                      <a:pt x="123" y="224"/>
                      <a:pt x="123" y="197"/>
                      <a:pt x="123" y="162"/>
                    </a:cubicBezTo>
                    <a:cubicBezTo>
                      <a:pt x="123" y="144"/>
                      <a:pt x="123" y="126"/>
                      <a:pt x="123" y="108"/>
                    </a:cubicBezTo>
                    <a:lnTo>
                      <a:pt x="213" y="108"/>
                    </a:lnTo>
                    <a:cubicBezTo>
                      <a:pt x="632" y="117"/>
                      <a:pt x="1087" y="117"/>
                      <a:pt x="1230" y="117"/>
                    </a:cubicBezTo>
                    <a:cubicBezTo>
                      <a:pt x="1396" y="117"/>
                      <a:pt x="1494" y="100"/>
                      <a:pt x="1624" y="74"/>
                    </a:cubicBezTo>
                    <a:close/>
                    <a:moveTo>
                      <a:pt x="58" y="1"/>
                    </a:moveTo>
                    <a:cubicBezTo>
                      <a:pt x="27" y="1"/>
                      <a:pt x="1" y="9"/>
                      <a:pt x="16" y="55"/>
                    </a:cubicBezTo>
                    <a:cubicBezTo>
                      <a:pt x="16" y="90"/>
                      <a:pt x="16" y="135"/>
                      <a:pt x="16" y="171"/>
                    </a:cubicBezTo>
                    <a:cubicBezTo>
                      <a:pt x="16" y="197"/>
                      <a:pt x="16" y="224"/>
                      <a:pt x="16" y="251"/>
                    </a:cubicBezTo>
                    <a:cubicBezTo>
                      <a:pt x="25" y="367"/>
                      <a:pt x="34" y="465"/>
                      <a:pt x="52" y="545"/>
                    </a:cubicBezTo>
                    <a:cubicBezTo>
                      <a:pt x="70" y="635"/>
                      <a:pt x="88" y="706"/>
                      <a:pt x="114" y="759"/>
                    </a:cubicBezTo>
                    <a:cubicBezTo>
                      <a:pt x="132" y="804"/>
                      <a:pt x="150" y="831"/>
                      <a:pt x="150" y="831"/>
                    </a:cubicBezTo>
                    <a:cubicBezTo>
                      <a:pt x="150" y="831"/>
                      <a:pt x="195" y="893"/>
                      <a:pt x="284" y="965"/>
                    </a:cubicBezTo>
                    <a:cubicBezTo>
                      <a:pt x="373" y="1036"/>
                      <a:pt x="516" y="1116"/>
                      <a:pt x="694" y="1134"/>
                    </a:cubicBezTo>
                    <a:cubicBezTo>
                      <a:pt x="724" y="1137"/>
                      <a:pt x="754" y="1139"/>
                      <a:pt x="784" y="1139"/>
                    </a:cubicBezTo>
                    <a:cubicBezTo>
                      <a:pt x="937" y="1139"/>
                      <a:pt x="1097" y="1100"/>
                      <a:pt x="1239" y="1018"/>
                    </a:cubicBezTo>
                    <a:cubicBezTo>
                      <a:pt x="1408" y="929"/>
                      <a:pt x="1524" y="768"/>
                      <a:pt x="1586" y="635"/>
                    </a:cubicBezTo>
                    <a:cubicBezTo>
                      <a:pt x="1640" y="510"/>
                      <a:pt x="1667" y="438"/>
                      <a:pt x="1676" y="394"/>
                    </a:cubicBezTo>
                    <a:cubicBezTo>
                      <a:pt x="1702" y="313"/>
                      <a:pt x="1711" y="260"/>
                      <a:pt x="1720" y="189"/>
                    </a:cubicBezTo>
                    <a:cubicBezTo>
                      <a:pt x="1720" y="153"/>
                      <a:pt x="1711" y="108"/>
                      <a:pt x="1685" y="81"/>
                    </a:cubicBezTo>
                    <a:cubicBezTo>
                      <a:pt x="1669" y="65"/>
                      <a:pt x="1643" y="53"/>
                      <a:pt x="1619" y="53"/>
                    </a:cubicBezTo>
                    <a:cubicBezTo>
                      <a:pt x="1608" y="53"/>
                      <a:pt x="1598" y="55"/>
                      <a:pt x="1589" y="62"/>
                    </a:cubicBezTo>
                    <a:lnTo>
                      <a:pt x="1589" y="62"/>
                    </a:lnTo>
                    <a:cubicBezTo>
                      <a:pt x="1475" y="33"/>
                      <a:pt x="1382" y="18"/>
                      <a:pt x="1239" y="10"/>
                    </a:cubicBezTo>
                    <a:cubicBezTo>
                      <a:pt x="1087" y="10"/>
                      <a:pt x="632" y="1"/>
                      <a:pt x="213" y="1"/>
                    </a:cubicBezTo>
                    <a:lnTo>
                      <a:pt x="123" y="1"/>
                    </a:lnTo>
                    <a:cubicBezTo>
                      <a:pt x="119" y="2"/>
                      <a:pt x="113" y="3"/>
                      <a:pt x="107" y="3"/>
                    </a:cubicBezTo>
                    <a:cubicBezTo>
                      <a:pt x="92" y="3"/>
                      <a:pt x="75" y="1"/>
                      <a:pt x="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218;p48">
                <a:extLst>
                  <a:ext uri="{FF2B5EF4-FFF2-40B4-BE49-F238E27FC236}">
                    <a16:creationId xmlns:a16="http://schemas.microsoft.com/office/drawing/2014/main" id="{2CE64246-7380-1C97-6E4A-7559FB4E016B}"/>
                  </a:ext>
                </a:extLst>
              </p:cNvPr>
              <p:cNvSpPr/>
              <p:nvPr/>
            </p:nvSpPr>
            <p:spPr>
              <a:xfrm>
                <a:off x="1357690" y="881353"/>
                <a:ext cx="48841" cy="13122"/>
              </a:xfrm>
              <a:custGeom>
                <a:avLst/>
                <a:gdLst/>
                <a:ahLst/>
                <a:cxnLst/>
                <a:rect l="l" t="t" r="r" b="b"/>
                <a:pathLst>
                  <a:path w="670" h="180" extrusionOk="0">
                    <a:moveTo>
                      <a:pt x="339" y="1"/>
                    </a:moveTo>
                    <a:cubicBezTo>
                      <a:pt x="223" y="1"/>
                      <a:pt x="134" y="54"/>
                      <a:pt x="81" y="99"/>
                    </a:cubicBezTo>
                    <a:cubicBezTo>
                      <a:pt x="27" y="144"/>
                      <a:pt x="0" y="179"/>
                      <a:pt x="0" y="179"/>
                    </a:cubicBezTo>
                    <a:cubicBezTo>
                      <a:pt x="0" y="179"/>
                      <a:pt x="45" y="162"/>
                      <a:pt x="107" y="144"/>
                    </a:cubicBezTo>
                    <a:cubicBezTo>
                      <a:pt x="170" y="126"/>
                      <a:pt x="250" y="108"/>
                      <a:pt x="339" y="108"/>
                    </a:cubicBezTo>
                    <a:cubicBezTo>
                      <a:pt x="355" y="106"/>
                      <a:pt x="371" y="106"/>
                      <a:pt x="386" y="106"/>
                    </a:cubicBezTo>
                    <a:cubicBezTo>
                      <a:pt x="456" y="106"/>
                      <a:pt x="520" y="122"/>
                      <a:pt x="571" y="144"/>
                    </a:cubicBezTo>
                    <a:cubicBezTo>
                      <a:pt x="634" y="162"/>
                      <a:pt x="669" y="179"/>
                      <a:pt x="669" y="179"/>
                    </a:cubicBezTo>
                    <a:cubicBezTo>
                      <a:pt x="669" y="179"/>
                      <a:pt x="652" y="144"/>
                      <a:pt x="598" y="99"/>
                    </a:cubicBezTo>
                    <a:cubicBezTo>
                      <a:pt x="544" y="54"/>
                      <a:pt x="455" y="1"/>
                      <a:pt x="3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219;p48">
                <a:extLst>
                  <a:ext uri="{FF2B5EF4-FFF2-40B4-BE49-F238E27FC236}">
                    <a16:creationId xmlns:a16="http://schemas.microsoft.com/office/drawing/2014/main" id="{26FA5145-2EDB-BBD2-9CC1-92AA7F2480C4}"/>
                  </a:ext>
                </a:extLst>
              </p:cNvPr>
              <p:cNvSpPr/>
              <p:nvPr/>
            </p:nvSpPr>
            <p:spPr>
              <a:xfrm>
                <a:off x="1252355" y="874647"/>
                <a:ext cx="98922" cy="18516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254" extrusionOk="0">
                    <a:moveTo>
                      <a:pt x="745" y="1"/>
                    </a:moveTo>
                    <a:cubicBezTo>
                      <a:pt x="723" y="1"/>
                      <a:pt x="701" y="2"/>
                      <a:pt x="678" y="4"/>
                    </a:cubicBezTo>
                    <a:cubicBezTo>
                      <a:pt x="473" y="13"/>
                      <a:pt x="303" y="111"/>
                      <a:pt x="187" y="173"/>
                    </a:cubicBezTo>
                    <a:cubicBezTo>
                      <a:pt x="80" y="236"/>
                      <a:pt x="0" y="254"/>
                      <a:pt x="0" y="254"/>
                    </a:cubicBezTo>
                    <a:cubicBezTo>
                      <a:pt x="0" y="254"/>
                      <a:pt x="80" y="254"/>
                      <a:pt x="214" y="218"/>
                    </a:cubicBezTo>
                    <a:cubicBezTo>
                      <a:pt x="339" y="182"/>
                      <a:pt x="500" y="111"/>
                      <a:pt x="687" y="102"/>
                    </a:cubicBezTo>
                    <a:cubicBezTo>
                      <a:pt x="707" y="101"/>
                      <a:pt x="726" y="101"/>
                      <a:pt x="745" y="101"/>
                    </a:cubicBezTo>
                    <a:cubicBezTo>
                      <a:pt x="909" y="101"/>
                      <a:pt x="1057" y="133"/>
                      <a:pt x="1169" y="173"/>
                    </a:cubicBezTo>
                    <a:cubicBezTo>
                      <a:pt x="1222" y="191"/>
                      <a:pt x="1276" y="209"/>
                      <a:pt x="1303" y="227"/>
                    </a:cubicBezTo>
                    <a:cubicBezTo>
                      <a:pt x="1338" y="245"/>
                      <a:pt x="1356" y="254"/>
                      <a:pt x="1356" y="254"/>
                    </a:cubicBezTo>
                    <a:cubicBezTo>
                      <a:pt x="1356" y="254"/>
                      <a:pt x="1338" y="245"/>
                      <a:pt x="1311" y="218"/>
                    </a:cubicBezTo>
                    <a:cubicBezTo>
                      <a:pt x="1285" y="191"/>
                      <a:pt x="1249" y="155"/>
                      <a:pt x="1187" y="120"/>
                    </a:cubicBezTo>
                    <a:cubicBezTo>
                      <a:pt x="1083" y="64"/>
                      <a:pt x="929" y="1"/>
                      <a:pt x="7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220;p48">
                <a:extLst>
                  <a:ext uri="{FF2B5EF4-FFF2-40B4-BE49-F238E27FC236}">
                    <a16:creationId xmlns:a16="http://schemas.microsoft.com/office/drawing/2014/main" id="{D41E303E-113F-32AF-DD47-9EE780996EC2}"/>
                  </a:ext>
                </a:extLst>
              </p:cNvPr>
              <p:cNvSpPr/>
              <p:nvPr/>
            </p:nvSpPr>
            <p:spPr>
              <a:xfrm>
                <a:off x="1270506" y="882010"/>
                <a:ext cx="73554" cy="25368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348" extrusionOk="0">
                    <a:moveTo>
                      <a:pt x="741" y="1"/>
                    </a:moveTo>
                    <a:cubicBezTo>
                      <a:pt x="741" y="1"/>
                      <a:pt x="759" y="10"/>
                      <a:pt x="786" y="28"/>
                    </a:cubicBezTo>
                    <a:cubicBezTo>
                      <a:pt x="822" y="54"/>
                      <a:pt x="857" y="90"/>
                      <a:pt x="893" y="135"/>
                    </a:cubicBezTo>
                    <a:cubicBezTo>
                      <a:pt x="902" y="153"/>
                      <a:pt x="911" y="161"/>
                      <a:pt x="920" y="179"/>
                    </a:cubicBezTo>
                    <a:cubicBezTo>
                      <a:pt x="927" y="183"/>
                      <a:pt x="932" y="188"/>
                      <a:pt x="934" y="193"/>
                    </a:cubicBezTo>
                    <a:lnTo>
                      <a:pt x="934" y="193"/>
                    </a:lnTo>
                    <a:cubicBezTo>
                      <a:pt x="932" y="193"/>
                      <a:pt x="927" y="192"/>
                      <a:pt x="920" y="188"/>
                    </a:cubicBezTo>
                    <a:lnTo>
                      <a:pt x="857" y="188"/>
                    </a:lnTo>
                    <a:cubicBezTo>
                      <a:pt x="835" y="188"/>
                      <a:pt x="810" y="186"/>
                      <a:pt x="786" y="186"/>
                    </a:cubicBezTo>
                    <a:cubicBezTo>
                      <a:pt x="761" y="186"/>
                      <a:pt x="737" y="188"/>
                      <a:pt x="715" y="197"/>
                    </a:cubicBezTo>
                    <a:cubicBezTo>
                      <a:pt x="670" y="206"/>
                      <a:pt x="616" y="224"/>
                      <a:pt x="572" y="233"/>
                    </a:cubicBezTo>
                    <a:cubicBezTo>
                      <a:pt x="483" y="251"/>
                      <a:pt x="393" y="251"/>
                      <a:pt x="313" y="251"/>
                    </a:cubicBezTo>
                    <a:cubicBezTo>
                      <a:pt x="224" y="242"/>
                      <a:pt x="153" y="242"/>
                      <a:pt x="99" y="206"/>
                    </a:cubicBezTo>
                    <a:cubicBezTo>
                      <a:pt x="45" y="188"/>
                      <a:pt x="28" y="135"/>
                      <a:pt x="28" y="99"/>
                    </a:cubicBezTo>
                    <a:cubicBezTo>
                      <a:pt x="28" y="63"/>
                      <a:pt x="45" y="46"/>
                      <a:pt x="45" y="45"/>
                    </a:cubicBezTo>
                    <a:lnTo>
                      <a:pt x="45" y="45"/>
                    </a:lnTo>
                    <a:cubicBezTo>
                      <a:pt x="45" y="46"/>
                      <a:pt x="28" y="54"/>
                      <a:pt x="19" y="99"/>
                    </a:cubicBezTo>
                    <a:cubicBezTo>
                      <a:pt x="1" y="135"/>
                      <a:pt x="10" y="206"/>
                      <a:pt x="72" y="251"/>
                    </a:cubicBezTo>
                    <a:cubicBezTo>
                      <a:pt x="126" y="304"/>
                      <a:pt x="215" y="322"/>
                      <a:pt x="295" y="331"/>
                    </a:cubicBezTo>
                    <a:cubicBezTo>
                      <a:pt x="344" y="341"/>
                      <a:pt x="399" y="348"/>
                      <a:pt x="455" y="348"/>
                    </a:cubicBezTo>
                    <a:cubicBezTo>
                      <a:pt x="502" y="348"/>
                      <a:pt x="550" y="343"/>
                      <a:pt x="599" y="331"/>
                    </a:cubicBezTo>
                    <a:cubicBezTo>
                      <a:pt x="652" y="322"/>
                      <a:pt x="688" y="304"/>
                      <a:pt x="732" y="286"/>
                    </a:cubicBezTo>
                    <a:cubicBezTo>
                      <a:pt x="768" y="277"/>
                      <a:pt x="813" y="277"/>
                      <a:pt x="857" y="277"/>
                    </a:cubicBezTo>
                    <a:cubicBezTo>
                      <a:pt x="875" y="277"/>
                      <a:pt x="902" y="277"/>
                      <a:pt x="920" y="269"/>
                    </a:cubicBezTo>
                    <a:cubicBezTo>
                      <a:pt x="929" y="269"/>
                      <a:pt x="947" y="269"/>
                      <a:pt x="964" y="260"/>
                    </a:cubicBezTo>
                    <a:cubicBezTo>
                      <a:pt x="973" y="260"/>
                      <a:pt x="1000" y="242"/>
                      <a:pt x="1000" y="215"/>
                    </a:cubicBezTo>
                    <a:cubicBezTo>
                      <a:pt x="1009" y="170"/>
                      <a:pt x="982" y="153"/>
                      <a:pt x="973" y="135"/>
                    </a:cubicBezTo>
                    <a:cubicBezTo>
                      <a:pt x="955" y="126"/>
                      <a:pt x="947" y="117"/>
                      <a:pt x="929" y="99"/>
                    </a:cubicBezTo>
                    <a:cubicBezTo>
                      <a:pt x="884" y="54"/>
                      <a:pt x="831" y="28"/>
                      <a:pt x="795" y="19"/>
                    </a:cubicBezTo>
                    <a:cubicBezTo>
                      <a:pt x="759" y="1"/>
                      <a:pt x="741" y="1"/>
                      <a:pt x="7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221;p48">
                <a:extLst>
                  <a:ext uri="{FF2B5EF4-FFF2-40B4-BE49-F238E27FC236}">
                    <a16:creationId xmlns:a16="http://schemas.microsoft.com/office/drawing/2014/main" id="{CAA3B0EB-4989-6095-1394-8FDF872363A3}"/>
                  </a:ext>
                </a:extLst>
              </p:cNvPr>
              <p:cNvSpPr/>
              <p:nvPr/>
            </p:nvSpPr>
            <p:spPr>
              <a:xfrm>
                <a:off x="1287418" y="875522"/>
                <a:ext cx="31929" cy="26753"/>
              </a:xfrm>
              <a:custGeom>
                <a:avLst/>
                <a:gdLst/>
                <a:ahLst/>
                <a:cxnLst/>
                <a:rect l="l" t="t" r="r" b="b"/>
                <a:pathLst>
                  <a:path w="438" h="367" extrusionOk="0">
                    <a:moveTo>
                      <a:pt x="277" y="1"/>
                    </a:moveTo>
                    <a:cubicBezTo>
                      <a:pt x="276" y="1"/>
                      <a:pt x="276" y="1"/>
                      <a:pt x="278" y="2"/>
                    </a:cubicBezTo>
                    <a:lnTo>
                      <a:pt x="278" y="2"/>
                    </a:lnTo>
                    <a:cubicBezTo>
                      <a:pt x="278" y="1"/>
                      <a:pt x="277" y="1"/>
                      <a:pt x="277" y="1"/>
                    </a:cubicBezTo>
                    <a:close/>
                    <a:moveTo>
                      <a:pt x="135" y="36"/>
                    </a:moveTo>
                    <a:cubicBezTo>
                      <a:pt x="135" y="36"/>
                      <a:pt x="131" y="38"/>
                      <a:pt x="126" y="41"/>
                    </a:cubicBezTo>
                    <a:lnTo>
                      <a:pt x="126" y="41"/>
                    </a:lnTo>
                    <a:cubicBezTo>
                      <a:pt x="132" y="41"/>
                      <a:pt x="135" y="40"/>
                      <a:pt x="135" y="36"/>
                    </a:cubicBezTo>
                    <a:close/>
                    <a:moveTo>
                      <a:pt x="278" y="2"/>
                    </a:moveTo>
                    <a:cubicBezTo>
                      <a:pt x="281" y="4"/>
                      <a:pt x="288" y="13"/>
                      <a:pt x="295" y="27"/>
                    </a:cubicBezTo>
                    <a:cubicBezTo>
                      <a:pt x="313" y="45"/>
                      <a:pt x="331" y="72"/>
                      <a:pt x="340" y="108"/>
                    </a:cubicBezTo>
                    <a:cubicBezTo>
                      <a:pt x="358" y="134"/>
                      <a:pt x="358" y="179"/>
                      <a:pt x="340" y="215"/>
                    </a:cubicBezTo>
                    <a:cubicBezTo>
                      <a:pt x="322" y="250"/>
                      <a:pt x="286" y="259"/>
                      <a:pt x="242" y="259"/>
                    </a:cubicBezTo>
                    <a:cubicBezTo>
                      <a:pt x="235" y="260"/>
                      <a:pt x="229" y="260"/>
                      <a:pt x="223" y="260"/>
                    </a:cubicBezTo>
                    <a:cubicBezTo>
                      <a:pt x="134" y="260"/>
                      <a:pt x="64" y="201"/>
                      <a:pt x="72" y="134"/>
                    </a:cubicBezTo>
                    <a:cubicBezTo>
                      <a:pt x="72" y="79"/>
                      <a:pt x="109" y="51"/>
                      <a:pt x="126" y="41"/>
                    </a:cubicBezTo>
                    <a:lnTo>
                      <a:pt x="126" y="41"/>
                    </a:lnTo>
                    <a:cubicBezTo>
                      <a:pt x="125" y="41"/>
                      <a:pt x="124" y="41"/>
                      <a:pt x="122" y="41"/>
                    </a:cubicBezTo>
                    <a:cubicBezTo>
                      <a:pt x="115" y="41"/>
                      <a:pt x="103" y="41"/>
                      <a:pt x="90" y="45"/>
                    </a:cubicBezTo>
                    <a:cubicBezTo>
                      <a:pt x="72" y="54"/>
                      <a:pt x="37" y="81"/>
                      <a:pt x="19" y="126"/>
                    </a:cubicBezTo>
                    <a:cubicBezTo>
                      <a:pt x="1" y="161"/>
                      <a:pt x="1" y="242"/>
                      <a:pt x="54" y="286"/>
                    </a:cubicBezTo>
                    <a:cubicBezTo>
                      <a:pt x="99" y="340"/>
                      <a:pt x="170" y="366"/>
                      <a:pt x="242" y="366"/>
                    </a:cubicBezTo>
                    <a:cubicBezTo>
                      <a:pt x="277" y="366"/>
                      <a:pt x="322" y="358"/>
                      <a:pt x="349" y="331"/>
                    </a:cubicBezTo>
                    <a:cubicBezTo>
                      <a:pt x="384" y="313"/>
                      <a:pt x="411" y="277"/>
                      <a:pt x="420" y="242"/>
                    </a:cubicBezTo>
                    <a:cubicBezTo>
                      <a:pt x="438" y="179"/>
                      <a:pt x="420" y="117"/>
                      <a:pt x="384" y="81"/>
                    </a:cubicBezTo>
                    <a:cubicBezTo>
                      <a:pt x="339" y="21"/>
                      <a:pt x="288" y="5"/>
                      <a:pt x="278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222;p48">
                <a:extLst>
                  <a:ext uri="{FF2B5EF4-FFF2-40B4-BE49-F238E27FC236}">
                    <a16:creationId xmlns:a16="http://schemas.microsoft.com/office/drawing/2014/main" id="{FE550015-7F23-0A4E-1391-9A081171860E}"/>
                  </a:ext>
                </a:extLst>
              </p:cNvPr>
              <p:cNvSpPr/>
              <p:nvPr/>
            </p:nvSpPr>
            <p:spPr>
              <a:xfrm>
                <a:off x="1243243" y="840168"/>
                <a:ext cx="118386" cy="29888"/>
              </a:xfrm>
              <a:custGeom>
                <a:avLst/>
                <a:gdLst/>
                <a:ahLst/>
                <a:cxnLst/>
                <a:rect l="l" t="t" r="r" b="b"/>
                <a:pathLst>
                  <a:path w="1624" h="410" extrusionOk="0">
                    <a:moveTo>
                      <a:pt x="565" y="1"/>
                    </a:moveTo>
                    <a:cubicBezTo>
                      <a:pt x="537" y="1"/>
                      <a:pt x="509" y="2"/>
                      <a:pt x="482" y="4"/>
                    </a:cubicBezTo>
                    <a:cubicBezTo>
                      <a:pt x="366" y="13"/>
                      <a:pt x="268" y="49"/>
                      <a:pt x="196" y="84"/>
                    </a:cubicBezTo>
                    <a:cubicBezTo>
                      <a:pt x="116" y="129"/>
                      <a:pt x="72" y="182"/>
                      <a:pt x="36" y="218"/>
                    </a:cubicBezTo>
                    <a:cubicBezTo>
                      <a:pt x="9" y="254"/>
                      <a:pt x="0" y="280"/>
                      <a:pt x="0" y="280"/>
                    </a:cubicBezTo>
                    <a:cubicBezTo>
                      <a:pt x="0" y="280"/>
                      <a:pt x="27" y="272"/>
                      <a:pt x="72" y="263"/>
                    </a:cubicBezTo>
                    <a:cubicBezTo>
                      <a:pt x="107" y="245"/>
                      <a:pt x="170" y="236"/>
                      <a:pt x="241" y="236"/>
                    </a:cubicBezTo>
                    <a:cubicBezTo>
                      <a:pt x="384" y="236"/>
                      <a:pt x="553" y="280"/>
                      <a:pt x="758" y="334"/>
                    </a:cubicBezTo>
                    <a:cubicBezTo>
                      <a:pt x="866" y="370"/>
                      <a:pt x="982" y="388"/>
                      <a:pt x="1080" y="405"/>
                    </a:cubicBezTo>
                    <a:cubicBezTo>
                      <a:pt x="1111" y="408"/>
                      <a:pt x="1142" y="409"/>
                      <a:pt x="1171" y="409"/>
                    </a:cubicBezTo>
                    <a:cubicBezTo>
                      <a:pt x="1243" y="409"/>
                      <a:pt x="1308" y="403"/>
                      <a:pt x="1365" y="396"/>
                    </a:cubicBezTo>
                    <a:cubicBezTo>
                      <a:pt x="1526" y="379"/>
                      <a:pt x="1624" y="352"/>
                      <a:pt x="1624" y="352"/>
                    </a:cubicBezTo>
                    <a:cubicBezTo>
                      <a:pt x="1624" y="352"/>
                      <a:pt x="1535" y="298"/>
                      <a:pt x="1392" y="245"/>
                    </a:cubicBezTo>
                    <a:cubicBezTo>
                      <a:pt x="1321" y="209"/>
                      <a:pt x="1240" y="182"/>
                      <a:pt x="1151" y="147"/>
                    </a:cubicBezTo>
                    <a:cubicBezTo>
                      <a:pt x="1062" y="111"/>
                      <a:pt x="955" y="66"/>
                      <a:pt x="839" y="40"/>
                    </a:cubicBezTo>
                    <a:cubicBezTo>
                      <a:pt x="750" y="12"/>
                      <a:pt x="656" y="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223;p48">
                <a:extLst>
                  <a:ext uri="{FF2B5EF4-FFF2-40B4-BE49-F238E27FC236}">
                    <a16:creationId xmlns:a16="http://schemas.microsoft.com/office/drawing/2014/main" id="{3157620C-A553-144D-A78C-27DE3CB8C414}"/>
                  </a:ext>
                </a:extLst>
              </p:cNvPr>
              <p:cNvSpPr/>
              <p:nvPr/>
            </p:nvSpPr>
            <p:spPr>
              <a:xfrm>
                <a:off x="1394065" y="863859"/>
                <a:ext cx="129539" cy="83541"/>
              </a:xfrm>
              <a:custGeom>
                <a:avLst/>
                <a:gdLst/>
                <a:ahLst/>
                <a:cxnLst/>
                <a:rect l="l" t="t" r="r" b="b"/>
                <a:pathLst>
                  <a:path w="1777" h="1146" extrusionOk="0">
                    <a:moveTo>
                      <a:pt x="1464" y="93"/>
                    </a:moveTo>
                    <a:cubicBezTo>
                      <a:pt x="1522" y="93"/>
                      <a:pt x="1572" y="99"/>
                      <a:pt x="1598" y="116"/>
                    </a:cubicBezTo>
                    <a:cubicBezTo>
                      <a:pt x="1740" y="205"/>
                      <a:pt x="1633" y="562"/>
                      <a:pt x="1580" y="687"/>
                    </a:cubicBezTo>
                    <a:cubicBezTo>
                      <a:pt x="1481" y="916"/>
                      <a:pt x="1240" y="1029"/>
                      <a:pt x="994" y="1029"/>
                    </a:cubicBezTo>
                    <a:cubicBezTo>
                      <a:pt x="886" y="1029"/>
                      <a:pt x="777" y="1007"/>
                      <a:pt x="679" y="964"/>
                    </a:cubicBezTo>
                    <a:cubicBezTo>
                      <a:pt x="492" y="883"/>
                      <a:pt x="384" y="749"/>
                      <a:pt x="295" y="571"/>
                    </a:cubicBezTo>
                    <a:cubicBezTo>
                      <a:pt x="278" y="536"/>
                      <a:pt x="112" y="134"/>
                      <a:pt x="203" y="134"/>
                    </a:cubicBezTo>
                    <a:cubicBezTo>
                      <a:pt x="204" y="134"/>
                      <a:pt x="205" y="134"/>
                      <a:pt x="206" y="134"/>
                    </a:cubicBezTo>
                    <a:cubicBezTo>
                      <a:pt x="209" y="134"/>
                      <a:pt x="211" y="134"/>
                      <a:pt x="214" y="134"/>
                    </a:cubicBezTo>
                    <a:cubicBezTo>
                      <a:pt x="219" y="134"/>
                      <a:pt x="225" y="134"/>
                      <a:pt x="229" y="132"/>
                    </a:cubicBezTo>
                    <a:lnTo>
                      <a:pt x="229" y="132"/>
                    </a:lnTo>
                    <a:cubicBezTo>
                      <a:pt x="525" y="125"/>
                      <a:pt x="820" y="125"/>
                      <a:pt x="1116" y="125"/>
                    </a:cubicBezTo>
                    <a:cubicBezTo>
                      <a:pt x="1182" y="119"/>
                      <a:pt x="1342" y="93"/>
                      <a:pt x="1464" y="93"/>
                    </a:cubicBezTo>
                    <a:close/>
                    <a:moveTo>
                      <a:pt x="1723" y="0"/>
                    </a:moveTo>
                    <a:cubicBezTo>
                      <a:pt x="1196" y="9"/>
                      <a:pt x="679" y="18"/>
                      <a:pt x="153" y="18"/>
                    </a:cubicBezTo>
                    <a:cubicBezTo>
                      <a:pt x="132" y="18"/>
                      <a:pt x="118" y="27"/>
                      <a:pt x="109" y="41"/>
                    </a:cubicBezTo>
                    <a:lnTo>
                      <a:pt x="109" y="41"/>
                    </a:lnTo>
                    <a:cubicBezTo>
                      <a:pt x="1" y="101"/>
                      <a:pt x="80" y="325"/>
                      <a:pt x="117" y="428"/>
                    </a:cubicBezTo>
                    <a:cubicBezTo>
                      <a:pt x="215" y="723"/>
                      <a:pt x="376" y="981"/>
                      <a:pt x="679" y="1088"/>
                    </a:cubicBezTo>
                    <a:cubicBezTo>
                      <a:pt x="781" y="1126"/>
                      <a:pt x="890" y="1145"/>
                      <a:pt x="998" y="1145"/>
                    </a:cubicBezTo>
                    <a:cubicBezTo>
                      <a:pt x="1172" y="1145"/>
                      <a:pt x="1344" y="1095"/>
                      <a:pt x="1482" y="990"/>
                    </a:cubicBezTo>
                    <a:cubicBezTo>
                      <a:pt x="1767" y="776"/>
                      <a:pt x="1767" y="384"/>
                      <a:pt x="1776" y="63"/>
                    </a:cubicBezTo>
                    <a:cubicBezTo>
                      <a:pt x="1776" y="27"/>
                      <a:pt x="1749" y="0"/>
                      <a:pt x="17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224;p48">
                <a:extLst>
                  <a:ext uri="{FF2B5EF4-FFF2-40B4-BE49-F238E27FC236}">
                    <a16:creationId xmlns:a16="http://schemas.microsoft.com/office/drawing/2014/main" id="{90B92409-13E2-9627-2452-50E87B874B68}"/>
                  </a:ext>
                </a:extLst>
              </p:cNvPr>
              <p:cNvSpPr/>
              <p:nvPr/>
            </p:nvSpPr>
            <p:spPr>
              <a:xfrm>
                <a:off x="1423369" y="874210"/>
                <a:ext cx="96298" cy="20266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278" extrusionOk="0">
                    <a:moveTo>
                      <a:pt x="611" y="0"/>
                    </a:moveTo>
                    <a:cubicBezTo>
                      <a:pt x="419" y="0"/>
                      <a:pt x="254" y="76"/>
                      <a:pt x="161" y="144"/>
                    </a:cubicBezTo>
                    <a:cubicBezTo>
                      <a:pt x="98" y="179"/>
                      <a:pt x="63" y="215"/>
                      <a:pt x="36" y="233"/>
                    </a:cubicBezTo>
                    <a:cubicBezTo>
                      <a:pt x="9" y="260"/>
                      <a:pt x="0" y="277"/>
                      <a:pt x="0" y="277"/>
                    </a:cubicBezTo>
                    <a:cubicBezTo>
                      <a:pt x="0" y="277"/>
                      <a:pt x="18" y="268"/>
                      <a:pt x="45" y="251"/>
                    </a:cubicBezTo>
                    <a:cubicBezTo>
                      <a:pt x="81" y="233"/>
                      <a:pt x="125" y="206"/>
                      <a:pt x="179" y="188"/>
                    </a:cubicBezTo>
                    <a:cubicBezTo>
                      <a:pt x="295" y="144"/>
                      <a:pt x="455" y="99"/>
                      <a:pt x="643" y="99"/>
                    </a:cubicBezTo>
                    <a:cubicBezTo>
                      <a:pt x="821" y="99"/>
                      <a:pt x="982" y="161"/>
                      <a:pt x="1115" y="188"/>
                    </a:cubicBezTo>
                    <a:cubicBezTo>
                      <a:pt x="1240" y="215"/>
                      <a:pt x="1321" y="215"/>
                      <a:pt x="1321" y="215"/>
                    </a:cubicBezTo>
                    <a:cubicBezTo>
                      <a:pt x="1321" y="215"/>
                      <a:pt x="1240" y="188"/>
                      <a:pt x="1124" y="135"/>
                    </a:cubicBezTo>
                    <a:cubicBezTo>
                      <a:pt x="1017" y="90"/>
                      <a:pt x="848" y="1"/>
                      <a:pt x="643" y="1"/>
                    </a:cubicBezTo>
                    <a:cubicBezTo>
                      <a:pt x="632" y="0"/>
                      <a:pt x="622" y="0"/>
                      <a:pt x="6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225;p48">
                <a:extLst>
                  <a:ext uri="{FF2B5EF4-FFF2-40B4-BE49-F238E27FC236}">
                    <a16:creationId xmlns:a16="http://schemas.microsoft.com/office/drawing/2014/main" id="{3276B078-6D17-22E3-98F5-4E50DED301E7}"/>
                  </a:ext>
                </a:extLst>
              </p:cNvPr>
              <p:cNvSpPr/>
              <p:nvPr/>
            </p:nvSpPr>
            <p:spPr>
              <a:xfrm>
                <a:off x="1430513" y="882010"/>
                <a:ext cx="70929" cy="24202"/>
              </a:xfrm>
              <a:custGeom>
                <a:avLst/>
                <a:gdLst/>
                <a:ahLst/>
                <a:cxnLst/>
                <a:rect l="l" t="t" r="r" b="b"/>
                <a:pathLst>
                  <a:path w="973" h="332" extrusionOk="0">
                    <a:moveTo>
                      <a:pt x="250" y="1"/>
                    </a:moveTo>
                    <a:cubicBezTo>
                      <a:pt x="250" y="1"/>
                      <a:pt x="232" y="10"/>
                      <a:pt x="197" y="19"/>
                    </a:cubicBezTo>
                    <a:cubicBezTo>
                      <a:pt x="161" y="37"/>
                      <a:pt x="116" y="63"/>
                      <a:pt x="72" y="108"/>
                    </a:cubicBezTo>
                    <a:cubicBezTo>
                      <a:pt x="54" y="126"/>
                      <a:pt x="45" y="135"/>
                      <a:pt x="36" y="153"/>
                    </a:cubicBezTo>
                    <a:cubicBezTo>
                      <a:pt x="18" y="161"/>
                      <a:pt x="0" y="179"/>
                      <a:pt x="0" y="224"/>
                    </a:cubicBezTo>
                    <a:cubicBezTo>
                      <a:pt x="9" y="251"/>
                      <a:pt x="36" y="269"/>
                      <a:pt x="45" y="269"/>
                    </a:cubicBezTo>
                    <a:cubicBezTo>
                      <a:pt x="63" y="277"/>
                      <a:pt x="81" y="277"/>
                      <a:pt x="90" y="277"/>
                    </a:cubicBezTo>
                    <a:lnTo>
                      <a:pt x="152" y="277"/>
                    </a:lnTo>
                    <a:cubicBezTo>
                      <a:pt x="197" y="277"/>
                      <a:pt x="232" y="277"/>
                      <a:pt x="277" y="286"/>
                    </a:cubicBezTo>
                    <a:cubicBezTo>
                      <a:pt x="322" y="295"/>
                      <a:pt x="357" y="313"/>
                      <a:pt x="411" y="322"/>
                    </a:cubicBezTo>
                    <a:cubicBezTo>
                      <a:pt x="449" y="328"/>
                      <a:pt x="486" y="331"/>
                      <a:pt x="521" y="331"/>
                    </a:cubicBezTo>
                    <a:cubicBezTo>
                      <a:pt x="585" y="331"/>
                      <a:pt x="644" y="321"/>
                      <a:pt x="696" y="304"/>
                    </a:cubicBezTo>
                    <a:cubicBezTo>
                      <a:pt x="777" y="286"/>
                      <a:pt x="866" y="269"/>
                      <a:pt x="919" y="215"/>
                    </a:cubicBezTo>
                    <a:cubicBezTo>
                      <a:pt x="973" y="161"/>
                      <a:pt x="973" y="99"/>
                      <a:pt x="964" y="63"/>
                    </a:cubicBezTo>
                    <a:cubicBezTo>
                      <a:pt x="946" y="28"/>
                      <a:pt x="929" y="19"/>
                      <a:pt x="928" y="19"/>
                    </a:cubicBezTo>
                    <a:lnTo>
                      <a:pt x="928" y="19"/>
                    </a:lnTo>
                    <a:cubicBezTo>
                      <a:pt x="929" y="19"/>
                      <a:pt x="946" y="28"/>
                      <a:pt x="946" y="63"/>
                    </a:cubicBezTo>
                    <a:cubicBezTo>
                      <a:pt x="946" y="99"/>
                      <a:pt x="928" y="144"/>
                      <a:pt x="884" y="170"/>
                    </a:cubicBezTo>
                    <a:cubicBezTo>
                      <a:pt x="839" y="206"/>
                      <a:pt x="768" y="215"/>
                      <a:pt x="687" y="224"/>
                    </a:cubicBezTo>
                    <a:cubicBezTo>
                      <a:pt x="643" y="228"/>
                      <a:pt x="600" y="231"/>
                      <a:pt x="558" y="231"/>
                    </a:cubicBezTo>
                    <a:cubicBezTo>
                      <a:pt x="516" y="231"/>
                      <a:pt x="473" y="228"/>
                      <a:pt x="429" y="224"/>
                    </a:cubicBezTo>
                    <a:cubicBezTo>
                      <a:pt x="384" y="206"/>
                      <a:pt x="331" y="197"/>
                      <a:pt x="286" y="188"/>
                    </a:cubicBezTo>
                    <a:cubicBezTo>
                      <a:pt x="271" y="185"/>
                      <a:pt x="255" y="184"/>
                      <a:pt x="239" y="184"/>
                    </a:cubicBezTo>
                    <a:cubicBezTo>
                      <a:pt x="207" y="184"/>
                      <a:pt x="173" y="188"/>
                      <a:pt x="143" y="188"/>
                    </a:cubicBezTo>
                    <a:cubicBezTo>
                      <a:pt x="125" y="188"/>
                      <a:pt x="108" y="197"/>
                      <a:pt x="90" y="197"/>
                    </a:cubicBezTo>
                    <a:lnTo>
                      <a:pt x="76" y="197"/>
                    </a:lnTo>
                    <a:cubicBezTo>
                      <a:pt x="79" y="195"/>
                      <a:pt x="81" y="193"/>
                      <a:pt x="81" y="188"/>
                    </a:cubicBezTo>
                    <a:cubicBezTo>
                      <a:pt x="90" y="170"/>
                      <a:pt x="99" y="161"/>
                      <a:pt x="108" y="144"/>
                    </a:cubicBezTo>
                    <a:cubicBezTo>
                      <a:pt x="143" y="99"/>
                      <a:pt x="179" y="63"/>
                      <a:pt x="206" y="37"/>
                    </a:cubicBezTo>
                    <a:cubicBezTo>
                      <a:pt x="232" y="10"/>
                      <a:pt x="250" y="1"/>
                      <a:pt x="2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226;p48">
                <a:extLst>
                  <a:ext uri="{FF2B5EF4-FFF2-40B4-BE49-F238E27FC236}">
                    <a16:creationId xmlns:a16="http://schemas.microsoft.com/office/drawing/2014/main" id="{2C0C6AD1-5E6B-BD0F-5705-D38168BC52AC}"/>
                  </a:ext>
                </a:extLst>
              </p:cNvPr>
              <p:cNvSpPr/>
              <p:nvPr/>
            </p:nvSpPr>
            <p:spPr>
              <a:xfrm>
                <a:off x="1453913" y="874866"/>
                <a:ext cx="31273" cy="26097"/>
              </a:xfrm>
              <a:custGeom>
                <a:avLst/>
                <a:gdLst/>
                <a:ahLst/>
                <a:cxnLst/>
                <a:rect l="l" t="t" r="r" b="b"/>
                <a:pathLst>
                  <a:path w="429" h="358" extrusionOk="0">
                    <a:moveTo>
                      <a:pt x="152" y="1"/>
                    </a:moveTo>
                    <a:cubicBezTo>
                      <a:pt x="152" y="1"/>
                      <a:pt x="151" y="2"/>
                      <a:pt x="149" y="4"/>
                    </a:cubicBezTo>
                    <a:lnTo>
                      <a:pt x="149" y="4"/>
                    </a:lnTo>
                    <a:cubicBezTo>
                      <a:pt x="151" y="3"/>
                      <a:pt x="152" y="2"/>
                      <a:pt x="152" y="1"/>
                    </a:cubicBezTo>
                    <a:close/>
                    <a:moveTo>
                      <a:pt x="149" y="4"/>
                    </a:moveTo>
                    <a:cubicBezTo>
                      <a:pt x="137" y="11"/>
                      <a:pt x="91" y="20"/>
                      <a:pt x="45" y="81"/>
                    </a:cubicBezTo>
                    <a:cubicBezTo>
                      <a:pt x="18" y="117"/>
                      <a:pt x="1" y="179"/>
                      <a:pt x="27" y="251"/>
                    </a:cubicBezTo>
                    <a:cubicBezTo>
                      <a:pt x="36" y="277"/>
                      <a:pt x="54" y="313"/>
                      <a:pt x="90" y="331"/>
                    </a:cubicBezTo>
                    <a:cubicBezTo>
                      <a:pt x="126" y="349"/>
                      <a:pt x="170" y="358"/>
                      <a:pt x="206" y="358"/>
                    </a:cubicBezTo>
                    <a:cubicBezTo>
                      <a:pt x="277" y="358"/>
                      <a:pt x="340" y="322"/>
                      <a:pt x="384" y="268"/>
                    </a:cubicBezTo>
                    <a:cubicBezTo>
                      <a:pt x="429" y="224"/>
                      <a:pt x="429" y="152"/>
                      <a:pt x="411" y="108"/>
                    </a:cubicBezTo>
                    <a:cubicBezTo>
                      <a:pt x="384" y="63"/>
                      <a:pt x="357" y="45"/>
                      <a:pt x="331" y="36"/>
                    </a:cubicBezTo>
                    <a:cubicBezTo>
                      <a:pt x="322" y="33"/>
                      <a:pt x="315" y="32"/>
                      <a:pt x="310" y="32"/>
                    </a:cubicBezTo>
                    <a:cubicBezTo>
                      <a:pt x="299" y="32"/>
                      <a:pt x="295" y="36"/>
                      <a:pt x="295" y="36"/>
                    </a:cubicBezTo>
                    <a:cubicBezTo>
                      <a:pt x="295" y="36"/>
                      <a:pt x="349" y="54"/>
                      <a:pt x="357" y="126"/>
                    </a:cubicBezTo>
                    <a:cubicBezTo>
                      <a:pt x="366" y="188"/>
                      <a:pt x="295" y="251"/>
                      <a:pt x="197" y="251"/>
                    </a:cubicBezTo>
                    <a:cubicBezTo>
                      <a:pt x="189" y="252"/>
                      <a:pt x="182" y="253"/>
                      <a:pt x="175" y="253"/>
                    </a:cubicBezTo>
                    <a:cubicBezTo>
                      <a:pt x="143" y="253"/>
                      <a:pt x="122" y="237"/>
                      <a:pt x="108" y="215"/>
                    </a:cubicBezTo>
                    <a:cubicBezTo>
                      <a:pt x="81" y="179"/>
                      <a:pt x="81" y="143"/>
                      <a:pt x="90" y="108"/>
                    </a:cubicBezTo>
                    <a:cubicBezTo>
                      <a:pt x="99" y="72"/>
                      <a:pt x="117" y="45"/>
                      <a:pt x="134" y="28"/>
                    </a:cubicBezTo>
                    <a:cubicBezTo>
                      <a:pt x="140" y="16"/>
                      <a:pt x="146" y="8"/>
                      <a:pt x="149" y="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227;p48">
                <a:extLst>
                  <a:ext uri="{FF2B5EF4-FFF2-40B4-BE49-F238E27FC236}">
                    <a16:creationId xmlns:a16="http://schemas.microsoft.com/office/drawing/2014/main" id="{8C7B9034-B4D5-6636-B7C7-76F32C27EDA5}"/>
                  </a:ext>
                </a:extLst>
              </p:cNvPr>
              <p:cNvSpPr/>
              <p:nvPr/>
            </p:nvSpPr>
            <p:spPr>
              <a:xfrm>
                <a:off x="1401282" y="842865"/>
                <a:ext cx="118386" cy="29742"/>
              </a:xfrm>
              <a:custGeom>
                <a:avLst/>
                <a:gdLst/>
                <a:ahLst/>
                <a:cxnLst/>
                <a:rect l="l" t="t" r="r" b="b"/>
                <a:pathLst>
                  <a:path w="1624" h="408" extrusionOk="0">
                    <a:moveTo>
                      <a:pt x="1080" y="0"/>
                    </a:moveTo>
                    <a:cubicBezTo>
                      <a:pt x="982" y="0"/>
                      <a:pt x="880" y="16"/>
                      <a:pt x="785" y="38"/>
                    </a:cubicBezTo>
                    <a:cubicBezTo>
                      <a:pt x="669" y="74"/>
                      <a:pt x="562" y="110"/>
                      <a:pt x="473" y="145"/>
                    </a:cubicBezTo>
                    <a:cubicBezTo>
                      <a:pt x="384" y="181"/>
                      <a:pt x="303" y="208"/>
                      <a:pt x="232" y="243"/>
                    </a:cubicBezTo>
                    <a:cubicBezTo>
                      <a:pt x="89" y="306"/>
                      <a:pt x="0" y="359"/>
                      <a:pt x="0" y="359"/>
                    </a:cubicBezTo>
                    <a:cubicBezTo>
                      <a:pt x="0" y="359"/>
                      <a:pt x="98" y="377"/>
                      <a:pt x="259" y="395"/>
                    </a:cubicBezTo>
                    <a:cubicBezTo>
                      <a:pt x="315" y="401"/>
                      <a:pt x="381" y="408"/>
                      <a:pt x="449" y="408"/>
                    </a:cubicBezTo>
                    <a:cubicBezTo>
                      <a:pt x="478" y="408"/>
                      <a:pt x="507" y="407"/>
                      <a:pt x="535" y="404"/>
                    </a:cubicBezTo>
                    <a:cubicBezTo>
                      <a:pt x="642" y="395"/>
                      <a:pt x="758" y="368"/>
                      <a:pt x="865" y="342"/>
                    </a:cubicBezTo>
                    <a:cubicBezTo>
                      <a:pt x="1071" y="279"/>
                      <a:pt x="1240" y="235"/>
                      <a:pt x="1383" y="235"/>
                    </a:cubicBezTo>
                    <a:cubicBezTo>
                      <a:pt x="1454" y="235"/>
                      <a:pt x="1517" y="252"/>
                      <a:pt x="1552" y="261"/>
                    </a:cubicBezTo>
                    <a:cubicBezTo>
                      <a:pt x="1597" y="270"/>
                      <a:pt x="1624" y="279"/>
                      <a:pt x="1624" y="279"/>
                    </a:cubicBezTo>
                    <a:cubicBezTo>
                      <a:pt x="1624" y="279"/>
                      <a:pt x="1615" y="261"/>
                      <a:pt x="1579" y="217"/>
                    </a:cubicBezTo>
                    <a:cubicBezTo>
                      <a:pt x="1552" y="181"/>
                      <a:pt x="1508" y="136"/>
                      <a:pt x="1427" y="92"/>
                    </a:cubicBezTo>
                    <a:cubicBezTo>
                      <a:pt x="1356" y="47"/>
                      <a:pt x="1249" y="12"/>
                      <a:pt x="1142" y="3"/>
                    </a:cubicBezTo>
                    <a:cubicBezTo>
                      <a:pt x="1121" y="1"/>
                      <a:pt x="1101" y="0"/>
                      <a:pt x="108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228;p48">
                <a:extLst>
                  <a:ext uri="{FF2B5EF4-FFF2-40B4-BE49-F238E27FC236}">
                    <a16:creationId xmlns:a16="http://schemas.microsoft.com/office/drawing/2014/main" id="{6CDE7487-FAB2-AE57-B004-C796595EA7A8}"/>
                  </a:ext>
                </a:extLst>
              </p:cNvPr>
              <p:cNvSpPr/>
              <p:nvPr/>
            </p:nvSpPr>
            <p:spPr>
              <a:xfrm>
                <a:off x="1251699" y="1054990"/>
                <a:ext cx="13705" cy="132090"/>
              </a:xfrm>
              <a:custGeom>
                <a:avLst/>
                <a:gdLst/>
                <a:ahLst/>
                <a:cxnLst/>
                <a:rect l="l" t="t" r="r" b="b"/>
                <a:pathLst>
                  <a:path w="188" h="1812" extrusionOk="0">
                    <a:moveTo>
                      <a:pt x="170" y="1"/>
                    </a:moveTo>
                    <a:cubicBezTo>
                      <a:pt x="170" y="1"/>
                      <a:pt x="80" y="402"/>
                      <a:pt x="45" y="902"/>
                    </a:cubicBezTo>
                    <a:cubicBezTo>
                      <a:pt x="0" y="1401"/>
                      <a:pt x="36" y="1812"/>
                      <a:pt x="18" y="1812"/>
                    </a:cubicBezTo>
                    <a:cubicBezTo>
                      <a:pt x="18" y="1812"/>
                      <a:pt x="18" y="1812"/>
                      <a:pt x="19" y="1812"/>
                    </a:cubicBezTo>
                    <a:cubicBezTo>
                      <a:pt x="37" y="1812"/>
                      <a:pt x="108" y="1405"/>
                      <a:pt x="152" y="911"/>
                    </a:cubicBezTo>
                    <a:cubicBezTo>
                      <a:pt x="188" y="411"/>
                      <a:pt x="170" y="1"/>
                      <a:pt x="1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229;p48">
                <a:extLst>
                  <a:ext uri="{FF2B5EF4-FFF2-40B4-BE49-F238E27FC236}">
                    <a16:creationId xmlns:a16="http://schemas.microsoft.com/office/drawing/2014/main" id="{55B7B862-673F-6AA7-1A8B-D39B63E24CD1}"/>
                  </a:ext>
                </a:extLst>
              </p:cNvPr>
              <p:cNvSpPr/>
              <p:nvPr/>
            </p:nvSpPr>
            <p:spPr>
              <a:xfrm>
                <a:off x="1514416" y="1062207"/>
                <a:ext cx="15673" cy="142442"/>
              </a:xfrm>
              <a:custGeom>
                <a:avLst/>
                <a:gdLst/>
                <a:ahLst/>
                <a:cxnLst/>
                <a:rect l="l" t="t" r="r" b="b"/>
                <a:pathLst>
                  <a:path w="215" h="1954" extrusionOk="0">
                    <a:moveTo>
                      <a:pt x="89" y="0"/>
                    </a:moveTo>
                    <a:cubicBezTo>
                      <a:pt x="89" y="0"/>
                      <a:pt x="27" y="437"/>
                      <a:pt x="9" y="981"/>
                    </a:cubicBezTo>
                    <a:cubicBezTo>
                      <a:pt x="0" y="1124"/>
                      <a:pt x="9" y="1258"/>
                      <a:pt x="45" y="1374"/>
                    </a:cubicBezTo>
                    <a:cubicBezTo>
                      <a:pt x="72" y="1499"/>
                      <a:pt x="116" y="1597"/>
                      <a:pt x="143" y="1677"/>
                    </a:cubicBezTo>
                    <a:cubicBezTo>
                      <a:pt x="205" y="1847"/>
                      <a:pt x="197" y="1954"/>
                      <a:pt x="197" y="1954"/>
                    </a:cubicBezTo>
                    <a:cubicBezTo>
                      <a:pt x="197" y="1954"/>
                      <a:pt x="205" y="1927"/>
                      <a:pt x="214" y="1882"/>
                    </a:cubicBezTo>
                    <a:cubicBezTo>
                      <a:pt x="214" y="1829"/>
                      <a:pt x="214" y="1757"/>
                      <a:pt x="197" y="1668"/>
                    </a:cubicBezTo>
                    <a:cubicBezTo>
                      <a:pt x="179" y="1570"/>
                      <a:pt x="143" y="1472"/>
                      <a:pt x="125" y="1356"/>
                    </a:cubicBezTo>
                    <a:cubicBezTo>
                      <a:pt x="107" y="1249"/>
                      <a:pt x="107" y="1124"/>
                      <a:pt x="107" y="990"/>
                    </a:cubicBezTo>
                    <a:cubicBezTo>
                      <a:pt x="125" y="446"/>
                      <a:pt x="89" y="0"/>
                      <a:pt x="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230;p48">
                <a:extLst>
                  <a:ext uri="{FF2B5EF4-FFF2-40B4-BE49-F238E27FC236}">
                    <a16:creationId xmlns:a16="http://schemas.microsoft.com/office/drawing/2014/main" id="{7D9B085A-67E2-C050-E705-50A79E1731B3}"/>
                  </a:ext>
                </a:extLst>
              </p:cNvPr>
              <p:cNvSpPr/>
              <p:nvPr/>
            </p:nvSpPr>
            <p:spPr>
              <a:xfrm>
                <a:off x="1237339" y="1107256"/>
                <a:ext cx="152939" cy="157896"/>
              </a:xfrm>
              <a:custGeom>
                <a:avLst/>
                <a:gdLst/>
                <a:ahLst/>
                <a:cxnLst/>
                <a:rect l="l" t="t" r="r" b="b"/>
                <a:pathLst>
                  <a:path w="2098" h="2166" extrusionOk="0">
                    <a:moveTo>
                      <a:pt x="238" y="1"/>
                    </a:moveTo>
                    <a:cubicBezTo>
                      <a:pt x="220" y="1"/>
                      <a:pt x="197" y="5"/>
                      <a:pt x="170" y="15"/>
                    </a:cubicBezTo>
                    <a:cubicBezTo>
                      <a:pt x="126" y="33"/>
                      <a:pt x="90" y="87"/>
                      <a:pt x="81" y="149"/>
                    </a:cubicBezTo>
                    <a:cubicBezTo>
                      <a:pt x="63" y="212"/>
                      <a:pt x="54" y="274"/>
                      <a:pt x="46" y="354"/>
                    </a:cubicBezTo>
                    <a:cubicBezTo>
                      <a:pt x="28" y="506"/>
                      <a:pt x="1" y="702"/>
                      <a:pt x="99" y="907"/>
                    </a:cubicBezTo>
                    <a:cubicBezTo>
                      <a:pt x="153" y="1006"/>
                      <a:pt x="242" y="1086"/>
                      <a:pt x="340" y="1148"/>
                    </a:cubicBezTo>
                    <a:cubicBezTo>
                      <a:pt x="438" y="1211"/>
                      <a:pt x="545" y="1255"/>
                      <a:pt x="643" y="1309"/>
                    </a:cubicBezTo>
                    <a:cubicBezTo>
                      <a:pt x="1071" y="1505"/>
                      <a:pt x="1446" y="1701"/>
                      <a:pt x="1705" y="1871"/>
                    </a:cubicBezTo>
                    <a:cubicBezTo>
                      <a:pt x="1830" y="1951"/>
                      <a:pt x="1928" y="2032"/>
                      <a:pt x="1999" y="2085"/>
                    </a:cubicBezTo>
                    <a:cubicBezTo>
                      <a:pt x="2062" y="2139"/>
                      <a:pt x="2097" y="2165"/>
                      <a:pt x="2097" y="2165"/>
                    </a:cubicBezTo>
                    <a:cubicBezTo>
                      <a:pt x="2097" y="2165"/>
                      <a:pt x="2071" y="2130"/>
                      <a:pt x="2008" y="2067"/>
                    </a:cubicBezTo>
                    <a:cubicBezTo>
                      <a:pt x="1946" y="2014"/>
                      <a:pt x="1856" y="1924"/>
                      <a:pt x="1732" y="1826"/>
                    </a:cubicBezTo>
                    <a:cubicBezTo>
                      <a:pt x="1491" y="1639"/>
                      <a:pt x="1116" y="1416"/>
                      <a:pt x="688" y="1220"/>
                    </a:cubicBezTo>
                    <a:cubicBezTo>
                      <a:pt x="483" y="1122"/>
                      <a:pt x="277" y="1023"/>
                      <a:pt x="179" y="863"/>
                    </a:cubicBezTo>
                    <a:cubicBezTo>
                      <a:pt x="81" y="702"/>
                      <a:pt x="90" y="506"/>
                      <a:pt x="90" y="363"/>
                    </a:cubicBezTo>
                    <a:cubicBezTo>
                      <a:pt x="99" y="283"/>
                      <a:pt x="99" y="212"/>
                      <a:pt x="108" y="158"/>
                    </a:cubicBezTo>
                    <a:cubicBezTo>
                      <a:pt x="117" y="96"/>
                      <a:pt x="144" y="51"/>
                      <a:pt x="179" y="33"/>
                    </a:cubicBezTo>
                    <a:cubicBezTo>
                      <a:pt x="206" y="13"/>
                      <a:pt x="230" y="7"/>
                      <a:pt x="250" y="7"/>
                    </a:cubicBezTo>
                    <a:cubicBezTo>
                      <a:pt x="283" y="7"/>
                      <a:pt x="304" y="24"/>
                      <a:pt x="304" y="24"/>
                    </a:cubicBezTo>
                    <a:cubicBezTo>
                      <a:pt x="304" y="24"/>
                      <a:pt x="295" y="15"/>
                      <a:pt x="269" y="6"/>
                    </a:cubicBezTo>
                    <a:cubicBezTo>
                      <a:pt x="261" y="3"/>
                      <a:pt x="251" y="1"/>
                      <a:pt x="2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231;p48">
                <a:extLst>
                  <a:ext uri="{FF2B5EF4-FFF2-40B4-BE49-F238E27FC236}">
                    <a16:creationId xmlns:a16="http://schemas.microsoft.com/office/drawing/2014/main" id="{F3BD3047-5DF0-6584-E1EF-DA9673069C94}"/>
                  </a:ext>
                </a:extLst>
              </p:cNvPr>
              <p:cNvSpPr/>
              <p:nvPr/>
            </p:nvSpPr>
            <p:spPr>
              <a:xfrm>
                <a:off x="1384370" y="1093187"/>
                <a:ext cx="153522" cy="171965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359" extrusionOk="0">
                    <a:moveTo>
                      <a:pt x="1954" y="12"/>
                    </a:moveTo>
                    <a:cubicBezTo>
                      <a:pt x="1927" y="21"/>
                      <a:pt x="1927" y="39"/>
                      <a:pt x="1927" y="39"/>
                    </a:cubicBezTo>
                    <a:cubicBezTo>
                      <a:pt x="1927" y="39"/>
                      <a:pt x="1936" y="21"/>
                      <a:pt x="1954" y="12"/>
                    </a:cubicBezTo>
                    <a:close/>
                    <a:moveTo>
                      <a:pt x="1987" y="0"/>
                    </a:moveTo>
                    <a:cubicBezTo>
                      <a:pt x="1973" y="0"/>
                      <a:pt x="1961" y="5"/>
                      <a:pt x="1954" y="12"/>
                    </a:cubicBezTo>
                    <a:cubicBezTo>
                      <a:pt x="1960" y="9"/>
                      <a:pt x="1969" y="7"/>
                      <a:pt x="1979" y="7"/>
                    </a:cubicBezTo>
                    <a:cubicBezTo>
                      <a:pt x="1999" y="7"/>
                      <a:pt x="2025" y="15"/>
                      <a:pt x="2043" y="39"/>
                    </a:cubicBezTo>
                    <a:cubicBezTo>
                      <a:pt x="2061" y="66"/>
                      <a:pt x="2070" y="119"/>
                      <a:pt x="2061" y="182"/>
                    </a:cubicBezTo>
                    <a:cubicBezTo>
                      <a:pt x="2061" y="244"/>
                      <a:pt x="2052" y="315"/>
                      <a:pt x="2043" y="387"/>
                    </a:cubicBezTo>
                    <a:cubicBezTo>
                      <a:pt x="1989" y="690"/>
                      <a:pt x="1775" y="1083"/>
                      <a:pt x="1427" y="1395"/>
                    </a:cubicBezTo>
                    <a:cubicBezTo>
                      <a:pt x="1080" y="1707"/>
                      <a:pt x="696" y="1921"/>
                      <a:pt x="437" y="2091"/>
                    </a:cubicBezTo>
                    <a:cubicBezTo>
                      <a:pt x="170" y="2251"/>
                      <a:pt x="0" y="2358"/>
                      <a:pt x="0" y="2358"/>
                    </a:cubicBezTo>
                    <a:cubicBezTo>
                      <a:pt x="0" y="2358"/>
                      <a:pt x="178" y="2269"/>
                      <a:pt x="455" y="2135"/>
                    </a:cubicBezTo>
                    <a:cubicBezTo>
                      <a:pt x="732" y="1984"/>
                      <a:pt x="1133" y="1796"/>
                      <a:pt x="1499" y="1475"/>
                    </a:cubicBezTo>
                    <a:cubicBezTo>
                      <a:pt x="1865" y="1145"/>
                      <a:pt x="2061" y="717"/>
                      <a:pt x="2088" y="396"/>
                    </a:cubicBezTo>
                    <a:cubicBezTo>
                      <a:pt x="2097" y="315"/>
                      <a:pt x="2105" y="244"/>
                      <a:pt x="2097" y="182"/>
                    </a:cubicBezTo>
                    <a:cubicBezTo>
                      <a:pt x="2097" y="119"/>
                      <a:pt x="2088" y="66"/>
                      <a:pt x="2052" y="30"/>
                    </a:cubicBezTo>
                    <a:cubicBezTo>
                      <a:pt x="2031" y="9"/>
                      <a:pt x="2007" y="0"/>
                      <a:pt x="19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232;p48">
                <a:extLst>
                  <a:ext uri="{FF2B5EF4-FFF2-40B4-BE49-F238E27FC236}">
                    <a16:creationId xmlns:a16="http://schemas.microsoft.com/office/drawing/2014/main" id="{6ABB1E4E-FE34-6C3E-09EA-E1A10E7D0D32}"/>
                  </a:ext>
                </a:extLst>
              </p:cNvPr>
              <p:cNvSpPr/>
              <p:nvPr/>
            </p:nvSpPr>
            <p:spPr>
              <a:xfrm>
                <a:off x="1394138" y="1090782"/>
                <a:ext cx="189898" cy="253027"/>
              </a:xfrm>
              <a:custGeom>
                <a:avLst/>
                <a:gdLst/>
                <a:ahLst/>
                <a:cxnLst/>
                <a:rect l="l" t="t" r="r" b="b"/>
                <a:pathLst>
                  <a:path w="2605" h="3471" extrusionOk="0">
                    <a:moveTo>
                      <a:pt x="1945" y="1"/>
                    </a:moveTo>
                    <a:lnTo>
                      <a:pt x="1945" y="1"/>
                    </a:lnTo>
                    <a:cubicBezTo>
                      <a:pt x="1945" y="1"/>
                      <a:pt x="1998" y="72"/>
                      <a:pt x="2078" y="197"/>
                    </a:cubicBezTo>
                    <a:cubicBezTo>
                      <a:pt x="2150" y="331"/>
                      <a:pt x="2248" y="527"/>
                      <a:pt x="2346" y="777"/>
                    </a:cubicBezTo>
                    <a:cubicBezTo>
                      <a:pt x="2400" y="902"/>
                      <a:pt x="2453" y="1044"/>
                      <a:pt x="2498" y="1187"/>
                    </a:cubicBezTo>
                    <a:cubicBezTo>
                      <a:pt x="2525" y="1267"/>
                      <a:pt x="2533" y="1339"/>
                      <a:pt x="2507" y="1419"/>
                    </a:cubicBezTo>
                    <a:cubicBezTo>
                      <a:pt x="2489" y="1490"/>
                      <a:pt x="2453" y="1571"/>
                      <a:pt x="2409" y="1651"/>
                    </a:cubicBezTo>
                    <a:cubicBezTo>
                      <a:pt x="2239" y="1963"/>
                      <a:pt x="2105" y="2356"/>
                      <a:pt x="2087" y="2775"/>
                    </a:cubicBezTo>
                    <a:cubicBezTo>
                      <a:pt x="2071" y="2976"/>
                      <a:pt x="2084" y="3162"/>
                      <a:pt x="2041" y="3327"/>
                    </a:cubicBezTo>
                    <a:lnTo>
                      <a:pt x="2041" y="3327"/>
                    </a:lnTo>
                    <a:cubicBezTo>
                      <a:pt x="1748" y="3186"/>
                      <a:pt x="1456" y="3119"/>
                      <a:pt x="1195" y="3052"/>
                    </a:cubicBezTo>
                    <a:cubicBezTo>
                      <a:pt x="919" y="2989"/>
                      <a:pt x="678" y="2909"/>
                      <a:pt x="491" y="2811"/>
                    </a:cubicBezTo>
                    <a:cubicBezTo>
                      <a:pt x="294" y="2713"/>
                      <a:pt x="169" y="2605"/>
                      <a:pt x="89" y="2525"/>
                    </a:cubicBezTo>
                    <a:cubicBezTo>
                      <a:pt x="45" y="2481"/>
                      <a:pt x="18" y="2446"/>
                      <a:pt x="0" y="2419"/>
                    </a:cubicBezTo>
                    <a:lnTo>
                      <a:pt x="0" y="2419"/>
                    </a:lnTo>
                    <a:cubicBezTo>
                      <a:pt x="18" y="2446"/>
                      <a:pt x="45" y="2481"/>
                      <a:pt x="80" y="2525"/>
                    </a:cubicBezTo>
                    <a:cubicBezTo>
                      <a:pt x="152" y="2623"/>
                      <a:pt x="276" y="2739"/>
                      <a:pt x="464" y="2846"/>
                    </a:cubicBezTo>
                    <a:cubicBezTo>
                      <a:pt x="651" y="2953"/>
                      <a:pt x="892" y="3052"/>
                      <a:pt x="1169" y="3123"/>
                    </a:cubicBezTo>
                    <a:cubicBezTo>
                      <a:pt x="1445" y="3212"/>
                      <a:pt x="1757" y="3283"/>
                      <a:pt x="2052" y="3444"/>
                    </a:cubicBezTo>
                    <a:lnTo>
                      <a:pt x="2105" y="3471"/>
                    </a:lnTo>
                    <a:lnTo>
                      <a:pt x="2123" y="3408"/>
                    </a:lnTo>
                    <a:cubicBezTo>
                      <a:pt x="2186" y="3212"/>
                      <a:pt x="2177" y="2989"/>
                      <a:pt x="2186" y="2784"/>
                    </a:cubicBezTo>
                    <a:cubicBezTo>
                      <a:pt x="2212" y="2382"/>
                      <a:pt x="2328" y="1999"/>
                      <a:pt x="2489" y="1687"/>
                    </a:cubicBezTo>
                    <a:cubicBezTo>
                      <a:pt x="2525" y="1606"/>
                      <a:pt x="2569" y="1526"/>
                      <a:pt x="2587" y="1437"/>
                    </a:cubicBezTo>
                    <a:cubicBezTo>
                      <a:pt x="2605" y="1348"/>
                      <a:pt x="2596" y="1249"/>
                      <a:pt x="2569" y="1169"/>
                    </a:cubicBezTo>
                    <a:cubicBezTo>
                      <a:pt x="2507" y="1018"/>
                      <a:pt x="2453" y="884"/>
                      <a:pt x="2400" y="759"/>
                    </a:cubicBezTo>
                    <a:cubicBezTo>
                      <a:pt x="2284" y="509"/>
                      <a:pt x="2177" y="313"/>
                      <a:pt x="2087" y="188"/>
                    </a:cubicBezTo>
                    <a:cubicBezTo>
                      <a:pt x="1998" y="63"/>
                      <a:pt x="1945" y="1"/>
                      <a:pt x="19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233;p48">
                <a:extLst>
                  <a:ext uri="{FF2B5EF4-FFF2-40B4-BE49-F238E27FC236}">
                    <a16:creationId xmlns:a16="http://schemas.microsoft.com/office/drawing/2014/main" id="{1363B454-67E4-4D9E-49DC-FB7A84AFFB30}"/>
                  </a:ext>
                </a:extLst>
              </p:cNvPr>
              <p:cNvSpPr/>
              <p:nvPr/>
            </p:nvSpPr>
            <p:spPr>
              <a:xfrm>
                <a:off x="1567703" y="1148004"/>
                <a:ext cx="325269" cy="857858"/>
              </a:xfrm>
              <a:custGeom>
                <a:avLst/>
                <a:gdLst/>
                <a:ahLst/>
                <a:cxnLst/>
                <a:rect l="l" t="t" r="r" b="b"/>
                <a:pathLst>
                  <a:path w="4462" h="11768" extrusionOk="0">
                    <a:moveTo>
                      <a:pt x="1" y="1"/>
                    </a:moveTo>
                    <a:cubicBezTo>
                      <a:pt x="1" y="1"/>
                      <a:pt x="117" y="54"/>
                      <a:pt x="331" y="152"/>
                    </a:cubicBezTo>
                    <a:cubicBezTo>
                      <a:pt x="536" y="250"/>
                      <a:pt x="848" y="393"/>
                      <a:pt x="1250" y="554"/>
                    </a:cubicBezTo>
                    <a:cubicBezTo>
                      <a:pt x="1651" y="714"/>
                      <a:pt x="2142" y="893"/>
                      <a:pt x="2704" y="1071"/>
                    </a:cubicBezTo>
                    <a:cubicBezTo>
                      <a:pt x="2989" y="1160"/>
                      <a:pt x="3293" y="1241"/>
                      <a:pt x="3587" y="1383"/>
                    </a:cubicBezTo>
                    <a:cubicBezTo>
                      <a:pt x="3862" y="1508"/>
                      <a:pt x="4138" y="1688"/>
                      <a:pt x="4311" y="1959"/>
                    </a:cubicBezTo>
                    <a:lnTo>
                      <a:pt x="4311" y="1959"/>
                    </a:lnTo>
                    <a:cubicBezTo>
                      <a:pt x="4092" y="1990"/>
                      <a:pt x="3907" y="2162"/>
                      <a:pt x="3810" y="2356"/>
                    </a:cubicBezTo>
                    <a:cubicBezTo>
                      <a:pt x="3694" y="2579"/>
                      <a:pt x="3667" y="2820"/>
                      <a:pt x="3605" y="3052"/>
                    </a:cubicBezTo>
                    <a:cubicBezTo>
                      <a:pt x="3507" y="3524"/>
                      <a:pt x="3400" y="4015"/>
                      <a:pt x="3284" y="4524"/>
                    </a:cubicBezTo>
                    <a:cubicBezTo>
                      <a:pt x="3221" y="4782"/>
                      <a:pt x="3195" y="5050"/>
                      <a:pt x="3061" y="5255"/>
                    </a:cubicBezTo>
                    <a:cubicBezTo>
                      <a:pt x="2989" y="5362"/>
                      <a:pt x="2891" y="5442"/>
                      <a:pt x="2802" y="5532"/>
                    </a:cubicBezTo>
                    <a:cubicBezTo>
                      <a:pt x="2704" y="5630"/>
                      <a:pt x="2615" y="5737"/>
                      <a:pt x="2579" y="5880"/>
                    </a:cubicBezTo>
                    <a:cubicBezTo>
                      <a:pt x="2552" y="6022"/>
                      <a:pt x="2588" y="6156"/>
                      <a:pt x="2624" y="6272"/>
                    </a:cubicBezTo>
                    <a:cubicBezTo>
                      <a:pt x="2659" y="6397"/>
                      <a:pt x="2695" y="6504"/>
                      <a:pt x="2713" y="6620"/>
                    </a:cubicBezTo>
                    <a:cubicBezTo>
                      <a:pt x="2757" y="6861"/>
                      <a:pt x="2757" y="7093"/>
                      <a:pt x="2748" y="7325"/>
                    </a:cubicBezTo>
                    <a:cubicBezTo>
                      <a:pt x="2748" y="7557"/>
                      <a:pt x="2740" y="7789"/>
                      <a:pt x="2731" y="8012"/>
                    </a:cubicBezTo>
                    <a:cubicBezTo>
                      <a:pt x="2722" y="8226"/>
                      <a:pt x="2731" y="8449"/>
                      <a:pt x="2677" y="8636"/>
                    </a:cubicBezTo>
                    <a:cubicBezTo>
                      <a:pt x="2650" y="8734"/>
                      <a:pt x="2606" y="8815"/>
                      <a:pt x="2543" y="8895"/>
                    </a:cubicBezTo>
                    <a:cubicBezTo>
                      <a:pt x="2481" y="8966"/>
                      <a:pt x="2409" y="9055"/>
                      <a:pt x="2383" y="9154"/>
                    </a:cubicBezTo>
                    <a:cubicBezTo>
                      <a:pt x="2329" y="9350"/>
                      <a:pt x="2365" y="9537"/>
                      <a:pt x="2374" y="9707"/>
                    </a:cubicBezTo>
                    <a:cubicBezTo>
                      <a:pt x="2418" y="10063"/>
                      <a:pt x="2195" y="10331"/>
                      <a:pt x="2088" y="10590"/>
                    </a:cubicBezTo>
                    <a:cubicBezTo>
                      <a:pt x="1963" y="10831"/>
                      <a:pt x="1847" y="11045"/>
                      <a:pt x="1758" y="11223"/>
                    </a:cubicBezTo>
                    <a:cubicBezTo>
                      <a:pt x="1580" y="11571"/>
                      <a:pt x="1482" y="11767"/>
                      <a:pt x="1482" y="11767"/>
                    </a:cubicBezTo>
                    <a:cubicBezTo>
                      <a:pt x="1482" y="11767"/>
                      <a:pt x="1589" y="11580"/>
                      <a:pt x="1776" y="11232"/>
                    </a:cubicBezTo>
                    <a:cubicBezTo>
                      <a:pt x="1865" y="11063"/>
                      <a:pt x="1981" y="10849"/>
                      <a:pt x="2115" y="10599"/>
                    </a:cubicBezTo>
                    <a:cubicBezTo>
                      <a:pt x="2186" y="10474"/>
                      <a:pt x="2258" y="10349"/>
                      <a:pt x="2329" y="10206"/>
                    </a:cubicBezTo>
                    <a:cubicBezTo>
                      <a:pt x="2365" y="10135"/>
                      <a:pt x="2401" y="10055"/>
                      <a:pt x="2409" y="9974"/>
                    </a:cubicBezTo>
                    <a:cubicBezTo>
                      <a:pt x="2427" y="9885"/>
                      <a:pt x="2427" y="9796"/>
                      <a:pt x="2427" y="9707"/>
                    </a:cubicBezTo>
                    <a:cubicBezTo>
                      <a:pt x="2418" y="9528"/>
                      <a:pt x="2392" y="9341"/>
                      <a:pt x="2445" y="9171"/>
                    </a:cubicBezTo>
                    <a:cubicBezTo>
                      <a:pt x="2472" y="9082"/>
                      <a:pt x="2525" y="9011"/>
                      <a:pt x="2597" y="8930"/>
                    </a:cubicBezTo>
                    <a:cubicBezTo>
                      <a:pt x="2659" y="8859"/>
                      <a:pt x="2722" y="8761"/>
                      <a:pt x="2748" y="8654"/>
                    </a:cubicBezTo>
                    <a:cubicBezTo>
                      <a:pt x="2802" y="8449"/>
                      <a:pt x="2802" y="8235"/>
                      <a:pt x="2811" y="8012"/>
                    </a:cubicBezTo>
                    <a:cubicBezTo>
                      <a:pt x="2820" y="7789"/>
                      <a:pt x="2829" y="7566"/>
                      <a:pt x="2838" y="7334"/>
                    </a:cubicBezTo>
                    <a:cubicBezTo>
                      <a:pt x="2847" y="7102"/>
                      <a:pt x="2847" y="6852"/>
                      <a:pt x="2811" y="6611"/>
                    </a:cubicBezTo>
                    <a:cubicBezTo>
                      <a:pt x="2784" y="6361"/>
                      <a:pt x="2633" y="6120"/>
                      <a:pt x="2677" y="5897"/>
                    </a:cubicBezTo>
                    <a:cubicBezTo>
                      <a:pt x="2704" y="5790"/>
                      <a:pt x="2784" y="5692"/>
                      <a:pt x="2873" y="5603"/>
                    </a:cubicBezTo>
                    <a:cubicBezTo>
                      <a:pt x="2963" y="5523"/>
                      <a:pt x="3061" y="5433"/>
                      <a:pt x="3141" y="5317"/>
                    </a:cubicBezTo>
                    <a:cubicBezTo>
                      <a:pt x="3302" y="5077"/>
                      <a:pt x="3328" y="4800"/>
                      <a:pt x="3391" y="4541"/>
                    </a:cubicBezTo>
                    <a:cubicBezTo>
                      <a:pt x="3498" y="4042"/>
                      <a:pt x="3605" y="3551"/>
                      <a:pt x="3703" y="3078"/>
                    </a:cubicBezTo>
                    <a:cubicBezTo>
                      <a:pt x="3757" y="2837"/>
                      <a:pt x="3792" y="2597"/>
                      <a:pt x="3890" y="2400"/>
                    </a:cubicBezTo>
                    <a:cubicBezTo>
                      <a:pt x="3989" y="2204"/>
                      <a:pt x="4176" y="2043"/>
                      <a:pt x="4381" y="2043"/>
                    </a:cubicBezTo>
                    <a:lnTo>
                      <a:pt x="4461" y="2043"/>
                    </a:lnTo>
                    <a:lnTo>
                      <a:pt x="4417" y="1972"/>
                    </a:lnTo>
                    <a:cubicBezTo>
                      <a:pt x="4229" y="1651"/>
                      <a:pt x="3917" y="1446"/>
                      <a:pt x="3623" y="1312"/>
                    </a:cubicBezTo>
                    <a:cubicBezTo>
                      <a:pt x="3311" y="1178"/>
                      <a:pt x="3007" y="1089"/>
                      <a:pt x="2731" y="1009"/>
                    </a:cubicBezTo>
                    <a:cubicBezTo>
                      <a:pt x="2160" y="848"/>
                      <a:pt x="1669" y="670"/>
                      <a:pt x="1268" y="518"/>
                    </a:cubicBezTo>
                    <a:cubicBezTo>
                      <a:pt x="857" y="366"/>
                      <a:pt x="545" y="241"/>
                      <a:pt x="331" y="143"/>
                    </a:cubicBezTo>
                    <a:cubicBezTo>
                      <a:pt x="117" y="45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234;p48">
                <a:extLst>
                  <a:ext uri="{FF2B5EF4-FFF2-40B4-BE49-F238E27FC236}">
                    <a16:creationId xmlns:a16="http://schemas.microsoft.com/office/drawing/2014/main" id="{0EBB6555-4BB8-3A6B-A910-A8ACD06793AD}"/>
                  </a:ext>
                </a:extLst>
              </p:cNvPr>
              <p:cNvSpPr/>
              <p:nvPr/>
            </p:nvSpPr>
            <p:spPr>
              <a:xfrm>
                <a:off x="1051381" y="1771623"/>
                <a:ext cx="115178" cy="262139"/>
              </a:xfrm>
              <a:custGeom>
                <a:avLst/>
                <a:gdLst/>
                <a:ahLst/>
                <a:cxnLst/>
                <a:rect l="l" t="t" r="r" b="b"/>
                <a:pathLst>
                  <a:path w="1580" h="3596" extrusionOk="0">
                    <a:moveTo>
                      <a:pt x="45" y="1"/>
                    </a:moveTo>
                    <a:cubicBezTo>
                      <a:pt x="45" y="1"/>
                      <a:pt x="36" y="63"/>
                      <a:pt x="27" y="170"/>
                    </a:cubicBezTo>
                    <a:cubicBezTo>
                      <a:pt x="18" y="268"/>
                      <a:pt x="9" y="429"/>
                      <a:pt x="9" y="616"/>
                    </a:cubicBezTo>
                    <a:cubicBezTo>
                      <a:pt x="0" y="991"/>
                      <a:pt x="27" y="1526"/>
                      <a:pt x="152" y="2097"/>
                    </a:cubicBezTo>
                    <a:cubicBezTo>
                      <a:pt x="179" y="2240"/>
                      <a:pt x="250" y="2392"/>
                      <a:pt x="357" y="2490"/>
                    </a:cubicBezTo>
                    <a:cubicBezTo>
                      <a:pt x="464" y="2588"/>
                      <a:pt x="589" y="2650"/>
                      <a:pt x="687" y="2713"/>
                    </a:cubicBezTo>
                    <a:cubicBezTo>
                      <a:pt x="902" y="2838"/>
                      <a:pt x="1071" y="2980"/>
                      <a:pt x="1205" y="3114"/>
                    </a:cubicBezTo>
                    <a:cubicBezTo>
                      <a:pt x="1339" y="3248"/>
                      <a:pt x="1428" y="3373"/>
                      <a:pt x="1490" y="3462"/>
                    </a:cubicBezTo>
                    <a:cubicBezTo>
                      <a:pt x="1553" y="3551"/>
                      <a:pt x="1580" y="3596"/>
                      <a:pt x="1580" y="3596"/>
                    </a:cubicBezTo>
                    <a:cubicBezTo>
                      <a:pt x="1580" y="3596"/>
                      <a:pt x="1553" y="3542"/>
                      <a:pt x="1499" y="3453"/>
                    </a:cubicBezTo>
                    <a:cubicBezTo>
                      <a:pt x="1455" y="3355"/>
                      <a:pt x="1365" y="3230"/>
                      <a:pt x="1241" y="3079"/>
                    </a:cubicBezTo>
                    <a:cubicBezTo>
                      <a:pt x="1116" y="2936"/>
                      <a:pt x="955" y="2775"/>
                      <a:pt x="741" y="2641"/>
                    </a:cubicBezTo>
                    <a:cubicBezTo>
                      <a:pt x="634" y="2570"/>
                      <a:pt x="518" y="2508"/>
                      <a:pt x="429" y="2418"/>
                    </a:cubicBezTo>
                    <a:cubicBezTo>
                      <a:pt x="331" y="2329"/>
                      <a:pt x="286" y="2204"/>
                      <a:pt x="250" y="2070"/>
                    </a:cubicBezTo>
                    <a:cubicBezTo>
                      <a:pt x="134" y="1508"/>
                      <a:pt x="81" y="991"/>
                      <a:pt x="63" y="616"/>
                    </a:cubicBezTo>
                    <a:cubicBezTo>
                      <a:pt x="54" y="429"/>
                      <a:pt x="45" y="268"/>
                      <a:pt x="45" y="170"/>
                    </a:cubicBezTo>
                    <a:cubicBezTo>
                      <a:pt x="45" y="63"/>
                      <a:pt x="45" y="1"/>
                      <a:pt x="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235;p48">
                <a:extLst>
                  <a:ext uri="{FF2B5EF4-FFF2-40B4-BE49-F238E27FC236}">
                    <a16:creationId xmlns:a16="http://schemas.microsoft.com/office/drawing/2014/main" id="{87F972EF-BBAE-B446-E964-C78EF64C5B29}"/>
                  </a:ext>
                </a:extLst>
              </p:cNvPr>
              <p:cNvSpPr/>
              <p:nvPr/>
            </p:nvSpPr>
            <p:spPr>
              <a:xfrm>
                <a:off x="1066325" y="1938116"/>
                <a:ext cx="52778" cy="139890"/>
              </a:xfrm>
              <a:custGeom>
                <a:avLst/>
                <a:gdLst/>
                <a:ahLst/>
                <a:cxnLst/>
                <a:rect l="l" t="t" r="r" b="b"/>
                <a:pathLst>
                  <a:path w="724" h="1919" extrusionOk="0">
                    <a:moveTo>
                      <a:pt x="99" y="1"/>
                    </a:moveTo>
                    <a:cubicBezTo>
                      <a:pt x="99" y="1"/>
                      <a:pt x="108" y="36"/>
                      <a:pt x="108" y="81"/>
                    </a:cubicBezTo>
                    <a:cubicBezTo>
                      <a:pt x="99" y="134"/>
                      <a:pt x="81" y="206"/>
                      <a:pt x="63" y="304"/>
                    </a:cubicBezTo>
                    <a:cubicBezTo>
                      <a:pt x="36" y="393"/>
                      <a:pt x="1" y="509"/>
                      <a:pt x="27" y="643"/>
                    </a:cubicBezTo>
                    <a:cubicBezTo>
                      <a:pt x="45" y="777"/>
                      <a:pt x="108" y="902"/>
                      <a:pt x="179" y="1035"/>
                    </a:cubicBezTo>
                    <a:cubicBezTo>
                      <a:pt x="456" y="1535"/>
                      <a:pt x="723" y="1919"/>
                      <a:pt x="723" y="1919"/>
                    </a:cubicBezTo>
                    <a:cubicBezTo>
                      <a:pt x="723" y="1919"/>
                      <a:pt x="545" y="1490"/>
                      <a:pt x="268" y="982"/>
                    </a:cubicBezTo>
                    <a:cubicBezTo>
                      <a:pt x="197" y="857"/>
                      <a:pt x="134" y="741"/>
                      <a:pt x="108" y="625"/>
                    </a:cubicBezTo>
                    <a:cubicBezTo>
                      <a:pt x="81" y="518"/>
                      <a:pt x="99" y="402"/>
                      <a:pt x="108" y="313"/>
                    </a:cubicBezTo>
                    <a:cubicBezTo>
                      <a:pt x="126" y="215"/>
                      <a:pt x="126" y="134"/>
                      <a:pt x="117" y="81"/>
                    </a:cubicBezTo>
                    <a:cubicBezTo>
                      <a:pt x="117" y="27"/>
                      <a:pt x="99" y="1"/>
                      <a:pt x="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236;p48">
                <a:extLst>
                  <a:ext uri="{FF2B5EF4-FFF2-40B4-BE49-F238E27FC236}">
                    <a16:creationId xmlns:a16="http://schemas.microsoft.com/office/drawing/2014/main" id="{99E3A022-C691-B672-2D78-C459FE6E747D}"/>
                  </a:ext>
                </a:extLst>
              </p:cNvPr>
              <p:cNvSpPr/>
              <p:nvPr/>
            </p:nvSpPr>
            <p:spPr>
              <a:xfrm>
                <a:off x="1056557" y="1994683"/>
                <a:ext cx="24785" cy="178890"/>
              </a:xfrm>
              <a:custGeom>
                <a:avLst/>
                <a:gdLst/>
                <a:ahLst/>
                <a:cxnLst/>
                <a:rect l="l" t="t" r="r" b="b"/>
                <a:pathLst>
                  <a:path w="340" h="2454" extrusionOk="0">
                    <a:moveTo>
                      <a:pt x="242" y="1"/>
                    </a:moveTo>
                    <a:cubicBezTo>
                      <a:pt x="242" y="1"/>
                      <a:pt x="242" y="143"/>
                      <a:pt x="233" y="366"/>
                    </a:cubicBezTo>
                    <a:cubicBezTo>
                      <a:pt x="233" y="482"/>
                      <a:pt x="233" y="616"/>
                      <a:pt x="233" y="768"/>
                    </a:cubicBezTo>
                    <a:cubicBezTo>
                      <a:pt x="233" y="911"/>
                      <a:pt x="233" y="1071"/>
                      <a:pt x="170" y="1223"/>
                    </a:cubicBezTo>
                    <a:cubicBezTo>
                      <a:pt x="99" y="1375"/>
                      <a:pt x="45" y="1544"/>
                      <a:pt x="19" y="1687"/>
                    </a:cubicBezTo>
                    <a:cubicBezTo>
                      <a:pt x="1" y="1838"/>
                      <a:pt x="1" y="1981"/>
                      <a:pt x="10" y="2097"/>
                    </a:cubicBezTo>
                    <a:cubicBezTo>
                      <a:pt x="28" y="2204"/>
                      <a:pt x="45" y="2302"/>
                      <a:pt x="63" y="2356"/>
                    </a:cubicBezTo>
                    <a:cubicBezTo>
                      <a:pt x="81" y="2418"/>
                      <a:pt x="99" y="2454"/>
                      <a:pt x="99" y="2454"/>
                    </a:cubicBezTo>
                    <a:cubicBezTo>
                      <a:pt x="99" y="2454"/>
                      <a:pt x="90" y="2418"/>
                      <a:pt x="81" y="2356"/>
                    </a:cubicBezTo>
                    <a:cubicBezTo>
                      <a:pt x="72" y="2293"/>
                      <a:pt x="63" y="2204"/>
                      <a:pt x="63" y="2088"/>
                    </a:cubicBezTo>
                    <a:cubicBezTo>
                      <a:pt x="63" y="1981"/>
                      <a:pt x="72" y="1847"/>
                      <a:pt x="108" y="1705"/>
                    </a:cubicBezTo>
                    <a:cubicBezTo>
                      <a:pt x="135" y="1562"/>
                      <a:pt x="197" y="1419"/>
                      <a:pt x="268" y="1259"/>
                    </a:cubicBezTo>
                    <a:cubicBezTo>
                      <a:pt x="340" y="1089"/>
                      <a:pt x="331" y="911"/>
                      <a:pt x="322" y="759"/>
                    </a:cubicBezTo>
                    <a:cubicBezTo>
                      <a:pt x="313" y="607"/>
                      <a:pt x="295" y="482"/>
                      <a:pt x="286" y="366"/>
                    </a:cubicBezTo>
                    <a:cubicBezTo>
                      <a:pt x="268" y="143"/>
                      <a:pt x="242" y="1"/>
                      <a:pt x="2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237;p48">
                <a:extLst>
                  <a:ext uri="{FF2B5EF4-FFF2-40B4-BE49-F238E27FC236}">
                    <a16:creationId xmlns:a16="http://schemas.microsoft.com/office/drawing/2014/main" id="{08EFB5B5-9561-1BE0-EE96-4F82D490DFCA}"/>
                  </a:ext>
                </a:extLst>
              </p:cNvPr>
              <p:cNvSpPr/>
              <p:nvPr/>
            </p:nvSpPr>
            <p:spPr>
              <a:xfrm>
                <a:off x="992190" y="2154688"/>
                <a:ext cx="75522" cy="168466"/>
              </a:xfrm>
              <a:custGeom>
                <a:avLst/>
                <a:gdLst/>
                <a:ahLst/>
                <a:cxnLst/>
                <a:rect l="l" t="t" r="r" b="b"/>
                <a:pathLst>
                  <a:path w="1036" h="2311" extrusionOk="0">
                    <a:moveTo>
                      <a:pt x="937" y="0"/>
                    </a:moveTo>
                    <a:lnTo>
                      <a:pt x="937" y="0"/>
                    </a:lnTo>
                    <a:cubicBezTo>
                      <a:pt x="937" y="0"/>
                      <a:pt x="946" y="45"/>
                      <a:pt x="946" y="125"/>
                    </a:cubicBezTo>
                    <a:cubicBezTo>
                      <a:pt x="946" y="205"/>
                      <a:pt x="928" y="321"/>
                      <a:pt x="839" y="428"/>
                    </a:cubicBezTo>
                    <a:cubicBezTo>
                      <a:pt x="759" y="536"/>
                      <a:pt x="607" y="616"/>
                      <a:pt x="456" y="732"/>
                    </a:cubicBezTo>
                    <a:cubicBezTo>
                      <a:pt x="304" y="839"/>
                      <a:pt x="126" y="982"/>
                      <a:pt x="36" y="1205"/>
                    </a:cubicBezTo>
                    <a:cubicBezTo>
                      <a:pt x="19" y="1231"/>
                      <a:pt x="10" y="1258"/>
                      <a:pt x="10" y="1294"/>
                    </a:cubicBezTo>
                    <a:cubicBezTo>
                      <a:pt x="1" y="1321"/>
                      <a:pt x="1" y="1365"/>
                      <a:pt x="19" y="1401"/>
                    </a:cubicBezTo>
                    <a:cubicBezTo>
                      <a:pt x="63" y="1463"/>
                      <a:pt x="108" y="1490"/>
                      <a:pt x="143" y="1526"/>
                    </a:cubicBezTo>
                    <a:cubicBezTo>
                      <a:pt x="233" y="1588"/>
                      <a:pt x="331" y="1633"/>
                      <a:pt x="420" y="1669"/>
                    </a:cubicBezTo>
                    <a:cubicBezTo>
                      <a:pt x="589" y="1740"/>
                      <a:pt x="741" y="1811"/>
                      <a:pt x="830" y="1918"/>
                    </a:cubicBezTo>
                    <a:cubicBezTo>
                      <a:pt x="928" y="2016"/>
                      <a:pt x="937" y="2132"/>
                      <a:pt x="964" y="2213"/>
                    </a:cubicBezTo>
                    <a:cubicBezTo>
                      <a:pt x="982" y="2248"/>
                      <a:pt x="1000" y="2275"/>
                      <a:pt x="1009" y="2293"/>
                    </a:cubicBezTo>
                    <a:cubicBezTo>
                      <a:pt x="1027" y="2311"/>
                      <a:pt x="1036" y="2311"/>
                      <a:pt x="1036" y="2311"/>
                    </a:cubicBezTo>
                    <a:cubicBezTo>
                      <a:pt x="1036" y="2311"/>
                      <a:pt x="1000" y="2284"/>
                      <a:pt x="982" y="2204"/>
                    </a:cubicBezTo>
                    <a:cubicBezTo>
                      <a:pt x="973" y="2168"/>
                      <a:pt x="973" y="2123"/>
                      <a:pt x="955" y="2061"/>
                    </a:cubicBezTo>
                    <a:cubicBezTo>
                      <a:pt x="946" y="2007"/>
                      <a:pt x="920" y="1945"/>
                      <a:pt x="875" y="1883"/>
                    </a:cubicBezTo>
                    <a:cubicBezTo>
                      <a:pt x="777" y="1758"/>
                      <a:pt x="625" y="1669"/>
                      <a:pt x="456" y="1588"/>
                    </a:cubicBezTo>
                    <a:cubicBezTo>
                      <a:pt x="366" y="1553"/>
                      <a:pt x="286" y="1508"/>
                      <a:pt x="206" y="1445"/>
                    </a:cubicBezTo>
                    <a:cubicBezTo>
                      <a:pt x="170" y="1419"/>
                      <a:pt x="126" y="1383"/>
                      <a:pt x="117" y="1356"/>
                    </a:cubicBezTo>
                    <a:cubicBezTo>
                      <a:pt x="99" y="1330"/>
                      <a:pt x="108" y="1294"/>
                      <a:pt x="126" y="1240"/>
                    </a:cubicBezTo>
                    <a:cubicBezTo>
                      <a:pt x="206" y="1053"/>
                      <a:pt x="358" y="910"/>
                      <a:pt x="500" y="794"/>
                    </a:cubicBezTo>
                    <a:cubicBezTo>
                      <a:pt x="643" y="678"/>
                      <a:pt x="795" y="589"/>
                      <a:pt x="884" y="455"/>
                    </a:cubicBezTo>
                    <a:cubicBezTo>
                      <a:pt x="964" y="330"/>
                      <a:pt x="973" y="205"/>
                      <a:pt x="964" y="125"/>
                    </a:cubicBezTo>
                    <a:cubicBezTo>
                      <a:pt x="955" y="45"/>
                      <a:pt x="937" y="0"/>
                      <a:pt x="9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238;p48">
                <a:extLst>
                  <a:ext uri="{FF2B5EF4-FFF2-40B4-BE49-F238E27FC236}">
                    <a16:creationId xmlns:a16="http://schemas.microsoft.com/office/drawing/2014/main" id="{CAD0A635-4638-BCD6-4FAC-8223BE5B7F86}"/>
                  </a:ext>
                </a:extLst>
              </p:cNvPr>
              <p:cNvSpPr/>
              <p:nvPr/>
            </p:nvSpPr>
            <p:spPr>
              <a:xfrm>
                <a:off x="1736822" y="2093529"/>
                <a:ext cx="60505" cy="222483"/>
              </a:xfrm>
              <a:custGeom>
                <a:avLst/>
                <a:gdLst/>
                <a:ahLst/>
                <a:cxnLst/>
                <a:rect l="l" t="t" r="r" b="b"/>
                <a:pathLst>
                  <a:path w="830" h="3052" extrusionOk="0">
                    <a:moveTo>
                      <a:pt x="18" y="1"/>
                    </a:moveTo>
                    <a:cubicBezTo>
                      <a:pt x="18" y="1"/>
                      <a:pt x="9" y="45"/>
                      <a:pt x="9" y="135"/>
                    </a:cubicBezTo>
                    <a:cubicBezTo>
                      <a:pt x="0" y="224"/>
                      <a:pt x="18" y="349"/>
                      <a:pt x="72" y="500"/>
                    </a:cubicBezTo>
                    <a:cubicBezTo>
                      <a:pt x="125" y="652"/>
                      <a:pt x="223" y="813"/>
                      <a:pt x="393" y="946"/>
                    </a:cubicBezTo>
                    <a:cubicBezTo>
                      <a:pt x="482" y="1009"/>
                      <a:pt x="571" y="1071"/>
                      <a:pt x="625" y="1143"/>
                    </a:cubicBezTo>
                    <a:cubicBezTo>
                      <a:pt x="687" y="1223"/>
                      <a:pt x="714" y="1330"/>
                      <a:pt x="723" y="1437"/>
                    </a:cubicBezTo>
                    <a:cubicBezTo>
                      <a:pt x="723" y="1553"/>
                      <a:pt x="714" y="1669"/>
                      <a:pt x="714" y="1776"/>
                    </a:cubicBezTo>
                    <a:cubicBezTo>
                      <a:pt x="705" y="1892"/>
                      <a:pt x="705" y="1999"/>
                      <a:pt x="705" y="2097"/>
                    </a:cubicBezTo>
                    <a:cubicBezTo>
                      <a:pt x="696" y="2302"/>
                      <a:pt x="696" y="2490"/>
                      <a:pt x="669" y="2632"/>
                    </a:cubicBezTo>
                    <a:cubicBezTo>
                      <a:pt x="643" y="2784"/>
                      <a:pt x="589" y="2900"/>
                      <a:pt x="536" y="2962"/>
                    </a:cubicBezTo>
                    <a:cubicBezTo>
                      <a:pt x="509" y="2998"/>
                      <a:pt x="482" y="3016"/>
                      <a:pt x="464" y="3034"/>
                    </a:cubicBezTo>
                    <a:cubicBezTo>
                      <a:pt x="446" y="3043"/>
                      <a:pt x="437" y="3052"/>
                      <a:pt x="437" y="3052"/>
                    </a:cubicBezTo>
                    <a:cubicBezTo>
                      <a:pt x="437" y="3052"/>
                      <a:pt x="446" y="3043"/>
                      <a:pt x="473" y="3034"/>
                    </a:cubicBezTo>
                    <a:cubicBezTo>
                      <a:pt x="491" y="3025"/>
                      <a:pt x="518" y="3007"/>
                      <a:pt x="544" y="2971"/>
                    </a:cubicBezTo>
                    <a:cubicBezTo>
                      <a:pt x="616" y="2918"/>
                      <a:pt x="678" y="2802"/>
                      <a:pt x="723" y="2650"/>
                    </a:cubicBezTo>
                    <a:cubicBezTo>
                      <a:pt x="759" y="2490"/>
                      <a:pt x="767" y="2302"/>
                      <a:pt x="785" y="2106"/>
                    </a:cubicBezTo>
                    <a:cubicBezTo>
                      <a:pt x="794" y="1999"/>
                      <a:pt x="803" y="1892"/>
                      <a:pt x="812" y="1785"/>
                    </a:cubicBezTo>
                    <a:cubicBezTo>
                      <a:pt x="821" y="1678"/>
                      <a:pt x="830" y="1562"/>
                      <a:pt x="821" y="1437"/>
                    </a:cubicBezTo>
                    <a:cubicBezTo>
                      <a:pt x="821" y="1312"/>
                      <a:pt x="785" y="1187"/>
                      <a:pt x="705" y="1089"/>
                    </a:cubicBezTo>
                    <a:cubicBezTo>
                      <a:pt x="625" y="991"/>
                      <a:pt x="527" y="937"/>
                      <a:pt x="446" y="875"/>
                    </a:cubicBezTo>
                    <a:cubicBezTo>
                      <a:pt x="286" y="768"/>
                      <a:pt x="179" y="616"/>
                      <a:pt x="116" y="482"/>
                    </a:cubicBezTo>
                    <a:cubicBezTo>
                      <a:pt x="54" y="340"/>
                      <a:pt x="27" y="224"/>
                      <a:pt x="18" y="135"/>
                    </a:cubicBezTo>
                    <a:cubicBezTo>
                      <a:pt x="18" y="45"/>
                      <a:pt x="18" y="1"/>
                      <a:pt x="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239;p48">
                <a:extLst>
                  <a:ext uri="{FF2B5EF4-FFF2-40B4-BE49-F238E27FC236}">
                    <a16:creationId xmlns:a16="http://schemas.microsoft.com/office/drawing/2014/main" id="{72FF853F-C183-0ED6-198F-6A911C142F6E}"/>
                  </a:ext>
                </a:extLst>
              </p:cNvPr>
              <p:cNvSpPr/>
              <p:nvPr/>
            </p:nvSpPr>
            <p:spPr>
              <a:xfrm>
                <a:off x="1713422" y="1950508"/>
                <a:ext cx="48185" cy="200322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748" extrusionOk="0">
                    <a:moveTo>
                      <a:pt x="625" y="0"/>
                    </a:moveTo>
                    <a:cubicBezTo>
                      <a:pt x="625" y="0"/>
                      <a:pt x="625" y="161"/>
                      <a:pt x="598" y="428"/>
                    </a:cubicBezTo>
                    <a:cubicBezTo>
                      <a:pt x="580" y="687"/>
                      <a:pt x="544" y="1044"/>
                      <a:pt x="455" y="1427"/>
                    </a:cubicBezTo>
                    <a:cubicBezTo>
                      <a:pt x="419" y="1624"/>
                      <a:pt x="348" y="1793"/>
                      <a:pt x="241" y="1918"/>
                    </a:cubicBezTo>
                    <a:cubicBezTo>
                      <a:pt x="179" y="1972"/>
                      <a:pt x="116" y="2034"/>
                      <a:pt x="80" y="2105"/>
                    </a:cubicBezTo>
                    <a:cubicBezTo>
                      <a:pt x="36" y="2186"/>
                      <a:pt x="18" y="2257"/>
                      <a:pt x="9" y="2328"/>
                    </a:cubicBezTo>
                    <a:cubicBezTo>
                      <a:pt x="0" y="2462"/>
                      <a:pt x="18" y="2569"/>
                      <a:pt x="27" y="2641"/>
                    </a:cubicBezTo>
                    <a:cubicBezTo>
                      <a:pt x="45" y="2712"/>
                      <a:pt x="54" y="2748"/>
                      <a:pt x="54" y="2748"/>
                    </a:cubicBezTo>
                    <a:cubicBezTo>
                      <a:pt x="54" y="2748"/>
                      <a:pt x="54" y="2712"/>
                      <a:pt x="45" y="2641"/>
                    </a:cubicBezTo>
                    <a:cubicBezTo>
                      <a:pt x="45" y="2569"/>
                      <a:pt x="36" y="2453"/>
                      <a:pt x="63" y="2337"/>
                    </a:cubicBezTo>
                    <a:cubicBezTo>
                      <a:pt x="80" y="2275"/>
                      <a:pt x="98" y="2204"/>
                      <a:pt x="134" y="2150"/>
                    </a:cubicBezTo>
                    <a:cubicBezTo>
                      <a:pt x="179" y="2088"/>
                      <a:pt x="241" y="2034"/>
                      <a:pt x="303" y="1972"/>
                    </a:cubicBezTo>
                    <a:cubicBezTo>
                      <a:pt x="437" y="1847"/>
                      <a:pt x="518" y="1650"/>
                      <a:pt x="562" y="1454"/>
                    </a:cubicBezTo>
                    <a:cubicBezTo>
                      <a:pt x="642" y="1053"/>
                      <a:pt x="660" y="687"/>
                      <a:pt x="651" y="428"/>
                    </a:cubicBezTo>
                    <a:cubicBezTo>
                      <a:pt x="642" y="161"/>
                      <a:pt x="625" y="0"/>
                      <a:pt x="6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240;p48">
                <a:extLst>
                  <a:ext uri="{FF2B5EF4-FFF2-40B4-BE49-F238E27FC236}">
                    <a16:creationId xmlns:a16="http://schemas.microsoft.com/office/drawing/2014/main" id="{51D12CD5-F452-64FB-EC5B-98A260D74EC0}"/>
                  </a:ext>
                </a:extLst>
              </p:cNvPr>
              <p:cNvSpPr/>
              <p:nvPr/>
            </p:nvSpPr>
            <p:spPr>
              <a:xfrm>
                <a:off x="1745933" y="1789191"/>
                <a:ext cx="28649" cy="194563"/>
              </a:xfrm>
              <a:custGeom>
                <a:avLst/>
                <a:gdLst/>
                <a:ahLst/>
                <a:cxnLst/>
                <a:rect l="l" t="t" r="r" b="b"/>
                <a:pathLst>
                  <a:path w="393" h="2669" extrusionOk="0">
                    <a:moveTo>
                      <a:pt x="330" y="1"/>
                    </a:moveTo>
                    <a:cubicBezTo>
                      <a:pt x="330" y="1"/>
                      <a:pt x="330" y="36"/>
                      <a:pt x="330" y="108"/>
                    </a:cubicBezTo>
                    <a:cubicBezTo>
                      <a:pt x="330" y="179"/>
                      <a:pt x="339" y="286"/>
                      <a:pt x="330" y="411"/>
                    </a:cubicBezTo>
                    <a:cubicBezTo>
                      <a:pt x="312" y="536"/>
                      <a:pt x="286" y="688"/>
                      <a:pt x="205" y="830"/>
                    </a:cubicBezTo>
                    <a:cubicBezTo>
                      <a:pt x="161" y="893"/>
                      <a:pt x="98" y="964"/>
                      <a:pt x="54" y="1053"/>
                    </a:cubicBezTo>
                    <a:cubicBezTo>
                      <a:pt x="9" y="1151"/>
                      <a:pt x="0" y="1259"/>
                      <a:pt x="0" y="1357"/>
                    </a:cubicBezTo>
                    <a:cubicBezTo>
                      <a:pt x="18" y="1562"/>
                      <a:pt x="80" y="1758"/>
                      <a:pt x="170" y="1910"/>
                    </a:cubicBezTo>
                    <a:cubicBezTo>
                      <a:pt x="250" y="2053"/>
                      <a:pt x="321" y="2186"/>
                      <a:pt x="321" y="2311"/>
                    </a:cubicBezTo>
                    <a:cubicBezTo>
                      <a:pt x="312" y="2427"/>
                      <a:pt x="250" y="2516"/>
                      <a:pt x="214" y="2579"/>
                    </a:cubicBezTo>
                    <a:cubicBezTo>
                      <a:pt x="170" y="2641"/>
                      <a:pt x="143" y="2668"/>
                      <a:pt x="143" y="2668"/>
                    </a:cubicBezTo>
                    <a:cubicBezTo>
                      <a:pt x="143" y="2668"/>
                      <a:pt x="170" y="2641"/>
                      <a:pt x="223" y="2588"/>
                    </a:cubicBezTo>
                    <a:cubicBezTo>
                      <a:pt x="268" y="2534"/>
                      <a:pt x="348" y="2454"/>
                      <a:pt x="366" y="2311"/>
                    </a:cubicBezTo>
                    <a:cubicBezTo>
                      <a:pt x="393" y="2168"/>
                      <a:pt x="321" y="2017"/>
                      <a:pt x="250" y="1865"/>
                    </a:cubicBezTo>
                    <a:cubicBezTo>
                      <a:pt x="170" y="1714"/>
                      <a:pt x="116" y="1544"/>
                      <a:pt x="107" y="1357"/>
                    </a:cubicBezTo>
                    <a:cubicBezTo>
                      <a:pt x="107" y="1259"/>
                      <a:pt x="116" y="1169"/>
                      <a:pt x="143" y="1098"/>
                    </a:cubicBezTo>
                    <a:cubicBezTo>
                      <a:pt x="179" y="1018"/>
                      <a:pt x="232" y="946"/>
                      <a:pt x="277" y="875"/>
                    </a:cubicBezTo>
                    <a:cubicBezTo>
                      <a:pt x="366" y="705"/>
                      <a:pt x="384" y="545"/>
                      <a:pt x="375" y="411"/>
                    </a:cubicBezTo>
                    <a:cubicBezTo>
                      <a:pt x="375" y="286"/>
                      <a:pt x="357" y="179"/>
                      <a:pt x="348" y="108"/>
                    </a:cubicBezTo>
                    <a:cubicBezTo>
                      <a:pt x="330" y="36"/>
                      <a:pt x="330" y="1"/>
                      <a:pt x="3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241;p48">
                <a:extLst>
                  <a:ext uri="{FF2B5EF4-FFF2-40B4-BE49-F238E27FC236}">
                    <a16:creationId xmlns:a16="http://schemas.microsoft.com/office/drawing/2014/main" id="{55272190-8AE2-FDB1-C8BE-17D3AA4BEB80}"/>
                  </a:ext>
                </a:extLst>
              </p:cNvPr>
              <p:cNvSpPr/>
              <p:nvPr/>
            </p:nvSpPr>
            <p:spPr>
              <a:xfrm>
                <a:off x="1763501" y="1314497"/>
                <a:ext cx="282915" cy="1372223"/>
              </a:xfrm>
              <a:custGeom>
                <a:avLst/>
                <a:gdLst/>
                <a:ahLst/>
                <a:cxnLst/>
                <a:rect l="l" t="t" r="r" b="b"/>
                <a:pathLst>
                  <a:path w="3881" h="18824" extrusionOk="0">
                    <a:moveTo>
                      <a:pt x="1909" y="0"/>
                    </a:moveTo>
                    <a:lnTo>
                      <a:pt x="1909" y="0"/>
                    </a:lnTo>
                    <a:cubicBezTo>
                      <a:pt x="1989" y="206"/>
                      <a:pt x="2070" y="500"/>
                      <a:pt x="2168" y="901"/>
                    </a:cubicBezTo>
                    <a:cubicBezTo>
                      <a:pt x="2266" y="1294"/>
                      <a:pt x="2382" y="1767"/>
                      <a:pt x="2516" y="2329"/>
                    </a:cubicBezTo>
                    <a:cubicBezTo>
                      <a:pt x="2650" y="2882"/>
                      <a:pt x="2810" y="3515"/>
                      <a:pt x="2953" y="4229"/>
                    </a:cubicBezTo>
                    <a:cubicBezTo>
                      <a:pt x="3096" y="4934"/>
                      <a:pt x="3194" y="5719"/>
                      <a:pt x="3221" y="6566"/>
                    </a:cubicBezTo>
                    <a:cubicBezTo>
                      <a:pt x="3229" y="6994"/>
                      <a:pt x="3221" y="7432"/>
                      <a:pt x="3194" y="7878"/>
                    </a:cubicBezTo>
                    <a:cubicBezTo>
                      <a:pt x="3167" y="8333"/>
                      <a:pt x="3140" y="8805"/>
                      <a:pt x="3238" y="9287"/>
                    </a:cubicBezTo>
                    <a:cubicBezTo>
                      <a:pt x="3283" y="9519"/>
                      <a:pt x="3372" y="9760"/>
                      <a:pt x="3497" y="9974"/>
                    </a:cubicBezTo>
                    <a:cubicBezTo>
                      <a:pt x="3560" y="10081"/>
                      <a:pt x="3640" y="10179"/>
                      <a:pt x="3693" y="10286"/>
                    </a:cubicBezTo>
                    <a:cubicBezTo>
                      <a:pt x="3747" y="10384"/>
                      <a:pt x="3783" y="10500"/>
                      <a:pt x="3765" y="10616"/>
                    </a:cubicBezTo>
                    <a:cubicBezTo>
                      <a:pt x="3747" y="10723"/>
                      <a:pt x="3684" y="10839"/>
                      <a:pt x="3631" y="10955"/>
                    </a:cubicBezTo>
                    <a:cubicBezTo>
                      <a:pt x="3586" y="11080"/>
                      <a:pt x="3560" y="11205"/>
                      <a:pt x="3542" y="11339"/>
                    </a:cubicBezTo>
                    <a:cubicBezTo>
                      <a:pt x="3506" y="11598"/>
                      <a:pt x="3515" y="11856"/>
                      <a:pt x="3542" y="12115"/>
                    </a:cubicBezTo>
                    <a:cubicBezTo>
                      <a:pt x="3560" y="12383"/>
                      <a:pt x="3586" y="12641"/>
                      <a:pt x="3577" y="12900"/>
                    </a:cubicBezTo>
                    <a:cubicBezTo>
                      <a:pt x="3568" y="13159"/>
                      <a:pt x="3533" y="13418"/>
                      <a:pt x="3479" y="13685"/>
                    </a:cubicBezTo>
                    <a:cubicBezTo>
                      <a:pt x="3372" y="14203"/>
                      <a:pt x="3194" y="14720"/>
                      <a:pt x="3069" y="15264"/>
                    </a:cubicBezTo>
                    <a:cubicBezTo>
                      <a:pt x="2791" y="16412"/>
                      <a:pt x="2614" y="17551"/>
                      <a:pt x="2448" y="18632"/>
                    </a:cubicBezTo>
                    <a:lnTo>
                      <a:pt x="2448" y="18632"/>
                    </a:lnTo>
                    <a:cubicBezTo>
                      <a:pt x="2044" y="18302"/>
                      <a:pt x="1532" y="18140"/>
                      <a:pt x="1035" y="18140"/>
                    </a:cubicBezTo>
                    <a:cubicBezTo>
                      <a:pt x="855" y="18140"/>
                      <a:pt x="676" y="18161"/>
                      <a:pt x="506" y="18204"/>
                    </a:cubicBezTo>
                    <a:lnTo>
                      <a:pt x="506" y="18204"/>
                    </a:lnTo>
                    <a:cubicBezTo>
                      <a:pt x="423" y="17836"/>
                      <a:pt x="467" y="17461"/>
                      <a:pt x="526" y="17111"/>
                    </a:cubicBezTo>
                    <a:cubicBezTo>
                      <a:pt x="598" y="16736"/>
                      <a:pt x="696" y="16379"/>
                      <a:pt x="758" y="16014"/>
                    </a:cubicBezTo>
                    <a:cubicBezTo>
                      <a:pt x="812" y="15657"/>
                      <a:pt x="821" y="15291"/>
                      <a:pt x="740" y="14952"/>
                    </a:cubicBezTo>
                    <a:cubicBezTo>
                      <a:pt x="671" y="14615"/>
                      <a:pt x="502" y="14312"/>
                      <a:pt x="249" y="14115"/>
                    </a:cubicBezTo>
                    <a:lnTo>
                      <a:pt x="249" y="14115"/>
                    </a:lnTo>
                    <a:cubicBezTo>
                      <a:pt x="403" y="13957"/>
                      <a:pt x="502" y="13746"/>
                      <a:pt x="544" y="13551"/>
                    </a:cubicBezTo>
                    <a:cubicBezTo>
                      <a:pt x="598" y="13328"/>
                      <a:pt x="607" y="13114"/>
                      <a:pt x="607" y="12909"/>
                    </a:cubicBezTo>
                    <a:cubicBezTo>
                      <a:pt x="598" y="12490"/>
                      <a:pt x="544" y="12106"/>
                      <a:pt x="491" y="11740"/>
                    </a:cubicBezTo>
                    <a:cubicBezTo>
                      <a:pt x="428" y="11384"/>
                      <a:pt x="357" y="11053"/>
                      <a:pt x="277" y="10750"/>
                    </a:cubicBezTo>
                    <a:cubicBezTo>
                      <a:pt x="196" y="10438"/>
                      <a:pt x="80" y="10170"/>
                      <a:pt x="71" y="9912"/>
                    </a:cubicBezTo>
                    <a:cubicBezTo>
                      <a:pt x="54" y="9653"/>
                      <a:pt x="134" y="9430"/>
                      <a:pt x="178" y="9234"/>
                    </a:cubicBezTo>
                    <a:cubicBezTo>
                      <a:pt x="223" y="9046"/>
                      <a:pt x="223" y="8868"/>
                      <a:pt x="196" y="8734"/>
                    </a:cubicBezTo>
                    <a:cubicBezTo>
                      <a:pt x="170" y="8600"/>
                      <a:pt x="107" y="8502"/>
                      <a:pt x="62" y="8449"/>
                    </a:cubicBezTo>
                    <a:cubicBezTo>
                      <a:pt x="36" y="8431"/>
                      <a:pt x="18" y="8413"/>
                      <a:pt x="1" y="8396"/>
                    </a:cubicBezTo>
                    <a:lnTo>
                      <a:pt x="1" y="8396"/>
                    </a:lnTo>
                    <a:cubicBezTo>
                      <a:pt x="18" y="8413"/>
                      <a:pt x="36" y="8431"/>
                      <a:pt x="62" y="8457"/>
                    </a:cubicBezTo>
                    <a:cubicBezTo>
                      <a:pt x="107" y="8502"/>
                      <a:pt x="161" y="8600"/>
                      <a:pt x="187" y="8734"/>
                    </a:cubicBezTo>
                    <a:cubicBezTo>
                      <a:pt x="214" y="8868"/>
                      <a:pt x="214" y="9037"/>
                      <a:pt x="161" y="9234"/>
                    </a:cubicBezTo>
                    <a:cubicBezTo>
                      <a:pt x="125" y="9430"/>
                      <a:pt x="45" y="9653"/>
                      <a:pt x="45" y="9912"/>
                    </a:cubicBezTo>
                    <a:cubicBezTo>
                      <a:pt x="62" y="10179"/>
                      <a:pt x="170" y="10447"/>
                      <a:pt x="250" y="10750"/>
                    </a:cubicBezTo>
                    <a:cubicBezTo>
                      <a:pt x="321" y="11053"/>
                      <a:pt x="393" y="11392"/>
                      <a:pt x="446" y="11749"/>
                    </a:cubicBezTo>
                    <a:cubicBezTo>
                      <a:pt x="500" y="12106"/>
                      <a:pt x="544" y="12499"/>
                      <a:pt x="553" y="12909"/>
                    </a:cubicBezTo>
                    <a:cubicBezTo>
                      <a:pt x="553" y="13114"/>
                      <a:pt x="544" y="13328"/>
                      <a:pt x="491" y="13533"/>
                    </a:cubicBezTo>
                    <a:cubicBezTo>
                      <a:pt x="437" y="13739"/>
                      <a:pt x="339" y="13944"/>
                      <a:pt x="187" y="14096"/>
                    </a:cubicBezTo>
                    <a:lnTo>
                      <a:pt x="161" y="14122"/>
                    </a:lnTo>
                    <a:lnTo>
                      <a:pt x="187" y="14149"/>
                    </a:lnTo>
                    <a:cubicBezTo>
                      <a:pt x="437" y="14327"/>
                      <a:pt x="607" y="14631"/>
                      <a:pt x="678" y="14961"/>
                    </a:cubicBezTo>
                    <a:cubicBezTo>
                      <a:pt x="749" y="15291"/>
                      <a:pt x="740" y="15648"/>
                      <a:pt x="678" y="16005"/>
                    </a:cubicBezTo>
                    <a:cubicBezTo>
                      <a:pt x="616" y="16361"/>
                      <a:pt x="517" y="16718"/>
                      <a:pt x="446" y="17093"/>
                    </a:cubicBezTo>
                    <a:cubicBezTo>
                      <a:pt x="375" y="17468"/>
                      <a:pt x="330" y="17869"/>
                      <a:pt x="428" y="18271"/>
                    </a:cubicBezTo>
                    <a:lnTo>
                      <a:pt x="437" y="18315"/>
                    </a:lnTo>
                    <a:lnTo>
                      <a:pt x="482" y="18306"/>
                    </a:lnTo>
                    <a:cubicBezTo>
                      <a:pt x="655" y="18258"/>
                      <a:pt x="839" y="18234"/>
                      <a:pt x="1026" y="18234"/>
                    </a:cubicBezTo>
                    <a:cubicBezTo>
                      <a:pt x="1531" y="18234"/>
                      <a:pt x="2056" y="18410"/>
                      <a:pt x="2453" y="18761"/>
                    </a:cubicBezTo>
                    <a:lnTo>
                      <a:pt x="2516" y="18824"/>
                    </a:lnTo>
                    <a:lnTo>
                      <a:pt x="2534" y="18734"/>
                    </a:lnTo>
                    <a:cubicBezTo>
                      <a:pt x="2703" y="17628"/>
                      <a:pt x="2882" y="16460"/>
                      <a:pt x="3167" y="15282"/>
                    </a:cubicBezTo>
                    <a:cubicBezTo>
                      <a:pt x="3292" y="14747"/>
                      <a:pt x="3470" y="14229"/>
                      <a:pt x="3577" y="13703"/>
                    </a:cubicBezTo>
                    <a:cubicBezTo>
                      <a:pt x="3631" y="13435"/>
                      <a:pt x="3676" y="13168"/>
                      <a:pt x="3676" y="12900"/>
                    </a:cubicBezTo>
                    <a:cubicBezTo>
                      <a:pt x="3684" y="12632"/>
                      <a:pt x="3658" y="12365"/>
                      <a:pt x="3640" y="12106"/>
                    </a:cubicBezTo>
                    <a:cubicBezTo>
                      <a:pt x="3613" y="11856"/>
                      <a:pt x="3604" y="11598"/>
                      <a:pt x="3631" y="11348"/>
                    </a:cubicBezTo>
                    <a:cubicBezTo>
                      <a:pt x="3649" y="11223"/>
                      <a:pt x="3676" y="11107"/>
                      <a:pt x="3720" y="10991"/>
                    </a:cubicBezTo>
                    <a:cubicBezTo>
                      <a:pt x="3765" y="10875"/>
                      <a:pt x="3836" y="10768"/>
                      <a:pt x="3854" y="10625"/>
                    </a:cubicBezTo>
                    <a:cubicBezTo>
                      <a:pt x="3881" y="10491"/>
                      <a:pt x="3836" y="10349"/>
                      <a:pt x="3774" y="10242"/>
                    </a:cubicBezTo>
                    <a:cubicBezTo>
                      <a:pt x="3711" y="10126"/>
                      <a:pt x="3640" y="10028"/>
                      <a:pt x="3577" y="9929"/>
                    </a:cubicBezTo>
                    <a:cubicBezTo>
                      <a:pt x="3452" y="9724"/>
                      <a:pt x="3372" y="9492"/>
                      <a:pt x="3319" y="9269"/>
                    </a:cubicBezTo>
                    <a:cubicBezTo>
                      <a:pt x="3229" y="8805"/>
                      <a:pt x="3247" y="8333"/>
                      <a:pt x="3265" y="7887"/>
                    </a:cubicBezTo>
                    <a:cubicBezTo>
                      <a:pt x="3292" y="7432"/>
                      <a:pt x="3301" y="6994"/>
                      <a:pt x="3292" y="6566"/>
                    </a:cubicBezTo>
                    <a:cubicBezTo>
                      <a:pt x="3265" y="5710"/>
                      <a:pt x="3158" y="4925"/>
                      <a:pt x="3006" y="4220"/>
                    </a:cubicBezTo>
                    <a:cubicBezTo>
                      <a:pt x="2855" y="3506"/>
                      <a:pt x="2685" y="2873"/>
                      <a:pt x="2543" y="2320"/>
                    </a:cubicBezTo>
                    <a:cubicBezTo>
                      <a:pt x="2409" y="1767"/>
                      <a:pt x="2284" y="1285"/>
                      <a:pt x="2186" y="892"/>
                    </a:cubicBezTo>
                    <a:cubicBezTo>
                      <a:pt x="2088" y="500"/>
                      <a:pt x="1989" y="197"/>
                      <a:pt x="19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1242;p48">
                <a:extLst>
                  <a:ext uri="{FF2B5EF4-FFF2-40B4-BE49-F238E27FC236}">
                    <a16:creationId xmlns:a16="http://schemas.microsoft.com/office/drawing/2014/main" id="{E64B516E-91B3-89BB-2E97-5A6B30E031ED}"/>
                  </a:ext>
                </a:extLst>
              </p:cNvPr>
              <p:cNvSpPr/>
              <p:nvPr/>
            </p:nvSpPr>
            <p:spPr>
              <a:xfrm>
                <a:off x="858207" y="1990819"/>
                <a:ext cx="141859" cy="65097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893" extrusionOk="0">
                    <a:moveTo>
                      <a:pt x="1" y="0"/>
                    </a:moveTo>
                    <a:cubicBezTo>
                      <a:pt x="1" y="0"/>
                      <a:pt x="135" y="27"/>
                      <a:pt x="331" y="54"/>
                    </a:cubicBezTo>
                    <a:cubicBezTo>
                      <a:pt x="536" y="80"/>
                      <a:pt x="813" y="125"/>
                      <a:pt x="1107" y="223"/>
                    </a:cubicBezTo>
                    <a:cubicBezTo>
                      <a:pt x="1393" y="312"/>
                      <a:pt x="1633" y="473"/>
                      <a:pt x="1767" y="616"/>
                    </a:cubicBezTo>
                    <a:cubicBezTo>
                      <a:pt x="1839" y="687"/>
                      <a:pt x="1883" y="758"/>
                      <a:pt x="1910" y="812"/>
                    </a:cubicBezTo>
                    <a:cubicBezTo>
                      <a:pt x="1937" y="857"/>
                      <a:pt x="1946" y="892"/>
                      <a:pt x="1946" y="892"/>
                    </a:cubicBezTo>
                    <a:cubicBezTo>
                      <a:pt x="1946" y="892"/>
                      <a:pt x="1946" y="857"/>
                      <a:pt x="1928" y="803"/>
                    </a:cubicBezTo>
                    <a:cubicBezTo>
                      <a:pt x="1910" y="750"/>
                      <a:pt x="1874" y="669"/>
                      <a:pt x="1812" y="580"/>
                    </a:cubicBezTo>
                    <a:cubicBezTo>
                      <a:pt x="1687" y="411"/>
                      <a:pt x="1446" y="223"/>
                      <a:pt x="1143" y="125"/>
                    </a:cubicBezTo>
                    <a:cubicBezTo>
                      <a:pt x="831" y="18"/>
                      <a:pt x="545" y="9"/>
                      <a:pt x="3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1243;p48">
                <a:extLst>
                  <a:ext uri="{FF2B5EF4-FFF2-40B4-BE49-F238E27FC236}">
                    <a16:creationId xmlns:a16="http://schemas.microsoft.com/office/drawing/2014/main" id="{2745E688-5637-9942-6BE2-63D11864ADB6}"/>
                  </a:ext>
                </a:extLst>
              </p:cNvPr>
              <p:cNvSpPr/>
              <p:nvPr/>
            </p:nvSpPr>
            <p:spPr>
              <a:xfrm>
                <a:off x="798433" y="2025882"/>
                <a:ext cx="148346" cy="36522"/>
              </a:xfrm>
              <a:custGeom>
                <a:avLst/>
                <a:gdLst/>
                <a:ahLst/>
                <a:cxnLst/>
                <a:rect l="l" t="t" r="r" b="b"/>
                <a:pathLst>
                  <a:path w="2035" h="501" extrusionOk="0">
                    <a:moveTo>
                      <a:pt x="223" y="1"/>
                    </a:moveTo>
                    <a:cubicBezTo>
                      <a:pt x="196" y="1"/>
                      <a:pt x="152" y="1"/>
                      <a:pt x="107" y="19"/>
                    </a:cubicBezTo>
                    <a:cubicBezTo>
                      <a:pt x="72" y="28"/>
                      <a:pt x="18" y="63"/>
                      <a:pt x="9" y="117"/>
                    </a:cubicBezTo>
                    <a:lnTo>
                      <a:pt x="0" y="144"/>
                    </a:lnTo>
                    <a:lnTo>
                      <a:pt x="18" y="161"/>
                    </a:lnTo>
                    <a:cubicBezTo>
                      <a:pt x="152" y="313"/>
                      <a:pt x="348" y="349"/>
                      <a:pt x="500" y="367"/>
                    </a:cubicBezTo>
                    <a:cubicBezTo>
                      <a:pt x="550" y="370"/>
                      <a:pt x="599" y="371"/>
                      <a:pt x="645" y="371"/>
                    </a:cubicBezTo>
                    <a:cubicBezTo>
                      <a:pt x="738" y="371"/>
                      <a:pt x="821" y="367"/>
                      <a:pt x="892" y="367"/>
                    </a:cubicBezTo>
                    <a:cubicBezTo>
                      <a:pt x="913" y="366"/>
                      <a:pt x="932" y="365"/>
                      <a:pt x="951" y="365"/>
                    </a:cubicBezTo>
                    <a:cubicBezTo>
                      <a:pt x="1139" y="365"/>
                      <a:pt x="1249" y="402"/>
                      <a:pt x="1249" y="402"/>
                    </a:cubicBezTo>
                    <a:cubicBezTo>
                      <a:pt x="1249" y="402"/>
                      <a:pt x="1124" y="340"/>
                      <a:pt x="901" y="331"/>
                    </a:cubicBezTo>
                    <a:cubicBezTo>
                      <a:pt x="785" y="313"/>
                      <a:pt x="651" y="313"/>
                      <a:pt x="509" y="295"/>
                    </a:cubicBezTo>
                    <a:cubicBezTo>
                      <a:pt x="367" y="270"/>
                      <a:pt x="218" y="230"/>
                      <a:pt x="112" y="124"/>
                    </a:cubicBezTo>
                    <a:lnTo>
                      <a:pt x="112" y="124"/>
                    </a:lnTo>
                    <a:cubicBezTo>
                      <a:pt x="129" y="113"/>
                      <a:pt x="159" y="106"/>
                      <a:pt x="195" y="106"/>
                    </a:cubicBezTo>
                    <a:cubicBezTo>
                      <a:pt x="207" y="106"/>
                      <a:pt x="220" y="106"/>
                      <a:pt x="232" y="108"/>
                    </a:cubicBezTo>
                    <a:lnTo>
                      <a:pt x="437" y="108"/>
                    </a:lnTo>
                    <a:cubicBezTo>
                      <a:pt x="892" y="126"/>
                      <a:pt x="1303" y="224"/>
                      <a:pt x="1588" y="322"/>
                    </a:cubicBezTo>
                    <a:cubicBezTo>
                      <a:pt x="1731" y="367"/>
                      <a:pt x="1838" y="420"/>
                      <a:pt x="1918" y="447"/>
                    </a:cubicBezTo>
                    <a:cubicBezTo>
                      <a:pt x="1999" y="483"/>
                      <a:pt x="2034" y="500"/>
                      <a:pt x="2034" y="500"/>
                    </a:cubicBezTo>
                    <a:cubicBezTo>
                      <a:pt x="2034" y="500"/>
                      <a:pt x="1999" y="483"/>
                      <a:pt x="1927" y="438"/>
                    </a:cubicBezTo>
                    <a:cubicBezTo>
                      <a:pt x="1856" y="393"/>
                      <a:pt x="1740" y="331"/>
                      <a:pt x="1606" y="269"/>
                    </a:cubicBezTo>
                    <a:cubicBezTo>
                      <a:pt x="1329" y="153"/>
                      <a:pt x="910" y="28"/>
                      <a:pt x="4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1244;p48">
                <a:extLst>
                  <a:ext uri="{FF2B5EF4-FFF2-40B4-BE49-F238E27FC236}">
                    <a16:creationId xmlns:a16="http://schemas.microsoft.com/office/drawing/2014/main" id="{62FEC275-2541-CA74-FB59-3288480F336C}"/>
                  </a:ext>
                </a:extLst>
              </p:cNvPr>
              <p:cNvSpPr/>
              <p:nvPr/>
            </p:nvSpPr>
            <p:spPr>
              <a:xfrm>
                <a:off x="868631" y="2140400"/>
                <a:ext cx="83322" cy="38563"/>
              </a:xfrm>
              <a:custGeom>
                <a:avLst/>
                <a:gdLst/>
                <a:ahLst/>
                <a:cxnLst/>
                <a:rect l="l" t="t" r="r" b="b"/>
                <a:pathLst>
                  <a:path w="1143" h="529" extrusionOk="0">
                    <a:moveTo>
                      <a:pt x="697" y="0"/>
                    </a:moveTo>
                    <a:cubicBezTo>
                      <a:pt x="563" y="0"/>
                      <a:pt x="438" y="9"/>
                      <a:pt x="340" y="9"/>
                    </a:cubicBezTo>
                    <a:cubicBezTo>
                      <a:pt x="126" y="18"/>
                      <a:pt x="1" y="27"/>
                      <a:pt x="1" y="27"/>
                    </a:cubicBezTo>
                    <a:cubicBezTo>
                      <a:pt x="1" y="27"/>
                      <a:pt x="126" y="45"/>
                      <a:pt x="331" y="62"/>
                    </a:cubicBezTo>
                    <a:cubicBezTo>
                      <a:pt x="438" y="71"/>
                      <a:pt x="563" y="80"/>
                      <a:pt x="697" y="89"/>
                    </a:cubicBezTo>
                    <a:cubicBezTo>
                      <a:pt x="759" y="98"/>
                      <a:pt x="830" y="107"/>
                      <a:pt x="893" y="134"/>
                    </a:cubicBezTo>
                    <a:cubicBezTo>
                      <a:pt x="955" y="161"/>
                      <a:pt x="1009" y="196"/>
                      <a:pt x="1018" y="250"/>
                    </a:cubicBezTo>
                    <a:cubicBezTo>
                      <a:pt x="1036" y="312"/>
                      <a:pt x="1027" y="384"/>
                      <a:pt x="991" y="410"/>
                    </a:cubicBezTo>
                    <a:cubicBezTo>
                      <a:pt x="977" y="425"/>
                      <a:pt x="960" y="430"/>
                      <a:pt x="941" y="430"/>
                    </a:cubicBezTo>
                    <a:cubicBezTo>
                      <a:pt x="912" y="430"/>
                      <a:pt x="880" y="418"/>
                      <a:pt x="848" y="401"/>
                    </a:cubicBezTo>
                    <a:cubicBezTo>
                      <a:pt x="732" y="330"/>
                      <a:pt x="616" y="268"/>
                      <a:pt x="509" y="241"/>
                    </a:cubicBezTo>
                    <a:cubicBezTo>
                      <a:pt x="411" y="205"/>
                      <a:pt x="322" y="205"/>
                      <a:pt x="268" y="196"/>
                    </a:cubicBezTo>
                    <a:cubicBezTo>
                      <a:pt x="206" y="196"/>
                      <a:pt x="179" y="205"/>
                      <a:pt x="179" y="205"/>
                    </a:cubicBezTo>
                    <a:cubicBezTo>
                      <a:pt x="179" y="205"/>
                      <a:pt x="206" y="205"/>
                      <a:pt x="259" y="214"/>
                    </a:cubicBezTo>
                    <a:cubicBezTo>
                      <a:pt x="322" y="232"/>
                      <a:pt x="402" y="250"/>
                      <a:pt x="491" y="285"/>
                    </a:cubicBezTo>
                    <a:cubicBezTo>
                      <a:pt x="589" y="330"/>
                      <a:pt x="688" y="384"/>
                      <a:pt x="795" y="473"/>
                    </a:cubicBezTo>
                    <a:cubicBezTo>
                      <a:pt x="830" y="491"/>
                      <a:pt x="866" y="517"/>
                      <a:pt x="911" y="526"/>
                    </a:cubicBezTo>
                    <a:cubicBezTo>
                      <a:pt x="919" y="528"/>
                      <a:pt x="927" y="529"/>
                      <a:pt x="935" y="529"/>
                    </a:cubicBezTo>
                    <a:cubicBezTo>
                      <a:pt x="974" y="529"/>
                      <a:pt x="1017" y="513"/>
                      <a:pt x="1053" y="491"/>
                    </a:cubicBezTo>
                    <a:cubicBezTo>
                      <a:pt x="1134" y="419"/>
                      <a:pt x="1143" y="312"/>
                      <a:pt x="1116" y="223"/>
                    </a:cubicBezTo>
                    <a:cubicBezTo>
                      <a:pt x="1107" y="178"/>
                      <a:pt x="1080" y="134"/>
                      <a:pt x="1044" y="98"/>
                    </a:cubicBezTo>
                    <a:cubicBezTo>
                      <a:pt x="1009" y="71"/>
                      <a:pt x="964" y="54"/>
                      <a:pt x="928" y="36"/>
                    </a:cubicBezTo>
                    <a:cubicBezTo>
                      <a:pt x="848" y="9"/>
                      <a:pt x="768" y="9"/>
                      <a:pt x="6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1245;p48">
                <a:extLst>
                  <a:ext uri="{FF2B5EF4-FFF2-40B4-BE49-F238E27FC236}">
                    <a16:creationId xmlns:a16="http://schemas.microsoft.com/office/drawing/2014/main" id="{B4B04F05-342F-3A80-27DE-AD554B21899F}"/>
                  </a:ext>
                </a:extLst>
              </p:cNvPr>
              <p:cNvSpPr/>
              <p:nvPr/>
            </p:nvSpPr>
            <p:spPr>
              <a:xfrm>
                <a:off x="893999" y="2323732"/>
                <a:ext cx="61234" cy="19245"/>
              </a:xfrm>
              <a:custGeom>
                <a:avLst/>
                <a:gdLst/>
                <a:ahLst/>
                <a:cxnLst/>
                <a:rect l="l" t="t" r="r" b="b"/>
                <a:pathLst>
                  <a:path w="840" h="264" extrusionOk="0">
                    <a:moveTo>
                      <a:pt x="839" y="1"/>
                    </a:moveTo>
                    <a:lnTo>
                      <a:pt x="839" y="1"/>
                    </a:lnTo>
                    <a:cubicBezTo>
                      <a:pt x="839" y="1"/>
                      <a:pt x="643" y="45"/>
                      <a:pt x="420" y="117"/>
                    </a:cubicBezTo>
                    <a:cubicBezTo>
                      <a:pt x="188" y="179"/>
                      <a:pt x="1" y="259"/>
                      <a:pt x="1" y="259"/>
                    </a:cubicBezTo>
                    <a:cubicBezTo>
                      <a:pt x="1" y="259"/>
                      <a:pt x="24" y="263"/>
                      <a:pt x="64" y="263"/>
                    </a:cubicBezTo>
                    <a:cubicBezTo>
                      <a:pt x="84" y="263"/>
                      <a:pt x="108" y="262"/>
                      <a:pt x="134" y="259"/>
                    </a:cubicBezTo>
                    <a:cubicBezTo>
                      <a:pt x="215" y="259"/>
                      <a:pt x="331" y="251"/>
                      <a:pt x="447" y="215"/>
                    </a:cubicBezTo>
                    <a:cubicBezTo>
                      <a:pt x="563" y="179"/>
                      <a:pt x="661" y="126"/>
                      <a:pt x="732" y="81"/>
                    </a:cubicBezTo>
                    <a:cubicBezTo>
                      <a:pt x="803" y="36"/>
                      <a:pt x="839" y="1"/>
                      <a:pt x="8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1246;p48">
                <a:extLst>
                  <a:ext uri="{FF2B5EF4-FFF2-40B4-BE49-F238E27FC236}">
                    <a16:creationId xmlns:a16="http://schemas.microsoft.com/office/drawing/2014/main" id="{30C37D34-CB16-E213-2B87-2FE1DFBA00BE}"/>
                  </a:ext>
                </a:extLst>
              </p:cNvPr>
              <p:cNvSpPr/>
              <p:nvPr/>
            </p:nvSpPr>
            <p:spPr>
              <a:xfrm>
                <a:off x="877743" y="2423234"/>
                <a:ext cx="54673" cy="96516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324" extrusionOk="0">
                    <a:moveTo>
                      <a:pt x="750" y="1"/>
                    </a:moveTo>
                    <a:cubicBezTo>
                      <a:pt x="750" y="1"/>
                      <a:pt x="723" y="27"/>
                      <a:pt x="696" y="63"/>
                    </a:cubicBezTo>
                    <a:cubicBezTo>
                      <a:pt x="670" y="99"/>
                      <a:pt x="625" y="161"/>
                      <a:pt x="580" y="233"/>
                    </a:cubicBezTo>
                    <a:cubicBezTo>
                      <a:pt x="536" y="313"/>
                      <a:pt x="500" y="411"/>
                      <a:pt x="473" y="527"/>
                    </a:cubicBezTo>
                    <a:cubicBezTo>
                      <a:pt x="447" y="643"/>
                      <a:pt x="447" y="777"/>
                      <a:pt x="438" y="902"/>
                    </a:cubicBezTo>
                    <a:cubicBezTo>
                      <a:pt x="438" y="1035"/>
                      <a:pt x="411" y="1143"/>
                      <a:pt x="331" y="1205"/>
                    </a:cubicBezTo>
                    <a:cubicBezTo>
                      <a:pt x="289" y="1237"/>
                      <a:pt x="242" y="1253"/>
                      <a:pt x="200" y="1253"/>
                    </a:cubicBezTo>
                    <a:cubicBezTo>
                      <a:pt x="160" y="1253"/>
                      <a:pt x="124" y="1240"/>
                      <a:pt x="99" y="1214"/>
                    </a:cubicBezTo>
                    <a:cubicBezTo>
                      <a:pt x="54" y="1151"/>
                      <a:pt x="54" y="1080"/>
                      <a:pt x="54" y="1035"/>
                    </a:cubicBezTo>
                    <a:cubicBezTo>
                      <a:pt x="54" y="982"/>
                      <a:pt x="63" y="955"/>
                      <a:pt x="63" y="955"/>
                    </a:cubicBezTo>
                    <a:lnTo>
                      <a:pt x="63" y="955"/>
                    </a:lnTo>
                    <a:cubicBezTo>
                      <a:pt x="63" y="955"/>
                      <a:pt x="45" y="982"/>
                      <a:pt x="36" y="1027"/>
                    </a:cubicBezTo>
                    <a:cubicBezTo>
                      <a:pt x="27" y="1071"/>
                      <a:pt x="1" y="1151"/>
                      <a:pt x="63" y="1241"/>
                    </a:cubicBezTo>
                    <a:cubicBezTo>
                      <a:pt x="90" y="1285"/>
                      <a:pt x="143" y="1321"/>
                      <a:pt x="206" y="1321"/>
                    </a:cubicBezTo>
                    <a:cubicBezTo>
                      <a:pt x="215" y="1322"/>
                      <a:pt x="224" y="1323"/>
                      <a:pt x="234" y="1323"/>
                    </a:cubicBezTo>
                    <a:cubicBezTo>
                      <a:pt x="280" y="1323"/>
                      <a:pt x="331" y="1306"/>
                      <a:pt x="375" y="1276"/>
                    </a:cubicBezTo>
                    <a:cubicBezTo>
                      <a:pt x="438" y="1241"/>
                      <a:pt x="482" y="1178"/>
                      <a:pt x="509" y="1116"/>
                    </a:cubicBezTo>
                    <a:cubicBezTo>
                      <a:pt x="536" y="1044"/>
                      <a:pt x="545" y="982"/>
                      <a:pt x="545" y="911"/>
                    </a:cubicBezTo>
                    <a:cubicBezTo>
                      <a:pt x="545" y="768"/>
                      <a:pt x="545" y="652"/>
                      <a:pt x="563" y="545"/>
                    </a:cubicBezTo>
                    <a:cubicBezTo>
                      <a:pt x="572" y="438"/>
                      <a:pt x="598" y="340"/>
                      <a:pt x="625" y="259"/>
                    </a:cubicBezTo>
                    <a:cubicBezTo>
                      <a:pt x="661" y="179"/>
                      <a:pt x="687" y="117"/>
                      <a:pt x="705" y="72"/>
                    </a:cubicBezTo>
                    <a:cubicBezTo>
                      <a:pt x="732" y="27"/>
                      <a:pt x="750" y="1"/>
                      <a:pt x="7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1247;p48">
                <a:extLst>
                  <a:ext uri="{FF2B5EF4-FFF2-40B4-BE49-F238E27FC236}">
                    <a16:creationId xmlns:a16="http://schemas.microsoft.com/office/drawing/2014/main" id="{6DC72915-72D8-6D6B-2162-4A8DB238EEE3}"/>
                  </a:ext>
                </a:extLst>
              </p:cNvPr>
              <p:cNvSpPr/>
              <p:nvPr/>
            </p:nvSpPr>
            <p:spPr>
              <a:xfrm>
                <a:off x="1801845" y="1999421"/>
                <a:ext cx="98922" cy="44103"/>
              </a:xfrm>
              <a:custGeom>
                <a:avLst/>
                <a:gdLst/>
                <a:ahLst/>
                <a:cxnLst/>
                <a:rect l="l" t="t" r="r" b="b"/>
                <a:pathLst>
                  <a:path w="1357" h="605" extrusionOk="0">
                    <a:moveTo>
                      <a:pt x="652" y="0"/>
                    </a:moveTo>
                    <a:cubicBezTo>
                      <a:pt x="539" y="0"/>
                      <a:pt x="435" y="13"/>
                      <a:pt x="348" y="34"/>
                    </a:cubicBezTo>
                    <a:cubicBezTo>
                      <a:pt x="232" y="52"/>
                      <a:pt x="143" y="87"/>
                      <a:pt x="90" y="105"/>
                    </a:cubicBezTo>
                    <a:cubicBezTo>
                      <a:pt x="27" y="132"/>
                      <a:pt x="0" y="150"/>
                      <a:pt x="0" y="150"/>
                    </a:cubicBezTo>
                    <a:cubicBezTo>
                      <a:pt x="0" y="150"/>
                      <a:pt x="27" y="141"/>
                      <a:pt x="90" y="123"/>
                    </a:cubicBezTo>
                    <a:cubicBezTo>
                      <a:pt x="152" y="114"/>
                      <a:pt x="241" y="96"/>
                      <a:pt x="357" y="87"/>
                    </a:cubicBezTo>
                    <a:cubicBezTo>
                      <a:pt x="413" y="81"/>
                      <a:pt x="474" y="77"/>
                      <a:pt x="540" y="77"/>
                    </a:cubicBezTo>
                    <a:cubicBezTo>
                      <a:pt x="704" y="77"/>
                      <a:pt x="893" y="101"/>
                      <a:pt x="1088" y="167"/>
                    </a:cubicBezTo>
                    <a:lnTo>
                      <a:pt x="1088" y="167"/>
                    </a:lnTo>
                    <a:cubicBezTo>
                      <a:pt x="823" y="295"/>
                      <a:pt x="574" y="401"/>
                      <a:pt x="393" y="480"/>
                    </a:cubicBezTo>
                    <a:cubicBezTo>
                      <a:pt x="179" y="560"/>
                      <a:pt x="45" y="605"/>
                      <a:pt x="45" y="605"/>
                    </a:cubicBezTo>
                    <a:cubicBezTo>
                      <a:pt x="45" y="605"/>
                      <a:pt x="188" y="587"/>
                      <a:pt x="411" y="524"/>
                    </a:cubicBezTo>
                    <a:cubicBezTo>
                      <a:pt x="625" y="462"/>
                      <a:pt x="928" y="364"/>
                      <a:pt x="1249" y="212"/>
                    </a:cubicBezTo>
                    <a:lnTo>
                      <a:pt x="1249" y="203"/>
                    </a:lnTo>
                    <a:lnTo>
                      <a:pt x="1356" y="159"/>
                    </a:lnTo>
                    <a:lnTo>
                      <a:pt x="1240" y="114"/>
                    </a:lnTo>
                    <a:cubicBezTo>
                      <a:pt x="1038" y="32"/>
                      <a:pt x="833" y="0"/>
                      <a:pt x="6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1248;p48">
                <a:extLst>
                  <a:ext uri="{FF2B5EF4-FFF2-40B4-BE49-F238E27FC236}">
                    <a16:creationId xmlns:a16="http://schemas.microsoft.com/office/drawing/2014/main" id="{5D101077-1F9F-BC1E-B770-BA08E78C3842}"/>
                  </a:ext>
                </a:extLst>
              </p:cNvPr>
              <p:cNvSpPr/>
              <p:nvPr/>
            </p:nvSpPr>
            <p:spPr>
              <a:xfrm>
                <a:off x="1842812" y="1945333"/>
                <a:ext cx="131434" cy="30544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419" extrusionOk="0">
                    <a:moveTo>
                      <a:pt x="1147" y="1"/>
                    </a:moveTo>
                    <a:cubicBezTo>
                      <a:pt x="1094" y="1"/>
                      <a:pt x="1029" y="3"/>
                      <a:pt x="955" y="9"/>
                    </a:cubicBezTo>
                    <a:cubicBezTo>
                      <a:pt x="732" y="18"/>
                      <a:pt x="420" y="80"/>
                      <a:pt x="99" y="232"/>
                    </a:cubicBezTo>
                    <a:lnTo>
                      <a:pt x="0" y="267"/>
                    </a:lnTo>
                    <a:lnTo>
                      <a:pt x="90" y="321"/>
                    </a:lnTo>
                    <a:cubicBezTo>
                      <a:pt x="170" y="357"/>
                      <a:pt x="259" y="383"/>
                      <a:pt x="348" y="401"/>
                    </a:cubicBezTo>
                    <a:cubicBezTo>
                      <a:pt x="420" y="413"/>
                      <a:pt x="489" y="418"/>
                      <a:pt x="556" y="418"/>
                    </a:cubicBezTo>
                    <a:cubicBezTo>
                      <a:pt x="691" y="418"/>
                      <a:pt x="818" y="398"/>
                      <a:pt x="937" y="374"/>
                    </a:cubicBezTo>
                    <a:cubicBezTo>
                      <a:pt x="1116" y="330"/>
                      <a:pt x="1267" y="276"/>
                      <a:pt x="1392" y="241"/>
                    </a:cubicBezTo>
                    <a:cubicBezTo>
                      <a:pt x="1651" y="151"/>
                      <a:pt x="1802" y="98"/>
                      <a:pt x="1802" y="98"/>
                    </a:cubicBezTo>
                    <a:lnTo>
                      <a:pt x="1802" y="98"/>
                    </a:lnTo>
                    <a:cubicBezTo>
                      <a:pt x="1802" y="98"/>
                      <a:pt x="1642" y="134"/>
                      <a:pt x="1383" y="187"/>
                    </a:cubicBezTo>
                    <a:cubicBezTo>
                      <a:pt x="1249" y="214"/>
                      <a:pt x="1089" y="258"/>
                      <a:pt x="919" y="285"/>
                    </a:cubicBezTo>
                    <a:cubicBezTo>
                      <a:pt x="808" y="303"/>
                      <a:pt x="686" y="320"/>
                      <a:pt x="562" y="320"/>
                    </a:cubicBezTo>
                    <a:cubicBezTo>
                      <a:pt x="497" y="320"/>
                      <a:pt x="431" y="315"/>
                      <a:pt x="366" y="303"/>
                    </a:cubicBezTo>
                    <a:cubicBezTo>
                      <a:pt x="325" y="294"/>
                      <a:pt x="284" y="283"/>
                      <a:pt x="245" y="270"/>
                    </a:cubicBezTo>
                    <a:lnTo>
                      <a:pt x="245" y="270"/>
                    </a:lnTo>
                    <a:cubicBezTo>
                      <a:pt x="517" y="151"/>
                      <a:pt x="775" y="85"/>
                      <a:pt x="964" y="53"/>
                    </a:cubicBezTo>
                    <a:cubicBezTo>
                      <a:pt x="1178" y="9"/>
                      <a:pt x="1312" y="9"/>
                      <a:pt x="1312" y="9"/>
                    </a:cubicBezTo>
                    <a:cubicBezTo>
                      <a:pt x="1312" y="9"/>
                      <a:pt x="1252" y="1"/>
                      <a:pt x="11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1249;p48">
                <a:extLst>
                  <a:ext uri="{FF2B5EF4-FFF2-40B4-BE49-F238E27FC236}">
                    <a16:creationId xmlns:a16="http://schemas.microsoft.com/office/drawing/2014/main" id="{21E59AD7-DB9B-31B9-152C-51A9D313A582}"/>
                  </a:ext>
                </a:extLst>
              </p:cNvPr>
              <p:cNvSpPr/>
              <p:nvPr/>
            </p:nvSpPr>
            <p:spPr>
              <a:xfrm>
                <a:off x="1816132" y="2137776"/>
                <a:ext cx="89810" cy="69617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955" extrusionOk="0">
                    <a:moveTo>
                      <a:pt x="63" y="0"/>
                    </a:moveTo>
                    <a:cubicBezTo>
                      <a:pt x="18" y="9"/>
                      <a:pt x="1" y="9"/>
                      <a:pt x="1" y="9"/>
                    </a:cubicBezTo>
                    <a:cubicBezTo>
                      <a:pt x="1" y="9"/>
                      <a:pt x="18" y="18"/>
                      <a:pt x="63" y="18"/>
                    </a:cubicBezTo>
                    <a:cubicBezTo>
                      <a:pt x="108" y="27"/>
                      <a:pt x="161" y="36"/>
                      <a:pt x="233" y="54"/>
                    </a:cubicBezTo>
                    <a:cubicBezTo>
                      <a:pt x="384" y="90"/>
                      <a:pt x="572" y="179"/>
                      <a:pt x="741" y="313"/>
                    </a:cubicBezTo>
                    <a:cubicBezTo>
                      <a:pt x="920" y="446"/>
                      <a:pt x="1053" y="607"/>
                      <a:pt x="1125" y="732"/>
                    </a:cubicBezTo>
                    <a:cubicBezTo>
                      <a:pt x="1160" y="794"/>
                      <a:pt x="1187" y="848"/>
                      <a:pt x="1205" y="892"/>
                    </a:cubicBezTo>
                    <a:cubicBezTo>
                      <a:pt x="1223" y="928"/>
                      <a:pt x="1232" y="955"/>
                      <a:pt x="1232" y="955"/>
                    </a:cubicBezTo>
                    <a:cubicBezTo>
                      <a:pt x="1232" y="955"/>
                      <a:pt x="1232" y="928"/>
                      <a:pt x="1223" y="884"/>
                    </a:cubicBezTo>
                    <a:cubicBezTo>
                      <a:pt x="1214" y="848"/>
                      <a:pt x="1196" y="785"/>
                      <a:pt x="1169" y="714"/>
                    </a:cubicBezTo>
                    <a:cubicBezTo>
                      <a:pt x="1116" y="562"/>
                      <a:pt x="1000" y="375"/>
                      <a:pt x="812" y="223"/>
                    </a:cubicBezTo>
                    <a:cubicBezTo>
                      <a:pt x="616" y="81"/>
                      <a:pt x="402" y="18"/>
                      <a:pt x="250" y="9"/>
                    </a:cubicBezTo>
                    <a:cubicBezTo>
                      <a:pt x="170" y="0"/>
                      <a:pt x="108" y="0"/>
                      <a:pt x="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1250;p48">
                <a:extLst>
                  <a:ext uri="{FF2B5EF4-FFF2-40B4-BE49-F238E27FC236}">
                    <a16:creationId xmlns:a16="http://schemas.microsoft.com/office/drawing/2014/main" id="{54B0F7EA-C983-42CB-7134-3FA0EBC0169B}"/>
                  </a:ext>
                </a:extLst>
              </p:cNvPr>
              <p:cNvSpPr/>
              <p:nvPr/>
            </p:nvSpPr>
            <p:spPr>
              <a:xfrm>
                <a:off x="998022" y="1554468"/>
                <a:ext cx="43666" cy="113866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562" extrusionOk="0">
                    <a:moveTo>
                      <a:pt x="242" y="0"/>
                    </a:moveTo>
                    <a:cubicBezTo>
                      <a:pt x="144" y="9"/>
                      <a:pt x="72" y="63"/>
                      <a:pt x="37" y="98"/>
                    </a:cubicBezTo>
                    <a:cubicBezTo>
                      <a:pt x="1" y="143"/>
                      <a:pt x="1" y="170"/>
                      <a:pt x="1" y="170"/>
                    </a:cubicBezTo>
                    <a:lnTo>
                      <a:pt x="1" y="170"/>
                    </a:lnTo>
                    <a:cubicBezTo>
                      <a:pt x="1" y="170"/>
                      <a:pt x="1" y="161"/>
                      <a:pt x="10" y="152"/>
                    </a:cubicBezTo>
                    <a:cubicBezTo>
                      <a:pt x="19" y="143"/>
                      <a:pt x="28" y="125"/>
                      <a:pt x="46" y="107"/>
                    </a:cubicBezTo>
                    <a:cubicBezTo>
                      <a:pt x="85" y="83"/>
                      <a:pt x="147" y="52"/>
                      <a:pt x="216" y="52"/>
                    </a:cubicBezTo>
                    <a:cubicBezTo>
                      <a:pt x="225" y="52"/>
                      <a:pt x="233" y="53"/>
                      <a:pt x="242" y="54"/>
                    </a:cubicBezTo>
                    <a:cubicBezTo>
                      <a:pt x="331" y="54"/>
                      <a:pt x="429" y="107"/>
                      <a:pt x="456" y="205"/>
                    </a:cubicBezTo>
                    <a:cubicBezTo>
                      <a:pt x="492" y="312"/>
                      <a:pt x="465" y="437"/>
                      <a:pt x="402" y="562"/>
                    </a:cubicBezTo>
                    <a:cubicBezTo>
                      <a:pt x="349" y="678"/>
                      <a:pt x="278" y="812"/>
                      <a:pt x="251" y="937"/>
                    </a:cubicBezTo>
                    <a:cubicBezTo>
                      <a:pt x="224" y="1062"/>
                      <a:pt x="233" y="1178"/>
                      <a:pt x="242" y="1276"/>
                    </a:cubicBezTo>
                    <a:cubicBezTo>
                      <a:pt x="260" y="1374"/>
                      <a:pt x="286" y="1445"/>
                      <a:pt x="304" y="1490"/>
                    </a:cubicBezTo>
                    <a:cubicBezTo>
                      <a:pt x="331" y="1544"/>
                      <a:pt x="340" y="1561"/>
                      <a:pt x="340" y="1561"/>
                    </a:cubicBezTo>
                    <a:cubicBezTo>
                      <a:pt x="340" y="1561"/>
                      <a:pt x="331" y="1535"/>
                      <a:pt x="322" y="1490"/>
                    </a:cubicBezTo>
                    <a:cubicBezTo>
                      <a:pt x="313" y="1436"/>
                      <a:pt x="295" y="1365"/>
                      <a:pt x="295" y="1267"/>
                    </a:cubicBezTo>
                    <a:cubicBezTo>
                      <a:pt x="295" y="1178"/>
                      <a:pt x="304" y="1071"/>
                      <a:pt x="340" y="955"/>
                    </a:cubicBezTo>
                    <a:cubicBezTo>
                      <a:pt x="367" y="848"/>
                      <a:pt x="438" y="732"/>
                      <a:pt x="501" y="607"/>
                    </a:cubicBezTo>
                    <a:cubicBezTo>
                      <a:pt x="563" y="473"/>
                      <a:pt x="599" y="312"/>
                      <a:pt x="545" y="179"/>
                    </a:cubicBezTo>
                    <a:cubicBezTo>
                      <a:pt x="518" y="116"/>
                      <a:pt x="465" y="54"/>
                      <a:pt x="411" y="27"/>
                    </a:cubicBezTo>
                    <a:cubicBezTo>
                      <a:pt x="349" y="0"/>
                      <a:pt x="295" y="0"/>
                      <a:pt x="2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1251;p48">
                <a:extLst>
                  <a:ext uri="{FF2B5EF4-FFF2-40B4-BE49-F238E27FC236}">
                    <a16:creationId xmlns:a16="http://schemas.microsoft.com/office/drawing/2014/main" id="{D99E1867-02BF-A241-76F7-830678A844A4}"/>
                  </a:ext>
                </a:extLst>
              </p:cNvPr>
              <p:cNvSpPr/>
              <p:nvPr/>
            </p:nvSpPr>
            <p:spPr>
              <a:xfrm>
                <a:off x="1727710" y="1537557"/>
                <a:ext cx="37105" cy="176266"/>
              </a:xfrm>
              <a:custGeom>
                <a:avLst/>
                <a:gdLst/>
                <a:ahLst/>
                <a:cxnLst/>
                <a:rect l="l" t="t" r="r" b="b"/>
                <a:pathLst>
                  <a:path w="509" h="2418" extrusionOk="0">
                    <a:moveTo>
                      <a:pt x="509" y="0"/>
                    </a:moveTo>
                    <a:lnTo>
                      <a:pt x="509" y="0"/>
                    </a:lnTo>
                    <a:cubicBezTo>
                      <a:pt x="509" y="0"/>
                      <a:pt x="473" y="0"/>
                      <a:pt x="402" y="27"/>
                    </a:cubicBezTo>
                    <a:cubicBezTo>
                      <a:pt x="339" y="45"/>
                      <a:pt x="259" y="98"/>
                      <a:pt x="179" y="197"/>
                    </a:cubicBezTo>
                    <a:cubicBezTo>
                      <a:pt x="99" y="295"/>
                      <a:pt x="45" y="437"/>
                      <a:pt x="27" y="598"/>
                    </a:cubicBezTo>
                    <a:cubicBezTo>
                      <a:pt x="0" y="759"/>
                      <a:pt x="0" y="928"/>
                      <a:pt x="0" y="1115"/>
                    </a:cubicBezTo>
                    <a:cubicBezTo>
                      <a:pt x="0" y="1838"/>
                      <a:pt x="54" y="2418"/>
                      <a:pt x="54" y="2418"/>
                    </a:cubicBezTo>
                    <a:cubicBezTo>
                      <a:pt x="54" y="2418"/>
                      <a:pt x="107" y="1838"/>
                      <a:pt x="107" y="1115"/>
                    </a:cubicBezTo>
                    <a:cubicBezTo>
                      <a:pt x="107" y="928"/>
                      <a:pt x="99" y="759"/>
                      <a:pt x="107" y="607"/>
                    </a:cubicBezTo>
                    <a:cubicBezTo>
                      <a:pt x="125" y="455"/>
                      <a:pt x="161" y="321"/>
                      <a:pt x="223" y="232"/>
                    </a:cubicBezTo>
                    <a:cubicBezTo>
                      <a:pt x="277" y="134"/>
                      <a:pt x="357" y="72"/>
                      <a:pt x="411" y="36"/>
                    </a:cubicBezTo>
                    <a:cubicBezTo>
                      <a:pt x="473" y="9"/>
                      <a:pt x="509" y="0"/>
                      <a:pt x="5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1252;p48">
                <a:extLst>
                  <a:ext uri="{FF2B5EF4-FFF2-40B4-BE49-F238E27FC236}">
                    <a16:creationId xmlns:a16="http://schemas.microsoft.com/office/drawing/2014/main" id="{64624605-BB8A-2195-9489-C4245F25084B}"/>
                  </a:ext>
                </a:extLst>
              </p:cNvPr>
              <p:cNvSpPr/>
              <p:nvPr/>
            </p:nvSpPr>
            <p:spPr>
              <a:xfrm>
                <a:off x="1303018" y="1301449"/>
                <a:ext cx="63858" cy="1086756"/>
              </a:xfrm>
              <a:custGeom>
                <a:avLst/>
                <a:gdLst/>
                <a:ahLst/>
                <a:cxnLst/>
                <a:rect l="l" t="t" r="r" b="b"/>
                <a:pathLst>
                  <a:path w="876" h="14908" extrusionOk="0">
                    <a:moveTo>
                      <a:pt x="786" y="1"/>
                    </a:moveTo>
                    <a:cubicBezTo>
                      <a:pt x="786" y="2"/>
                      <a:pt x="697" y="840"/>
                      <a:pt x="581" y="2204"/>
                    </a:cubicBezTo>
                    <a:cubicBezTo>
                      <a:pt x="465" y="3569"/>
                      <a:pt x="313" y="5452"/>
                      <a:pt x="295" y="7548"/>
                    </a:cubicBezTo>
                    <a:cubicBezTo>
                      <a:pt x="295" y="8074"/>
                      <a:pt x="295" y="8583"/>
                      <a:pt x="251" y="9065"/>
                    </a:cubicBezTo>
                    <a:cubicBezTo>
                      <a:pt x="206" y="9555"/>
                      <a:pt x="108" y="10019"/>
                      <a:pt x="54" y="10474"/>
                    </a:cubicBezTo>
                    <a:cubicBezTo>
                      <a:pt x="1" y="10920"/>
                      <a:pt x="1" y="11366"/>
                      <a:pt x="135" y="11759"/>
                    </a:cubicBezTo>
                    <a:cubicBezTo>
                      <a:pt x="260" y="12160"/>
                      <a:pt x="518" y="12446"/>
                      <a:pt x="670" y="12749"/>
                    </a:cubicBezTo>
                    <a:cubicBezTo>
                      <a:pt x="741" y="12892"/>
                      <a:pt x="804" y="13052"/>
                      <a:pt x="813" y="13195"/>
                    </a:cubicBezTo>
                    <a:cubicBezTo>
                      <a:pt x="831" y="13347"/>
                      <a:pt x="813" y="13498"/>
                      <a:pt x="804" y="13632"/>
                    </a:cubicBezTo>
                    <a:cubicBezTo>
                      <a:pt x="759" y="13900"/>
                      <a:pt x="732" y="14132"/>
                      <a:pt x="706" y="14319"/>
                    </a:cubicBezTo>
                    <a:cubicBezTo>
                      <a:pt x="652" y="14703"/>
                      <a:pt x="625" y="14908"/>
                      <a:pt x="625" y="14908"/>
                    </a:cubicBezTo>
                    <a:cubicBezTo>
                      <a:pt x="625" y="14908"/>
                      <a:pt x="661" y="14703"/>
                      <a:pt x="724" y="14319"/>
                    </a:cubicBezTo>
                    <a:cubicBezTo>
                      <a:pt x="750" y="14132"/>
                      <a:pt x="786" y="13900"/>
                      <a:pt x="831" y="13632"/>
                    </a:cubicBezTo>
                    <a:cubicBezTo>
                      <a:pt x="848" y="13498"/>
                      <a:pt x="875" y="13356"/>
                      <a:pt x="857" y="13195"/>
                    </a:cubicBezTo>
                    <a:cubicBezTo>
                      <a:pt x="848" y="13035"/>
                      <a:pt x="795" y="12874"/>
                      <a:pt x="715" y="12722"/>
                    </a:cubicBezTo>
                    <a:cubicBezTo>
                      <a:pt x="563" y="12410"/>
                      <a:pt x="313" y="12116"/>
                      <a:pt x="197" y="11741"/>
                    </a:cubicBezTo>
                    <a:cubicBezTo>
                      <a:pt x="81" y="11357"/>
                      <a:pt x="81" y="10929"/>
                      <a:pt x="144" y="10483"/>
                    </a:cubicBezTo>
                    <a:cubicBezTo>
                      <a:pt x="197" y="10037"/>
                      <a:pt x="304" y="9573"/>
                      <a:pt x="349" y="9074"/>
                    </a:cubicBezTo>
                    <a:cubicBezTo>
                      <a:pt x="402" y="8583"/>
                      <a:pt x="402" y="8074"/>
                      <a:pt x="402" y="7548"/>
                    </a:cubicBezTo>
                    <a:cubicBezTo>
                      <a:pt x="411" y="5461"/>
                      <a:pt x="545" y="3569"/>
                      <a:pt x="634" y="2204"/>
                    </a:cubicBezTo>
                    <a:cubicBezTo>
                      <a:pt x="724" y="840"/>
                      <a:pt x="786" y="2"/>
                      <a:pt x="78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1253;p48">
                <a:extLst>
                  <a:ext uri="{FF2B5EF4-FFF2-40B4-BE49-F238E27FC236}">
                    <a16:creationId xmlns:a16="http://schemas.microsoft.com/office/drawing/2014/main" id="{A64C97D8-FFBC-D1F4-AF8D-9A3D2F8A1366}"/>
                  </a:ext>
                </a:extLst>
              </p:cNvPr>
              <p:cNvSpPr/>
              <p:nvPr/>
            </p:nvSpPr>
            <p:spPr>
              <a:xfrm>
                <a:off x="1374602" y="1308009"/>
                <a:ext cx="66410" cy="1083476"/>
              </a:xfrm>
              <a:custGeom>
                <a:avLst/>
                <a:gdLst/>
                <a:ahLst/>
                <a:cxnLst/>
                <a:rect l="l" t="t" r="r" b="b"/>
                <a:pathLst>
                  <a:path w="911" h="14863" extrusionOk="0">
                    <a:moveTo>
                      <a:pt x="821" y="0"/>
                    </a:moveTo>
                    <a:lnTo>
                      <a:pt x="821" y="0"/>
                    </a:lnTo>
                    <a:cubicBezTo>
                      <a:pt x="830" y="107"/>
                      <a:pt x="848" y="259"/>
                      <a:pt x="866" y="446"/>
                    </a:cubicBezTo>
                    <a:cubicBezTo>
                      <a:pt x="883" y="839"/>
                      <a:pt x="857" y="1392"/>
                      <a:pt x="767" y="2079"/>
                    </a:cubicBezTo>
                    <a:cubicBezTo>
                      <a:pt x="732" y="2427"/>
                      <a:pt x="678" y="2801"/>
                      <a:pt x="651" y="3212"/>
                    </a:cubicBezTo>
                    <a:cubicBezTo>
                      <a:pt x="625" y="3622"/>
                      <a:pt x="634" y="4059"/>
                      <a:pt x="643" y="4514"/>
                    </a:cubicBezTo>
                    <a:cubicBezTo>
                      <a:pt x="669" y="5433"/>
                      <a:pt x="767" y="6441"/>
                      <a:pt x="598" y="7485"/>
                    </a:cubicBezTo>
                    <a:cubicBezTo>
                      <a:pt x="518" y="8002"/>
                      <a:pt x="393" y="8502"/>
                      <a:pt x="277" y="8993"/>
                    </a:cubicBezTo>
                    <a:cubicBezTo>
                      <a:pt x="170" y="9474"/>
                      <a:pt x="72" y="9956"/>
                      <a:pt x="27" y="10411"/>
                    </a:cubicBezTo>
                    <a:cubicBezTo>
                      <a:pt x="9" y="10643"/>
                      <a:pt x="0" y="10875"/>
                      <a:pt x="54" y="11089"/>
                    </a:cubicBezTo>
                    <a:cubicBezTo>
                      <a:pt x="98" y="11312"/>
                      <a:pt x="232" y="11499"/>
                      <a:pt x="348" y="11669"/>
                    </a:cubicBezTo>
                    <a:cubicBezTo>
                      <a:pt x="580" y="11990"/>
                      <a:pt x="723" y="12347"/>
                      <a:pt x="785" y="12686"/>
                    </a:cubicBezTo>
                    <a:cubicBezTo>
                      <a:pt x="848" y="13025"/>
                      <a:pt x="830" y="13337"/>
                      <a:pt x="776" y="13614"/>
                    </a:cubicBezTo>
                    <a:cubicBezTo>
                      <a:pt x="723" y="13881"/>
                      <a:pt x="660" y="14113"/>
                      <a:pt x="634" y="14300"/>
                    </a:cubicBezTo>
                    <a:cubicBezTo>
                      <a:pt x="607" y="14497"/>
                      <a:pt x="616" y="14648"/>
                      <a:pt x="625" y="14747"/>
                    </a:cubicBezTo>
                    <a:cubicBezTo>
                      <a:pt x="634" y="14800"/>
                      <a:pt x="643" y="14836"/>
                      <a:pt x="651" y="14863"/>
                    </a:cubicBezTo>
                    <a:cubicBezTo>
                      <a:pt x="643" y="14836"/>
                      <a:pt x="634" y="14800"/>
                      <a:pt x="634" y="14747"/>
                    </a:cubicBezTo>
                    <a:cubicBezTo>
                      <a:pt x="625" y="14648"/>
                      <a:pt x="616" y="14497"/>
                      <a:pt x="651" y="14300"/>
                    </a:cubicBezTo>
                    <a:cubicBezTo>
                      <a:pt x="687" y="14113"/>
                      <a:pt x="750" y="13890"/>
                      <a:pt x="812" y="13614"/>
                    </a:cubicBezTo>
                    <a:cubicBezTo>
                      <a:pt x="866" y="13346"/>
                      <a:pt x="892" y="13025"/>
                      <a:pt x="830" y="12677"/>
                    </a:cubicBezTo>
                    <a:cubicBezTo>
                      <a:pt x="776" y="12329"/>
                      <a:pt x="643" y="11963"/>
                      <a:pt x="402" y="11624"/>
                    </a:cubicBezTo>
                    <a:cubicBezTo>
                      <a:pt x="286" y="11455"/>
                      <a:pt x="170" y="11285"/>
                      <a:pt x="134" y="11080"/>
                    </a:cubicBezTo>
                    <a:cubicBezTo>
                      <a:pt x="89" y="10866"/>
                      <a:pt x="98" y="10652"/>
                      <a:pt x="116" y="10420"/>
                    </a:cubicBezTo>
                    <a:cubicBezTo>
                      <a:pt x="161" y="9965"/>
                      <a:pt x="259" y="9501"/>
                      <a:pt x="375" y="9010"/>
                    </a:cubicBezTo>
                    <a:cubicBezTo>
                      <a:pt x="491" y="8529"/>
                      <a:pt x="616" y="8029"/>
                      <a:pt x="696" y="7503"/>
                    </a:cubicBezTo>
                    <a:cubicBezTo>
                      <a:pt x="866" y="6441"/>
                      <a:pt x="767" y="5424"/>
                      <a:pt x="732" y="4514"/>
                    </a:cubicBezTo>
                    <a:cubicBezTo>
                      <a:pt x="714" y="4059"/>
                      <a:pt x="705" y="3622"/>
                      <a:pt x="723" y="3221"/>
                    </a:cubicBezTo>
                    <a:cubicBezTo>
                      <a:pt x="741" y="2810"/>
                      <a:pt x="785" y="2436"/>
                      <a:pt x="821" y="2088"/>
                    </a:cubicBezTo>
                    <a:cubicBezTo>
                      <a:pt x="892" y="1401"/>
                      <a:pt x="910" y="830"/>
                      <a:pt x="875" y="446"/>
                    </a:cubicBezTo>
                    <a:cubicBezTo>
                      <a:pt x="866" y="250"/>
                      <a:pt x="839" y="107"/>
                      <a:pt x="8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1254;p48">
                <a:extLst>
                  <a:ext uri="{FF2B5EF4-FFF2-40B4-BE49-F238E27FC236}">
                    <a16:creationId xmlns:a16="http://schemas.microsoft.com/office/drawing/2014/main" id="{4304E1B1-FE44-89BA-6F7F-C7DB4F6B168E}"/>
                  </a:ext>
                </a:extLst>
              </p:cNvPr>
              <p:cNvSpPr/>
              <p:nvPr/>
            </p:nvSpPr>
            <p:spPr>
              <a:xfrm>
                <a:off x="979214" y="1404887"/>
                <a:ext cx="353188" cy="125967"/>
              </a:xfrm>
              <a:custGeom>
                <a:avLst/>
                <a:gdLst/>
                <a:ahLst/>
                <a:cxnLst/>
                <a:rect l="l" t="t" r="r" b="b"/>
                <a:pathLst>
                  <a:path w="4845" h="1728" extrusionOk="0">
                    <a:moveTo>
                      <a:pt x="4844" y="0"/>
                    </a:moveTo>
                    <a:lnTo>
                      <a:pt x="4844" y="0"/>
                    </a:lnTo>
                    <a:cubicBezTo>
                      <a:pt x="4844" y="0"/>
                      <a:pt x="4559" y="152"/>
                      <a:pt x="4104" y="384"/>
                    </a:cubicBezTo>
                    <a:cubicBezTo>
                      <a:pt x="3649" y="616"/>
                      <a:pt x="3016" y="928"/>
                      <a:pt x="2311" y="1249"/>
                    </a:cubicBezTo>
                    <a:cubicBezTo>
                      <a:pt x="2132" y="1330"/>
                      <a:pt x="1963" y="1401"/>
                      <a:pt x="1793" y="1481"/>
                    </a:cubicBezTo>
                    <a:cubicBezTo>
                      <a:pt x="1704" y="1517"/>
                      <a:pt x="1624" y="1553"/>
                      <a:pt x="1544" y="1588"/>
                    </a:cubicBezTo>
                    <a:cubicBezTo>
                      <a:pt x="1508" y="1606"/>
                      <a:pt x="1463" y="1624"/>
                      <a:pt x="1428" y="1633"/>
                    </a:cubicBezTo>
                    <a:cubicBezTo>
                      <a:pt x="1413" y="1637"/>
                      <a:pt x="1400" y="1639"/>
                      <a:pt x="1387" y="1639"/>
                    </a:cubicBezTo>
                    <a:cubicBezTo>
                      <a:pt x="1370" y="1639"/>
                      <a:pt x="1354" y="1634"/>
                      <a:pt x="1338" y="1624"/>
                    </a:cubicBezTo>
                    <a:cubicBezTo>
                      <a:pt x="1276" y="1597"/>
                      <a:pt x="1205" y="1535"/>
                      <a:pt x="1142" y="1490"/>
                    </a:cubicBezTo>
                    <a:cubicBezTo>
                      <a:pt x="1080" y="1437"/>
                      <a:pt x="1017" y="1392"/>
                      <a:pt x="964" y="1347"/>
                    </a:cubicBezTo>
                    <a:cubicBezTo>
                      <a:pt x="839" y="1249"/>
                      <a:pt x="732" y="1160"/>
                      <a:pt x="634" y="1080"/>
                    </a:cubicBezTo>
                    <a:cubicBezTo>
                      <a:pt x="241" y="759"/>
                      <a:pt x="0" y="554"/>
                      <a:pt x="0" y="553"/>
                    </a:cubicBezTo>
                    <a:lnTo>
                      <a:pt x="0" y="553"/>
                    </a:lnTo>
                    <a:cubicBezTo>
                      <a:pt x="0" y="554"/>
                      <a:pt x="223" y="777"/>
                      <a:pt x="598" y="1124"/>
                    </a:cubicBezTo>
                    <a:cubicBezTo>
                      <a:pt x="696" y="1205"/>
                      <a:pt x="803" y="1303"/>
                      <a:pt x="919" y="1401"/>
                    </a:cubicBezTo>
                    <a:cubicBezTo>
                      <a:pt x="973" y="1446"/>
                      <a:pt x="1035" y="1499"/>
                      <a:pt x="1098" y="1553"/>
                    </a:cubicBezTo>
                    <a:cubicBezTo>
                      <a:pt x="1160" y="1597"/>
                      <a:pt x="1214" y="1651"/>
                      <a:pt x="1294" y="1704"/>
                    </a:cubicBezTo>
                    <a:cubicBezTo>
                      <a:pt x="1322" y="1721"/>
                      <a:pt x="1358" y="1727"/>
                      <a:pt x="1393" y="1727"/>
                    </a:cubicBezTo>
                    <a:cubicBezTo>
                      <a:pt x="1414" y="1727"/>
                      <a:pt x="1435" y="1725"/>
                      <a:pt x="1454" y="1722"/>
                    </a:cubicBezTo>
                    <a:cubicBezTo>
                      <a:pt x="1499" y="1704"/>
                      <a:pt x="1535" y="1686"/>
                      <a:pt x="1579" y="1669"/>
                    </a:cubicBezTo>
                    <a:cubicBezTo>
                      <a:pt x="1660" y="1642"/>
                      <a:pt x="1749" y="1606"/>
                      <a:pt x="1829" y="1570"/>
                    </a:cubicBezTo>
                    <a:cubicBezTo>
                      <a:pt x="1999" y="1499"/>
                      <a:pt x="2177" y="1419"/>
                      <a:pt x="2355" y="1339"/>
                    </a:cubicBezTo>
                    <a:cubicBezTo>
                      <a:pt x="3069" y="1017"/>
                      <a:pt x="3685" y="687"/>
                      <a:pt x="4131" y="429"/>
                    </a:cubicBezTo>
                    <a:cubicBezTo>
                      <a:pt x="4577" y="170"/>
                      <a:pt x="4844" y="0"/>
                      <a:pt x="48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1255;p48">
                <a:extLst>
                  <a:ext uri="{FF2B5EF4-FFF2-40B4-BE49-F238E27FC236}">
                    <a16:creationId xmlns:a16="http://schemas.microsoft.com/office/drawing/2014/main" id="{77E6E2D8-9E1F-544F-0447-9E373E332C1C}"/>
                  </a:ext>
                </a:extLst>
              </p:cNvPr>
              <p:cNvSpPr/>
              <p:nvPr/>
            </p:nvSpPr>
            <p:spPr>
              <a:xfrm>
                <a:off x="1448081" y="1406199"/>
                <a:ext cx="383076" cy="112991"/>
              </a:xfrm>
              <a:custGeom>
                <a:avLst/>
                <a:gdLst/>
                <a:ahLst/>
                <a:cxnLst/>
                <a:rect l="l" t="t" r="r" b="b"/>
                <a:pathLst>
                  <a:path w="5255" h="1550" extrusionOk="0">
                    <a:moveTo>
                      <a:pt x="0" y="0"/>
                    </a:moveTo>
                    <a:cubicBezTo>
                      <a:pt x="0" y="0"/>
                      <a:pt x="72" y="36"/>
                      <a:pt x="206" y="107"/>
                    </a:cubicBezTo>
                    <a:cubicBezTo>
                      <a:pt x="339" y="188"/>
                      <a:pt x="527" y="295"/>
                      <a:pt x="759" y="428"/>
                    </a:cubicBezTo>
                    <a:cubicBezTo>
                      <a:pt x="991" y="571"/>
                      <a:pt x="1267" y="741"/>
                      <a:pt x="1562" y="946"/>
                    </a:cubicBezTo>
                    <a:cubicBezTo>
                      <a:pt x="1704" y="1053"/>
                      <a:pt x="1856" y="1160"/>
                      <a:pt x="2016" y="1276"/>
                    </a:cubicBezTo>
                    <a:cubicBezTo>
                      <a:pt x="2088" y="1329"/>
                      <a:pt x="2168" y="1392"/>
                      <a:pt x="2248" y="1454"/>
                    </a:cubicBezTo>
                    <a:cubicBezTo>
                      <a:pt x="2293" y="1481"/>
                      <a:pt x="2320" y="1526"/>
                      <a:pt x="2391" y="1544"/>
                    </a:cubicBezTo>
                    <a:cubicBezTo>
                      <a:pt x="2406" y="1547"/>
                      <a:pt x="2422" y="1549"/>
                      <a:pt x="2438" y="1549"/>
                    </a:cubicBezTo>
                    <a:cubicBezTo>
                      <a:pt x="2461" y="1549"/>
                      <a:pt x="2483" y="1545"/>
                      <a:pt x="2498" y="1535"/>
                    </a:cubicBezTo>
                    <a:cubicBezTo>
                      <a:pt x="2534" y="1526"/>
                      <a:pt x="2552" y="1517"/>
                      <a:pt x="2579" y="1499"/>
                    </a:cubicBezTo>
                    <a:cubicBezTo>
                      <a:pt x="4068" y="785"/>
                      <a:pt x="5254" y="161"/>
                      <a:pt x="5255" y="161"/>
                    </a:cubicBezTo>
                    <a:lnTo>
                      <a:pt x="5255" y="161"/>
                    </a:lnTo>
                    <a:cubicBezTo>
                      <a:pt x="5254" y="161"/>
                      <a:pt x="4023" y="696"/>
                      <a:pt x="2534" y="1410"/>
                    </a:cubicBezTo>
                    <a:cubicBezTo>
                      <a:pt x="2507" y="1419"/>
                      <a:pt x="2480" y="1428"/>
                      <a:pt x="2463" y="1436"/>
                    </a:cubicBezTo>
                    <a:cubicBezTo>
                      <a:pt x="2445" y="1445"/>
                      <a:pt x="2436" y="1445"/>
                      <a:pt x="2418" y="1445"/>
                    </a:cubicBezTo>
                    <a:cubicBezTo>
                      <a:pt x="2391" y="1436"/>
                      <a:pt x="2355" y="1401"/>
                      <a:pt x="2311" y="1374"/>
                    </a:cubicBezTo>
                    <a:cubicBezTo>
                      <a:pt x="2231" y="1312"/>
                      <a:pt x="2150" y="1249"/>
                      <a:pt x="2070" y="1196"/>
                    </a:cubicBezTo>
                    <a:cubicBezTo>
                      <a:pt x="1909" y="1080"/>
                      <a:pt x="1758" y="973"/>
                      <a:pt x="1606" y="874"/>
                    </a:cubicBezTo>
                    <a:cubicBezTo>
                      <a:pt x="1303" y="678"/>
                      <a:pt x="1026" y="518"/>
                      <a:pt x="785" y="384"/>
                    </a:cubicBezTo>
                    <a:cubicBezTo>
                      <a:pt x="545" y="259"/>
                      <a:pt x="348" y="161"/>
                      <a:pt x="214" y="98"/>
                    </a:cubicBezTo>
                    <a:cubicBezTo>
                      <a:pt x="81" y="36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1256;p48">
                <a:extLst>
                  <a:ext uri="{FF2B5EF4-FFF2-40B4-BE49-F238E27FC236}">
                    <a16:creationId xmlns:a16="http://schemas.microsoft.com/office/drawing/2014/main" id="{674BA981-D694-D8F0-C2AB-7C0E66974492}"/>
                  </a:ext>
                </a:extLst>
              </p:cNvPr>
              <p:cNvSpPr/>
              <p:nvPr/>
            </p:nvSpPr>
            <p:spPr>
              <a:xfrm>
                <a:off x="1062462" y="2312725"/>
                <a:ext cx="714104" cy="88498"/>
              </a:xfrm>
              <a:custGeom>
                <a:avLst/>
                <a:gdLst/>
                <a:ahLst/>
                <a:cxnLst/>
                <a:rect l="l" t="t" r="r" b="b"/>
                <a:pathLst>
                  <a:path w="9796" h="1214" extrusionOk="0">
                    <a:moveTo>
                      <a:pt x="9795" y="0"/>
                    </a:moveTo>
                    <a:lnTo>
                      <a:pt x="9795" y="0"/>
                    </a:lnTo>
                    <a:cubicBezTo>
                      <a:pt x="9795" y="0"/>
                      <a:pt x="9662" y="45"/>
                      <a:pt x="9412" y="125"/>
                    </a:cubicBezTo>
                    <a:cubicBezTo>
                      <a:pt x="9171" y="205"/>
                      <a:pt x="8814" y="312"/>
                      <a:pt x="8377" y="428"/>
                    </a:cubicBezTo>
                    <a:cubicBezTo>
                      <a:pt x="7931" y="553"/>
                      <a:pt x="7405" y="687"/>
                      <a:pt x="6816" y="821"/>
                    </a:cubicBezTo>
                    <a:cubicBezTo>
                      <a:pt x="6513" y="892"/>
                      <a:pt x="6209" y="955"/>
                      <a:pt x="5879" y="1017"/>
                    </a:cubicBezTo>
                    <a:cubicBezTo>
                      <a:pt x="5719" y="1044"/>
                      <a:pt x="5558" y="1080"/>
                      <a:pt x="5388" y="1080"/>
                    </a:cubicBezTo>
                    <a:cubicBezTo>
                      <a:pt x="5367" y="1081"/>
                      <a:pt x="5344" y="1081"/>
                      <a:pt x="5322" y="1081"/>
                    </a:cubicBezTo>
                    <a:cubicBezTo>
                      <a:pt x="5181" y="1081"/>
                      <a:pt x="5034" y="1059"/>
                      <a:pt x="4880" y="1044"/>
                    </a:cubicBezTo>
                    <a:cubicBezTo>
                      <a:pt x="4801" y="1031"/>
                      <a:pt x="4719" y="1025"/>
                      <a:pt x="4636" y="1025"/>
                    </a:cubicBezTo>
                    <a:cubicBezTo>
                      <a:pt x="4540" y="1025"/>
                      <a:pt x="4444" y="1034"/>
                      <a:pt x="4354" y="1053"/>
                    </a:cubicBezTo>
                    <a:cubicBezTo>
                      <a:pt x="4202" y="1077"/>
                      <a:pt x="4058" y="1108"/>
                      <a:pt x="3914" y="1108"/>
                    </a:cubicBezTo>
                    <a:cubicBezTo>
                      <a:pt x="3897" y="1108"/>
                      <a:pt x="3880" y="1107"/>
                      <a:pt x="3863" y="1106"/>
                    </a:cubicBezTo>
                    <a:cubicBezTo>
                      <a:pt x="3711" y="1106"/>
                      <a:pt x="3551" y="1053"/>
                      <a:pt x="3399" y="1017"/>
                    </a:cubicBezTo>
                    <a:cubicBezTo>
                      <a:pt x="3247" y="972"/>
                      <a:pt x="3087" y="946"/>
                      <a:pt x="2935" y="919"/>
                    </a:cubicBezTo>
                    <a:cubicBezTo>
                      <a:pt x="2337" y="848"/>
                      <a:pt x="1802" y="732"/>
                      <a:pt x="1365" y="598"/>
                    </a:cubicBezTo>
                    <a:cubicBezTo>
                      <a:pt x="928" y="455"/>
                      <a:pt x="589" y="312"/>
                      <a:pt x="357" y="196"/>
                    </a:cubicBezTo>
                    <a:cubicBezTo>
                      <a:pt x="125" y="89"/>
                      <a:pt x="0" y="18"/>
                      <a:pt x="0" y="18"/>
                    </a:cubicBezTo>
                    <a:lnTo>
                      <a:pt x="0" y="18"/>
                    </a:lnTo>
                    <a:cubicBezTo>
                      <a:pt x="0" y="18"/>
                      <a:pt x="125" y="98"/>
                      <a:pt x="348" y="214"/>
                    </a:cubicBezTo>
                    <a:cubicBezTo>
                      <a:pt x="580" y="330"/>
                      <a:pt x="919" y="491"/>
                      <a:pt x="1347" y="642"/>
                    </a:cubicBezTo>
                    <a:cubicBezTo>
                      <a:pt x="1784" y="794"/>
                      <a:pt x="2329" y="928"/>
                      <a:pt x="2926" y="1008"/>
                    </a:cubicBezTo>
                    <a:cubicBezTo>
                      <a:pt x="3069" y="1035"/>
                      <a:pt x="3221" y="1062"/>
                      <a:pt x="3372" y="1106"/>
                    </a:cubicBezTo>
                    <a:cubicBezTo>
                      <a:pt x="3524" y="1151"/>
                      <a:pt x="3685" y="1204"/>
                      <a:pt x="3863" y="1213"/>
                    </a:cubicBezTo>
                    <a:cubicBezTo>
                      <a:pt x="4032" y="1213"/>
                      <a:pt x="4202" y="1178"/>
                      <a:pt x="4371" y="1151"/>
                    </a:cubicBezTo>
                    <a:cubicBezTo>
                      <a:pt x="4452" y="1133"/>
                      <a:pt x="4534" y="1126"/>
                      <a:pt x="4618" y="1126"/>
                    </a:cubicBezTo>
                    <a:cubicBezTo>
                      <a:pt x="4702" y="1126"/>
                      <a:pt x="4786" y="1133"/>
                      <a:pt x="4871" y="1142"/>
                    </a:cubicBezTo>
                    <a:cubicBezTo>
                      <a:pt x="5018" y="1165"/>
                      <a:pt x="5171" y="1188"/>
                      <a:pt x="5326" y="1188"/>
                    </a:cubicBezTo>
                    <a:cubicBezTo>
                      <a:pt x="5350" y="1188"/>
                      <a:pt x="5373" y="1188"/>
                      <a:pt x="5397" y="1187"/>
                    </a:cubicBezTo>
                    <a:cubicBezTo>
                      <a:pt x="5567" y="1178"/>
                      <a:pt x="5736" y="1151"/>
                      <a:pt x="5897" y="1115"/>
                    </a:cubicBezTo>
                    <a:cubicBezTo>
                      <a:pt x="6227" y="1053"/>
                      <a:pt x="6539" y="981"/>
                      <a:pt x="6834" y="910"/>
                    </a:cubicBezTo>
                    <a:cubicBezTo>
                      <a:pt x="7422" y="767"/>
                      <a:pt x="7949" y="616"/>
                      <a:pt x="8386" y="482"/>
                    </a:cubicBezTo>
                    <a:cubicBezTo>
                      <a:pt x="8823" y="348"/>
                      <a:pt x="9180" y="223"/>
                      <a:pt x="9421" y="143"/>
                    </a:cubicBezTo>
                    <a:cubicBezTo>
                      <a:pt x="9662" y="54"/>
                      <a:pt x="9795" y="0"/>
                      <a:pt x="97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1257;p48">
                <a:extLst>
                  <a:ext uri="{FF2B5EF4-FFF2-40B4-BE49-F238E27FC236}">
                    <a16:creationId xmlns:a16="http://schemas.microsoft.com/office/drawing/2014/main" id="{34D5D811-A23C-4FF6-2676-C3A6A0174B55}"/>
                  </a:ext>
                </a:extLst>
              </p:cNvPr>
              <p:cNvSpPr/>
              <p:nvPr/>
            </p:nvSpPr>
            <p:spPr>
              <a:xfrm>
                <a:off x="1036438" y="2302155"/>
                <a:ext cx="161978" cy="121156"/>
              </a:xfrm>
              <a:custGeom>
                <a:avLst/>
                <a:gdLst/>
                <a:ahLst/>
                <a:cxnLst/>
                <a:rect l="l" t="t" r="r" b="b"/>
                <a:pathLst>
                  <a:path w="2222" h="1662" extrusionOk="0">
                    <a:moveTo>
                      <a:pt x="318" y="1"/>
                    </a:moveTo>
                    <a:cubicBezTo>
                      <a:pt x="305" y="1"/>
                      <a:pt x="282" y="4"/>
                      <a:pt x="250" y="20"/>
                    </a:cubicBezTo>
                    <a:cubicBezTo>
                      <a:pt x="197" y="56"/>
                      <a:pt x="152" y="127"/>
                      <a:pt x="134" y="225"/>
                    </a:cubicBezTo>
                    <a:cubicBezTo>
                      <a:pt x="98" y="431"/>
                      <a:pt x="54" y="707"/>
                      <a:pt x="9" y="1037"/>
                    </a:cubicBezTo>
                    <a:lnTo>
                      <a:pt x="0" y="1082"/>
                    </a:lnTo>
                    <a:lnTo>
                      <a:pt x="45" y="1082"/>
                    </a:lnTo>
                    <a:cubicBezTo>
                      <a:pt x="214" y="1117"/>
                      <a:pt x="402" y="1162"/>
                      <a:pt x="589" y="1198"/>
                    </a:cubicBezTo>
                    <a:cubicBezTo>
                      <a:pt x="1044" y="1305"/>
                      <a:pt x="1454" y="1421"/>
                      <a:pt x="1749" y="1510"/>
                    </a:cubicBezTo>
                    <a:cubicBezTo>
                      <a:pt x="2043" y="1599"/>
                      <a:pt x="2222" y="1662"/>
                      <a:pt x="2222" y="1662"/>
                    </a:cubicBezTo>
                    <a:cubicBezTo>
                      <a:pt x="2222" y="1662"/>
                      <a:pt x="2052" y="1572"/>
                      <a:pt x="1767" y="1456"/>
                    </a:cubicBezTo>
                    <a:cubicBezTo>
                      <a:pt x="1481" y="1340"/>
                      <a:pt x="1071" y="1207"/>
                      <a:pt x="616" y="1100"/>
                    </a:cubicBezTo>
                    <a:cubicBezTo>
                      <a:pt x="435" y="1059"/>
                      <a:pt x="262" y="1025"/>
                      <a:pt x="103" y="999"/>
                    </a:cubicBezTo>
                    <a:lnTo>
                      <a:pt x="103" y="999"/>
                    </a:lnTo>
                    <a:cubicBezTo>
                      <a:pt x="136" y="689"/>
                      <a:pt x="153" y="421"/>
                      <a:pt x="170" y="234"/>
                    </a:cubicBezTo>
                    <a:cubicBezTo>
                      <a:pt x="179" y="136"/>
                      <a:pt x="214" y="65"/>
                      <a:pt x="259" y="29"/>
                    </a:cubicBezTo>
                    <a:cubicBezTo>
                      <a:pt x="295" y="2"/>
                      <a:pt x="330" y="2"/>
                      <a:pt x="330" y="2"/>
                    </a:cubicBezTo>
                    <a:cubicBezTo>
                      <a:pt x="330" y="2"/>
                      <a:pt x="326" y="1"/>
                      <a:pt x="3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1258;p48">
                <a:extLst>
                  <a:ext uri="{FF2B5EF4-FFF2-40B4-BE49-F238E27FC236}">
                    <a16:creationId xmlns:a16="http://schemas.microsoft.com/office/drawing/2014/main" id="{2876D939-8C48-8111-EC75-B9934701AA30}"/>
                  </a:ext>
                </a:extLst>
              </p:cNvPr>
              <p:cNvSpPr/>
              <p:nvPr/>
            </p:nvSpPr>
            <p:spPr>
              <a:xfrm>
                <a:off x="1228300" y="2428482"/>
                <a:ext cx="109273" cy="18880"/>
              </a:xfrm>
              <a:custGeom>
                <a:avLst/>
                <a:gdLst/>
                <a:ahLst/>
                <a:cxnLst/>
                <a:rect l="l" t="t" r="r" b="b"/>
                <a:pathLst>
                  <a:path w="1499" h="259" extrusionOk="0">
                    <a:moveTo>
                      <a:pt x="223" y="0"/>
                    </a:moveTo>
                    <a:cubicBezTo>
                      <a:pt x="80" y="0"/>
                      <a:pt x="0" y="9"/>
                      <a:pt x="0" y="9"/>
                    </a:cubicBezTo>
                    <a:cubicBezTo>
                      <a:pt x="0" y="9"/>
                      <a:pt x="89" y="27"/>
                      <a:pt x="214" y="54"/>
                    </a:cubicBezTo>
                    <a:cubicBezTo>
                      <a:pt x="357" y="80"/>
                      <a:pt x="544" y="125"/>
                      <a:pt x="740" y="170"/>
                    </a:cubicBezTo>
                    <a:cubicBezTo>
                      <a:pt x="946" y="214"/>
                      <a:pt x="1133" y="241"/>
                      <a:pt x="1276" y="250"/>
                    </a:cubicBezTo>
                    <a:cubicBezTo>
                      <a:pt x="1410" y="259"/>
                      <a:pt x="1499" y="259"/>
                      <a:pt x="1499" y="259"/>
                    </a:cubicBezTo>
                    <a:cubicBezTo>
                      <a:pt x="1499" y="259"/>
                      <a:pt x="1410" y="232"/>
                      <a:pt x="1285" y="196"/>
                    </a:cubicBezTo>
                    <a:cubicBezTo>
                      <a:pt x="1151" y="161"/>
                      <a:pt x="963" y="116"/>
                      <a:pt x="758" y="71"/>
                    </a:cubicBezTo>
                    <a:cubicBezTo>
                      <a:pt x="553" y="27"/>
                      <a:pt x="366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1259;p48">
                <a:extLst>
                  <a:ext uri="{FF2B5EF4-FFF2-40B4-BE49-F238E27FC236}">
                    <a16:creationId xmlns:a16="http://schemas.microsoft.com/office/drawing/2014/main" id="{D0D400C7-2B41-2303-C473-2D21F09E9BBC}"/>
                  </a:ext>
                </a:extLst>
              </p:cNvPr>
              <p:cNvSpPr/>
              <p:nvPr/>
            </p:nvSpPr>
            <p:spPr>
              <a:xfrm>
                <a:off x="1457849" y="2401147"/>
                <a:ext cx="273147" cy="61161"/>
              </a:xfrm>
              <a:custGeom>
                <a:avLst/>
                <a:gdLst/>
                <a:ahLst/>
                <a:cxnLst/>
                <a:rect l="l" t="t" r="r" b="b"/>
                <a:pathLst>
                  <a:path w="3747" h="839" extrusionOk="0">
                    <a:moveTo>
                      <a:pt x="2769" y="1"/>
                    </a:moveTo>
                    <a:cubicBezTo>
                      <a:pt x="2609" y="1"/>
                      <a:pt x="2454" y="18"/>
                      <a:pt x="2302" y="36"/>
                    </a:cubicBezTo>
                    <a:cubicBezTo>
                      <a:pt x="1985" y="74"/>
                      <a:pt x="1686" y="85"/>
                      <a:pt x="1418" y="85"/>
                    </a:cubicBezTo>
                    <a:cubicBezTo>
                      <a:pt x="1309" y="85"/>
                      <a:pt x="1205" y="83"/>
                      <a:pt x="1106" y="81"/>
                    </a:cubicBezTo>
                    <a:cubicBezTo>
                      <a:pt x="767" y="72"/>
                      <a:pt x="491" y="54"/>
                      <a:pt x="295" y="36"/>
                    </a:cubicBezTo>
                    <a:cubicBezTo>
                      <a:pt x="107" y="27"/>
                      <a:pt x="0" y="18"/>
                      <a:pt x="0" y="18"/>
                    </a:cubicBezTo>
                    <a:lnTo>
                      <a:pt x="0" y="18"/>
                    </a:lnTo>
                    <a:cubicBezTo>
                      <a:pt x="0" y="18"/>
                      <a:pt x="107" y="36"/>
                      <a:pt x="295" y="54"/>
                    </a:cubicBezTo>
                    <a:cubicBezTo>
                      <a:pt x="482" y="81"/>
                      <a:pt x="758" y="107"/>
                      <a:pt x="1106" y="134"/>
                    </a:cubicBezTo>
                    <a:cubicBezTo>
                      <a:pt x="1276" y="143"/>
                      <a:pt x="1463" y="150"/>
                      <a:pt x="1665" y="150"/>
                    </a:cubicBezTo>
                    <a:cubicBezTo>
                      <a:pt x="1867" y="150"/>
                      <a:pt x="2083" y="143"/>
                      <a:pt x="2311" y="125"/>
                    </a:cubicBezTo>
                    <a:cubicBezTo>
                      <a:pt x="2445" y="109"/>
                      <a:pt x="2585" y="96"/>
                      <a:pt x="2728" y="96"/>
                    </a:cubicBezTo>
                    <a:cubicBezTo>
                      <a:pt x="2823" y="96"/>
                      <a:pt x="2919" y="102"/>
                      <a:pt x="3015" y="116"/>
                    </a:cubicBezTo>
                    <a:cubicBezTo>
                      <a:pt x="3131" y="134"/>
                      <a:pt x="3247" y="170"/>
                      <a:pt x="3354" y="214"/>
                    </a:cubicBezTo>
                    <a:cubicBezTo>
                      <a:pt x="3417" y="241"/>
                      <a:pt x="3462" y="277"/>
                      <a:pt x="3515" y="313"/>
                    </a:cubicBezTo>
                    <a:cubicBezTo>
                      <a:pt x="3560" y="339"/>
                      <a:pt x="3622" y="393"/>
                      <a:pt x="3631" y="420"/>
                    </a:cubicBezTo>
                    <a:cubicBezTo>
                      <a:pt x="3649" y="446"/>
                      <a:pt x="3622" y="500"/>
                      <a:pt x="3586" y="536"/>
                    </a:cubicBezTo>
                    <a:cubicBezTo>
                      <a:pt x="3542" y="571"/>
                      <a:pt x="3488" y="607"/>
                      <a:pt x="3435" y="625"/>
                    </a:cubicBezTo>
                    <a:cubicBezTo>
                      <a:pt x="3328" y="669"/>
                      <a:pt x="3203" y="678"/>
                      <a:pt x="3078" y="687"/>
                    </a:cubicBezTo>
                    <a:cubicBezTo>
                      <a:pt x="2837" y="705"/>
                      <a:pt x="2596" y="723"/>
                      <a:pt x="2373" y="732"/>
                    </a:cubicBezTo>
                    <a:cubicBezTo>
                      <a:pt x="1918" y="759"/>
                      <a:pt x="1508" y="776"/>
                      <a:pt x="1169" y="785"/>
                    </a:cubicBezTo>
                    <a:cubicBezTo>
                      <a:pt x="482" y="803"/>
                      <a:pt x="63" y="812"/>
                      <a:pt x="63" y="812"/>
                    </a:cubicBezTo>
                    <a:cubicBezTo>
                      <a:pt x="63" y="812"/>
                      <a:pt x="482" y="830"/>
                      <a:pt x="1169" y="839"/>
                    </a:cubicBezTo>
                    <a:cubicBezTo>
                      <a:pt x="1517" y="839"/>
                      <a:pt x="1918" y="830"/>
                      <a:pt x="2373" y="821"/>
                    </a:cubicBezTo>
                    <a:cubicBezTo>
                      <a:pt x="2605" y="812"/>
                      <a:pt x="2837" y="803"/>
                      <a:pt x="3087" y="785"/>
                    </a:cubicBezTo>
                    <a:cubicBezTo>
                      <a:pt x="3212" y="785"/>
                      <a:pt x="3346" y="768"/>
                      <a:pt x="3470" y="723"/>
                    </a:cubicBezTo>
                    <a:cubicBezTo>
                      <a:pt x="3533" y="696"/>
                      <a:pt x="3595" y="660"/>
                      <a:pt x="3649" y="616"/>
                    </a:cubicBezTo>
                    <a:cubicBezTo>
                      <a:pt x="3676" y="589"/>
                      <a:pt x="3702" y="553"/>
                      <a:pt x="3720" y="518"/>
                    </a:cubicBezTo>
                    <a:cubicBezTo>
                      <a:pt x="3738" y="482"/>
                      <a:pt x="3747" y="429"/>
                      <a:pt x="3729" y="384"/>
                    </a:cubicBezTo>
                    <a:cubicBezTo>
                      <a:pt x="3711" y="339"/>
                      <a:pt x="3676" y="313"/>
                      <a:pt x="3658" y="286"/>
                    </a:cubicBezTo>
                    <a:cubicBezTo>
                      <a:pt x="3631" y="268"/>
                      <a:pt x="3604" y="241"/>
                      <a:pt x="3577" y="223"/>
                    </a:cubicBezTo>
                    <a:cubicBezTo>
                      <a:pt x="3524" y="188"/>
                      <a:pt x="3462" y="152"/>
                      <a:pt x="3399" y="125"/>
                    </a:cubicBezTo>
                    <a:cubicBezTo>
                      <a:pt x="3274" y="72"/>
                      <a:pt x="3149" y="36"/>
                      <a:pt x="3024" y="18"/>
                    </a:cubicBezTo>
                    <a:cubicBezTo>
                      <a:pt x="2938" y="6"/>
                      <a:pt x="2853" y="1"/>
                      <a:pt x="27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1260;p48">
                <a:extLst>
                  <a:ext uri="{FF2B5EF4-FFF2-40B4-BE49-F238E27FC236}">
                    <a16:creationId xmlns:a16="http://schemas.microsoft.com/office/drawing/2014/main" id="{FD8BE2AD-FA44-0A9E-0ED5-3FBB0A2937EC}"/>
                  </a:ext>
                </a:extLst>
              </p:cNvPr>
              <p:cNvSpPr/>
              <p:nvPr/>
            </p:nvSpPr>
            <p:spPr>
              <a:xfrm>
                <a:off x="1706861" y="2313308"/>
                <a:ext cx="77490" cy="97027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1331" extrusionOk="0">
                    <a:moveTo>
                      <a:pt x="875" y="0"/>
                    </a:moveTo>
                    <a:cubicBezTo>
                      <a:pt x="869" y="0"/>
                      <a:pt x="866" y="1"/>
                      <a:pt x="866" y="1"/>
                    </a:cubicBezTo>
                    <a:cubicBezTo>
                      <a:pt x="866" y="1"/>
                      <a:pt x="893" y="1"/>
                      <a:pt x="929" y="37"/>
                    </a:cubicBezTo>
                    <a:cubicBezTo>
                      <a:pt x="964" y="72"/>
                      <a:pt x="1000" y="135"/>
                      <a:pt x="1000" y="215"/>
                    </a:cubicBezTo>
                    <a:cubicBezTo>
                      <a:pt x="1000" y="304"/>
                      <a:pt x="955" y="394"/>
                      <a:pt x="911" y="509"/>
                    </a:cubicBezTo>
                    <a:cubicBezTo>
                      <a:pt x="884" y="563"/>
                      <a:pt x="866" y="634"/>
                      <a:pt x="857" y="697"/>
                    </a:cubicBezTo>
                    <a:cubicBezTo>
                      <a:pt x="848" y="733"/>
                      <a:pt x="848" y="768"/>
                      <a:pt x="848" y="804"/>
                    </a:cubicBezTo>
                    <a:cubicBezTo>
                      <a:pt x="848" y="840"/>
                      <a:pt x="848" y="884"/>
                      <a:pt x="848" y="893"/>
                    </a:cubicBezTo>
                    <a:cubicBezTo>
                      <a:pt x="848" y="898"/>
                      <a:pt x="848" y="898"/>
                      <a:pt x="847" y="898"/>
                    </a:cubicBezTo>
                    <a:cubicBezTo>
                      <a:pt x="846" y="898"/>
                      <a:pt x="844" y="898"/>
                      <a:pt x="839" y="902"/>
                    </a:cubicBezTo>
                    <a:cubicBezTo>
                      <a:pt x="831" y="911"/>
                      <a:pt x="822" y="920"/>
                      <a:pt x="804" y="920"/>
                    </a:cubicBezTo>
                    <a:cubicBezTo>
                      <a:pt x="768" y="938"/>
                      <a:pt x="741" y="956"/>
                      <a:pt x="715" y="964"/>
                    </a:cubicBezTo>
                    <a:cubicBezTo>
                      <a:pt x="652" y="991"/>
                      <a:pt x="599" y="1018"/>
                      <a:pt x="545" y="1045"/>
                    </a:cubicBezTo>
                    <a:cubicBezTo>
                      <a:pt x="438" y="1098"/>
                      <a:pt x="340" y="1143"/>
                      <a:pt x="260" y="1187"/>
                    </a:cubicBezTo>
                    <a:cubicBezTo>
                      <a:pt x="99" y="1277"/>
                      <a:pt x="1" y="1330"/>
                      <a:pt x="1" y="1330"/>
                    </a:cubicBezTo>
                    <a:cubicBezTo>
                      <a:pt x="1" y="1330"/>
                      <a:pt x="108" y="1295"/>
                      <a:pt x="277" y="1241"/>
                    </a:cubicBezTo>
                    <a:cubicBezTo>
                      <a:pt x="367" y="1205"/>
                      <a:pt x="465" y="1170"/>
                      <a:pt x="581" y="1125"/>
                    </a:cubicBezTo>
                    <a:cubicBezTo>
                      <a:pt x="634" y="1098"/>
                      <a:pt x="697" y="1080"/>
                      <a:pt x="759" y="1054"/>
                    </a:cubicBezTo>
                    <a:cubicBezTo>
                      <a:pt x="786" y="1045"/>
                      <a:pt x="813" y="1027"/>
                      <a:pt x="848" y="1018"/>
                    </a:cubicBezTo>
                    <a:cubicBezTo>
                      <a:pt x="866" y="1009"/>
                      <a:pt x="875" y="1000"/>
                      <a:pt x="902" y="991"/>
                    </a:cubicBezTo>
                    <a:cubicBezTo>
                      <a:pt x="920" y="982"/>
                      <a:pt x="947" y="947"/>
                      <a:pt x="947" y="920"/>
                    </a:cubicBezTo>
                    <a:cubicBezTo>
                      <a:pt x="955" y="857"/>
                      <a:pt x="947" y="840"/>
                      <a:pt x="947" y="804"/>
                    </a:cubicBezTo>
                    <a:cubicBezTo>
                      <a:pt x="947" y="768"/>
                      <a:pt x="955" y="741"/>
                      <a:pt x="955" y="706"/>
                    </a:cubicBezTo>
                    <a:cubicBezTo>
                      <a:pt x="955" y="652"/>
                      <a:pt x="973" y="590"/>
                      <a:pt x="991" y="536"/>
                    </a:cubicBezTo>
                    <a:cubicBezTo>
                      <a:pt x="1027" y="429"/>
                      <a:pt x="1063" y="313"/>
                      <a:pt x="1054" y="215"/>
                    </a:cubicBezTo>
                    <a:cubicBezTo>
                      <a:pt x="1036" y="117"/>
                      <a:pt x="982" y="55"/>
                      <a:pt x="938" y="28"/>
                    </a:cubicBezTo>
                    <a:cubicBezTo>
                      <a:pt x="908" y="4"/>
                      <a:pt x="886" y="0"/>
                      <a:pt x="8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1261;p48">
                <a:extLst>
                  <a:ext uri="{FF2B5EF4-FFF2-40B4-BE49-F238E27FC236}">
                    <a16:creationId xmlns:a16="http://schemas.microsoft.com/office/drawing/2014/main" id="{7C058B4E-D62E-8E1C-3681-114D219CF876}"/>
                  </a:ext>
                </a:extLst>
              </p:cNvPr>
              <p:cNvSpPr/>
              <p:nvPr/>
            </p:nvSpPr>
            <p:spPr>
              <a:xfrm>
                <a:off x="1336186" y="2396554"/>
                <a:ext cx="104827" cy="71658"/>
              </a:xfrm>
              <a:custGeom>
                <a:avLst/>
                <a:gdLst/>
                <a:ahLst/>
                <a:cxnLst/>
                <a:rect l="l" t="t" r="r" b="b"/>
                <a:pathLst>
                  <a:path w="1438" h="983" extrusionOk="0">
                    <a:moveTo>
                      <a:pt x="242" y="1"/>
                    </a:moveTo>
                    <a:lnTo>
                      <a:pt x="242" y="1"/>
                    </a:lnTo>
                    <a:cubicBezTo>
                      <a:pt x="242" y="1"/>
                      <a:pt x="206" y="19"/>
                      <a:pt x="170" y="54"/>
                    </a:cubicBezTo>
                    <a:cubicBezTo>
                      <a:pt x="126" y="90"/>
                      <a:pt x="72" y="153"/>
                      <a:pt x="37" y="260"/>
                    </a:cubicBezTo>
                    <a:cubicBezTo>
                      <a:pt x="1" y="358"/>
                      <a:pt x="1" y="483"/>
                      <a:pt x="37" y="616"/>
                    </a:cubicBezTo>
                    <a:cubicBezTo>
                      <a:pt x="54" y="688"/>
                      <a:pt x="72" y="750"/>
                      <a:pt x="117" y="822"/>
                    </a:cubicBezTo>
                    <a:cubicBezTo>
                      <a:pt x="161" y="902"/>
                      <a:pt x="242" y="947"/>
                      <a:pt x="331" y="964"/>
                    </a:cubicBezTo>
                    <a:cubicBezTo>
                      <a:pt x="411" y="982"/>
                      <a:pt x="483" y="982"/>
                      <a:pt x="554" y="982"/>
                    </a:cubicBezTo>
                    <a:cubicBezTo>
                      <a:pt x="634" y="982"/>
                      <a:pt x="697" y="982"/>
                      <a:pt x="768" y="973"/>
                    </a:cubicBezTo>
                    <a:cubicBezTo>
                      <a:pt x="902" y="964"/>
                      <a:pt x="1018" y="955"/>
                      <a:pt x="1116" y="938"/>
                    </a:cubicBezTo>
                    <a:cubicBezTo>
                      <a:pt x="1312" y="902"/>
                      <a:pt x="1437" y="866"/>
                      <a:pt x="1437" y="866"/>
                    </a:cubicBezTo>
                    <a:lnTo>
                      <a:pt x="1437" y="866"/>
                    </a:lnTo>
                    <a:cubicBezTo>
                      <a:pt x="1437" y="866"/>
                      <a:pt x="1312" y="875"/>
                      <a:pt x="1107" y="884"/>
                    </a:cubicBezTo>
                    <a:cubicBezTo>
                      <a:pt x="1042" y="884"/>
                      <a:pt x="968" y="888"/>
                      <a:pt x="890" y="888"/>
                    </a:cubicBezTo>
                    <a:cubicBezTo>
                      <a:pt x="850" y="888"/>
                      <a:pt x="810" y="887"/>
                      <a:pt x="768" y="884"/>
                    </a:cubicBezTo>
                    <a:cubicBezTo>
                      <a:pt x="715" y="884"/>
                      <a:pt x="658" y="885"/>
                      <a:pt x="601" y="885"/>
                    </a:cubicBezTo>
                    <a:cubicBezTo>
                      <a:pt x="516" y="885"/>
                      <a:pt x="429" y="882"/>
                      <a:pt x="349" y="866"/>
                    </a:cubicBezTo>
                    <a:cubicBezTo>
                      <a:pt x="286" y="848"/>
                      <a:pt x="233" y="813"/>
                      <a:pt x="197" y="768"/>
                    </a:cubicBezTo>
                    <a:cubicBezTo>
                      <a:pt x="161" y="723"/>
                      <a:pt x="135" y="652"/>
                      <a:pt x="117" y="599"/>
                    </a:cubicBezTo>
                    <a:cubicBezTo>
                      <a:pt x="81" y="474"/>
                      <a:pt x="72" y="358"/>
                      <a:pt x="90" y="269"/>
                    </a:cubicBezTo>
                    <a:cubicBezTo>
                      <a:pt x="108" y="179"/>
                      <a:pt x="144" y="108"/>
                      <a:pt x="179" y="63"/>
                    </a:cubicBezTo>
                    <a:cubicBezTo>
                      <a:pt x="215" y="19"/>
                      <a:pt x="242" y="1"/>
                      <a:pt x="2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1262;p48">
                <a:extLst>
                  <a:ext uri="{FF2B5EF4-FFF2-40B4-BE49-F238E27FC236}">
                    <a16:creationId xmlns:a16="http://schemas.microsoft.com/office/drawing/2014/main" id="{29576A1A-FE7B-CED8-4AA8-D4C3B24E63D7}"/>
                  </a:ext>
                </a:extLst>
              </p:cNvPr>
              <p:cNvSpPr/>
              <p:nvPr/>
            </p:nvSpPr>
            <p:spPr>
              <a:xfrm>
                <a:off x="1351202" y="2401147"/>
                <a:ext cx="94985" cy="50810"/>
              </a:xfrm>
              <a:custGeom>
                <a:avLst/>
                <a:gdLst/>
                <a:ahLst/>
                <a:cxnLst/>
                <a:rect l="l" t="t" r="r" b="b"/>
                <a:pathLst>
                  <a:path w="1303" h="697" extrusionOk="0">
                    <a:moveTo>
                      <a:pt x="714" y="0"/>
                    </a:moveTo>
                    <a:cubicBezTo>
                      <a:pt x="589" y="0"/>
                      <a:pt x="446" y="9"/>
                      <a:pt x="286" y="36"/>
                    </a:cubicBezTo>
                    <a:cubicBezTo>
                      <a:pt x="241" y="45"/>
                      <a:pt x="196" y="54"/>
                      <a:pt x="152" y="81"/>
                    </a:cubicBezTo>
                    <a:cubicBezTo>
                      <a:pt x="107" y="98"/>
                      <a:pt x="71" y="143"/>
                      <a:pt x="54" y="188"/>
                    </a:cubicBezTo>
                    <a:cubicBezTo>
                      <a:pt x="27" y="241"/>
                      <a:pt x="18" y="286"/>
                      <a:pt x="9" y="330"/>
                    </a:cubicBezTo>
                    <a:cubicBezTo>
                      <a:pt x="9" y="384"/>
                      <a:pt x="0" y="420"/>
                      <a:pt x="0" y="482"/>
                    </a:cubicBezTo>
                    <a:cubicBezTo>
                      <a:pt x="0" y="527"/>
                      <a:pt x="36" y="607"/>
                      <a:pt x="89" y="634"/>
                    </a:cubicBezTo>
                    <a:cubicBezTo>
                      <a:pt x="143" y="669"/>
                      <a:pt x="187" y="669"/>
                      <a:pt x="232" y="678"/>
                    </a:cubicBezTo>
                    <a:cubicBezTo>
                      <a:pt x="321" y="687"/>
                      <a:pt x="410" y="696"/>
                      <a:pt x="491" y="696"/>
                    </a:cubicBezTo>
                    <a:cubicBezTo>
                      <a:pt x="651" y="696"/>
                      <a:pt x="794" y="687"/>
                      <a:pt x="919" y="678"/>
                    </a:cubicBezTo>
                    <a:cubicBezTo>
                      <a:pt x="1160" y="652"/>
                      <a:pt x="1303" y="607"/>
                      <a:pt x="1303" y="607"/>
                    </a:cubicBezTo>
                    <a:lnTo>
                      <a:pt x="1303" y="607"/>
                    </a:lnTo>
                    <a:cubicBezTo>
                      <a:pt x="1302" y="607"/>
                      <a:pt x="1151" y="625"/>
                      <a:pt x="910" y="625"/>
                    </a:cubicBezTo>
                    <a:cubicBezTo>
                      <a:pt x="794" y="625"/>
                      <a:pt x="651" y="625"/>
                      <a:pt x="491" y="607"/>
                    </a:cubicBezTo>
                    <a:cubicBezTo>
                      <a:pt x="410" y="598"/>
                      <a:pt x="330" y="589"/>
                      <a:pt x="250" y="580"/>
                    </a:cubicBezTo>
                    <a:cubicBezTo>
                      <a:pt x="205" y="571"/>
                      <a:pt x="170" y="562"/>
                      <a:pt x="143" y="545"/>
                    </a:cubicBezTo>
                    <a:cubicBezTo>
                      <a:pt x="116" y="536"/>
                      <a:pt x="107" y="509"/>
                      <a:pt x="107" y="473"/>
                    </a:cubicBezTo>
                    <a:cubicBezTo>
                      <a:pt x="107" y="393"/>
                      <a:pt x="116" y="295"/>
                      <a:pt x="143" y="232"/>
                    </a:cubicBezTo>
                    <a:cubicBezTo>
                      <a:pt x="170" y="161"/>
                      <a:pt x="223" y="143"/>
                      <a:pt x="303" y="125"/>
                    </a:cubicBezTo>
                    <a:cubicBezTo>
                      <a:pt x="455" y="81"/>
                      <a:pt x="598" y="63"/>
                      <a:pt x="714" y="54"/>
                    </a:cubicBezTo>
                    <a:cubicBezTo>
                      <a:pt x="830" y="45"/>
                      <a:pt x="928" y="45"/>
                      <a:pt x="999" y="45"/>
                    </a:cubicBezTo>
                    <a:cubicBezTo>
                      <a:pt x="1062" y="45"/>
                      <a:pt x="1106" y="54"/>
                      <a:pt x="1106" y="54"/>
                    </a:cubicBezTo>
                    <a:cubicBezTo>
                      <a:pt x="1106" y="54"/>
                      <a:pt x="1071" y="45"/>
                      <a:pt x="999" y="27"/>
                    </a:cubicBezTo>
                    <a:cubicBezTo>
                      <a:pt x="937" y="18"/>
                      <a:pt x="839" y="0"/>
                      <a:pt x="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1263;p48">
                <a:extLst>
                  <a:ext uri="{FF2B5EF4-FFF2-40B4-BE49-F238E27FC236}">
                    <a16:creationId xmlns:a16="http://schemas.microsoft.com/office/drawing/2014/main" id="{83BC6A94-270C-0DD9-878B-D6FDB8DAF073}"/>
                  </a:ext>
                </a:extLst>
              </p:cNvPr>
              <p:cNvSpPr/>
              <p:nvPr/>
            </p:nvSpPr>
            <p:spPr>
              <a:xfrm>
                <a:off x="1436345" y="2392035"/>
                <a:ext cx="28722" cy="78729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080" extrusionOk="0">
                    <a:moveTo>
                      <a:pt x="154" y="999"/>
                    </a:moveTo>
                    <a:cubicBezTo>
                      <a:pt x="153" y="1000"/>
                      <a:pt x="153" y="1001"/>
                      <a:pt x="153" y="1001"/>
                    </a:cubicBezTo>
                    <a:cubicBezTo>
                      <a:pt x="153" y="1001"/>
                      <a:pt x="152" y="1001"/>
                      <a:pt x="152" y="1000"/>
                    </a:cubicBezTo>
                    <a:cubicBezTo>
                      <a:pt x="152" y="1000"/>
                      <a:pt x="152" y="1000"/>
                      <a:pt x="154" y="999"/>
                    </a:cubicBezTo>
                    <a:close/>
                    <a:moveTo>
                      <a:pt x="349" y="0"/>
                    </a:moveTo>
                    <a:cubicBezTo>
                      <a:pt x="349" y="0"/>
                      <a:pt x="340" y="116"/>
                      <a:pt x="322" y="313"/>
                    </a:cubicBezTo>
                    <a:cubicBezTo>
                      <a:pt x="313" y="411"/>
                      <a:pt x="304" y="527"/>
                      <a:pt x="295" y="661"/>
                    </a:cubicBezTo>
                    <a:cubicBezTo>
                      <a:pt x="295" y="723"/>
                      <a:pt x="286" y="785"/>
                      <a:pt x="286" y="857"/>
                    </a:cubicBezTo>
                    <a:cubicBezTo>
                      <a:pt x="286" y="893"/>
                      <a:pt x="286" y="937"/>
                      <a:pt x="277" y="946"/>
                    </a:cubicBezTo>
                    <a:cubicBezTo>
                      <a:pt x="277" y="964"/>
                      <a:pt x="259" y="973"/>
                      <a:pt x="233" y="982"/>
                    </a:cubicBezTo>
                    <a:lnTo>
                      <a:pt x="170" y="982"/>
                    </a:lnTo>
                    <a:lnTo>
                      <a:pt x="161" y="964"/>
                    </a:lnTo>
                    <a:lnTo>
                      <a:pt x="143" y="910"/>
                    </a:lnTo>
                    <a:cubicBezTo>
                      <a:pt x="135" y="848"/>
                      <a:pt x="117" y="777"/>
                      <a:pt x="108" y="714"/>
                    </a:cubicBezTo>
                    <a:cubicBezTo>
                      <a:pt x="90" y="598"/>
                      <a:pt x="90" y="482"/>
                      <a:pt x="81" y="375"/>
                    </a:cubicBezTo>
                    <a:cubicBezTo>
                      <a:pt x="81" y="277"/>
                      <a:pt x="63" y="197"/>
                      <a:pt x="36" y="152"/>
                    </a:cubicBezTo>
                    <a:cubicBezTo>
                      <a:pt x="19" y="99"/>
                      <a:pt x="1" y="72"/>
                      <a:pt x="1" y="72"/>
                    </a:cubicBezTo>
                    <a:lnTo>
                      <a:pt x="1" y="72"/>
                    </a:lnTo>
                    <a:cubicBezTo>
                      <a:pt x="1" y="72"/>
                      <a:pt x="45" y="188"/>
                      <a:pt x="36" y="375"/>
                    </a:cubicBezTo>
                    <a:cubicBezTo>
                      <a:pt x="28" y="473"/>
                      <a:pt x="10" y="589"/>
                      <a:pt x="19" y="723"/>
                    </a:cubicBezTo>
                    <a:cubicBezTo>
                      <a:pt x="28" y="794"/>
                      <a:pt x="36" y="866"/>
                      <a:pt x="54" y="937"/>
                    </a:cubicBezTo>
                    <a:lnTo>
                      <a:pt x="63" y="991"/>
                    </a:lnTo>
                    <a:cubicBezTo>
                      <a:pt x="72" y="1009"/>
                      <a:pt x="63" y="1017"/>
                      <a:pt x="99" y="1062"/>
                    </a:cubicBezTo>
                    <a:cubicBezTo>
                      <a:pt x="117" y="1080"/>
                      <a:pt x="143" y="1080"/>
                      <a:pt x="152" y="1080"/>
                    </a:cubicBezTo>
                    <a:lnTo>
                      <a:pt x="251" y="1080"/>
                    </a:lnTo>
                    <a:cubicBezTo>
                      <a:pt x="295" y="1071"/>
                      <a:pt x="358" y="1044"/>
                      <a:pt x="375" y="982"/>
                    </a:cubicBezTo>
                    <a:cubicBezTo>
                      <a:pt x="393" y="928"/>
                      <a:pt x="384" y="901"/>
                      <a:pt x="384" y="866"/>
                    </a:cubicBezTo>
                    <a:cubicBezTo>
                      <a:pt x="384" y="794"/>
                      <a:pt x="384" y="723"/>
                      <a:pt x="384" y="661"/>
                    </a:cubicBezTo>
                    <a:cubicBezTo>
                      <a:pt x="384" y="527"/>
                      <a:pt x="375" y="411"/>
                      <a:pt x="375" y="313"/>
                    </a:cubicBezTo>
                    <a:cubicBezTo>
                      <a:pt x="367" y="116"/>
                      <a:pt x="349" y="0"/>
                      <a:pt x="3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1264;p48">
                <a:extLst>
                  <a:ext uri="{FF2B5EF4-FFF2-40B4-BE49-F238E27FC236}">
                    <a16:creationId xmlns:a16="http://schemas.microsoft.com/office/drawing/2014/main" id="{B4BB9EA2-01D6-38B7-B14C-6BE6D6BEFE63}"/>
                  </a:ext>
                </a:extLst>
              </p:cNvPr>
              <p:cNvSpPr/>
              <p:nvPr/>
            </p:nvSpPr>
            <p:spPr>
              <a:xfrm>
                <a:off x="1186020" y="2372499"/>
                <a:ext cx="63129" cy="122322"/>
              </a:xfrm>
              <a:custGeom>
                <a:avLst/>
                <a:gdLst/>
                <a:ahLst/>
                <a:cxnLst/>
                <a:rect l="l" t="t" r="r" b="b"/>
                <a:pathLst>
                  <a:path w="866" h="1678" extrusionOk="0">
                    <a:moveTo>
                      <a:pt x="526" y="1"/>
                    </a:moveTo>
                    <a:cubicBezTo>
                      <a:pt x="526" y="1"/>
                      <a:pt x="524" y="3"/>
                      <a:pt x="519" y="7"/>
                    </a:cubicBezTo>
                    <a:lnTo>
                      <a:pt x="519" y="7"/>
                    </a:lnTo>
                    <a:cubicBezTo>
                      <a:pt x="524" y="3"/>
                      <a:pt x="526" y="1"/>
                      <a:pt x="526" y="1"/>
                    </a:cubicBezTo>
                    <a:close/>
                    <a:moveTo>
                      <a:pt x="519" y="7"/>
                    </a:moveTo>
                    <a:cubicBezTo>
                      <a:pt x="515" y="10"/>
                      <a:pt x="508" y="14"/>
                      <a:pt x="500" y="19"/>
                    </a:cubicBezTo>
                    <a:cubicBezTo>
                      <a:pt x="482" y="36"/>
                      <a:pt x="455" y="54"/>
                      <a:pt x="419" y="90"/>
                    </a:cubicBezTo>
                    <a:cubicBezTo>
                      <a:pt x="357" y="161"/>
                      <a:pt x="286" y="277"/>
                      <a:pt x="232" y="438"/>
                    </a:cubicBezTo>
                    <a:cubicBezTo>
                      <a:pt x="170" y="590"/>
                      <a:pt x="98" y="777"/>
                      <a:pt x="54" y="991"/>
                    </a:cubicBezTo>
                    <a:cubicBezTo>
                      <a:pt x="27" y="1098"/>
                      <a:pt x="9" y="1214"/>
                      <a:pt x="9" y="1339"/>
                    </a:cubicBezTo>
                    <a:cubicBezTo>
                      <a:pt x="9" y="1401"/>
                      <a:pt x="0" y="1464"/>
                      <a:pt x="27" y="1535"/>
                    </a:cubicBezTo>
                    <a:cubicBezTo>
                      <a:pt x="36" y="1571"/>
                      <a:pt x="54" y="1607"/>
                      <a:pt x="89" y="1633"/>
                    </a:cubicBezTo>
                    <a:cubicBezTo>
                      <a:pt x="125" y="1660"/>
                      <a:pt x="170" y="1678"/>
                      <a:pt x="205" y="1678"/>
                    </a:cubicBezTo>
                    <a:cubicBezTo>
                      <a:pt x="286" y="1678"/>
                      <a:pt x="366" y="1633"/>
                      <a:pt x="411" y="1580"/>
                    </a:cubicBezTo>
                    <a:cubicBezTo>
                      <a:pt x="455" y="1517"/>
                      <a:pt x="473" y="1455"/>
                      <a:pt x="491" y="1392"/>
                    </a:cubicBezTo>
                    <a:cubicBezTo>
                      <a:pt x="518" y="1268"/>
                      <a:pt x="509" y="1152"/>
                      <a:pt x="509" y="1036"/>
                    </a:cubicBezTo>
                    <a:cubicBezTo>
                      <a:pt x="500" y="929"/>
                      <a:pt x="500" y="830"/>
                      <a:pt x="509" y="732"/>
                    </a:cubicBezTo>
                    <a:cubicBezTo>
                      <a:pt x="518" y="643"/>
                      <a:pt x="544" y="554"/>
                      <a:pt x="571" y="483"/>
                    </a:cubicBezTo>
                    <a:cubicBezTo>
                      <a:pt x="625" y="331"/>
                      <a:pt x="705" y="224"/>
                      <a:pt x="767" y="152"/>
                    </a:cubicBezTo>
                    <a:cubicBezTo>
                      <a:pt x="830" y="90"/>
                      <a:pt x="865" y="54"/>
                      <a:pt x="865" y="54"/>
                    </a:cubicBezTo>
                    <a:lnTo>
                      <a:pt x="865" y="54"/>
                    </a:lnTo>
                    <a:cubicBezTo>
                      <a:pt x="865" y="54"/>
                      <a:pt x="821" y="81"/>
                      <a:pt x="758" y="144"/>
                    </a:cubicBezTo>
                    <a:cubicBezTo>
                      <a:pt x="687" y="206"/>
                      <a:pt x="598" y="304"/>
                      <a:pt x="526" y="465"/>
                    </a:cubicBezTo>
                    <a:cubicBezTo>
                      <a:pt x="491" y="536"/>
                      <a:pt x="455" y="625"/>
                      <a:pt x="437" y="723"/>
                    </a:cubicBezTo>
                    <a:cubicBezTo>
                      <a:pt x="419" y="822"/>
                      <a:pt x="419" y="929"/>
                      <a:pt x="419" y="1036"/>
                    </a:cubicBezTo>
                    <a:cubicBezTo>
                      <a:pt x="419" y="1152"/>
                      <a:pt x="419" y="1259"/>
                      <a:pt x="393" y="1366"/>
                    </a:cubicBezTo>
                    <a:cubicBezTo>
                      <a:pt x="367" y="1469"/>
                      <a:pt x="308" y="1571"/>
                      <a:pt x="225" y="1571"/>
                    </a:cubicBezTo>
                    <a:cubicBezTo>
                      <a:pt x="221" y="1571"/>
                      <a:pt x="218" y="1571"/>
                      <a:pt x="214" y="1571"/>
                    </a:cubicBezTo>
                    <a:cubicBezTo>
                      <a:pt x="161" y="1571"/>
                      <a:pt x="134" y="1553"/>
                      <a:pt x="125" y="1500"/>
                    </a:cubicBezTo>
                    <a:cubicBezTo>
                      <a:pt x="107" y="1455"/>
                      <a:pt x="107" y="1392"/>
                      <a:pt x="107" y="1339"/>
                    </a:cubicBezTo>
                    <a:cubicBezTo>
                      <a:pt x="107" y="1223"/>
                      <a:pt x="116" y="1116"/>
                      <a:pt x="134" y="1009"/>
                    </a:cubicBezTo>
                    <a:cubicBezTo>
                      <a:pt x="179" y="795"/>
                      <a:pt x="232" y="607"/>
                      <a:pt x="277" y="456"/>
                    </a:cubicBezTo>
                    <a:cubicBezTo>
                      <a:pt x="321" y="295"/>
                      <a:pt x="375" y="179"/>
                      <a:pt x="437" y="99"/>
                    </a:cubicBezTo>
                    <a:cubicBezTo>
                      <a:pt x="477" y="46"/>
                      <a:pt x="507" y="18"/>
                      <a:pt x="519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1265;p48">
                <a:extLst>
                  <a:ext uri="{FF2B5EF4-FFF2-40B4-BE49-F238E27FC236}">
                    <a16:creationId xmlns:a16="http://schemas.microsoft.com/office/drawing/2014/main" id="{62C96953-A1D6-8255-CCBD-2AA24BEB2F18}"/>
                  </a:ext>
                </a:extLst>
              </p:cNvPr>
              <p:cNvSpPr/>
              <p:nvPr/>
            </p:nvSpPr>
            <p:spPr>
              <a:xfrm>
                <a:off x="1568359" y="2375123"/>
                <a:ext cx="15017" cy="3710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509" extrusionOk="0">
                    <a:moveTo>
                      <a:pt x="10" y="0"/>
                    </a:moveTo>
                    <a:lnTo>
                      <a:pt x="10" y="0"/>
                    </a:lnTo>
                    <a:cubicBezTo>
                      <a:pt x="10" y="1"/>
                      <a:pt x="1" y="134"/>
                      <a:pt x="54" y="268"/>
                    </a:cubicBezTo>
                    <a:cubicBezTo>
                      <a:pt x="108" y="411"/>
                      <a:pt x="206" y="509"/>
                      <a:pt x="206" y="509"/>
                    </a:cubicBezTo>
                    <a:cubicBezTo>
                      <a:pt x="206" y="509"/>
                      <a:pt x="206" y="375"/>
                      <a:pt x="152" y="232"/>
                    </a:cubicBezTo>
                    <a:cubicBezTo>
                      <a:pt x="99" y="90"/>
                      <a:pt x="10" y="1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1266;p48">
                <a:extLst>
                  <a:ext uri="{FF2B5EF4-FFF2-40B4-BE49-F238E27FC236}">
                    <a16:creationId xmlns:a16="http://schemas.microsoft.com/office/drawing/2014/main" id="{D86A0E4A-0C07-C368-C600-E6C806AE0CD6}"/>
                  </a:ext>
                </a:extLst>
              </p:cNvPr>
              <p:cNvSpPr/>
              <p:nvPr/>
            </p:nvSpPr>
            <p:spPr>
              <a:xfrm>
                <a:off x="1560559" y="2460337"/>
                <a:ext cx="42353" cy="44395"/>
              </a:xfrm>
              <a:custGeom>
                <a:avLst/>
                <a:gdLst/>
                <a:ahLst/>
                <a:cxnLst/>
                <a:rect l="l" t="t" r="r" b="b"/>
                <a:pathLst>
                  <a:path w="581" h="609" extrusionOk="0">
                    <a:moveTo>
                      <a:pt x="1" y="0"/>
                    </a:moveTo>
                    <a:cubicBezTo>
                      <a:pt x="1" y="0"/>
                      <a:pt x="1" y="18"/>
                      <a:pt x="1" y="54"/>
                    </a:cubicBezTo>
                    <a:cubicBezTo>
                      <a:pt x="1" y="89"/>
                      <a:pt x="1" y="134"/>
                      <a:pt x="19" y="196"/>
                    </a:cubicBezTo>
                    <a:cubicBezTo>
                      <a:pt x="27" y="259"/>
                      <a:pt x="54" y="330"/>
                      <a:pt x="90" y="411"/>
                    </a:cubicBezTo>
                    <a:cubicBezTo>
                      <a:pt x="134" y="482"/>
                      <a:pt x="188" y="571"/>
                      <a:pt x="313" y="607"/>
                    </a:cubicBezTo>
                    <a:cubicBezTo>
                      <a:pt x="321" y="608"/>
                      <a:pt x="329" y="608"/>
                      <a:pt x="338" y="608"/>
                    </a:cubicBezTo>
                    <a:cubicBezTo>
                      <a:pt x="394" y="608"/>
                      <a:pt x="451" y="584"/>
                      <a:pt x="482" y="553"/>
                    </a:cubicBezTo>
                    <a:cubicBezTo>
                      <a:pt x="500" y="535"/>
                      <a:pt x="518" y="509"/>
                      <a:pt x="527" y="491"/>
                    </a:cubicBezTo>
                    <a:cubicBezTo>
                      <a:pt x="536" y="464"/>
                      <a:pt x="545" y="446"/>
                      <a:pt x="554" y="428"/>
                    </a:cubicBezTo>
                    <a:cubicBezTo>
                      <a:pt x="563" y="384"/>
                      <a:pt x="572" y="339"/>
                      <a:pt x="581" y="303"/>
                    </a:cubicBezTo>
                    <a:cubicBezTo>
                      <a:pt x="581" y="268"/>
                      <a:pt x="581" y="232"/>
                      <a:pt x="581" y="205"/>
                    </a:cubicBezTo>
                    <a:cubicBezTo>
                      <a:pt x="581" y="143"/>
                      <a:pt x="572" y="89"/>
                      <a:pt x="563" y="54"/>
                    </a:cubicBezTo>
                    <a:cubicBezTo>
                      <a:pt x="563" y="18"/>
                      <a:pt x="554" y="0"/>
                      <a:pt x="554" y="0"/>
                    </a:cubicBezTo>
                    <a:cubicBezTo>
                      <a:pt x="554" y="0"/>
                      <a:pt x="554" y="18"/>
                      <a:pt x="545" y="54"/>
                    </a:cubicBezTo>
                    <a:cubicBezTo>
                      <a:pt x="545" y="89"/>
                      <a:pt x="545" y="143"/>
                      <a:pt x="527" y="196"/>
                    </a:cubicBezTo>
                    <a:cubicBezTo>
                      <a:pt x="518" y="223"/>
                      <a:pt x="518" y="259"/>
                      <a:pt x="509" y="295"/>
                    </a:cubicBezTo>
                    <a:cubicBezTo>
                      <a:pt x="500" y="321"/>
                      <a:pt x="491" y="357"/>
                      <a:pt x="473" y="393"/>
                    </a:cubicBezTo>
                    <a:cubicBezTo>
                      <a:pt x="442" y="448"/>
                      <a:pt x="404" y="503"/>
                      <a:pt x="352" y="503"/>
                    </a:cubicBezTo>
                    <a:cubicBezTo>
                      <a:pt x="345" y="503"/>
                      <a:pt x="338" y="502"/>
                      <a:pt x="331" y="500"/>
                    </a:cubicBezTo>
                    <a:cubicBezTo>
                      <a:pt x="268" y="491"/>
                      <a:pt x="206" y="419"/>
                      <a:pt x="161" y="366"/>
                    </a:cubicBezTo>
                    <a:cubicBezTo>
                      <a:pt x="126" y="303"/>
                      <a:pt x="90" y="241"/>
                      <a:pt x="63" y="187"/>
                    </a:cubicBezTo>
                    <a:cubicBezTo>
                      <a:pt x="45" y="125"/>
                      <a:pt x="27" y="80"/>
                      <a:pt x="19" y="54"/>
                    </a:cubicBezTo>
                    <a:cubicBezTo>
                      <a:pt x="1" y="18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1267;p48">
                <a:extLst>
                  <a:ext uri="{FF2B5EF4-FFF2-40B4-BE49-F238E27FC236}">
                    <a16:creationId xmlns:a16="http://schemas.microsoft.com/office/drawing/2014/main" id="{9F8A2111-650D-72BB-2473-B48EB4C4E468}"/>
                  </a:ext>
                </a:extLst>
              </p:cNvPr>
              <p:cNvSpPr/>
              <p:nvPr/>
            </p:nvSpPr>
            <p:spPr>
              <a:xfrm>
                <a:off x="1535848" y="2377747"/>
                <a:ext cx="15673" cy="31273"/>
              </a:xfrm>
              <a:custGeom>
                <a:avLst/>
                <a:gdLst/>
                <a:ahLst/>
                <a:cxnLst/>
                <a:rect l="l" t="t" r="r" b="b"/>
                <a:pathLst>
                  <a:path w="215" h="429" extrusionOk="0">
                    <a:moveTo>
                      <a:pt x="1" y="0"/>
                    </a:moveTo>
                    <a:cubicBezTo>
                      <a:pt x="1" y="0"/>
                      <a:pt x="10" y="27"/>
                      <a:pt x="27" y="72"/>
                    </a:cubicBezTo>
                    <a:cubicBezTo>
                      <a:pt x="36" y="116"/>
                      <a:pt x="54" y="170"/>
                      <a:pt x="81" y="223"/>
                    </a:cubicBezTo>
                    <a:cubicBezTo>
                      <a:pt x="134" y="339"/>
                      <a:pt x="215" y="428"/>
                      <a:pt x="215" y="428"/>
                    </a:cubicBezTo>
                    <a:cubicBezTo>
                      <a:pt x="215" y="428"/>
                      <a:pt x="215" y="402"/>
                      <a:pt x="215" y="348"/>
                    </a:cubicBezTo>
                    <a:cubicBezTo>
                      <a:pt x="215" y="303"/>
                      <a:pt x="206" y="241"/>
                      <a:pt x="179" y="179"/>
                    </a:cubicBezTo>
                    <a:cubicBezTo>
                      <a:pt x="152" y="116"/>
                      <a:pt x="99" y="72"/>
                      <a:pt x="63" y="45"/>
                    </a:cubicBezTo>
                    <a:cubicBezTo>
                      <a:pt x="27" y="9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1268;p48">
                <a:extLst>
                  <a:ext uri="{FF2B5EF4-FFF2-40B4-BE49-F238E27FC236}">
                    <a16:creationId xmlns:a16="http://schemas.microsoft.com/office/drawing/2014/main" id="{9699C22B-85ED-EC84-E15E-FD796436B964}"/>
                  </a:ext>
                </a:extLst>
              </p:cNvPr>
              <p:cNvSpPr/>
              <p:nvPr/>
            </p:nvSpPr>
            <p:spPr>
              <a:xfrm>
                <a:off x="993502" y="2377091"/>
                <a:ext cx="415662" cy="1953580"/>
              </a:xfrm>
              <a:custGeom>
                <a:avLst/>
                <a:gdLst/>
                <a:ahLst/>
                <a:cxnLst/>
                <a:rect l="l" t="t" r="r" b="b"/>
                <a:pathLst>
                  <a:path w="5702" h="26799" extrusionOk="0">
                    <a:moveTo>
                      <a:pt x="661" y="0"/>
                    </a:moveTo>
                    <a:cubicBezTo>
                      <a:pt x="660" y="1"/>
                      <a:pt x="651" y="46"/>
                      <a:pt x="616" y="125"/>
                    </a:cubicBezTo>
                    <a:cubicBezTo>
                      <a:pt x="589" y="205"/>
                      <a:pt x="545" y="330"/>
                      <a:pt x="500" y="491"/>
                    </a:cubicBezTo>
                    <a:cubicBezTo>
                      <a:pt x="554" y="330"/>
                      <a:pt x="598" y="205"/>
                      <a:pt x="625" y="125"/>
                    </a:cubicBezTo>
                    <a:cubicBezTo>
                      <a:pt x="651" y="46"/>
                      <a:pt x="660" y="1"/>
                      <a:pt x="661" y="0"/>
                    </a:cubicBezTo>
                    <a:close/>
                    <a:moveTo>
                      <a:pt x="500" y="492"/>
                    </a:moveTo>
                    <a:cubicBezTo>
                      <a:pt x="402" y="813"/>
                      <a:pt x="268" y="1294"/>
                      <a:pt x="161" y="1927"/>
                    </a:cubicBezTo>
                    <a:cubicBezTo>
                      <a:pt x="63" y="2561"/>
                      <a:pt x="1" y="3355"/>
                      <a:pt x="63" y="4264"/>
                    </a:cubicBezTo>
                    <a:cubicBezTo>
                      <a:pt x="90" y="4719"/>
                      <a:pt x="161" y="5201"/>
                      <a:pt x="268" y="5710"/>
                    </a:cubicBezTo>
                    <a:cubicBezTo>
                      <a:pt x="375" y="6218"/>
                      <a:pt x="518" y="6745"/>
                      <a:pt x="563" y="7315"/>
                    </a:cubicBezTo>
                    <a:cubicBezTo>
                      <a:pt x="607" y="7886"/>
                      <a:pt x="491" y="8484"/>
                      <a:pt x="580" y="9118"/>
                    </a:cubicBezTo>
                    <a:cubicBezTo>
                      <a:pt x="661" y="9751"/>
                      <a:pt x="1000" y="10331"/>
                      <a:pt x="1160" y="10982"/>
                    </a:cubicBezTo>
                    <a:cubicBezTo>
                      <a:pt x="1321" y="11633"/>
                      <a:pt x="1187" y="12338"/>
                      <a:pt x="1267" y="13061"/>
                    </a:cubicBezTo>
                    <a:cubicBezTo>
                      <a:pt x="1303" y="13417"/>
                      <a:pt x="1446" y="13801"/>
                      <a:pt x="1704" y="14069"/>
                    </a:cubicBezTo>
                    <a:cubicBezTo>
                      <a:pt x="1758" y="14140"/>
                      <a:pt x="1811" y="14211"/>
                      <a:pt x="1820" y="14292"/>
                    </a:cubicBezTo>
                    <a:cubicBezTo>
                      <a:pt x="1820" y="14372"/>
                      <a:pt x="1767" y="14434"/>
                      <a:pt x="1696" y="14488"/>
                    </a:cubicBezTo>
                    <a:cubicBezTo>
                      <a:pt x="1624" y="14533"/>
                      <a:pt x="1535" y="14604"/>
                      <a:pt x="1481" y="14684"/>
                    </a:cubicBezTo>
                    <a:cubicBezTo>
                      <a:pt x="1428" y="14773"/>
                      <a:pt x="1392" y="14872"/>
                      <a:pt x="1374" y="14970"/>
                    </a:cubicBezTo>
                    <a:cubicBezTo>
                      <a:pt x="1321" y="15362"/>
                      <a:pt x="1464" y="15737"/>
                      <a:pt x="1464" y="16120"/>
                    </a:cubicBezTo>
                    <a:cubicBezTo>
                      <a:pt x="1472" y="16504"/>
                      <a:pt x="1419" y="16897"/>
                      <a:pt x="1357" y="17280"/>
                    </a:cubicBezTo>
                    <a:cubicBezTo>
                      <a:pt x="1285" y="17673"/>
                      <a:pt x="1205" y="18074"/>
                      <a:pt x="1178" y="18476"/>
                    </a:cubicBezTo>
                    <a:cubicBezTo>
                      <a:pt x="1151" y="18886"/>
                      <a:pt x="1169" y="19305"/>
                      <a:pt x="1232" y="19716"/>
                    </a:cubicBezTo>
                    <a:cubicBezTo>
                      <a:pt x="1357" y="20536"/>
                      <a:pt x="1624" y="21339"/>
                      <a:pt x="1838" y="22160"/>
                    </a:cubicBezTo>
                    <a:cubicBezTo>
                      <a:pt x="1945" y="22570"/>
                      <a:pt x="2043" y="22990"/>
                      <a:pt x="2088" y="23418"/>
                    </a:cubicBezTo>
                    <a:cubicBezTo>
                      <a:pt x="2106" y="23525"/>
                      <a:pt x="2115" y="23632"/>
                      <a:pt x="2124" y="23739"/>
                    </a:cubicBezTo>
                    <a:cubicBezTo>
                      <a:pt x="2133" y="23846"/>
                      <a:pt x="2142" y="23953"/>
                      <a:pt x="2133" y="24060"/>
                    </a:cubicBezTo>
                    <a:cubicBezTo>
                      <a:pt x="2133" y="24167"/>
                      <a:pt x="2133" y="24274"/>
                      <a:pt x="2133" y="24390"/>
                    </a:cubicBezTo>
                    <a:cubicBezTo>
                      <a:pt x="2133" y="24497"/>
                      <a:pt x="2142" y="24631"/>
                      <a:pt x="2240" y="24729"/>
                    </a:cubicBezTo>
                    <a:cubicBezTo>
                      <a:pt x="2302" y="24801"/>
                      <a:pt x="2391" y="24845"/>
                      <a:pt x="2454" y="24890"/>
                    </a:cubicBezTo>
                    <a:cubicBezTo>
                      <a:pt x="2516" y="24934"/>
                      <a:pt x="2570" y="24988"/>
                      <a:pt x="2605" y="25059"/>
                    </a:cubicBezTo>
                    <a:cubicBezTo>
                      <a:pt x="2668" y="25193"/>
                      <a:pt x="2668" y="25363"/>
                      <a:pt x="2650" y="25523"/>
                    </a:cubicBezTo>
                    <a:cubicBezTo>
                      <a:pt x="2632" y="25693"/>
                      <a:pt x="2605" y="25853"/>
                      <a:pt x="2597" y="26023"/>
                    </a:cubicBezTo>
                    <a:cubicBezTo>
                      <a:pt x="2597" y="26192"/>
                      <a:pt x="2614" y="26371"/>
                      <a:pt x="2704" y="26522"/>
                    </a:cubicBezTo>
                    <a:lnTo>
                      <a:pt x="2739" y="26576"/>
                    </a:lnTo>
                    <a:lnTo>
                      <a:pt x="2784" y="26531"/>
                    </a:lnTo>
                    <a:cubicBezTo>
                      <a:pt x="3065" y="26250"/>
                      <a:pt x="3462" y="26113"/>
                      <a:pt x="3850" y="26113"/>
                    </a:cubicBezTo>
                    <a:cubicBezTo>
                      <a:pt x="3905" y="26113"/>
                      <a:pt x="3961" y="26115"/>
                      <a:pt x="4015" y="26121"/>
                    </a:cubicBezTo>
                    <a:cubicBezTo>
                      <a:pt x="4452" y="26166"/>
                      <a:pt x="4871" y="26380"/>
                      <a:pt x="5112" y="26728"/>
                    </a:cubicBezTo>
                    <a:lnTo>
                      <a:pt x="5166" y="26799"/>
                    </a:lnTo>
                    <a:lnTo>
                      <a:pt x="5193" y="26710"/>
                    </a:lnTo>
                    <a:cubicBezTo>
                      <a:pt x="5317" y="26362"/>
                      <a:pt x="5433" y="26014"/>
                      <a:pt x="5549" y="25675"/>
                    </a:cubicBezTo>
                    <a:lnTo>
                      <a:pt x="5639" y="25416"/>
                    </a:lnTo>
                    <a:cubicBezTo>
                      <a:pt x="5665" y="25327"/>
                      <a:pt x="5701" y="25238"/>
                      <a:pt x="5701" y="25140"/>
                    </a:cubicBezTo>
                    <a:cubicBezTo>
                      <a:pt x="5701" y="25086"/>
                      <a:pt x="5683" y="25033"/>
                      <a:pt x="5656" y="24988"/>
                    </a:cubicBezTo>
                    <a:cubicBezTo>
                      <a:pt x="5639" y="24934"/>
                      <a:pt x="5603" y="24899"/>
                      <a:pt x="5576" y="24863"/>
                    </a:cubicBezTo>
                    <a:cubicBezTo>
                      <a:pt x="5514" y="24801"/>
                      <a:pt x="5469" y="24738"/>
                      <a:pt x="5433" y="24658"/>
                    </a:cubicBezTo>
                    <a:cubicBezTo>
                      <a:pt x="5380" y="24506"/>
                      <a:pt x="5398" y="24328"/>
                      <a:pt x="5433" y="24158"/>
                    </a:cubicBezTo>
                    <a:cubicBezTo>
                      <a:pt x="5460" y="23989"/>
                      <a:pt x="5514" y="23819"/>
                      <a:pt x="5549" y="23650"/>
                    </a:cubicBezTo>
                    <a:cubicBezTo>
                      <a:pt x="5576" y="23471"/>
                      <a:pt x="5585" y="23293"/>
                      <a:pt x="5558" y="23115"/>
                    </a:cubicBezTo>
                    <a:cubicBezTo>
                      <a:pt x="5532" y="22936"/>
                      <a:pt x="5487" y="22767"/>
                      <a:pt x="5425" y="22606"/>
                    </a:cubicBezTo>
                    <a:cubicBezTo>
                      <a:pt x="5309" y="22276"/>
                      <a:pt x="5148" y="21973"/>
                      <a:pt x="5032" y="21669"/>
                    </a:cubicBezTo>
                    <a:cubicBezTo>
                      <a:pt x="4907" y="21357"/>
                      <a:pt x="4827" y="21036"/>
                      <a:pt x="4818" y="20715"/>
                    </a:cubicBezTo>
                    <a:cubicBezTo>
                      <a:pt x="4800" y="20064"/>
                      <a:pt x="4961" y="19439"/>
                      <a:pt x="5059" y="18824"/>
                    </a:cubicBezTo>
                    <a:cubicBezTo>
                      <a:pt x="5112" y="18511"/>
                      <a:pt x="5148" y="18208"/>
                      <a:pt x="5139" y="17896"/>
                    </a:cubicBezTo>
                    <a:cubicBezTo>
                      <a:pt x="5130" y="17592"/>
                      <a:pt x="5094" y="17289"/>
                      <a:pt x="4978" y="17013"/>
                    </a:cubicBezTo>
                    <a:cubicBezTo>
                      <a:pt x="4871" y="16736"/>
                      <a:pt x="4702" y="16495"/>
                      <a:pt x="4693" y="16210"/>
                    </a:cubicBezTo>
                    <a:cubicBezTo>
                      <a:pt x="4684" y="16076"/>
                      <a:pt x="4702" y="15933"/>
                      <a:pt x="4729" y="15799"/>
                    </a:cubicBezTo>
                    <a:cubicBezTo>
                      <a:pt x="4747" y="15666"/>
                      <a:pt x="4782" y="15532"/>
                      <a:pt x="4818" y="15398"/>
                    </a:cubicBezTo>
                    <a:cubicBezTo>
                      <a:pt x="4952" y="14872"/>
                      <a:pt x="5148" y="14381"/>
                      <a:pt x="5246" y="13881"/>
                    </a:cubicBezTo>
                    <a:cubicBezTo>
                      <a:pt x="5300" y="13632"/>
                      <a:pt x="5326" y="13382"/>
                      <a:pt x="5317" y="13132"/>
                    </a:cubicBezTo>
                    <a:cubicBezTo>
                      <a:pt x="5309" y="12891"/>
                      <a:pt x="5246" y="12650"/>
                      <a:pt x="5193" y="12436"/>
                    </a:cubicBezTo>
                    <a:cubicBezTo>
                      <a:pt x="5130" y="12213"/>
                      <a:pt x="5077" y="11990"/>
                      <a:pt x="5068" y="11776"/>
                    </a:cubicBezTo>
                    <a:cubicBezTo>
                      <a:pt x="5068" y="11562"/>
                      <a:pt x="5112" y="11348"/>
                      <a:pt x="5166" y="11151"/>
                    </a:cubicBezTo>
                    <a:cubicBezTo>
                      <a:pt x="5291" y="10759"/>
                      <a:pt x="5451" y="10393"/>
                      <a:pt x="5478" y="10027"/>
                    </a:cubicBezTo>
                    <a:cubicBezTo>
                      <a:pt x="5505" y="9662"/>
                      <a:pt x="5425" y="9323"/>
                      <a:pt x="5398" y="9019"/>
                    </a:cubicBezTo>
                    <a:cubicBezTo>
                      <a:pt x="5362" y="8716"/>
                      <a:pt x="5371" y="8431"/>
                      <a:pt x="5407" y="8181"/>
                    </a:cubicBezTo>
                    <a:cubicBezTo>
                      <a:pt x="5469" y="7672"/>
                      <a:pt x="5594" y="7298"/>
                      <a:pt x="5665" y="7039"/>
                    </a:cubicBezTo>
                    <a:lnTo>
                      <a:pt x="5665" y="7039"/>
                    </a:lnTo>
                    <a:cubicBezTo>
                      <a:pt x="5585" y="7298"/>
                      <a:pt x="5460" y="7672"/>
                      <a:pt x="5389" y="8172"/>
                    </a:cubicBezTo>
                    <a:cubicBezTo>
                      <a:pt x="5362" y="8431"/>
                      <a:pt x="5344" y="8707"/>
                      <a:pt x="5380" y="9019"/>
                    </a:cubicBezTo>
                    <a:cubicBezTo>
                      <a:pt x="5407" y="9332"/>
                      <a:pt x="5487" y="9662"/>
                      <a:pt x="5451" y="10027"/>
                    </a:cubicBezTo>
                    <a:cubicBezTo>
                      <a:pt x="5425" y="10384"/>
                      <a:pt x="5264" y="10750"/>
                      <a:pt x="5139" y="11143"/>
                    </a:cubicBezTo>
                    <a:cubicBezTo>
                      <a:pt x="5077" y="11339"/>
                      <a:pt x="5023" y="11553"/>
                      <a:pt x="5032" y="11776"/>
                    </a:cubicBezTo>
                    <a:cubicBezTo>
                      <a:pt x="5032" y="11999"/>
                      <a:pt x="5094" y="12222"/>
                      <a:pt x="5148" y="12445"/>
                    </a:cubicBezTo>
                    <a:cubicBezTo>
                      <a:pt x="5210" y="12668"/>
                      <a:pt x="5255" y="12891"/>
                      <a:pt x="5264" y="13132"/>
                    </a:cubicBezTo>
                    <a:cubicBezTo>
                      <a:pt x="5273" y="13373"/>
                      <a:pt x="5246" y="13623"/>
                      <a:pt x="5193" y="13863"/>
                    </a:cubicBezTo>
                    <a:cubicBezTo>
                      <a:pt x="5094" y="14363"/>
                      <a:pt x="4898" y="14854"/>
                      <a:pt x="4755" y="15380"/>
                    </a:cubicBezTo>
                    <a:cubicBezTo>
                      <a:pt x="4720" y="15514"/>
                      <a:pt x="4693" y="15648"/>
                      <a:pt x="4666" y="15790"/>
                    </a:cubicBezTo>
                    <a:cubicBezTo>
                      <a:pt x="4639" y="15924"/>
                      <a:pt x="4622" y="16067"/>
                      <a:pt x="4631" y="16219"/>
                    </a:cubicBezTo>
                    <a:cubicBezTo>
                      <a:pt x="4631" y="16522"/>
                      <a:pt x="4809" y="16772"/>
                      <a:pt x="4916" y="17039"/>
                    </a:cubicBezTo>
                    <a:cubicBezTo>
                      <a:pt x="5130" y="17584"/>
                      <a:pt x="5086" y="18199"/>
                      <a:pt x="4987" y="18806"/>
                    </a:cubicBezTo>
                    <a:cubicBezTo>
                      <a:pt x="4880" y="19421"/>
                      <a:pt x="4720" y="20046"/>
                      <a:pt x="4738" y="20715"/>
                    </a:cubicBezTo>
                    <a:cubicBezTo>
                      <a:pt x="4747" y="21045"/>
                      <a:pt x="4827" y="21384"/>
                      <a:pt x="4952" y="21696"/>
                    </a:cubicBezTo>
                    <a:cubicBezTo>
                      <a:pt x="5068" y="22008"/>
                      <a:pt x="5228" y="22321"/>
                      <a:pt x="5335" y="22633"/>
                    </a:cubicBezTo>
                    <a:cubicBezTo>
                      <a:pt x="5398" y="22793"/>
                      <a:pt x="5442" y="22963"/>
                      <a:pt x="5469" y="23123"/>
                    </a:cubicBezTo>
                    <a:cubicBezTo>
                      <a:pt x="5496" y="23293"/>
                      <a:pt x="5487" y="23462"/>
                      <a:pt x="5460" y="23632"/>
                    </a:cubicBezTo>
                    <a:cubicBezTo>
                      <a:pt x="5425" y="23801"/>
                      <a:pt x="5371" y="23971"/>
                      <a:pt x="5335" y="24140"/>
                    </a:cubicBezTo>
                    <a:cubicBezTo>
                      <a:pt x="5300" y="24319"/>
                      <a:pt x="5282" y="24506"/>
                      <a:pt x="5344" y="24694"/>
                    </a:cubicBezTo>
                    <a:cubicBezTo>
                      <a:pt x="5380" y="24783"/>
                      <a:pt x="5442" y="24872"/>
                      <a:pt x="5505" y="24934"/>
                    </a:cubicBezTo>
                    <a:cubicBezTo>
                      <a:pt x="5567" y="24997"/>
                      <a:pt x="5603" y="25059"/>
                      <a:pt x="5603" y="25140"/>
                    </a:cubicBezTo>
                    <a:cubicBezTo>
                      <a:pt x="5603" y="25211"/>
                      <a:pt x="5576" y="25300"/>
                      <a:pt x="5540" y="25380"/>
                    </a:cubicBezTo>
                    <a:lnTo>
                      <a:pt x="5451" y="25639"/>
                    </a:lnTo>
                    <a:cubicBezTo>
                      <a:pt x="5345" y="25958"/>
                      <a:pt x="5239" y="26269"/>
                      <a:pt x="5133" y="26587"/>
                    </a:cubicBezTo>
                    <a:lnTo>
                      <a:pt x="5133" y="26587"/>
                    </a:lnTo>
                    <a:cubicBezTo>
                      <a:pt x="4868" y="26266"/>
                      <a:pt x="4454" y="26064"/>
                      <a:pt x="4024" y="26023"/>
                    </a:cubicBezTo>
                    <a:cubicBezTo>
                      <a:pt x="3967" y="26017"/>
                      <a:pt x="3909" y="26015"/>
                      <a:pt x="3851" y="26015"/>
                    </a:cubicBezTo>
                    <a:cubicBezTo>
                      <a:pt x="3461" y="26015"/>
                      <a:pt x="3062" y="26140"/>
                      <a:pt x="2762" y="26413"/>
                    </a:cubicBezTo>
                    <a:lnTo>
                      <a:pt x="2762" y="26413"/>
                    </a:lnTo>
                    <a:cubicBezTo>
                      <a:pt x="2708" y="26298"/>
                      <a:pt x="2696" y="26162"/>
                      <a:pt x="2704" y="26032"/>
                    </a:cubicBezTo>
                    <a:cubicBezTo>
                      <a:pt x="2704" y="25871"/>
                      <a:pt x="2739" y="25702"/>
                      <a:pt x="2757" y="25532"/>
                    </a:cubicBezTo>
                    <a:cubicBezTo>
                      <a:pt x="2766" y="25372"/>
                      <a:pt x="2775" y="25184"/>
                      <a:pt x="2695" y="25015"/>
                    </a:cubicBezTo>
                    <a:cubicBezTo>
                      <a:pt x="2650" y="24926"/>
                      <a:pt x="2588" y="24854"/>
                      <a:pt x="2507" y="24801"/>
                    </a:cubicBezTo>
                    <a:cubicBezTo>
                      <a:pt x="2436" y="24747"/>
                      <a:pt x="2365" y="24711"/>
                      <a:pt x="2311" y="24658"/>
                    </a:cubicBezTo>
                    <a:cubicBezTo>
                      <a:pt x="2249" y="24595"/>
                      <a:pt x="2231" y="24488"/>
                      <a:pt x="2231" y="24390"/>
                    </a:cubicBezTo>
                    <a:cubicBezTo>
                      <a:pt x="2240" y="24283"/>
                      <a:pt x="2240" y="24167"/>
                      <a:pt x="2240" y="24060"/>
                    </a:cubicBezTo>
                    <a:cubicBezTo>
                      <a:pt x="2240" y="23953"/>
                      <a:pt x="2231" y="23837"/>
                      <a:pt x="2222" y="23730"/>
                    </a:cubicBezTo>
                    <a:cubicBezTo>
                      <a:pt x="2222" y="23623"/>
                      <a:pt x="2213" y="23516"/>
                      <a:pt x="2195" y="23409"/>
                    </a:cubicBezTo>
                    <a:cubicBezTo>
                      <a:pt x="2142" y="22972"/>
                      <a:pt x="2043" y="22553"/>
                      <a:pt x="1936" y="22133"/>
                    </a:cubicBezTo>
                    <a:cubicBezTo>
                      <a:pt x="1722" y="21313"/>
                      <a:pt x="1455" y="20510"/>
                      <a:pt x="1330" y="19698"/>
                    </a:cubicBezTo>
                    <a:cubicBezTo>
                      <a:pt x="1267" y="19296"/>
                      <a:pt x="1249" y="18886"/>
                      <a:pt x="1276" y="18485"/>
                    </a:cubicBezTo>
                    <a:cubicBezTo>
                      <a:pt x="1303" y="18083"/>
                      <a:pt x="1383" y="17691"/>
                      <a:pt x="1446" y="17298"/>
                    </a:cubicBezTo>
                    <a:cubicBezTo>
                      <a:pt x="1517" y="16906"/>
                      <a:pt x="1571" y="16513"/>
                      <a:pt x="1553" y="16120"/>
                    </a:cubicBezTo>
                    <a:cubicBezTo>
                      <a:pt x="1553" y="15719"/>
                      <a:pt x="1410" y="15344"/>
                      <a:pt x="1464" y="14979"/>
                    </a:cubicBezTo>
                    <a:cubicBezTo>
                      <a:pt x="1472" y="14889"/>
                      <a:pt x="1508" y="14809"/>
                      <a:pt x="1553" y="14738"/>
                    </a:cubicBezTo>
                    <a:cubicBezTo>
                      <a:pt x="1597" y="14657"/>
                      <a:pt x="1669" y="14613"/>
                      <a:pt x="1749" y="14550"/>
                    </a:cubicBezTo>
                    <a:cubicBezTo>
                      <a:pt x="1785" y="14524"/>
                      <a:pt x="1829" y="14488"/>
                      <a:pt x="1856" y="14443"/>
                    </a:cubicBezTo>
                    <a:cubicBezTo>
                      <a:pt x="1892" y="14399"/>
                      <a:pt x="1901" y="14345"/>
                      <a:pt x="1901" y="14283"/>
                    </a:cubicBezTo>
                    <a:cubicBezTo>
                      <a:pt x="1892" y="14176"/>
                      <a:pt x="1829" y="14087"/>
                      <a:pt x="1767" y="14015"/>
                    </a:cubicBezTo>
                    <a:cubicBezTo>
                      <a:pt x="1517" y="13748"/>
                      <a:pt x="1392" y="13409"/>
                      <a:pt x="1348" y="13052"/>
                    </a:cubicBezTo>
                    <a:cubicBezTo>
                      <a:pt x="1258" y="12347"/>
                      <a:pt x="1392" y="11633"/>
                      <a:pt x="1223" y="10964"/>
                    </a:cubicBezTo>
                    <a:cubicBezTo>
                      <a:pt x="1062" y="10304"/>
                      <a:pt x="723" y="9724"/>
                      <a:pt x="643" y="9109"/>
                    </a:cubicBezTo>
                    <a:cubicBezTo>
                      <a:pt x="554" y="8493"/>
                      <a:pt x="661" y="7886"/>
                      <a:pt x="616" y="7315"/>
                    </a:cubicBezTo>
                    <a:cubicBezTo>
                      <a:pt x="571" y="6736"/>
                      <a:pt x="420" y="6200"/>
                      <a:pt x="313" y="5701"/>
                    </a:cubicBezTo>
                    <a:cubicBezTo>
                      <a:pt x="197" y="5192"/>
                      <a:pt x="125" y="4711"/>
                      <a:pt x="90" y="4256"/>
                    </a:cubicBezTo>
                    <a:cubicBezTo>
                      <a:pt x="27" y="3355"/>
                      <a:pt x="81" y="2561"/>
                      <a:pt x="179" y="1927"/>
                    </a:cubicBezTo>
                    <a:cubicBezTo>
                      <a:pt x="277" y="1294"/>
                      <a:pt x="402" y="813"/>
                      <a:pt x="500" y="4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1269;p48">
                <a:extLst>
                  <a:ext uri="{FF2B5EF4-FFF2-40B4-BE49-F238E27FC236}">
                    <a16:creationId xmlns:a16="http://schemas.microsoft.com/office/drawing/2014/main" id="{426850BF-C7B3-F7AC-5700-091D09A2CE42}"/>
                  </a:ext>
                </a:extLst>
              </p:cNvPr>
              <p:cNvSpPr/>
              <p:nvPr/>
            </p:nvSpPr>
            <p:spPr>
              <a:xfrm>
                <a:off x="1409665" y="2871977"/>
                <a:ext cx="102858" cy="949490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13025" extrusionOk="0">
                    <a:moveTo>
                      <a:pt x="1" y="0"/>
                    </a:moveTo>
                    <a:cubicBezTo>
                      <a:pt x="1" y="0"/>
                      <a:pt x="19" y="45"/>
                      <a:pt x="63" y="125"/>
                    </a:cubicBezTo>
                    <a:cubicBezTo>
                      <a:pt x="108" y="196"/>
                      <a:pt x="170" y="312"/>
                      <a:pt x="233" y="473"/>
                    </a:cubicBezTo>
                    <a:cubicBezTo>
                      <a:pt x="358" y="785"/>
                      <a:pt x="501" y="1258"/>
                      <a:pt x="501" y="1856"/>
                    </a:cubicBezTo>
                    <a:cubicBezTo>
                      <a:pt x="501" y="2159"/>
                      <a:pt x="474" y="2489"/>
                      <a:pt x="492" y="2846"/>
                    </a:cubicBezTo>
                    <a:cubicBezTo>
                      <a:pt x="509" y="3203"/>
                      <a:pt x="563" y="3577"/>
                      <a:pt x="608" y="3970"/>
                    </a:cubicBezTo>
                    <a:cubicBezTo>
                      <a:pt x="661" y="4371"/>
                      <a:pt x="715" y="4782"/>
                      <a:pt x="777" y="5210"/>
                    </a:cubicBezTo>
                    <a:cubicBezTo>
                      <a:pt x="831" y="5638"/>
                      <a:pt x="893" y="6084"/>
                      <a:pt x="982" y="6539"/>
                    </a:cubicBezTo>
                    <a:cubicBezTo>
                      <a:pt x="1036" y="6771"/>
                      <a:pt x="1089" y="6985"/>
                      <a:pt x="1152" y="7208"/>
                    </a:cubicBezTo>
                    <a:cubicBezTo>
                      <a:pt x="1223" y="7422"/>
                      <a:pt x="1295" y="7628"/>
                      <a:pt x="1303" y="7833"/>
                    </a:cubicBezTo>
                    <a:cubicBezTo>
                      <a:pt x="1312" y="7940"/>
                      <a:pt x="1303" y="8038"/>
                      <a:pt x="1268" y="8136"/>
                    </a:cubicBezTo>
                    <a:cubicBezTo>
                      <a:pt x="1241" y="8234"/>
                      <a:pt x="1187" y="8323"/>
                      <a:pt x="1143" y="8422"/>
                    </a:cubicBezTo>
                    <a:cubicBezTo>
                      <a:pt x="1054" y="8609"/>
                      <a:pt x="1018" y="8832"/>
                      <a:pt x="1027" y="9037"/>
                    </a:cubicBezTo>
                    <a:cubicBezTo>
                      <a:pt x="1045" y="9242"/>
                      <a:pt x="1080" y="9430"/>
                      <a:pt x="1116" y="9617"/>
                    </a:cubicBezTo>
                    <a:cubicBezTo>
                      <a:pt x="1152" y="9804"/>
                      <a:pt x="1170" y="9983"/>
                      <a:pt x="1161" y="10152"/>
                    </a:cubicBezTo>
                    <a:cubicBezTo>
                      <a:pt x="1161" y="10509"/>
                      <a:pt x="1116" y="10830"/>
                      <a:pt x="1080" y="11134"/>
                    </a:cubicBezTo>
                    <a:cubicBezTo>
                      <a:pt x="1045" y="11437"/>
                      <a:pt x="1018" y="11704"/>
                      <a:pt x="1027" y="11945"/>
                    </a:cubicBezTo>
                    <a:cubicBezTo>
                      <a:pt x="1036" y="12186"/>
                      <a:pt x="1072" y="12391"/>
                      <a:pt x="1125" y="12552"/>
                    </a:cubicBezTo>
                    <a:cubicBezTo>
                      <a:pt x="1170" y="12721"/>
                      <a:pt x="1232" y="12837"/>
                      <a:pt x="1277" y="12909"/>
                    </a:cubicBezTo>
                    <a:cubicBezTo>
                      <a:pt x="1330" y="12989"/>
                      <a:pt x="1357" y="13025"/>
                      <a:pt x="1357" y="13025"/>
                    </a:cubicBezTo>
                    <a:cubicBezTo>
                      <a:pt x="1357" y="13025"/>
                      <a:pt x="1330" y="12989"/>
                      <a:pt x="1286" y="12909"/>
                    </a:cubicBezTo>
                    <a:cubicBezTo>
                      <a:pt x="1241" y="12829"/>
                      <a:pt x="1187" y="12713"/>
                      <a:pt x="1143" y="12552"/>
                    </a:cubicBezTo>
                    <a:cubicBezTo>
                      <a:pt x="1098" y="12391"/>
                      <a:pt x="1063" y="12186"/>
                      <a:pt x="1063" y="11945"/>
                    </a:cubicBezTo>
                    <a:cubicBezTo>
                      <a:pt x="1054" y="11704"/>
                      <a:pt x="1089" y="11437"/>
                      <a:pt x="1125" y="11142"/>
                    </a:cubicBezTo>
                    <a:cubicBezTo>
                      <a:pt x="1170" y="10839"/>
                      <a:pt x="1223" y="10518"/>
                      <a:pt x="1232" y="10161"/>
                    </a:cubicBezTo>
                    <a:cubicBezTo>
                      <a:pt x="1241" y="9983"/>
                      <a:pt x="1223" y="9786"/>
                      <a:pt x="1196" y="9608"/>
                    </a:cubicBezTo>
                    <a:cubicBezTo>
                      <a:pt x="1161" y="9412"/>
                      <a:pt x="1125" y="9224"/>
                      <a:pt x="1116" y="9028"/>
                    </a:cubicBezTo>
                    <a:cubicBezTo>
                      <a:pt x="1107" y="8832"/>
                      <a:pt x="1134" y="8645"/>
                      <a:pt x="1232" y="8457"/>
                    </a:cubicBezTo>
                    <a:cubicBezTo>
                      <a:pt x="1277" y="8368"/>
                      <a:pt x="1330" y="8270"/>
                      <a:pt x="1357" y="8163"/>
                    </a:cubicBezTo>
                    <a:cubicBezTo>
                      <a:pt x="1393" y="8056"/>
                      <a:pt x="1411" y="7940"/>
                      <a:pt x="1402" y="7833"/>
                    </a:cubicBezTo>
                    <a:cubicBezTo>
                      <a:pt x="1393" y="7601"/>
                      <a:pt x="1312" y="7387"/>
                      <a:pt x="1250" y="7173"/>
                    </a:cubicBezTo>
                    <a:cubicBezTo>
                      <a:pt x="1187" y="6959"/>
                      <a:pt x="1134" y="6744"/>
                      <a:pt x="1089" y="6521"/>
                    </a:cubicBezTo>
                    <a:cubicBezTo>
                      <a:pt x="991" y="6075"/>
                      <a:pt x="938" y="5629"/>
                      <a:pt x="875" y="5201"/>
                    </a:cubicBezTo>
                    <a:cubicBezTo>
                      <a:pt x="813" y="4773"/>
                      <a:pt x="750" y="4354"/>
                      <a:pt x="697" y="3961"/>
                    </a:cubicBezTo>
                    <a:cubicBezTo>
                      <a:pt x="643" y="3569"/>
                      <a:pt x="581" y="3194"/>
                      <a:pt x="563" y="2837"/>
                    </a:cubicBezTo>
                    <a:cubicBezTo>
                      <a:pt x="536" y="2489"/>
                      <a:pt x="563" y="2159"/>
                      <a:pt x="554" y="1856"/>
                    </a:cubicBezTo>
                    <a:cubicBezTo>
                      <a:pt x="545" y="1249"/>
                      <a:pt x="385" y="776"/>
                      <a:pt x="242" y="464"/>
                    </a:cubicBezTo>
                    <a:cubicBezTo>
                      <a:pt x="179" y="312"/>
                      <a:pt x="117" y="196"/>
                      <a:pt x="72" y="116"/>
                    </a:cubicBezTo>
                    <a:cubicBezTo>
                      <a:pt x="28" y="45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1270;p48">
                <a:extLst>
                  <a:ext uri="{FF2B5EF4-FFF2-40B4-BE49-F238E27FC236}">
                    <a16:creationId xmlns:a16="http://schemas.microsoft.com/office/drawing/2014/main" id="{B4B8907F-2BE7-CBD2-7B63-DF9F8FFF9F41}"/>
                  </a:ext>
                </a:extLst>
              </p:cNvPr>
              <p:cNvSpPr/>
              <p:nvPr/>
            </p:nvSpPr>
            <p:spPr>
              <a:xfrm>
                <a:off x="1448081" y="3310004"/>
                <a:ext cx="340213" cy="708709"/>
              </a:xfrm>
              <a:custGeom>
                <a:avLst/>
                <a:gdLst/>
                <a:ahLst/>
                <a:cxnLst/>
                <a:rect l="l" t="t" r="r" b="b"/>
                <a:pathLst>
                  <a:path w="4667" h="9722" extrusionOk="0">
                    <a:moveTo>
                      <a:pt x="4253" y="1"/>
                    </a:moveTo>
                    <a:cubicBezTo>
                      <a:pt x="4112" y="1"/>
                      <a:pt x="3999" y="22"/>
                      <a:pt x="3917" y="40"/>
                    </a:cubicBezTo>
                    <a:cubicBezTo>
                      <a:pt x="3792" y="75"/>
                      <a:pt x="3729" y="102"/>
                      <a:pt x="3729" y="102"/>
                    </a:cubicBezTo>
                    <a:cubicBezTo>
                      <a:pt x="3729" y="102"/>
                      <a:pt x="3792" y="75"/>
                      <a:pt x="3917" y="48"/>
                    </a:cubicBezTo>
                    <a:cubicBezTo>
                      <a:pt x="3993" y="32"/>
                      <a:pt x="4096" y="16"/>
                      <a:pt x="4222" y="16"/>
                    </a:cubicBezTo>
                    <a:cubicBezTo>
                      <a:pt x="4302" y="16"/>
                      <a:pt x="4391" y="22"/>
                      <a:pt x="4488" y="40"/>
                    </a:cubicBezTo>
                    <a:lnTo>
                      <a:pt x="4479" y="40"/>
                    </a:lnTo>
                    <a:cubicBezTo>
                      <a:pt x="4559" y="182"/>
                      <a:pt x="4604" y="370"/>
                      <a:pt x="4613" y="575"/>
                    </a:cubicBezTo>
                    <a:cubicBezTo>
                      <a:pt x="4630" y="789"/>
                      <a:pt x="4604" y="1021"/>
                      <a:pt x="4559" y="1271"/>
                    </a:cubicBezTo>
                    <a:cubicBezTo>
                      <a:pt x="4479" y="1770"/>
                      <a:pt x="4372" y="2350"/>
                      <a:pt x="4220" y="2992"/>
                    </a:cubicBezTo>
                    <a:cubicBezTo>
                      <a:pt x="4149" y="3314"/>
                      <a:pt x="4059" y="3644"/>
                      <a:pt x="3961" y="3992"/>
                    </a:cubicBezTo>
                    <a:cubicBezTo>
                      <a:pt x="3935" y="4072"/>
                      <a:pt x="3908" y="4161"/>
                      <a:pt x="3881" y="4250"/>
                    </a:cubicBezTo>
                    <a:cubicBezTo>
                      <a:pt x="3854" y="4339"/>
                      <a:pt x="3827" y="4429"/>
                      <a:pt x="3827" y="4536"/>
                    </a:cubicBezTo>
                    <a:cubicBezTo>
                      <a:pt x="3836" y="4750"/>
                      <a:pt x="3970" y="4902"/>
                      <a:pt x="3979" y="5080"/>
                    </a:cubicBezTo>
                    <a:cubicBezTo>
                      <a:pt x="4006" y="5258"/>
                      <a:pt x="3961" y="5446"/>
                      <a:pt x="3890" y="5624"/>
                    </a:cubicBezTo>
                    <a:cubicBezTo>
                      <a:pt x="3810" y="5803"/>
                      <a:pt x="3720" y="5981"/>
                      <a:pt x="3631" y="6168"/>
                    </a:cubicBezTo>
                    <a:cubicBezTo>
                      <a:pt x="3533" y="6347"/>
                      <a:pt x="3462" y="6552"/>
                      <a:pt x="3426" y="6757"/>
                    </a:cubicBezTo>
                    <a:cubicBezTo>
                      <a:pt x="3390" y="6962"/>
                      <a:pt x="3337" y="7159"/>
                      <a:pt x="3221" y="7328"/>
                    </a:cubicBezTo>
                    <a:cubicBezTo>
                      <a:pt x="3069" y="7560"/>
                      <a:pt x="2855" y="7756"/>
                      <a:pt x="2677" y="7979"/>
                    </a:cubicBezTo>
                    <a:cubicBezTo>
                      <a:pt x="2498" y="8202"/>
                      <a:pt x="2347" y="8470"/>
                      <a:pt x="2355" y="8764"/>
                    </a:cubicBezTo>
                    <a:cubicBezTo>
                      <a:pt x="2364" y="8916"/>
                      <a:pt x="2436" y="9050"/>
                      <a:pt x="2463" y="9166"/>
                    </a:cubicBezTo>
                    <a:cubicBezTo>
                      <a:pt x="2498" y="9282"/>
                      <a:pt x="2463" y="9407"/>
                      <a:pt x="2373" y="9478"/>
                    </a:cubicBezTo>
                    <a:cubicBezTo>
                      <a:pt x="2275" y="9549"/>
                      <a:pt x="2150" y="9585"/>
                      <a:pt x="2034" y="9603"/>
                    </a:cubicBezTo>
                    <a:cubicBezTo>
                      <a:pt x="1909" y="9621"/>
                      <a:pt x="1785" y="9630"/>
                      <a:pt x="1660" y="9630"/>
                    </a:cubicBezTo>
                    <a:cubicBezTo>
                      <a:pt x="1606" y="9632"/>
                      <a:pt x="1553" y="9633"/>
                      <a:pt x="1500" y="9633"/>
                    </a:cubicBezTo>
                    <a:cubicBezTo>
                      <a:pt x="1307" y="9633"/>
                      <a:pt x="1119" y="9618"/>
                      <a:pt x="937" y="9576"/>
                    </a:cubicBezTo>
                    <a:cubicBezTo>
                      <a:pt x="714" y="9523"/>
                      <a:pt x="509" y="9424"/>
                      <a:pt x="357" y="9264"/>
                    </a:cubicBezTo>
                    <a:cubicBezTo>
                      <a:pt x="206" y="9112"/>
                      <a:pt x="134" y="8907"/>
                      <a:pt x="98" y="8711"/>
                    </a:cubicBezTo>
                    <a:cubicBezTo>
                      <a:pt x="63" y="8506"/>
                      <a:pt x="72" y="8309"/>
                      <a:pt x="90" y="8122"/>
                    </a:cubicBezTo>
                    <a:cubicBezTo>
                      <a:pt x="125" y="7747"/>
                      <a:pt x="214" y="7417"/>
                      <a:pt x="268" y="7123"/>
                    </a:cubicBezTo>
                    <a:cubicBezTo>
                      <a:pt x="321" y="6820"/>
                      <a:pt x="375" y="6570"/>
                      <a:pt x="411" y="6356"/>
                    </a:cubicBezTo>
                    <a:cubicBezTo>
                      <a:pt x="491" y="5946"/>
                      <a:pt x="536" y="5714"/>
                      <a:pt x="536" y="5713"/>
                    </a:cubicBezTo>
                    <a:lnTo>
                      <a:pt x="536" y="5713"/>
                    </a:lnTo>
                    <a:cubicBezTo>
                      <a:pt x="536" y="5714"/>
                      <a:pt x="482" y="5946"/>
                      <a:pt x="393" y="6356"/>
                    </a:cubicBezTo>
                    <a:cubicBezTo>
                      <a:pt x="348" y="6561"/>
                      <a:pt x="295" y="6820"/>
                      <a:pt x="232" y="7114"/>
                    </a:cubicBezTo>
                    <a:cubicBezTo>
                      <a:pt x="170" y="7408"/>
                      <a:pt x="90" y="7738"/>
                      <a:pt x="36" y="8122"/>
                    </a:cubicBezTo>
                    <a:cubicBezTo>
                      <a:pt x="9" y="8309"/>
                      <a:pt x="0" y="8506"/>
                      <a:pt x="36" y="8720"/>
                    </a:cubicBezTo>
                    <a:cubicBezTo>
                      <a:pt x="72" y="8925"/>
                      <a:pt x="152" y="9148"/>
                      <a:pt x="313" y="9317"/>
                    </a:cubicBezTo>
                    <a:cubicBezTo>
                      <a:pt x="464" y="9487"/>
                      <a:pt x="687" y="9594"/>
                      <a:pt x="919" y="9656"/>
                    </a:cubicBezTo>
                    <a:cubicBezTo>
                      <a:pt x="1121" y="9701"/>
                      <a:pt x="1329" y="9721"/>
                      <a:pt x="1538" y="9721"/>
                    </a:cubicBezTo>
                    <a:cubicBezTo>
                      <a:pt x="1579" y="9721"/>
                      <a:pt x="1619" y="9720"/>
                      <a:pt x="1660" y="9719"/>
                    </a:cubicBezTo>
                    <a:cubicBezTo>
                      <a:pt x="1785" y="9710"/>
                      <a:pt x="1918" y="9710"/>
                      <a:pt x="2043" y="9692"/>
                    </a:cubicBezTo>
                    <a:cubicBezTo>
                      <a:pt x="2177" y="9674"/>
                      <a:pt x="2311" y="9639"/>
                      <a:pt x="2427" y="9549"/>
                    </a:cubicBezTo>
                    <a:cubicBezTo>
                      <a:pt x="2489" y="9505"/>
                      <a:pt x="2534" y="9442"/>
                      <a:pt x="2552" y="9362"/>
                    </a:cubicBezTo>
                    <a:cubicBezTo>
                      <a:pt x="2579" y="9291"/>
                      <a:pt x="2570" y="9210"/>
                      <a:pt x="2561" y="9139"/>
                    </a:cubicBezTo>
                    <a:cubicBezTo>
                      <a:pt x="2525" y="9005"/>
                      <a:pt x="2463" y="8889"/>
                      <a:pt x="2463" y="8764"/>
                    </a:cubicBezTo>
                    <a:cubicBezTo>
                      <a:pt x="2445" y="8506"/>
                      <a:pt x="2587" y="8256"/>
                      <a:pt x="2757" y="8042"/>
                    </a:cubicBezTo>
                    <a:cubicBezTo>
                      <a:pt x="2926" y="7828"/>
                      <a:pt x="3149" y="7640"/>
                      <a:pt x="3310" y="7382"/>
                    </a:cubicBezTo>
                    <a:cubicBezTo>
                      <a:pt x="3372" y="7292"/>
                      <a:pt x="3426" y="7194"/>
                      <a:pt x="3453" y="7087"/>
                    </a:cubicBezTo>
                    <a:cubicBezTo>
                      <a:pt x="3488" y="6989"/>
                      <a:pt x="3506" y="6882"/>
                      <a:pt x="3533" y="6784"/>
                    </a:cubicBezTo>
                    <a:cubicBezTo>
                      <a:pt x="3569" y="6579"/>
                      <a:pt x="3631" y="6391"/>
                      <a:pt x="3720" y="6213"/>
                    </a:cubicBezTo>
                    <a:cubicBezTo>
                      <a:pt x="3801" y="6026"/>
                      <a:pt x="3899" y="5847"/>
                      <a:pt x="3979" y="5660"/>
                    </a:cubicBezTo>
                    <a:cubicBezTo>
                      <a:pt x="4050" y="5481"/>
                      <a:pt x="4104" y="5276"/>
                      <a:pt x="4077" y="5071"/>
                    </a:cubicBezTo>
                    <a:cubicBezTo>
                      <a:pt x="4059" y="4857"/>
                      <a:pt x="3917" y="4696"/>
                      <a:pt x="3926" y="4527"/>
                    </a:cubicBezTo>
                    <a:cubicBezTo>
                      <a:pt x="3926" y="4357"/>
                      <a:pt x="3997" y="4188"/>
                      <a:pt x="4042" y="4009"/>
                    </a:cubicBezTo>
                    <a:cubicBezTo>
                      <a:pt x="4140" y="3661"/>
                      <a:pt x="4220" y="3331"/>
                      <a:pt x="4291" y="3010"/>
                    </a:cubicBezTo>
                    <a:cubicBezTo>
                      <a:pt x="4434" y="2368"/>
                      <a:pt x="4532" y="1779"/>
                      <a:pt x="4604" y="1271"/>
                    </a:cubicBezTo>
                    <a:cubicBezTo>
                      <a:pt x="4639" y="1021"/>
                      <a:pt x="4666" y="789"/>
                      <a:pt x="4648" y="575"/>
                    </a:cubicBezTo>
                    <a:cubicBezTo>
                      <a:pt x="4630" y="361"/>
                      <a:pt x="4577" y="173"/>
                      <a:pt x="4497" y="31"/>
                    </a:cubicBezTo>
                    <a:lnTo>
                      <a:pt x="4497" y="22"/>
                    </a:lnTo>
                    <a:cubicBezTo>
                      <a:pt x="4408" y="6"/>
                      <a:pt x="4326" y="1"/>
                      <a:pt x="42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1271;p48">
                <a:extLst>
                  <a:ext uri="{FF2B5EF4-FFF2-40B4-BE49-F238E27FC236}">
                    <a16:creationId xmlns:a16="http://schemas.microsoft.com/office/drawing/2014/main" id="{A1163AD2-5F4F-8DA8-F977-49DDAFB01E6E}"/>
                  </a:ext>
                </a:extLst>
              </p:cNvPr>
              <p:cNvSpPr/>
              <p:nvPr/>
            </p:nvSpPr>
            <p:spPr>
              <a:xfrm>
                <a:off x="1764741" y="2966887"/>
                <a:ext cx="33897" cy="354501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863" extrusionOk="0">
                    <a:moveTo>
                      <a:pt x="367" y="1"/>
                    </a:moveTo>
                    <a:lnTo>
                      <a:pt x="367" y="1"/>
                    </a:lnTo>
                    <a:cubicBezTo>
                      <a:pt x="367" y="1"/>
                      <a:pt x="366" y="19"/>
                      <a:pt x="349" y="45"/>
                    </a:cubicBezTo>
                    <a:cubicBezTo>
                      <a:pt x="340" y="81"/>
                      <a:pt x="322" y="125"/>
                      <a:pt x="313" y="188"/>
                    </a:cubicBezTo>
                    <a:cubicBezTo>
                      <a:pt x="286" y="313"/>
                      <a:pt x="286" y="500"/>
                      <a:pt x="313" y="723"/>
                    </a:cubicBezTo>
                    <a:cubicBezTo>
                      <a:pt x="331" y="946"/>
                      <a:pt x="393" y="1214"/>
                      <a:pt x="340" y="1499"/>
                    </a:cubicBezTo>
                    <a:cubicBezTo>
                      <a:pt x="286" y="1785"/>
                      <a:pt x="135" y="2079"/>
                      <a:pt x="54" y="2418"/>
                    </a:cubicBezTo>
                    <a:cubicBezTo>
                      <a:pt x="19" y="2588"/>
                      <a:pt x="1" y="2766"/>
                      <a:pt x="37" y="2936"/>
                    </a:cubicBezTo>
                    <a:cubicBezTo>
                      <a:pt x="54" y="3025"/>
                      <a:pt x="90" y="3105"/>
                      <a:pt x="126" y="3176"/>
                    </a:cubicBezTo>
                    <a:cubicBezTo>
                      <a:pt x="170" y="3248"/>
                      <a:pt x="206" y="3310"/>
                      <a:pt x="224" y="3373"/>
                    </a:cubicBezTo>
                    <a:cubicBezTo>
                      <a:pt x="277" y="3507"/>
                      <a:pt x="286" y="3640"/>
                      <a:pt x="295" y="3774"/>
                    </a:cubicBezTo>
                    <a:cubicBezTo>
                      <a:pt x="313" y="3908"/>
                      <a:pt x="322" y="4033"/>
                      <a:pt x="331" y="4140"/>
                    </a:cubicBezTo>
                    <a:cubicBezTo>
                      <a:pt x="349" y="4363"/>
                      <a:pt x="349" y="4550"/>
                      <a:pt x="331" y="4675"/>
                    </a:cubicBezTo>
                    <a:cubicBezTo>
                      <a:pt x="322" y="4800"/>
                      <a:pt x="313" y="4863"/>
                      <a:pt x="313" y="4863"/>
                    </a:cubicBezTo>
                    <a:cubicBezTo>
                      <a:pt x="313" y="4863"/>
                      <a:pt x="331" y="4800"/>
                      <a:pt x="349" y="4675"/>
                    </a:cubicBezTo>
                    <a:cubicBezTo>
                      <a:pt x="367" y="4550"/>
                      <a:pt x="384" y="4363"/>
                      <a:pt x="384" y="4140"/>
                    </a:cubicBezTo>
                    <a:cubicBezTo>
                      <a:pt x="384" y="4024"/>
                      <a:pt x="376" y="3899"/>
                      <a:pt x="367" y="3774"/>
                    </a:cubicBezTo>
                    <a:cubicBezTo>
                      <a:pt x="358" y="3640"/>
                      <a:pt x="358" y="3498"/>
                      <a:pt x="313" y="3346"/>
                    </a:cubicBezTo>
                    <a:cubicBezTo>
                      <a:pt x="286" y="3266"/>
                      <a:pt x="242" y="3194"/>
                      <a:pt x="215" y="3132"/>
                    </a:cubicBezTo>
                    <a:cubicBezTo>
                      <a:pt x="179" y="3060"/>
                      <a:pt x="153" y="2998"/>
                      <a:pt x="135" y="2918"/>
                    </a:cubicBezTo>
                    <a:cubicBezTo>
                      <a:pt x="108" y="2766"/>
                      <a:pt x="117" y="2606"/>
                      <a:pt x="161" y="2445"/>
                    </a:cubicBezTo>
                    <a:cubicBezTo>
                      <a:pt x="233" y="2115"/>
                      <a:pt x="384" y="1820"/>
                      <a:pt x="420" y="1508"/>
                    </a:cubicBezTo>
                    <a:cubicBezTo>
                      <a:pt x="465" y="1205"/>
                      <a:pt x="402" y="937"/>
                      <a:pt x="367" y="714"/>
                    </a:cubicBezTo>
                    <a:cubicBezTo>
                      <a:pt x="322" y="491"/>
                      <a:pt x="313" y="313"/>
                      <a:pt x="331" y="188"/>
                    </a:cubicBezTo>
                    <a:cubicBezTo>
                      <a:pt x="340" y="125"/>
                      <a:pt x="349" y="81"/>
                      <a:pt x="358" y="45"/>
                    </a:cubicBezTo>
                    <a:cubicBezTo>
                      <a:pt x="367" y="19"/>
                      <a:pt x="367" y="1"/>
                      <a:pt x="3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1272;p48">
                <a:extLst>
                  <a:ext uri="{FF2B5EF4-FFF2-40B4-BE49-F238E27FC236}">
                    <a16:creationId xmlns:a16="http://schemas.microsoft.com/office/drawing/2014/main" id="{30FD752F-C260-7ADE-8D0D-10C5DA3A78EF}"/>
                  </a:ext>
                </a:extLst>
              </p:cNvPr>
              <p:cNvSpPr/>
              <p:nvPr/>
            </p:nvSpPr>
            <p:spPr>
              <a:xfrm>
                <a:off x="1403177" y="2520768"/>
                <a:ext cx="64441" cy="227149"/>
              </a:xfrm>
              <a:custGeom>
                <a:avLst/>
                <a:gdLst/>
                <a:ahLst/>
                <a:cxnLst/>
                <a:rect l="l" t="t" r="r" b="b"/>
                <a:pathLst>
                  <a:path w="884" h="3116" extrusionOk="0">
                    <a:moveTo>
                      <a:pt x="36" y="1"/>
                    </a:moveTo>
                    <a:cubicBezTo>
                      <a:pt x="36" y="1"/>
                      <a:pt x="1" y="857"/>
                      <a:pt x="19" y="1919"/>
                    </a:cubicBezTo>
                    <a:cubicBezTo>
                      <a:pt x="19" y="2178"/>
                      <a:pt x="28" y="2427"/>
                      <a:pt x="36" y="2659"/>
                    </a:cubicBezTo>
                    <a:cubicBezTo>
                      <a:pt x="45" y="2713"/>
                      <a:pt x="45" y="2775"/>
                      <a:pt x="45" y="2829"/>
                    </a:cubicBezTo>
                    <a:cubicBezTo>
                      <a:pt x="45" y="2882"/>
                      <a:pt x="54" y="2936"/>
                      <a:pt x="72" y="2989"/>
                    </a:cubicBezTo>
                    <a:cubicBezTo>
                      <a:pt x="99" y="3052"/>
                      <a:pt x="144" y="3096"/>
                      <a:pt x="206" y="3105"/>
                    </a:cubicBezTo>
                    <a:cubicBezTo>
                      <a:pt x="229" y="3113"/>
                      <a:pt x="250" y="3116"/>
                      <a:pt x="270" y="3116"/>
                    </a:cubicBezTo>
                    <a:cubicBezTo>
                      <a:pt x="297" y="3116"/>
                      <a:pt x="323" y="3110"/>
                      <a:pt x="349" y="3105"/>
                    </a:cubicBezTo>
                    <a:cubicBezTo>
                      <a:pt x="518" y="3079"/>
                      <a:pt x="661" y="3034"/>
                      <a:pt x="750" y="2998"/>
                    </a:cubicBezTo>
                    <a:cubicBezTo>
                      <a:pt x="839" y="2971"/>
                      <a:pt x="884" y="2945"/>
                      <a:pt x="884" y="2945"/>
                    </a:cubicBezTo>
                    <a:lnTo>
                      <a:pt x="884" y="2945"/>
                    </a:lnTo>
                    <a:cubicBezTo>
                      <a:pt x="884" y="2945"/>
                      <a:pt x="839" y="2963"/>
                      <a:pt x="741" y="2989"/>
                    </a:cubicBezTo>
                    <a:cubicBezTo>
                      <a:pt x="652" y="3007"/>
                      <a:pt x="509" y="3043"/>
                      <a:pt x="340" y="3052"/>
                    </a:cubicBezTo>
                    <a:cubicBezTo>
                      <a:pt x="322" y="3056"/>
                      <a:pt x="302" y="3058"/>
                      <a:pt x="281" y="3058"/>
                    </a:cubicBezTo>
                    <a:cubicBezTo>
                      <a:pt x="259" y="3058"/>
                      <a:pt x="237" y="3056"/>
                      <a:pt x="215" y="3052"/>
                    </a:cubicBezTo>
                    <a:cubicBezTo>
                      <a:pt x="179" y="3034"/>
                      <a:pt x="152" y="3007"/>
                      <a:pt x="144" y="2971"/>
                    </a:cubicBezTo>
                    <a:cubicBezTo>
                      <a:pt x="117" y="2882"/>
                      <a:pt x="126" y="2775"/>
                      <a:pt x="126" y="2659"/>
                    </a:cubicBezTo>
                    <a:cubicBezTo>
                      <a:pt x="126" y="2427"/>
                      <a:pt x="126" y="2178"/>
                      <a:pt x="117" y="1910"/>
                    </a:cubicBezTo>
                    <a:cubicBezTo>
                      <a:pt x="99" y="857"/>
                      <a:pt x="36" y="1"/>
                      <a:pt x="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1273;p48">
                <a:extLst>
                  <a:ext uri="{FF2B5EF4-FFF2-40B4-BE49-F238E27FC236}">
                    <a16:creationId xmlns:a16="http://schemas.microsoft.com/office/drawing/2014/main" id="{6C924B7C-9A1D-0A06-E01C-EC98E93F55ED}"/>
                  </a:ext>
                </a:extLst>
              </p:cNvPr>
              <p:cNvSpPr/>
              <p:nvPr/>
            </p:nvSpPr>
            <p:spPr>
              <a:xfrm>
                <a:off x="1108605" y="4292851"/>
                <a:ext cx="275188" cy="311054"/>
              </a:xfrm>
              <a:custGeom>
                <a:avLst/>
                <a:gdLst/>
                <a:ahLst/>
                <a:cxnLst/>
                <a:rect l="l" t="t" r="r" b="b"/>
                <a:pathLst>
                  <a:path w="3775" h="4267" extrusionOk="0">
                    <a:moveTo>
                      <a:pt x="1365" y="1"/>
                    </a:moveTo>
                    <a:cubicBezTo>
                      <a:pt x="1365" y="1"/>
                      <a:pt x="1330" y="170"/>
                      <a:pt x="1267" y="464"/>
                    </a:cubicBezTo>
                    <a:cubicBezTo>
                      <a:pt x="1241" y="616"/>
                      <a:pt x="1205" y="803"/>
                      <a:pt x="1160" y="1009"/>
                    </a:cubicBezTo>
                    <a:cubicBezTo>
                      <a:pt x="1107" y="1214"/>
                      <a:pt x="1044" y="1455"/>
                      <a:pt x="910" y="1687"/>
                    </a:cubicBezTo>
                    <a:cubicBezTo>
                      <a:pt x="768" y="1919"/>
                      <a:pt x="554" y="2133"/>
                      <a:pt x="357" y="2382"/>
                    </a:cubicBezTo>
                    <a:cubicBezTo>
                      <a:pt x="250" y="2507"/>
                      <a:pt x="152" y="2641"/>
                      <a:pt x="90" y="2811"/>
                    </a:cubicBezTo>
                    <a:cubicBezTo>
                      <a:pt x="18" y="2971"/>
                      <a:pt x="1" y="3167"/>
                      <a:pt x="27" y="3346"/>
                    </a:cubicBezTo>
                    <a:cubicBezTo>
                      <a:pt x="45" y="3435"/>
                      <a:pt x="63" y="3533"/>
                      <a:pt x="90" y="3622"/>
                    </a:cubicBezTo>
                    <a:cubicBezTo>
                      <a:pt x="108" y="3712"/>
                      <a:pt x="125" y="3801"/>
                      <a:pt x="170" y="3890"/>
                    </a:cubicBezTo>
                    <a:cubicBezTo>
                      <a:pt x="215" y="3988"/>
                      <a:pt x="304" y="4068"/>
                      <a:pt x="402" y="4113"/>
                    </a:cubicBezTo>
                    <a:cubicBezTo>
                      <a:pt x="491" y="4149"/>
                      <a:pt x="589" y="4167"/>
                      <a:pt x="687" y="4193"/>
                    </a:cubicBezTo>
                    <a:cubicBezTo>
                      <a:pt x="938" y="4245"/>
                      <a:pt x="1196" y="4267"/>
                      <a:pt x="1460" y="4267"/>
                    </a:cubicBezTo>
                    <a:cubicBezTo>
                      <a:pt x="1608" y="4267"/>
                      <a:pt x="1758" y="4260"/>
                      <a:pt x="1910" y="4247"/>
                    </a:cubicBezTo>
                    <a:cubicBezTo>
                      <a:pt x="2115" y="4238"/>
                      <a:pt x="2311" y="4211"/>
                      <a:pt x="2507" y="4184"/>
                    </a:cubicBezTo>
                    <a:cubicBezTo>
                      <a:pt x="2605" y="4176"/>
                      <a:pt x="2704" y="4158"/>
                      <a:pt x="2802" y="4140"/>
                    </a:cubicBezTo>
                    <a:lnTo>
                      <a:pt x="2944" y="4122"/>
                    </a:lnTo>
                    <a:cubicBezTo>
                      <a:pt x="2989" y="4113"/>
                      <a:pt x="3043" y="4113"/>
                      <a:pt x="3096" y="4086"/>
                    </a:cubicBezTo>
                    <a:cubicBezTo>
                      <a:pt x="3132" y="4077"/>
                      <a:pt x="3159" y="4051"/>
                      <a:pt x="3176" y="4024"/>
                    </a:cubicBezTo>
                    <a:cubicBezTo>
                      <a:pt x="3194" y="3997"/>
                      <a:pt x="3194" y="3961"/>
                      <a:pt x="3203" y="3944"/>
                    </a:cubicBezTo>
                    <a:lnTo>
                      <a:pt x="3230" y="3801"/>
                    </a:lnTo>
                    <a:cubicBezTo>
                      <a:pt x="3248" y="3703"/>
                      <a:pt x="3266" y="3614"/>
                      <a:pt x="3283" y="3524"/>
                    </a:cubicBezTo>
                    <a:cubicBezTo>
                      <a:pt x="3303" y="3392"/>
                      <a:pt x="3328" y="3259"/>
                      <a:pt x="3351" y="3126"/>
                    </a:cubicBezTo>
                    <a:lnTo>
                      <a:pt x="3351" y="3126"/>
                    </a:lnTo>
                    <a:cubicBezTo>
                      <a:pt x="3376" y="3178"/>
                      <a:pt x="3401" y="3229"/>
                      <a:pt x="3426" y="3275"/>
                    </a:cubicBezTo>
                    <a:lnTo>
                      <a:pt x="3435" y="3301"/>
                    </a:lnTo>
                    <a:lnTo>
                      <a:pt x="3462" y="3301"/>
                    </a:lnTo>
                    <a:cubicBezTo>
                      <a:pt x="3542" y="3301"/>
                      <a:pt x="3614" y="3257"/>
                      <a:pt x="3658" y="3203"/>
                    </a:cubicBezTo>
                    <a:cubicBezTo>
                      <a:pt x="3703" y="3150"/>
                      <a:pt x="3730" y="3087"/>
                      <a:pt x="3747" y="3025"/>
                    </a:cubicBezTo>
                    <a:cubicBezTo>
                      <a:pt x="3774" y="2891"/>
                      <a:pt x="3730" y="2766"/>
                      <a:pt x="3703" y="2659"/>
                    </a:cubicBezTo>
                    <a:cubicBezTo>
                      <a:pt x="3631" y="2436"/>
                      <a:pt x="3596" y="2222"/>
                      <a:pt x="3578" y="2017"/>
                    </a:cubicBezTo>
                    <a:cubicBezTo>
                      <a:pt x="3533" y="1606"/>
                      <a:pt x="3533" y="1241"/>
                      <a:pt x="3498" y="937"/>
                    </a:cubicBezTo>
                    <a:cubicBezTo>
                      <a:pt x="3462" y="634"/>
                      <a:pt x="3408" y="402"/>
                      <a:pt x="3355" y="250"/>
                    </a:cubicBezTo>
                    <a:cubicBezTo>
                      <a:pt x="3328" y="179"/>
                      <a:pt x="3301" y="116"/>
                      <a:pt x="3283" y="81"/>
                    </a:cubicBezTo>
                    <a:cubicBezTo>
                      <a:pt x="3266" y="45"/>
                      <a:pt x="3257" y="27"/>
                      <a:pt x="3257" y="27"/>
                    </a:cubicBezTo>
                    <a:lnTo>
                      <a:pt x="3257" y="27"/>
                    </a:lnTo>
                    <a:cubicBezTo>
                      <a:pt x="3257" y="27"/>
                      <a:pt x="3257" y="45"/>
                      <a:pt x="3275" y="81"/>
                    </a:cubicBezTo>
                    <a:cubicBezTo>
                      <a:pt x="3292" y="116"/>
                      <a:pt x="3319" y="179"/>
                      <a:pt x="3346" y="259"/>
                    </a:cubicBezTo>
                    <a:cubicBezTo>
                      <a:pt x="3391" y="411"/>
                      <a:pt x="3444" y="643"/>
                      <a:pt x="3471" y="937"/>
                    </a:cubicBezTo>
                    <a:cubicBezTo>
                      <a:pt x="3498" y="1241"/>
                      <a:pt x="3489" y="1606"/>
                      <a:pt x="3515" y="2017"/>
                    </a:cubicBezTo>
                    <a:cubicBezTo>
                      <a:pt x="3533" y="2231"/>
                      <a:pt x="3569" y="2454"/>
                      <a:pt x="3631" y="2677"/>
                    </a:cubicBezTo>
                    <a:cubicBezTo>
                      <a:pt x="3658" y="2784"/>
                      <a:pt x="3694" y="2900"/>
                      <a:pt x="3667" y="3007"/>
                    </a:cubicBezTo>
                    <a:cubicBezTo>
                      <a:pt x="3651" y="3106"/>
                      <a:pt x="3581" y="3204"/>
                      <a:pt x="3487" y="3212"/>
                    </a:cubicBezTo>
                    <a:lnTo>
                      <a:pt x="3487" y="3212"/>
                    </a:lnTo>
                    <a:cubicBezTo>
                      <a:pt x="3453" y="3132"/>
                      <a:pt x="3413" y="3051"/>
                      <a:pt x="3373" y="2962"/>
                    </a:cubicBezTo>
                    <a:lnTo>
                      <a:pt x="3310" y="2846"/>
                    </a:lnTo>
                    <a:lnTo>
                      <a:pt x="3292" y="2980"/>
                    </a:lnTo>
                    <a:cubicBezTo>
                      <a:pt x="3257" y="3150"/>
                      <a:pt x="3221" y="3328"/>
                      <a:pt x="3185" y="3506"/>
                    </a:cubicBezTo>
                    <a:cubicBezTo>
                      <a:pt x="3168" y="3596"/>
                      <a:pt x="3150" y="3685"/>
                      <a:pt x="3132" y="3783"/>
                    </a:cubicBezTo>
                    <a:lnTo>
                      <a:pt x="3105" y="3917"/>
                    </a:lnTo>
                    <a:cubicBezTo>
                      <a:pt x="3096" y="3961"/>
                      <a:pt x="3087" y="3988"/>
                      <a:pt x="3060" y="3997"/>
                    </a:cubicBezTo>
                    <a:cubicBezTo>
                      <a:pt x="3034" y="4015"/>
                      <a:pt x="2980" y="4015"/>
                      <a:pt x="2927" y="4024"/>
                    </a:cubicBezTo>
                    <a:lnTo>
                      <a:pt x="2784" y="4042"/>
                    </a:lnTo>
                    <a:cubicBezTo>
                      <a:pt x="2695" y="4060"/>
                      <a:pt x="2597" y="4068"/>
                      <a:pt x="2498" y="4086"/>
                    </a:cubicBezTo>
                    <a:cubicBezTo>
                      <a:pt x="2302" y="4113"/>
                      <a:pt x="2106" y="4131"/>
                      <a:pt x="1901" y="4149"/>
                    </a:cubicBezTo>
                    <a:cubicBezTo>
                      <a:pt x="1764" y="4158"/>
                      <a:pt x="1628" y="4163"/>
                      <a:pt x="1494" y="4163"/>
                    </a:cubicBezTo>
                    <a:cubicBezTo>
                      <a:pt x="1225" y="4163"/>
                      <a:pt x="961" y="4143"/>
                      <a:pt x="705" y="4095"/>
                    </a:cubicBezTo>
                    <a:cubicBezTo>
                      <a:pt x="518" y="4060"/>
                      <a:pt x="322" y="4015"/>
                      <a:pt x="259" y="3854"/>
                    </a:cubicBezTo>
                    <a:cubicBezTo>
                      <a:pt x="224" y="3774"/>
                      <a:pt x="197" y="3685"/>
                      <a:pt x="179" y="3596"/>
                    </a:cubicBezTo>
                    <a:cubicBezTo>
                      <a:pt x="152" y="3506"/>
                      <a:pt x="125" y="3417"/>
                      <a:pt x="117" y="3337"/>
                    </a:cubicBezTo>
                    <a:cubicBezTo>
                      <a:pt x="90" y="3159"/>
                      <a:pt x="99" y="2989"/>
                      <a:pt x="161" y="2837"/>
                    </a:cubicBezTo>
                    <a:cubicBezTo>
                      <a:pt x="224" y="2686"/>
                      <a:pt x="313" y="2552"/>
                      <a:pt x="411" y="2427"/>
                    </a:cubicBezTo>
                    <a:cubicBezTo>
                      <a:pt x="607" y="2177"/>
                      <a:pt x="812" y="1954"/>
                      <a:pt x="955" y="1713"/>
                    </a:cubicBezTo>
                    <a:cubicBezTo>
                      <a:pt x="1089" y="1472"/>
                      <a:pt x="1142" y="1223"/>
                      <a:pt x="1187" y="1018"/>
                    </a:cubicBezTo>
                    <a:cubicBezTo>
                      <a:pt x="1232" y="803"/>
                      <a:pt x="1258" y="616"/>
                      <a:pt x="1285" y="473"/>
                    </a:cubicBezTo>
                    <a:cubicBezTo>
                      <a:pt x="1339" y="170"/>
                      <a:pt x="1365" y="1"/>
                      <a:pt x="13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1274;p48">
                <a:extLst>
                  <a:ext uri="{FF2B5EF4-FFF2-40B4-BE49-F238E27FC236}">
                    <a16:creationId xmlns:a16="http://schemas.microsoft.com/office/drawing/2014/main" id="{3432E3DB-5869-12ED-B375-76F9C8350D47}"/>
                  </a:ext>
                </a:extLst>
              </p:cNvPr>
              <p:cNvSpPr/>
              <p:nvPr/>
            </p:nvSpPr>
            <p:spPr>
              <a:xfrm>
                <a:off x="1422713" y="3920211"/>
                <a:ext cx="228315" cy="516479"/>
              </a:xfrm>
              <a:custGeom>
                <a:avLst/>
                <a:gdLst/>
                <a:ahLst/>
                <a:cxnLst/>
                <a:rect l="l" t="t" r="r" b="b"/>
                <a:pathLst>
                  <a:path w="3132" h="7085" extrusionOk="0">
                    <a:moveTo>
                      <a:pt x="393" y="1"/>
                    </a:moveTo>
                    <a:cubicBezTo>
                      <a:pt x="366" y="19"/>
                      <a:pt x="330" y="36"/>
                      <a:pt x="277" y="81"/>
                    </a:cubicBezTo>
                    <a:cubicBezTo>
                      <a:pt x="188" y="161"/>
                      <a:pt x="81" y="313"/>
                      <a:pt x="45" y="545"/>
                    </a:cubicBezTo>
                    <a:cubicBezTo>
                      <a:pt x="0" y="768"/>
                      <a:pt x="18" y="1053"/>
                      <a:pt x="18" y="1375"/>
                    </a:cubicBezTo>
                    <a:cubicBezTo>
                      <a:pt x="18" y="1535"/>
                      <a:pt x="0" y="1705"/>
                      <a:pt x="54" y="1892"/>
                    </a:cubicBezTo>
                    <a:cubicBezTo>
                      <a:pt x="72" y="1981"/>
                      <a:pt x="125" y="2079"/>
                      <a:pt x="215" y="2133"/>
                    </a:cubicBezTo>
                    <a:cubicBezTo>
                      <a:pt x="267" y="2174"/>
                      <a:pt x="340" y="2204"/>
                      <a:pt x="414" y="2204"/>
                    </a:cubicBezTo>
                    <a:cubicBezTo>
                      <a:pt x="432" y="2204"/>
                      <a:pt x="451" y="2202"/>
                      <a:pt x="470" y="2198"/>
                    </a:cubicBezTo>
                    <a:lnTo>
                      <a:pt x="470" y="2198"/>
                    </a:lnTo>
                    <a:cubicBezTo>
                      <a:pt x="329" y="2819"/>
                      <a:pt x="159" y="3540"/>
                      <a:pt x="90" y="4354"/>
                    </a:cubicBezTo>
                    <a:cubicBezTo>
                      <a:pt x="63" y="4765"/>
                      <a:pt x="63" y="5202"/>
                      <a:pt x="125" y="5657"/>
                    </a:cubicBezTo>
                    <a:cubicBezTo>
                      <a:pt x="152" y="5880"/>
                      <a:pt x="206" y="6112"/>
                      <a:pt x="322" y="6317"/>
                    </a:cubicBezTo>
                    <a:cubicBezTo>
                      <a:pt x="429" y="6531"/>
                      <a:pt x="598" y="6718"/>
                      <a:pt x="803" y="6852"/>
                    </a:cubicBezTo>
                    <a:cubicBezTo>
                      <a:pt x="1035" y="7004"/>
                      <a:pt x="1294" y="7084"/>
                      <a:pt x="1562" y="7084"/>
                    </a:cubicBezTo>
                    <a:cubicBezTo>
                      <a:pt x="1576" y="7085"/>
                      <a:pt x="1591" y="7085"/>
                      <a:pt x="1605" y="7085"/>
                    </a:cubicBezTo>
                    <a:cubicBezTo>
                      <a:pt x="1849" y="7085"/>
                      <a:pt x="2092" y="7015"/>
                      <a:pt x="2302" y="6897"/>
                    </a:cubicBezTo>
                    <a:cubicBezTo>
                      <a:pt x="2525" y="6772"/>
                      <a:pt x="2703" y="6584"/>
                      <a:pt x="2828" y="6370"/>
                    </a:cubicBezTo>
                    <a:cubicBezTo>
                      <a:pt x="2953" y="6165"/>
                      <a:pt x="3016" y="5933"/>
                      <a:pt x="3060" y="5701"/>
                    </a:cubicBezTo>
                    <a:cubicBezTo>
                      <a:pt x="3132" y="5246"/>
                      <a:pt x="3105" y="4818"/>
                      <a:pt x="3096" y="4417"/>
                    </a:cubicBezTo>
                    <a:cubicBezTo>
                      <a:pt x="3087" y="4211"/>
                      <a:pt x="3078" y="4024"/>
                      <a:pt x="3069" y="3837"/>
                    </a:cubicBezTo>
                    <a:cubicBezTo>
                      <a:pt x="3069" y="3649"/>
                      <a:pt x="3069" y="3471"/>
                      <a:pt x="3042" y="3293"/>
                    </a:cubicBezTo>
                    <a:cubicBezTo>
                      <a:pt x="3025" y="3123"/>
                      <a:pt x="2962" y="2963"/>
                      <a:pt x="2918" y="2820"/>
                    </a:cubicBezTo>
                    <a:cubicBezTo>
                      <a:pt x="2864" y="2677"/>
                      <a:pt x="2846" y="2534"/>
                      <a:pt x="2846" y="2401"/>
                    </a:cubicBezTo>
                    <a:cubicBezTo>
                      <a:pt x="2846" y="2133"/>
                      <a:pt x="2882" y="1901"/>
                      <a:pt x="2864" y="1705"/>
                    </a:cubicBezTo>
                    <a:cubicBezTo>
                      <a:pt x="2855" y="1517"/>
                      <a:pt x="2811" y="1366"/>
                      <a:pt x="2757" y="1276"/>
                    </a:cubicBezTo>
                    <a:cubicBezTo>
                      <a:pt x="2730" y="1232"/>
                      <a:pt x="2712" y="1205"/>
                      <a:pt x="2695" y="1187"/>
                    </a:cubicBezTo>
                    <a:lnTo>
                      <a:pt x="2695" y="1187"/>
                    </a:lnTo>
                    <a:cubicBezTo>
                      <a:pt x="2712" y="1205"/>
                      <a:pt x="2730" y="1241"/>
                      <a:pt x="2757" y="1285"/>
                    </a:cubicBezTo>
                    <a:cubicBezTo>
                      <a:pt x="2802" y="1375"/>
                      <a:pt x="2846" y="1517"/>
                      <a:pt x="2846" y="1705"/>
                    </a:cubicBezTo>
                    <a:cubicBezTo>
                      <a:pt x="2864" y="1901"/>
                      <a:pt x="2819" y="2124"/>
                      <a:pt x="2811" y="2401"/>
                    </a:cubicBezTo>
                    <a:cubicBezTo>
                      <a:pt x="2811" y="2534"/>
                      <a:pt x="2828" y="2686"/>
                      <a:pt x="2882" y="2838"/>
                    </a:cubicBezTo>
                    <a:cubicBezTo>
                      <a:pt x="2927" y="2980"/>
                      <a:pt x="2980" y="3132"/>
                      <a:pt x="2998" y="3302"/>
                    </a:cubicBezTo>
                    <a:cubicBezTo>
                      <a:pt x="3016" y="3471"/>
                      <a:pt x="3007" y="3649"/>
                      <a:pt x="3016" y="3837"/>
                    </a:cubicBezTo>
                    <a:cubicBezTo>
                      <a:pt x="3016" y="4024"/>
                      <a:pt x="3016" y="4220"/>
                      <a:pt x="3025" y="4417"/>
                    </a:cubicBezTo>
                    <a:cubicBezTo>
                      <a:pt x="3025" y="4818"/>
                      <a:pt x="3051" y="5246"/>
                      <a:pt x="2971" y="5692"/>
                    </a:cubicBezTo>
                    <a:cubicBezTo>
                      <a:pt x="2935" y="5906"/>
                      <a:pt x="2864" y="6130"/>
                      <a:pt x="2748" y="6326"/>
                    </a:cubicBezTo>
                    <a:cubicBezTo>
                      <a:pt x="2632" y="6522"/>
                      <a:pt x="2463" y="6692"/>
                      <a:pt x="2257" y="6808"/>
                    </a:cubicBezTo>
                    <a:cubicBezTo>
                      <a:pt x="2043" y="6923"/>
                      <a:pt x="1802" y="6986"/>
                      <a:pt x="1562" y="6986"/>
                    </a:cubicBezTo>
                    <a:cubicBezTo>
                      <a:pt x="1321" y="6977"/>
                      <a:pt x="1071" y="6906"/>
                      <a:pt x="866" y="6763"/>
                    </a:cubicBezTo>
                    <a:cubicBezTo>
                      <a:pt x="669" y="6638"/>
                      <a:pt x="518" y="6469"/>
                      <a:pt x="411" y="6272"/>
                    </a:cubicBezTo>
                    <a:cubicBezTo>
                      <a:pt x="313" y="6076"/>
                      <a:pt x="250" y="5853"/>
                      <a:pt x="223" y="5639"/>
                    </a:cubicBezTo>
                    <a:cubicBezTo>
                      <a:pt x="161" y="5202"/>
                      <a:pt x="152" y="4765"/>
                      <a:pt x="179" y="4354"/>
                    </a:cubicBezTo>
                    <a:cubicBezTo>
                      <a:pt x="241" y="3533"/>
                      <a:pt x="411" y="2793"/>
                      <a:pt x="536" y="2151"/>
                    </a:cubicBezTo>
                    <a:lnTo>
                      <a:pt x="554" y="2088"/>
                    </a:lnTo>
                    <a:lnTo>
                      <a:pt x="554" y="2088"/>
                    </a:lnTo>
                    <a:lnTo>
                      <a:pt x="500" y="2124"/>
                    </a:lnTo>
                    <a:cubicBezTo>
                      <a:pt x="472" y="2137"/>
                      <a:pt x="441" y="2143"/>
                      <a:pt x="410" y="2143"/>
                    </a:cubicBezTo>
                    <a:cubicBezTo>
                      <a:pt x="352" y="2143"/>
                      <a:pt x="293" y="2123"/>
                      <a:pt x="241" y="2088"/>
                    </a:cubicBezTo>
                    <a:cubicBezTo>
                      <a:pt x="170" y="2044"/>
                      <a:pt x="125" y="1963"/>
                      <a:pt x="99" y="1883"/>
                    </a:cubicBezTo>
                    <a:cubicBezTo>
                      <a:pt x="45" y="1714"/>
                      <a:pt x="63" y="1535"/>
                      <a:pt x="54" y="1375"/>
                    </a:cubicBezTo>
                    <a:cubicBezTo>
                      <a:pt x="45" y="1053"/>
                      <a:pt x="27" y="768"/>
                      <a:pt x="63" y="545"/>
                    </a:cubicBezTo>
                    <a:cubicBezTo>
                      <a:pt x="99" y="322"/>
                      <a:pt x="197" y="161"/>
                      <a:pt x="286" y="81"/>
                    </a:cubicBezTo>
                    <a:cubicBezTo>
                      <a:pt x="330" y="45"/>
                      <a:pt x="366" y="19"/>
                      <a:pt x="3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1275;p48">
                <a:extLst>
                  <a:ext uri="{FF2B5EF4-FFF2-40B4-BE49-F238E27FC236}">
                    <a16:creationId xmlns:a16="http://schemas.microsoft.com/office/drawing/2014/main" id="{102D7A39-6054-1809-8389-F43AD4B89D27}"/>
                  </a:ext>
                </a:extLst>
              </p:cNvPr>
              <p:cNvSpPr/>
              <p:nvPr/>
            </p:nvSpPr>
            <p:spPr>
              <a:xfrm>
                <a:off x="1167796" y="4273971"/>
                <a:ext cx="98266" cy="148638"/>
              </a:xfrm>
              <a:custGeom>
                <a:avLst/>
                <a:gdLst/>
                <a:ahLst/>
                <a:cxnLst/>
                <a:rect l="l" t="t" r="r" b="b"/>
                <a:pathLst>
                  <a:path w="1348" h="2039" extrusionOk="0">
                    <a:moveTo>
                      <a:pt x="1347" y="1"/>
                    </a:moveTo>
                    <a:cubicBezTo>
                      <a:pt x="1347" y="1"/>
                      <a:pt x="1330" y="152"/>
                      <a:pt x="1285" y="384"/>
                    </a:cubicBezTo>
                    <a:cubicBezTo>
                      <a:pt x="1240" y="625"/>
                      <a:pt x="1160" y="946"/>
                      <a:pt x="991" y="1259"/>
                    </a:cubicBezTo>
                    <a:cubicBezTo>
                      <a:pt x="812" y="1571"/>
                      <a:pt x="562" y="1794"/>
                      <a:pt x="357" y="1910"/>
                    </a:cubicBezTo>
                    <a:cubicBezTo>
                      <a:pt x="259" y="1972"/>
                      <a:pt x="161" y="2008"/>
                      <a:pt x="98" y="2026"/>
                    </a:cubicBezTo>
                    <a:cubicBezTo>
                      <a:pt x="86" y="2028"/>
                      <a:pt x="75" y="2028"/>
                      <a:pt x="64" y="2028"/>
                    </a:cubicBezTo>
                    <a:cubicBezTo>
                      <a:pt x="23" y="2028"/>
                      <a:pt x="0" y="2017"/>
                      <a:pt x="0" y="2017"/>
                    </a:cubicBezTo>
                    <a:lnTo>
                      <a:pt x="0" y="2017"/>
                    </a:lnTo>
                    <a:cubicBezTo>
                      <a:pt x="0" y="2017"/>
                      <a:pt x="9" y="2026"/>
                      <a:pt x="27" y="2026"/>
                    </a:cubicBezTo>
                    <a:cubicBezTo>
                      <a:pt x="40" y="2032"/>
                      <a:pt x="57" y="2038"/>
                      <a:pt x="78" y="2038"/>
                    </a:cubicBezTo>
                    <a:cubicBezTo>
                      <a:pt x="87" y="2038"/>
                      <a:pt x="97" y="2037"/>
                      <a:pt x="107" y="2035"/>
                    </a:cubicBezTo>
                    <a:cubicBezTo>
                      <a:pt x="170" y="2035"/>
                      <a:pt x="268" y="2008"/>
                      <a:pt x="384" y="1963"/>
                    </a:cubicBezTo>
                    <a:cubicBezTo>
                      <a:pt x="607" y="1865"/>
                      <a:pt x="892" y="1642"/>
                      <a:pt x="1080" y="1312"/>
                    </a:cubicBezTo>
                    <a:cubicBezTo>
                      <a:pt x="1267" y="982"/>
                      <a:pt x="1321" y="634"/>
                      <a:pt x="1339" y="393"/>
                    </a:cubicBezTo>
                    <a:cubicBezTo>
                      <a:pt x="1347" y="277"/>
                      <a:pt x="1347" y="179"/>
                      <a:pt x="1347" y="108"/>
                    </a:cubicBezTo>
                    <a:cubicBezTo>
                      <a:pt x="1347" y="45"/>
                      <a:pt x="1347" y="1"/>
                      <a:pt x="13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1276;p48">
                <a:extLst>
                  <a:ext uri="{FF2B5EF4-FFF2-40B4-BE49-F238E27FC236}">
                    <a16:creationId xmlns:a16="http://schemas.microsoft.com/office/drawing/2014/main" id="{EC6E9610-410C-9BF5-7501-EF31D98182EF}"/>
                  </a:ext>
                </a:extLst>
              </p:cNvPr>
              <p:cNvSpPr/>
              <p:nvPr/>
            </p:nvSpPr>
            <p:spPr>
              <a:xfrm>
                <a:off x="1267955" y="4275939"/>
                <a:ext cx="74866" cy="184139"/>
              </a:xfrm>
              <a:custGeom>
                <a:avLst/>
                <a:gdLst/>
                <a:ahLst/>
                <a:cxnLst/>
                <a:rect l="l" t="t" r="r" b="b"/>
                <a:pathLst>
                  <a:path w="1027" h="2526" extrusionOk="0">
                    <a:moveTo>
                      <a:pt x="116" y="1"/>
                    </a:moveTo>
                    <a:cubicBezTo>
                      <a:pt x="116" y="1"/>
                      <a:pt x="89" y="161"/>
                      <a:pt x="63" y="411"/>
                    </a:cubicBezTo>
                    <a:cubicBezTo>
                      <a:pt x="45" y="545"/>
                      <a:pt x="36" y="696"/>
                      <a:pt x="9" y="866"/>
                    </a:cubicBezTo>
                    <a:cubicBezTo>
                      <a:pt x="9" y="955"/>
                      <a:pt x="0" y="1044"/>
                      <a:pt x="9" y="1142"/>
                    </a:cubicBezTo>
                    <a:cubicBezTo>
                      <a:pt x="27" y="1250"/>
                      <a:pt x="72" y="1348"/>
                      <a:pt x="143" y="1428"/>
                    </a:cubicBezTo>
                    <a:cubicBezTo>
                      <a:pt x="277" y="1589"/>
                      <a:pt x="437" y="1687"/>
                      <a:pt x="553" y="1812"/>
                    </a:cubicBezTo>
                    <a:cubicBezTo>
                      <a:pt x="669" y="1928"/>
                      <a:pt x="767" y="2043"/>
                      <a:pt x="839" y="2151"/>
                    </a:cubicBezTo>
                    <a:cubicBezTo>
                      <a:pt x="901" y="2258"/>
                      <a:pt x="946" y="2356"/>
                      <a:pt x="982" y="2418"/>
                    </a:cubicBezTo>
                    <a:cubicBezTo>
                      <a:pt x="1008" y="2490"/>
                      <a:pt x="1026" y="2525"/>
                      <a:pt x="1026" y="2525"/>
                    </a:cubicBezTo>
                    <a:cubicBezTo>
                      <a:pt x="1026" y="2525"/>
                      <a:pt x="1017" y="2481"/>
                      <a:pt x="990" y="2418"/>
                    </a:cubicBezTo>
                    <a:cubicBezTo>
                      <a:pt x="973" y="2347"/>
                      <a:pt x="937" y="2249"/>
                      <a:pt x="883" y="2124"/>
                    </a:cubicBezTo>
                    <a:cubicBezTo>
                      <a:pt x="821" y="2008"/>
                      <a:pt x="732" y="1874"/>
                      <a:pt x="616" y="1749"/>
                    </a:cubicBezTo>
                    <a:cubicBezTo>
                      <a:pt x="500" y="1615"/>
                      <a:pt x="339" y="1508"/>
                      <a:pt x="223" y="1365"/>
                    </a:cubicBezTo>
                    <a:cubicBezTo>
                      <a:pt x="161" y="1294"/>
                      <a:pt x="125" y="1214"/>
                      <a:pt x="107" y="1134"/>
                    </a:cubicBezTo>
                    <a:cubicBezTo>
                      <a:pt x="98" y="1044"/>
                      <a:pt x="98" y="955"/>
                      <a:pt x="98" y="875"/>
                    </a:cubicBezTo>
                    <a:cubicBezTo>
                      <a:pt x="107" y="705"/>
                      <a:pt x="107" y="545"/>
                      <a:pt x="116" y="420"/>
                    </a:cubicBezTo>
                    <a:cubicBezTo>
                      <a:pt x="116" y="161"/>
                      <a:pt x="116" y="1"/>
                      <a:pt x="1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1277;p48">
                <a:extLst>
                  <a:ext uri="{FF2B5EF4-FFF2-40B4-BE49-F238E27FC236}">
                    <a16:creationId xmlns:a16="http://schemas.microsoft.com/office/drawing/2014/main" id="{DEC8AE97-35A9-55D0-D260-0BB12B3CC854}"/>
                  </a:ext>
                </a:extLst>
              </p:cNvPr>
              <p:cNvSpPr/>
              <p:nvPr/>
            </p:nvSpPr>
            <p:spPr>
              <a:xfrm>
                <a:off x="1207452" y="4378722"/>
                <a:ext cx="113866" cy="13194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81" extrusionOk="0">
                    <a:moveTo>
                      <a:pt x="1562" y="0"/>
                    </a:moveTo>
                    <a:cubicBezTo>
                      <a:pt x="1562" y="0"/>
                      <a:pt x="1472" y="9"/>
                      <a:pt x="1339" y="27"/>
                    </a:cubicBezTo>
                    <a:cubicBezTo>
                      <a:pt x="1196" y="45"/>
                      <a:pt x="1000" y="63"/>
                      <a:pt x="786" y="71"/>
                    </a:cubicBezTo>
                    <a:cubicBezTo>
                      <a:pt x="571" y="89"/>
                      <a:pt x="375" y="89"/>
                      <a:pt x="232" y="89"/>
                    </a:cubicBezTo>
                    <a:cubicBezTo>
                      <a:pt x="90" y="80"/>
                      <a:pt x="1" y="80"/>
                      <a:pt x="1" y="80"/>
                    </a:cubicBezTo>
                    <a:lnTo>
                      <a:pt x="1" y="80"/>
                    </a:lnTo>
                    <a:cubicBezTo>
                      <a:pt x="1" y="80"/>
                      <a:pt x="81" y="107"/>
                      <a:pt x="224" y="134"/>
                    </a:cubicBezTo>
                    <a:cubicBezTo>
                      <a:pt x="342" y="163"/>
                      <a:pt x="503" y="181"/>
                      <a:pt x="676" y="181"/>
                    </a:cubicBezTo>
                    <a:cubicBezTo>
                      <a:pt x="712" y="181"/>
                      <a:pt x="749" y="180"/>
                      <a:pt x="786" y="179"/>
                    </a:cubicBezTo>
                    <a:cubicBezTo>
                      <a:pt x="1009" y="170"/>
                      <a:pt x="1205" y="125"/>
                      <a:pt x="1348" y="80"/>
                    </a:cubicBezTo>
                    <a:cubicBezTo>
                      <a:pt x="1481" y="36"/>
                      <a:pt x="1562" y="0"/>
                      <a:pt x="15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1278;p48">
                <a:extLst>
                  <a:ext uri="{FF2B5EF4-FFF2-40B4-BE49-F238E27FC236}">
                    <a16:creationId xmlns:a16="http://schemas.microsoft.com/office/drawing/2014/main" id="{D4991B0F-EF47-FE47-B434-CE021185128D}"/>
                  </a:ext>
                </a:extLst>
              </p:cNvPr>
              <p:cNvSpPr/>
              <p:nvPr/>
            </p:nvSpPr>
            <p:spPr>
              <a:xfrm>
                <a:off x="1217220" y="4354666"/>
                <a:ext cx="91122" cy="8456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116" extrusionOk="0">
                    <a:moveTo>
                      <a:pt x="1249" y="0"/>
                    </a:moveTo>
                    <a:cubicBezTo>
                      <a:pt x="1249" y="0"/>
                      <a:pt x="1198" y="37"/>
                      <a:pt x="1108" y="37"/>
                    </a:cubicBezTo>
                    <a:cubicBezTo>
                      <a:pt x="1099" y="37"/>
                      <a:pt x="1090" y="37"/>
                      <a:pt x="1080" y="36"/>
                    </a:cubicBezTo>
                    <a:cubicBezTo>
                      <a:pt x="964" y="36"/>
                      <a:pt x="812" y="9"/>
                      <a:pt x="634" y="9"/>
                    </a:cubicBezTo>
                    <a:cubicBezTo>
                      <a:pt x="602" y="8"/>
                      <a:pt x="571" y="8"/>
                      <a:pt x="541" y="8"/>
                    </a:cubicBezTo>
                    <a:cubicBezTo>
                      <a:pt x="236" y="8"/>
                      <a:pt x="0" y="45"/>
                      <a:pt x="0" y="45"/>
                    </a:cubicBezTo>
                    <a:cubicBezTo>
                      <a:pt x="0" y="45"/>
                      <a:pt x="286" y="107"/>
                      <a:pt x="634" y="116"/>
                    </a:cubicBezTo>
                    <a:cubicBezTo>
                      <a:pt x="803" y="116"/>
                      <a:pt x="964" y="116"/>
                      <a:pt x="1080" y="89"/>
                    </a:cubicBezTo>
                    <a:cubicBezTo>
                      <a:pt x="1142" y="80"/>
                      <a:pt x="1187" y="54"/>
                      <a:pt x="1214" y="36"/>
                    </a:cubicBezTo>
                    <a:cubicBezTo>
                      <a:pt x="1240" y="9"/>
                      <a:pt x="1249" y="0"/>
                      <a:pt x="12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1279;p48">
                <a:extLst>
                  <a:ext uri="{FF2B5EF4-FFF2-40B4-BE49-F238E27FC236}">
                    <a16:creationId xmlns:a16="http://schemas.microsoft.com/office/drawing/2014/main" id="{799D7965-A534-0D01-C426-BDC1BB917DC2}"/>
                  </a:ext>
                </a:extLst>
              </p:cNvPr>
              <p:cNvSpPr/>
              <p:nvPr/>
            </p:nvSpPr>
            <p:spPr>
              <a:xfrm>
                <a:off x="1227644" y="4331048"/>
                <a:ext cx="83905" cy="8310"/>
              </a:xfrm>
              <a:custGeom>
                <a:avLst/>
                <a:gdLst/>
                <a:ahLst/>
                <a:cxnLst/>
                <a:rect l="l" t="t" r="r" b="b"/>
                <a:pathLst>
                  <a:path w="1151" h="114" extrusionOk="0">
                    <a:moveTo>
                      <a:pt x="978" y="1"/>
                    </a:moveTo>
                    <a:cubicBezTo>
                      <a:pt x="872" y="1"/>
                      <a:pt x="727" y="3"/>
                      <a:pt x="571" y="12"/>
                    </a:cubicBezTo>
                    <a:cubicBezTo>
                      <a:pt x="259" y="30"/>
                      <a:pt x="0" y="65"/>
                      <a:pt x="0" y="65"/>
                    </a:cubicBezTo>
                    <a:cubicBezTo>
                      <a:pt x="0" y="65"/>
                      <a:pt x="198" y="113"/>
                      <a:pt x="463" y="113"/>
                    </a:cubicBezTo>
                    <a:cubicBezTo>
                      <a:pt x="501" y="113"/>
                      <a:pt x="540" y="112"/>
                      <a:pt x="580" y="110"/>
                    </a:cubicBezTo>
                    <a:cubicBezTo>
                      <a:pt x="901" y="92"/>
                      <a:pt x="1151" y="3"/>
                      <a:pt x="1151" y="3"/>
                    </a:cubicBezTo>
                    <a:cubicBezTo>
                      <a:pt x="1151" y="3"/>
                      <a:pt x="1084" y="1"/>
                      <a:pt x="97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1280;p48">
                <a:extLst>
                  <a:ext uri="{FF2B5EF4-FFF2-40B4-BE49-F238E27FC236}">
                    <a16:creationId xmlns:a16="http://schemas.microsoft.com/office/drawing/2014/main" id="{299648C0-6DE0-6C11-B91D-D939DAE1C49B}"/>
                  </a:ext>
                </a:extLst>
              </p:cNvPr>
              <p:cNvSpPr/>
              <p:nvPr/>
            </p:nvSpPr>
            <p:spPr>
              <a:xfrm>
                <a:off x="1230851" y="4311075"/>
                <a:ext cx="73554" cy="9404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29" extrusionOk="0">
                    <a:moveTo>
                      <a:pt x="1009" y="0"/>
                    </a:moveTo>
                    <a:lnTo>
                      <a:pt x="1009" y="0"/>
                    </a:lnTo>
                    <a:cubicBezTo>
                      <a:pt x="1009" y="0"/>
                      <a:pt x="786" y="0"/>
                      <a:pt x="509" y="18"/>
                    </a:cubicBezTo>
                    <a:cubicBezTo>
                      <a:pt x="233" y="45"/>
                      <a:pt x="1" y="72"/>
                      <a:pt x="1" y="72"/>
                    </a:cubicBezTo>
                    <a:cubicBezTo>
                      <a:pt x="1" y="72"/>
                      <a:pt x="63" y="90"/>
                      <a:pt x="152" y="107"/>
                    </a:cubicBezTo>
                    <a:cubicBezTo>
                      <a:pt x="218" y="120"/>
                      <a:pt x="307" y="129"/>
                      <a:pt x="406" y="129"/>
                    </a:cubicBezTo>
                    <a:cubicBezTo>
                      <a:pt x="442" y="129"/>
                      <a:pt x="480" y="128"/>
                      <a:pt x="518" y="125"/>
                    </a:cubicBezTo>
                    <a:cubicBezTo>
                      <a:pt x="661" y="116"/>
                      <a:pt x="786" y="81"/>
                      <a:pt x="875" y="54"/>
                    </a:cubicBezTo>
                    <a:cubicBezTo>
                      <a:pt x="964" y="27"/>
                      <a:pt x="1009" y="0"/>
                      <a:pt x="10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1281;p48">
                <a:extLst>
                  <a:ext uri="{FF2B5EF4-FFF2-40B4-BE49-F238E27FC236}">
                    <a16:creationId xmlns:a16="http://schemas.microsoft.com/office/drawing/2014/main" id="{EA918C9D-DA51-42AE-F296-442C247F3C1C}"/>
                  </a:ext>
                </a:extLst>
              </p:cNvPr>
              <p:cNvSpPr/>
              <p:nvPr/>
            </p:nvSpPr>
            <p:spPr>
              <a:xfrm>
                <a:off x="1438969" y="4019057"/>
                <a:ext cx="110002" cy="192595"/>
              </a:xfrm>
              <a:custGeom>
                <a:avLst/>
                <a:gdLst/>
                <a:ahLst/>
                <a:cxnLst/>
                <a:rect l="l" t="t" r="r" b="b"/>
                <a:pathLst>
                  <a:path w="1509" h="2642" extrusionOk="0">
                    <a:moveTo>
                      <a:pt x="1463" y="1"/>
                    </a:moveTo>
                    <a:lnTo>
                      <a:pt x="1463" y="1"/>
                    </a:lnTo>
                    <a:cubicBezTo>
                      <a:pt x="1463" y="1"/>
                      <a:pt x="1481" y="179"/>
                      <a:pt x="1428" y="465"/>
                    </a:cubicBezTo>
                    <a:cubicBezTo>
                      <a:pt x="1401" y="598"/>
                      <a:pt x="1365" y="768"/>
                      <a:pt x="1303" y="946"/>
                    </a:cubicBezTo>
                    <a:cubicBezTo>
                      <a:pt x="1249" y="1125"/>
                      <a:pt x="1160" y="1312"/>
                      <a:pt x="1017" y="1473"/>
                    </a:cubicBezTo>
                    <a:cubicBezTo>
                      <a:pt x="884" y="1633"/>
                      <a:pt x="696" y="1723"/>
                      <a:pt x="536" y="1838"/>
                    </a:cubicBezTo>
                    <a:cubicBezTo>
                      <a:pt x="375" y="1954"/>
                      <a:pt x="268" y="2097"/>
                      <a:pt x="179" y="2213"/>
                    </a:cubicBezTo>
                    <a:cubicBezTo>
                      <a:pt x="90" y="2329"/>
                      <a:pt x="27" y="2427"/>
                      <a:pt x="9" y="2516"/>
                    </a:cubicBezTo>
                    <a:cubicBezTo>
                      <a:pt x="0" y="2552"/>
                      <a:pt x="0" y="2588"/>
                      <a:pt x="0" y="2606"/>
                    </a:cubicBezTo>
                    <a:cubicBezTo>
                      <a:pt x="9" y="2632"/>
                      <a:pt x="9" y="2641"/>
                      <a:pt x="9" y="2641"/>
                    </a:cubicBezTo>
                    <a:cubicBezTo>
                      <a:pt x="9" y="2641"/>
                      <a:pt x="9" y="2632"/>
                      <a:pt x="9" y="2606"/>
                    </a:cubicBezTo>
                    <a:cubicBezTo>
                      <a:pt x="9" y="2588"/>
                      <a:pt x="9" y="2552"/>
                      <a:pt x="27" y="2516"/>
                    </a:cubicBezTo>
                    <a:cubicBezTo>
                      <a:pt x="45" y="2445"/>
                      <a:pt x="116" y="2347"/>
                      <a:pt x="215" y="2249"/>
                    </a:cubicBezTo>
                    <a:cubicBezTo>
                      <a:pt x="313" y="2142"/>
                      <a:pt x="429" y="2017"/>
                      <a:pt x="589" y="1910"/>
                    </a:cubicBezTo>
                    <a:cubicBezTo>
                      <a:pt x="741" y="1812"/>
                      <a:pt x="946" y="1723"/>
                      <a:pt x="1098" y="1544"/>
                    </a:cubicBezTo>
                    <a:cubicBezTo>
                      <a:pt x="1249" y="1366"/>
                      <a:pt x="1339" y="1161"/>
                      <a:pt x="1392" y="973"/>
                    </a:cubicBezTo>
                    <a:cubicBezTo>
                      <a:pt x="1446" y="786"/>
                      <a:pt x="1463" y="616"/>
                      <a:pt x="1481" y="465"/>
                    </a:cubicBezTo>
                    <a:cubicBezTo>
                      <a:pt x="1508" y="179"/>
                      <a:pt x="1464" y="1"/>
                      <a:pt x="14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1282;p48">
                <a:extLst>
                  <a:ext uri="{FF2B5EF4-FFF2-40B4-BE49-F238E27FC236}">
                    <a16:creationId xmlns:a16="http://schemas.microsoft.com/office/drawing/2014/main" id="{DE6555B4-ECD8-98D4-4D5E-2E5F96F977D9}"/>
                  </a:ext>
                </a:extLst>
              </p:cNvPr>
              <p:cNvSpPr/>
              <p:nvPr/>
            </p:nvSpPr>
            <p:spPr>
              <a:xfrm>
                <a:off x="1559903" y="4019057"/>
                <a:ext cx="80114" cy="156146"/>
              </a:xfrm>
              <a:custGeom>
                <a:avLst/>
                <a:gdLst/>
                <a:ahLst/>
                <a:cxnLst/>
                <a:rect l="l" t="t" r="r" b="b"/>
                <a:pathLst>
                  <a:path w="1099" h="2142" extrusionOk="0">
                    <a:moveTo>
                      <a:pt x="72" y="1"/>
                    </a:moveTo>
                    <a:cubicBezTo>
                      <a:pt x="72" y="1"/>
                      <a:pt x="72" y="152"/>
                      <a:pt x="63" y="393"/>
                    </a:cubicBezTo>
                    <a:cubicBezTo>
                      <a:pt x="63" y="518"/>
                      <a:pt x="54" y="661"/>
                      <a:pt x="45" y="822"/>
                    </a:cubicBezTo>
                    <a:cubicBezTo>
                      <a:pt x="36" y="902"/>
                      <a:pt x="28" y="982"/>
                      <a:pt x="28" y="1071"/>
                    </a:cubicBezTo>
                    <a:cubicBezTo>
                      <a:pt x="19" y="1161"/>
                      <a:pt x="1" y="1259"/>
                      <a:pt x="36" y="1357"/>
                    </a:cubicBezTo>
                    <a:cubicBezTo>
                      <a:pt x="90" y="1562"/>
                      <a:pt x="251" y="1696"/>
                      <a:pt x="402" y="1767"/>
                    </a:cubicBezTo>
                    <a:cubicBezTo>
                      <a:pt x="554" y="1847"/>
                      <a:pt x="706" y="1874"/>
                      <a:pt x="821" y="1901"/>
                    </a:cubicBezTo>
                    <a:cubicBezTo>
                      <a:pt x="937" y="1928"/>
                      <a:pt x="1009" y="1999"/>
                      <a:pt x="1045" y="2053"/>
                    </a:cubicBezTo>
                    <a:cubicBezTo>
                      <a:pt x="1089" y="2106"/>
                      <a:pt x="1098" y="2142"/>
                      <a:pt x="1098" y="2142"/>
                    </a:cubicBezTo>
                    <a:cubicBezTo>
                      <a:pt x="1098" y="2142"/>
                      <a:pt x="1089" y="2106"/>
                      <a:pt x="1062" y="2044"/>
                    </a:cubicBezTo>
                    <a:cubicBezTo>
                      <a:pt x="1027" y="1981"/>
                      <a:pt x="955" y="1892"/>
                      <a:pt x="830" y="1847"/>
                    </a:cubicBezTo>
                    <a:cubicBezTo>
                      <a:pt x="714" y="1803"/>
                      <a:pt x="581" y="1767"/>
                      <a:pt x="447" y="1696"/>
                    </a:cubicBezTo>
                    <a:cubicBezTo>
                      <a:pt x="313" y="1615"/>
                      <a:pt x="179" y="1491"/>
                      <a:pt x="135" y="1330"/>
                    </a:cubicBezTo>
                    <a:cubicBezTo>
                      <a:pt x="108" y="1250"/>
                      <a:pt x="117" y="1169"/>
                      <a:pt x="126" y="1080"/>
                    </a:cubicBezTo>
                    <a:cubicBezTo>
                      <a:pt x="126" y="991"/>
                      <a:pt x="135" y="902"/>
                      <a:pt x="135" y="822"/>
                    </a:cubicBezTo>
                    <a:cubicBezTo>
                      <a:pt x="135" y="661"/>
                      <a:pt x="126" y="518"/>
                      <a:pt x="117" y="393"/>
                    </a:cubicBezTo>
                    <a:cubicBezTo>
                      <a:pt x="99" y="144"/>
                      <a:pt x="72" y="1"/>
                      <a:pt x="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1283;p48">
                <a:extLst>
                  <a:ext uri="{FF2B5EF4-FFF2-40B4-BE49-F238E27FC236}">
                    <a16:creationId xmlns:a16="http://schemas.microsoft.com/office/drawing/2014/main" id="{9F5355CF-F739-F80F-5751-E20A56C258BD}"/>
                  </a:ext>
                </a:extLst>
              </p:cNvPr>
              <p:cNvSpPr/>
              <p:nvPr/>
            </p:nvSpPr>
            <p:spPr>
              <a:xfrm>
                <a:off x="1493568" y="4112071"/>
                <a:ext cx="110658" cy="12538"/>
              </a:xfrm>
              <a:custGeom>
                <a:avLst/>
                <a:gdLst/>
                <a:ahLst/>
                <a:cxnLst/>
                <a:rect l="l" t="t" r="r" b="b"/>
                <a:pathLst>
                  <a:path w="1518" h="172" extrusionOk="0">
                    <a:moveTo>
                      <a:pt x="1517" y="0"/>
                    </a:moveTo>
                    <a:cubicBezTo>
                      <a:pt x="1517" y="0"/>
                      <a:pt x="1428" y="9"/>
                      <a:pt x="1294" y="27"/>
                    </a:cubicBezTo>
                    <a:cubicBezTo>
                      <a:pt x="1152" y="45"/>
                      <a:pt x="964" y="54"/>
                      <a:pt x="759" y="63"/>
                    </a:cubicBezTo>
                    <a:cubicBezTo>
                      <a:pt x="656" y="67"/>
                      <a:pt x="556" y="70"/>
                      <a:pt x="465" y="70"/>
                    </a:cubicBezTo>
                    <a:cubicBezTo>
                      <a:pt x="373" y="70"/>
                      <a:pt x="291" y="67"/>
                      <a:pt x="224" y="63"/>
                    </a:cubicBezTo>
                    <a:cubicBezTo>
                      <a:pt x="90" y="63"/>
                      <a:pt x="1" y="54"/>
                      <a:pt x="1" y="54"/>
                    </a:cubicBezTo>
                    <a:lnTo>
                      <a:pt x="1" y="54"/>
                    </a:lnTo>
                    <a:cubicBezTo>
                      <a:pt x="1" y="54"/>
                      <a:pt x="81" y="90"/>
                      <a:pt x="215" y="116"/>
                    </a:cubicBezTo>
                    <a:cubicBezTo>
                      <a:pt x="339" y="147"/>
                      <a:pt x="496" y="172"/>
                      <a:pt x="676" y="172"/>
                    </a:cubicBezTo>
                    <a:cubicBezTo>
                      <a:pt x="703" y="172"/>
                      <a:pt x="731" y="171"/>
                      <a:pt x="759" y="170"/>
                    </a:cubicBezTo>
                    <a:cubicBezTo>
                      <a:pt x="973" y="161"/>
                      <a:pt x="1169" y="116"/>
                      <a:pt x="1303" y="81"/>
                    </a:cubicBezTo>
                    <a:cubicBezTo>
                      <a:pt x="1437" y="36"/>
                      <a:pt x="1517" y="0"/>
                      <a:pt x="15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1284;p48">
                <a:extLst>
                  <a:ext uri="{FF2B5EF4-FFF2-40B4-BE49-F238E27FC236}">
                    <a16:creationId xmlns:a16="http://schemas.microsoft.com/office/drawing/2014/main" id="{C5ED526C-DF49-8703-F618-5D1B85EAC403}"/>
                  </a:ext>
                </a:extLst>
              </p:cNvPr>
              <p:cNvSpPr/>
              <p:nvPr/>
            </p:nvSpPr>
            <p:spPr>
              <a:xfrm>
                <a:off x="1503336" y="4086703"/>
                <a:ext cx="89154" cy="13267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182" extrusionOk="0">
                    <a:moveTo>
                      <a:pt x="1223" y="1"/>
                    </a:moveTo>
                    <a:cubicBezTo>
                      <a:pt x="1223" y="1"/>
                      <a:pt x="1151" y="9"/>
                      <a:pt x="1044" y="27"/>
                    </a:cubicBezTo>
                    <a:cubicBezTo>
                      <a:pt x="937" y="45"/>
                      <a:pt x="786" y="63"/>
                      <a:pt x="616" y="72"/>
                    </a:cubicBezTo>
                    <a:cubicBezTo>
                      <a:pt x="447" y="90"/>
                      <a:pt x="295" y="90"/>
                      <a:pt x="188" y="90"/>
                    </a:cubicBezTo>
                    <a:lnTo>
                      <a:pt x="1" y="90"/>
                    </a:lnTo>
                    <a:cubicBezTo>
                      <a:pt x="1" y="90"/>
                      <a:pt x="72" y="117"/>
                      <a:pt x="179" y="143"/>
                    </a:cubicBezTo>
                    <a:cubicBezTo>
                      <a:pt x="274" y="165"/>
                      <a:pt x="394" y="181"/>
                      <a:pt x="533" y="181"/>
                    </a:cubicBezTo>
                    <a:cubicBezTo>
                      <a:pt x="563" y="181"/>
                      <a:pt x="593" y="181"/>
                      <a:pt x="625" y="179"/>
                    </a:cubicBezTo>
                    <a:cubicBezTo>
                      <a:pt x="795" y="161"/>
                      <a:pt x="955" y="117"/>
                      <a:pt x="1053" y="81"/>
                    </a:cubicBezTo>
                    <a:cubicBezTo>
                      <a:pt x="1160" y="36"/>
                      <a:pt x="1223" y="1"/>
                      <a:pt x="12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1285;p48">
                <a:extLst>
                  <a:ext uri="{FF2B5EF4-FFF2-40B4-BE49-F238E27FC236}">
                    <a16:creationId xmlns:a16="http://schemas.microsoft.com/office/drawing/2014/main" id="{48E46133-243A-3792-68DE-53E4F489F536}"/>
                  </a:ext>
                </a:extLst>
              </p:cNvPr>
              <p:cNvSpPr/>
              <p:nvPr/>
            </p:nvSpPr>
            <p:spPr>
              <a:xfrm>
                <a:off x="1510480" y="4057472"/>
                <a:ext cx="89810" cy="17204"/>
              </a:xfrm>
              <a:custGeom>
                <a:avLst/>
                <a:gdLst/>
                <a:ahLst/>
                <a:cxnLst/>
                <a:rect l="l" t="t" r="r" b="b"/>
                <a:pathLst>
                  <a:path w="1232" h="236" extrusionOk="0">
                    <a:moveTo>
                      <a:pt x="1232" y="0"/>
                    </a:moveTo>
                    <a:lnTo>
                      <a:pt x="1232" y="0"/>
                    </a:lnTo>
                    <a:cubicBezTo>
                      <a:pt x="1232" y="0"/>
                      <a:pt x="1160" y="18"/>
                      <a:pt x="1053" y="36"/>
                    </a:cubicBezTo>
                    <a:cubicBezTo>
                      <a:pt x="937" y="63"/>
                      <a:pt x="786" y="80"/>
                      <a:pt x="616" y="107"/>
                    </a:cubicBezTo>
                    <a:cubicBezTo>
                      <a:pt x="447" y="134"/>
                      <a:pt x="295" y="161"/>
                      <a:pt x="179" y="170"/>
                    </a:cubicBezTo>
                    <a:cubicBezTo>
                      <a:pt x="72" y="187"/>
                      <a:pt x="1" y="196"/>
                      <a:pt x="1" y="196"/>
                    </a:cubicBezTo>
                    <a:cubicBezTo>
                      <a:pt x="1" y="196"/>
                      <a:pt x="63" y="214"/>
                      <a:pt x="179" y="223"/>
                    </a:cubicBezTo>
                    <a:cubicBezTo>
                      <a:pt x="231" y="231"/>
                      <a:pt x="292" y="236"/>
                      <a:pt x="360" y="236"/>
                    </a:cubicBezTo>
                    <a:cubicBezTo>
                      <a:pt x="443" y="236"/>
                      <a:pt x="536" y="229"/>
                      <a:pt x="634" y="214"/>
                    </a:cubicBezTo>
                    <a:cubicBezTo>
                      <a:pt x="813" y="187"/>
                      <a:pt x="964" y="134"/>
                      <a:pt x="1071" y="89"/>
                    </a:cubicBezTo>
                    <a:cubicBezTo>
                      <a:pt x="1169" y="36"/>
                      <a:pt x="1232" y="0"/>
                      <a:pt x="12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1286;p48">
                <a:extLst>
                  <a:ext uri="{FF2B5EF4-FFF2-40B4-BE49-F238E27FC236}">
                    <a16:creationId xmlns:a16="http://schemas.microsoft.com/office/drawing/2014/main" id="{D5D0BE9F-22A5-0CBE-AE4C-ADF4927360FE}"/>
                  </a:ext>
                </a:extLst>
              </p:cNvPr>
              <p:cNvSpPr/>
              <p:nvPr/>
            </p:nvSpPr>
            <p:spPr>
              <a:xfrm>
                <a:off x="1524184" y="4046392"/>
                <a:ext cx="67649" cy="11518"/>
              </a:xfrm>
              <a:custGeom>
                <a:avLst/>
                <a:gdLst/>
                <a:ahLst/>
                <a:cxnLst/>
                <a:rect l="l" t="t" r="r" b="b"/>
                <a:pathLst>
                  <a:path w="928" h="158" extrusionOk="0">
                    <a:moveTo>
                      <a:pt x="928" y="0"/>
                    </a:moveTo>
                    <a:lnTo>
                      <a:pt x="928" y="0"/>
                    </a:lnTo>
                    <a:cubicBezTo>
                      <a:pt x="928" y="0"/>
                      <a:pt x="714" y="0"/>
                      <a:pt x="464" y="36"/>
                    </a:cubicBezTo>
                    <a:cubicBezTo>
                      <a:pt x="205" y="81"/>
                      <a:pt x="0" y="134"/>
                      <a:pt x="0" y="134"/>
                    </a:cubicBezTo>
                    <a:cubicBezTo>
                      <a:pt x="0" y="134"/>
                      <a:pt x="109" y="157"/>
                      <a:pt x="266" y="157"/>
                    </a:cubicBezTo>
                    <a:cubicBezTo>
                      <a:pt x="329" y="157"/>
                      <a:pt x="399" y="153"/>
                      <a:pt x="473" y="143"/>
                    </a:cubicBezTo>
                    <a:cubicBezTo>
                      <a:pt x="741" y="108"/>
                      <a:pt x="928" y="0"/>
                      <a:pt x="9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1287;p48">
                <a:extLst>
                  <a:ext uri="{FF2B5EF4-FFF2-40B4-BE49-F238E27FC236}">
                    <a16:creationId xmlns:a16="http://schemas.microsoft.com/office/drawing/2014/main" id="{C4C0E001-73C2-EBBF-F817-75B199445CDC}"/>
                  </a:ext>
                </a:extLst>
              </p:cNvPr>
              <p:cNvSpPr/>
              <p:nvPr/>
            </p:nvSpPr>
            <p:spPr>
              <a:xfrm>
                <a:off x="1518936" y="4033854"/>
                <a:ext cx="66410" cy="9331"/>
              </a:xfrm>
              <a:custGeom>
                <a:avLst/>
                <a:gdLst/>
                <a:ahLst/>
                <a:cxnLst/>
                <a:rect l="l" t="t" r="r" b="b"/>
                <a:pathLst>
                  <a:path w="911" h="128" extrusionOk="0">
                    <a:moveTo>
                      <a:pt x="772" y="1"/>
                    </a:moveTo>
                    <a:cubicBezTo>
                      <a:pt x="688" y="1"/>
                      <a:pt x="572" y="3"/>
                      <a:pt x="447" y="12"/>
                    </a:cubicBezTo>
                    <a:cubicBezTo>
                      <a:pt x="206" y="39"/>
                      <a:pt x="1" y="101"/>
                      <a:pt x="1" y="101"/>
                    </a:cubicBezTo>
                    <a:cubicBezTo>
                      <a:pt x="1" y="101"/>
                      <a:pt x="122" y="127"/>
                      <a:pt x="296" y="127"/>
                    </a:cubicBezTo>
                    <a:cubicBezTo>
                      <a:pt x="348" y="127"/>
                      <a:pt x="405" y="125"/>
                      <a:pt x="465" y="119"/>
                    </a:cubicBezTo>
                    <a:cubicBezTo>
                      <a:pt x="714" y="92"/>
                      <a:pt x="911" y="3"/>
                      <a:pt x="911" y="3"/>
                    </a:cubicBezTo>
                    <a:cubicBezTo>
                      <a:pt x="911" y="3"/>
                      <a:pt x="857" y="1"/>
                      <a:pt x="7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1288;p48">
                <a:extLst>
                  <a:ext uri="{FF2B5EF4-FFF2-40B4-BE49-F238E27FC236}">
                    <a16:creationId xmlns:a16="http://schemas.microsoft.com/office/drawing/2014/main" id="{63460486-2C78-92C6-4296-F737E973C30D}"/>
                  </a:ext>
                </a:extLst>
              </p:cNvPr>
              <p:cNvSpPr/>
              <p:nvPr/>
            </p:nvSpPr>
            <p:spPr>
              <a:xfrm>
                <a:off x="1479280" y="4261652"/>
                <a:ext cx="150315" cy="16985"/>
              </a:xfrm>
              <a:custGeom>
                <a:avLst/>
                <a:gdLst/>
                <a:ahLst/>
                <a:cxnLst/>
                <a:rect l="l" t="t" r="r" b="b"/>
                <a:pathLst>
                  <a:path w="2062" h="233" extrusionOk="0">
                    <a:moveTo>
                      <a:pt x="1428" y="0"/>
                    </a:moveTo>
                    <a:cubicBezTo>
                      <a:pt x="1303" y="0"/>
                      <a:pt x="1165" y="5"/>
                      <a:pt x="1018" y="18"/>
                    </a:cubicBezTo>
                    <a:cubicBezTo>
                      <a:pt x="732" y="45"/>
                      <a:pt x="482" y="98"/>
                      <a:pt x="295" y="143"/>
                    </a:cubicBezTo>
                    <a:cubicBezTo>
                      <a:pt x="117" y="197"/>
                      <a:pt x="1" y="232"/>
                      <a:pt x="1" y="232"/>
                    </a:cubicBezTo>
                    <a:cubicBezTo>
                      <a:pt x="1" y="232"/>
                      <a:pt x="125" y="214"/>
                      <a:pt x="304" y="197"/>
                    </a:cubicBezTo>
                    <a:cubicBezTo>
                      <a:pt x="491" y="179"/>
                      <a:pt x="750" y="152"/>
                      <a:pt x="1035" y="125"/>
                    </a:cubicBezTo>
                    <a:cubicBezTo>
                      <a:pt x="1312" y="98"/>
                      <a:pt x="1571" y="72"/>
                      <a:pt x="1758" y="63"/>
                    </a:cubicBezTo>
                    <a:cubicBezTo>
                      <a:pt x="1945" y="45"/>
                      <a:pt x="2061" y="45"/>
                      <a:pt x="2061" y="45"/>
                    </a:cubicBezTo>
                    <a:cubicBezTo>
                      <a:pt x="2061" y="45"/>
                      <a:pt x="1945" y="27"/>
                      <a:pt x="1758" y="9"/>
                    </a:cubicBezTo>
                    <a:cubicBezTo>
                      <a:pt x="1664" y="5"/>
                      <a:pt x="1553" y="0"/>
                      <a:pt x="14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1289;p48">
                <a:extLst>
                  <a:ext uri="{FF2B5EF4-FFF2-40B4-BE49-F238E27FC236}">
                    <a16:creationId xmlns:a16="http://schemas.microsoft.com/office/drawing/2014/main" id="{68099822-89AE-FE4C-4667-089155929937}"/>
                  </a:ext>
                </a:extLst>
              </p:cNvPr>
              <p:cNvSpPr/>
              <p:nvPr/>
            </p:nvSpPr>
            <p:spPr>
              <a:xfrm>
                <a:off x="1481249" y="4280896"/>
                <a:ext cx="107378" cy="8966"/>
              </a:xfrm>
              <a:custGeom>
                <a:avLst/>
                <a:gdLst/>
                <a:ahLst/>
                <a:cxnLst/>
                <a:rect l="l" t="t" r="r" b="b"/>
                <a:pathLst>
                  <a:path w="1473" h="123" extrusionOk="0">
                    <a:moveTo>
                      <a:pt x="881" y="1"/>
                    </a:moveTo>
                    <a:cubicBezTo>
                      <a:pt x="833" y="1"/>
                      <a:pt x="783" y="2"/>
                      <a:pt x="732" y="4"/>
                    </a:cubicBezTo>
                    <a:cubicBezTo>
                      <a:pt x="321" y="22"/>
                      <a:pt x="0" y="120"/>
                      <a:pt x="0" y="120"/>
                    </a:cubicBezTo>
                    <a:cubicBezTo>
                      <a:pt x="0" y="120"/>
                      <a:pt x="85" y="122"/>
                      <a:pt x="220" y="122"/>
                    </a:cubicBezTo>
                    <a:cubicBezTo>
                      <a:pt x="355" y="122"/>
                      <a:pt x="540" y="120"/>
                      <a:pt x="741" y="111"/>
                    </a:cubicBezTo>
                    <a:cubicBezTo>
                      <a:pt x="1142" y="93"/>
                      <a:pt x="1472" y="49"/>
                      <a:pt x="1472" y="49"/>
                    </a:cubicBezTo>
                    <a:cubicBezTo>
                      <a:pt x="1472" y="49"/>
                      <a:pt x="1220" y="1"/>
                      <a:pt x="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1290;p48">
                <a:extLst>
                  <a:ext uri="{FF2B5EF4-FFF2-40B4-BE49-F238E27FC236}">
                    <a16:creationId xmlns:a16="http://schemas.microsoft.com/office/drawing/2014/main" id="{13B02F38-53BA-3864-ACAB-0170C2610553}"/>
                  </a:ext>
                </a:extLst>
              </p:cNvPr>
              <p:cNvSpPr/>
              <p:nvPr/>
            </p:nvSpPr>
            <p:spPr>
              <a:xfrm>
                <a:off x="1139804" y="4459854"/>
                <a:ext cx="178307" cy="31419"/>
              </a:xfrm>
              <a:custGeom>
                <a:avLst/>
                <a:gdLst/>
                <a:ahLst/>
                <a:cxnLst/>
                <a:rect l="l" t="t" r="r" b="b"/>
                <a:pathLst>
                  <a:path w="2446" h="431" extrusionOk="0">
                    <a:moveTo>
                      <a:pt x="1136" y="0"/>
                    </a:moveTo>
                    <a:cubicBezTo>
                      <a:pt x="804" y="0"/>
                      <a:pt x="502" y="92"/>
                      <a:pt x="313" y="198"/>
                    </a:cubicBezTo>
                    <a:cubicBezTo>
                      <a:pt x="206" y="252"/>
                      <a:pt x="126" y="314"/>
                      <a:pt x="72" y="359"/>
                    </a:cubicBezTo>
                    <a:cubicBezTo>
                      <a:pt x="28" y="404"/>
                      <a:pt x="1" y="430"/>
                      <a:pt x="1" y="430"/>
                    </a:cubicBezTo>
                    <a:cubicBezTo>
                      <a:pt x="1" y="430"/>
                      <a:pt x="28" y="404"/>
                      <a:pt x="81" y="368"/>
                    </a:cubicBezTo>
                    <a:cubicBezTo>
                      <a:pt x="143" y="332"/>
                      <a:pt x="224" y="288"/>
                      <a:pt x="331" y="243"/>
                    </a:cubicBezTo>
                    <a:cubicBezTo>
                      <a:pt x="531" y="160"/>
                      <a:pt x="826" y="99"/>
                      <a:pt x="1155" y="99"/>
                    </a:cubicBezTo>
                    <a:cubicBezTo>
                      <a:pt x="1178" y="99"/>
                      <a:pt x="1200" y="100"/>
                      <a:pt x="1223" y="100"/>
                    </a:cubicBezTo>
                    <a:cubicBezTo>
                      <a:pt x="1580" y="118"/>
                      <a:pt x="1892" y="181"/>
                      <a:pt x="2124" y="234"/>
                    </a:cubicBezTo>
                    <a:cubicBezTo>
                      <a:pt x="2240" y="270"/>
                      <a:pt x="2320" y="306"/>
                      <a:pt x="2374" y="350"/>
                    </a:cubicBezTo>
                    <a:cubicBezTo>
                      <a:pt x="2427" y="386"/>
                      <a:pt x="2445" y="413"/>
                      <a:pt x="2445" y="413"/>
                    </a:cubicBezTo>
                    <a:cubicBezTo>
                      <a:pt x="2445" y="413"/>
                      <a:pt x="2436" y="386"/>
                      <a:pt x="2383" y="332"/>
                    </a:cubicBezTo>
                    <a:cubicBezTo>
                      <a:pt x="2338" y="288"/>
                      <a:pt x="2249" y="234"/>
                      <a:pt x="2142" y="190"/>
                    </a:cubicBezTo>
                    <a:cubicBezTo>
                      <a:pt x="1919" y="109"/>
                      <a:pt x="1598" y="11"/>
                      <a:pt x="1223" y="2"/>
                    </a:cubicBezTo>
                    <a:cubicBezTo>
                      <a:pt x="1194" y="1"/>
                      <a:pt x="1165" y="0"/>
                      <a:pt x="11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1291;p48">
                <a:extLst>
                  <a:ext uri="{FF2B5EF4-FFF2-40B4-BE49-F238E27FC236}">
                    <a16:creationId xmlns:a16="http://schemas.microsoft.com/office/drawing/2014/main" id="{5F3B6258-BD96-6D92-F9B8-D4A8B5D4A5B7}"/>
                  </a:ext>
                </a:extLst>
              </p:cNvPr>
              <p:cNvSpPr/>
              <p:nvPr/>
            </p:nvSpPr>
            <p:spPr>
              <a:xfrm>
                <a:off x="1438969" y="3983994"/>
                <a:ext cx="7873" cy="96954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330" extrusionOk="0">
                    <a:moveTo>
                      <a:pt x="99" y="0"/>
                    </a:moveTo>
                    <a:cubicBezTo>
                      <a:pt x="99" y="0"/>
                      <a:pt x="81" y="71"/>
                      <a:pt x="54" y="187"/>
                    </a:cubicBezTo>
                    <a:cubicBezTo>
                      <a:pt x="27" y="312"/>
                      <a:pt x="0" y="482"/>
                      <a:pt x="0" y="660"/>
                    </a:cubicBezTo>
                    <a:cubicBezTo>
                      <a:pt x="0" y="848"/>
                      <a:pt x="27" y="1017"/>
                      <a:pt x="45" y="1142"/>
                    </a:cubicBezTo>
                    <a:cubicBezTo>
                      <a:pt x="72" y="1258"/>
                      <a:pt x="90" y="1329"/>
                      <a:pt x="90" y="1329"/>
                    </a:cubicBezTo>
                    <a:cubicBezTo>
                      <a:pt x="90" y="1329"/>
                      <a:pt x="107" y="1026"/>
                      <a:pt x="107" y="669"/>
                    </a:cubicBezTo>
                    <a:cubicBezTo>
                      <a:pt x="107" y="303"/>
                      <a:pt x="99" y="0"/>
                      <a:pt x="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1292;p48">
                <a:extLst>
                  <a:ext uri="{FF2B5EF4-FFF2-40B4-BE49-F238E27FC236}">
                    <a16:creationId xmlns:a16="http://schemas.microsoft.com/office/drawing/2014/main" id="{A7421AFD-9D3C-25BD-3B0A-1D8D3C850341}"/>
                  </a:ext>
                </a:extLst>
              </p:cNvPr>
              <p:cNvSpPr/>
              <p:nvPr/>
            </p:nvSpPr>
            <p:spPr>
              <a:xfrm>
                <a:off x="1437001" y="4127014"/>
                <a:ext cx="78146" cy="271252"/>
              </a:xfrm>
              <a:custGeom>
                <a:avLst/>
                <a:gdLst/>
                <a:ahLst/>
                <a:cxnLst/>
                <a:rect l="l" t="t" r="r" b="b"/>
                <a:pathLst>
                  <a:path w="1072" h="3721" extrusionOk="0">
                    <a:moveTo>
                      <a:pt x="340" y="1"/>
                    </a:moveTo>
                    <a:lnTo>
                      <a:pt x="340" y="1"/>
                    </a:lnTo>
                    <a:cubicBezTo>
                      <a:pt x="339" y="1"/>
                      <a:pt x="322" y="10"/>
                      <a:pt x="304" y="27"/>
                    </a:cubicBezTo>
                    <a:cubicBezTo>
                      <a:pt x="286" y="45"/>
                      <a:pt x="259" y="81"/>
                      <a:pt x="224" y="126"/>
                    </a:cubicBezTo>
                    <a:cubicBezTo>
                      <a:pt x="161" y="215"/>
                      <a:pt x="99" y="366"/>
                      <a:pt x="72" y="554"/>
                    </a:cubicBezTo>
                    <a:cubicBezTo>
                      <a:pt x="45" y="750"/>
                      <a:pt x="36" y="982"/>
                      <a:pt x="27" y="1232"/>
                    </a:cubicBezTo>
                    <a:cubicBezTo>
                      <a:pt x="10" y="1482"/>
                      <a:pt x="1" y="1767"/>
                      <a:pt x="1" y="2061"/>
                    </a:cubicBezTo>
                    <a:cubicBezTo>
                      <a:pt x="1" y="2356"/>
                      <a:pt x="45" y="2641"/>
                      <a:pt x="134" y="2882"/>
                    </a:cubicBezTo>
                    <a:cubicBezTo>
                      <a:pt x="224" y="3132"/>
                      <a:pt x="366" y="3328"/>
                      <a:pt x="509" y="3453"/>
                    </a:cubicBezTo>
                    <a:cubicBezTo>
                      <a:pt x="661" y="3587"/>
                      <a:pt x="804" y="3658"/>
                      <a:pt x="902" y="3685"/>
                    </a:cubicBezTo>
                    <a:cubicBezTo>
                      <a:pt x="1009" y="3721"/>
                      <a:pt x="1071" y="3721"/>
                      <a:pt x="1071" y="3721"/>
                    </a:cubicBezTo>
                    <a:cubicBezTo>
                      <a:pt x="1071" y="3721"/>
                      <a:pt x="1009" y="3712"/>
                      <a:pt x="911" y="3667"/>
                    </a:cubicBezTo>
                    <a:cubicBezTo>
                      <a:pt x="812" y="3632"/>
                      <a:pt x="679" y="3551"/>
                      <a:pt x="545" y="3417"/>
                    </a:cubicBezTo>
                    <a:cubicBezTo>
                      <a:pt x="411" y="3284"/>
                      <a:pt x="295" y="3087"/>
                      <a:pt x="215" y="2855"/>
                    </a:cubicBezTo>
                    <a:cubicBezTo>
                      <a:pt x="143" y="2623"/>
                      <a:pt x="99" y="2347"/>
                      <a:pt x="108" y="2052"/>
                    </a:cubicBezTo>
                    <a:cubicBezTo>
                      <a:pt x="108" y="1767"/>
                      <a:pt x="108" y="1490"/>
                      <a:pt x="117" y="1232"/>
                    </a:cubicBezTo>
                    <a:cubicBezTo>
                      <a:pt x="117" y="982"/>
                      <a:pt x="108" y="750"/>
                      <a:pt x="126" y="563"/>
                    </a:cubicBezTo>
                    <a:cubicBezTo>
                      <a:pt x="143" y="375"/>
                      <a:pt x="188" y="224"/>
                      <a:pt x="242" y="134"/>
                    </a:cubicBezTo>
                    <a:cubicBezTo>
                      <a:pt x="268" y="90"/>
                      <a:pt x="286" y="54"/>
                      <a:pt x="304" y="36"/>
                    </a:cubicBezTo>
                    <a:cubicBezTo>
                      <a:pt x="322" y="10"/>
                      <a:pt x="339" y="1"/>
                      <a:pt x="3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1293;p48">
                <a:extLst>
                  <a:ext uri="{FF2B5EF4-FFF2-40B4-BE49-F238E27FC236}">
                    <a16:creationId xmlns:a16="http://schemas.microsoft.com/office/drawing/2014/main" id="{77DD1E6A-245A-CB13-64D1-B60FDBED6D00}"/>
                  </a:ext>
                </a:extLst>
              </p:cNvPr>
              <p:cNvSpPr/>
              <p:nvPr/>
            </p:nvSpPr>
            <p:spPr>
              <a:xfrm>
                <a:off x="1537816" y="4346794"/>
                <a:ext cx="84634" cy="50153"/>
              </a:xfrm>
              <a:custGeom>
                <a:avLst/>
                <a:gdLst/>
                <a:ahLst/>
                <a:cxnLst/>
                <a:rect l="l" t="t" r="r" b="b"/>
                <a:pathLst>
                  <a:path w="1161" h="688" extrusionOk="0">
                    <a:moveTo>
                      <a:pt x="1160" y="1"/>
                    </a:moveTo>
                    <a:lnTo>
                      <a:pt x="1160" y="1"/>
                    </a:lnTo>
                    <a:cubicBezTo>
                      <a:pt x="1160" y="1"/>
                      <a:pt x="1151" y="19"/>
                      <a:pt x="1124" y="46"/>
                    </a:cubicBezTo>
                    <a:cubicBezTo>
                      <a:pt x="1107" y="72"/>
                      <a:pt x="1080" y="117"/>
                      <a:pt x="1035" y="162"/>
                    </a:cubicBezTo>
                    <a:cubicBezTo>
                      <a:pt x="955" y="260"/>
                      <a:pt x="821" y="376"/>
                      <a:pt x="661" y="465"/>
                    </a:cubicBezTo>
                    <a:cubicBezTo>
                      <a:pt x="491" y="563"/>
                      <a:pt x="331" y="608"/>
                      <a:pt x="206" y="634"/>
                    </a:cubicBezTo>
                    <a:cubicBezTo>
                      <a:pt x="143" y="643"/>
                      <a:pt x="90" y="652"/>
                      <a:pt x="54" y="652"/>
                    </a:cubicBezTo>
                    <a:cubicBezTo>
                      <a:pt x="18" y="652"/>
                      <a:pt x="0" y="661"/>
                      <a:pt x="0" y="661"/>
                    </a:cubicBezTo>
                    <a:cubicBezTo>
                      <a:pt x="0" y="661"/>
                      <a:pt x="18" y="661"/>
                      <a:pt x="54" y="670"/>
                    </a:cubicBezTo>
                    <a:cubicBezTo>
                      <a:pt x="90" y="679"/>
                      <a:pt x="143" y="688"/>
                      <a:pt x="206" y="688"/>
                    </a:cubicBezTo>
                    <a:cubicBezTo>
                      <a:pt x="339" y="688"/>
                      <a:pt x="527" y="661"/>
                      <a:pt x="705" y="554"/>
                    </a:cubicBezTo>
                    <a:cubicBezTo>
                      <a:pt x="884" y="456"/>
                      <a:pt x="1009" y="313"/>
                      <a:pt x="1080" y="197"/>
                    </a:cubicBezTo>
                    <a:cubicBezTo>
                      <a:pt x="1107" y="135"/>
                      <a:pt x="1133" y="90"/>
                      <a:pt x="1142" y="54"/>
                    </a:cubicBezTo>
                    <a:cubicBezTo>
                      <a:pt x="1151" y="19"/>
                      <a:pt x="1160" y="1"/>
                      <a:pt x="11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1294;p48">
                <a:extLst>
                  <a:ext uri="{FF2B5EF4-FFF2-40B4-BE49-F238E27FC236}">
                    <a16:creationId xmlns:a16="http://schemas.microsoft.com/office/drawing/2014/main" id="{8B5AD9B7-7771-3756-EFA3-4790544A95FC}"/>
                  </a:ext>
                </a:extLst>
              </p:cNvPr>
              <p:cNvSpPr/>
              <p:nvPr/>
            </p:nvSpPr>
            <p:spPr>
              <a:xfrm>
                <a:off x="1128797" y="4516567"/>
                <a:ext cx="217891" cy="24421"/>
              </a:xfrm>
              <a:custGeom>
                <a:avLst/>
                <a:gdLst/>
                <a:ahLst/>
                <a:cxnLst/>
                <a:rect l="l" t="t" r="r" b="b"/>
                <a:pathLst>
                  <a:path w="2989" h="335" extrusionOk="0">
                    <a:moveTo>
                      <a:pt x="2989" y="0"/>
                    </a:moveTo>
                    <a:cubicBezTo>
                      <a:pt x="2989" y="1"/>
                      <a:pt x="2988" y="9"/>
                      <a:pt x="2971" y="27"/>
                    </a:cubicBezTo>
                    <a:cubicBezTo>
                      <a:pt x="2962" y="45"/>
                      <a:pt x="2944" y="72"/>
                      <a:pt x="2917" y="98"/>
                    </a:cubicBezTo>
                    <a:cubicBezTo>
                      <a:pt x="2864" y="152"/>
                      <a:pt x="2766" y="214"/>
                      <a:pt x="2632" y="241"/>
                    </a:cubicBezTo>
                    <a:cubicBezTo>
                      <a:pt x="2566" y="254"/>
                      <a:pt x="2495" y="260"/>
                      <a:pt x="2422" y="260"/>
                    </a:cubicBezTo>
                    <a:cubicBezTo>
                      <a:pt x="2336" y="260"/>
                      <a:pt x="2246" y="251"/>
                      <a:pt x="2150" y="232"/>
                    </a:cubicBezTo>
                    <a:cubicBezTo>
                      <a:pt x="1972" y="188"/>
                      <a:pt x="1775" y="125"/>
                      <a:pt x="1552" y="98"/>
                    </a:cubicBezTo>
                    <a:cubicBezTo>
                      <a:pt x="1514" y="94"/>
                      <a:pt x="1477" y="92"/>
                      <a:pt x="1439" y="92"/>
                    </a:cubicBezTo>
                    <a:cubicBezTo>
                      <a:pt x="1257" y="92"/>
                      <a:pt x="1085" y="139"/>
                      <a:pt x="937" y="161"/>
                    </a:cubicBezTo>
                    <a:cubicBezTo>
                      <a:pt x="818" y="185"/>
                      <a:pt x="707" y="193"/>
                      <a:pt x="604" y="193"/>
                    </a:cubicBezTo>
                    <a:cubicBezTo>
                      <a:pt x="552" y="193"/>
                      <a:pt x="503" y="191"/>
                      <a:pt x="455" y="188"/>
                    </a:cubicBezTo>
                    <a:cubicBezTo>
                      <a:pt x="312" y="170"/>
                      <a:pt x="205" y="152"/>
                      <a:pt x="125" y="143"/>
                    </a:cubicBezTo>
                    <a:cubicBezTo>
                      <a:pt x="45" y="125"/>
                      <a:pt x="0" y="116"/>
                      <a:pt x="0" y="116"/>
                    </a:cubicBezTo>
                    <a:lnTo>
                      <a:pt x="0" y="116"/>
                    </a:lnTo>
                    <a:cubicBezTo>
                      <a:pt x="0" y="116"/>
                      <a:pt x="45" y="134"/>
                      <a:pt x="125" y="152"/>
                    </a:cubicBezTo>
                    <a:cubicBezTo>
                      <a:pt x="196" y="179"/>
                      <a:pt x="303" y="206"/>
                      <a:pt x="446" y="232"/>
                    </a:cubicBezTo>
                    <a:cubicBezTo>
                      <a:pt x="539" y="250"/>
                      <a:pt x="647" y="263"/>
                      <a:pt x="763" y="263"/>
                    </a:cubicBezTo>
                    <a:cubicBezTo>
                      <a:pt x="825" y="263"/>
                      <a:pt x="889" y="259"/>
                      <a:pt x="955" y="250"/>
                    </a:cubicBezTo>
                    <a:cubicBezTo>
                      <a:pt x="1101" y="229"/>
                      <a:pt x="1254" y="197"/>
                      <a:pt x="1411" y="197"/>
                    </a:cubicBezTo>
                    <a:cubicBezTo>
                      <a:pt x="1455" y="197"/>
                      <a:pt x="1499" y="200"/>
                      <a:pt x="1543" y="206"/>
                    </a:cubicBezTo>
                    <a:cubicBezTo>
                      <a:pt x="1749" y="223"/>
                      <a:pt x="1945" y="286"/>
                      <a:pt x="2132" y="313"/>
                    </a:cubicBezTo>
                    <a:cubicBezTo>
                      <a:pt x="2210" y="327"/>
                      <a:pt x="2289" y="335"/>
                      <a:pt x="2363" y="335"/>
                    </a:cubicBezTo>
                    <a:cubicBezTo>
                      <a:pt x="2467" y="335"/>
                      <a:pt x="2563" y="321"/>
                      <a:pt x="2641" y="295"/>
                    </a:cubicBezTo>
                    <a:cubicBezTo>
                      <a:pt x="2783" y="250"/>
                      <a:pt x="2882" y="170"/>
                      <a:pt x="2926" y="107"/>
                    </a:cubicBezTo>
                    <a:cubicBezTo>
                      <a:pt x="2953" y="81"/>
                      <a:pt x="2971" y="54"/>
                      <a:pt x="2980" y="27"/>
                    </a:cubicBezTo>
                    <a:cubicBezTo>
                      <a:pt x="2989" y="9"/>
                      <a:pt x="2989" y="1"/>
                      <a:pt x="298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1295;p48">
                <a:extLst>
                  <a:ext uri="{FF2B5EF4-FFF2-40B4-BE49-F238E27FC236}">
                    <a16:creationId xmlns:a16="http://schemas.microsoft.com/office/drawing/2014/main" id="{1EA0BECE-5D3C-DD47-1C78-42FA17907245}"/>
                  </a:ext>
                </a:extLst>
              </p:cNvPr>
              <p:cNvSpPr/>
              <p:nvPr/>
            </p:nvSpPr>
            <p:spPr>
              <a:xfrm>
                <a:off x="1352441" y="4461895"/>
                <a:ext cx="9841" cy="30034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12" extrusionOk="0">
                    <a:moveTo>
                      <a:pt x="135" y="1"/>
                    </a:moveTo>
                    <a:cubicBezTo>
                      <a:pt x="135" y="1"/>
                      <a:pt x="108" y="19"/>
                      <a:pt x="81" y="46"/>
                    </a:cubicBezTo>
                    <a:cubicBezTo>
                      <a:pt x="54" y="81"/>
                      <a:pt x="28" y="126"/>
                      <a:pt x="10" y="188"/>
                    </a:cubicBezTo>
                    <a:cubicBezTo>
                      <a:pt x="1" y="251"/>
                      <a:pt x="10" y="313"/>
                      <a:pt x="28" y="349"/>
                    </a:cubicBezTo>
                    <a:cubicBezTo>
                      <a:pt x="37" y="393"/>
                      <a:pt x="54" y="411"/>
                      <a:pt x="54" y="411"/>
                    </a:cubicBezTo>
                    <a:cubicBezTo>
                      <a:pt x="54" y="411"/>
                      <a:pt x="63" y="385"/>
                      <a:pt x="72" y="349"/>
                    </a:cubicBezTo>
                    <a:cubicBezTo>
                      <a:pt x="90" y="313"/>
                      <a:pt x="108" y="269"/>
                      <a:pt x="117" y="215"/>
                    </a:cubicBezTo>
                    <a:cubicBezTo>
                      <a:pt x="126" y="162"/>
                      <a:pt x="126" y="108"/>
                      <a:pt x="135" y="63"/>
                    </a:cubicBezTo>
                    <a:cubicBezTo>
                      <a:pt x="135" y="28"/>
                      <a:pt x="135" y="1"/>
                      <a:pt x="1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1296;p48">
                <a:extLst>
                  <a:ext uri="{FF2B5EF4-FFF2-40B4-BE49-F238E27FC236}">
                    <a16:creationId xmlns:a16="http://schemas.microsoft.com/office/drawing/2014/main" id="{76E1E8C6-5226-B572-7ED8-DF6B1CF3262F}"/>
                  </a:ext>
                </a:extLst>
              </p:cNvPr>
              <p:cNvSpPr/>
              <p:nvPr/>
            </p:nvSpPr>
            <p:spPr>
              <a:xfrm>
                <a:off x="915431" y="2695060"/>
                <a:ext cx="68378" cy="233272"/>
              </a:xfrm>
              <a:custGeom>
                <a:avLst/>
                <a:gdLst/>
                <a:ahLst/>
                <a:cxnLst/>
                <a:rect l="l" t="t" r="r" b="b"/>
                <a:pathLst>
                  <a:path w="938" h="3200" extrusionOk="0">
                    <a:moveTo>
                      <a:pt x="572" y="1"/>
                    </a:moveTo>
                    <a:cubicBezTo>
                      <a:pt x="572" y="1"/>
                      <a:pt x="599" y="72"/>
                      <a:pt x="643" y="215"/>
                    </a:cubicBezTo>
                    <a:cubicBezTo>
                      <a:pt x="679" y="349"/>
                      <a:pt x="724" y="545"/>
                      <a:pt x="741" y="795"/>
                    </a:cubicBezTo>
                    <a:cubicBezTo>
                      <a:pt x="768" y="1303"/>
                      <a:pt x="777" y="1999"/>
                      <a:pt x="822" y="2766"/>
                    </a:cubicBezTo>
                    <a:cubicBezTo>
                      <a:pt x="831" y="2864"/>
                      <a:pt x="848" y="2962"/>
                      <a:pt x="813" y="3025"/>
                    </a:cubicBezTo>
                    <a:cubicBezTo>
                      <a:pt x="782" y="3072"/>
                      <a:pt x="710" y="3098"/>
                      <a:pt x="644" y="3098"/>
                    </a:cubicBezTo>
                    <a:cubicBezTo>
                      <a:pt x="635" y="3098"/>
                      <a:pt x="626" y="3097"/>
                      <a:pt x="617" y="3096"/>
                    </a:cubicBezTo>
                    <a:cubicBezTo>
                      <a:pt x="456" y="3087"/>
                      <a:pt x="367" y="2918"/>
                      <a:pt x="340" y="2766"/>
                    </a:cubicBezTo>
                    <a:cubicBezTo>
                      <a:pt x="304" y="2606"/>
                      <a:pt x="304" y="2445"/>
                      <a:pt x="295" y="2302"/>
                    </a:cubicBezTo>
                    <a:cubicBezTo>
                      <a:pt x="295" y="2151"/>
                      <a:pt x="278" y="2008"/>
                      <a:pt x="260" y="1883"/>
                    </a:cubicBezTo>
                    <a:cubicBezTo>
                      <a:pt x="206" y="1633"/>
                      <a:pt x="135" y="1446"/>
                      <a:pt x="81" y="1312"/>
                    </a:cubicBezTo>
                    <a:cubicBezTo>
                      <a:pt x="28" y="1178"/>
                      <a:pt x="1" y="1107"/>
                      <a:pt x="1" y="1107"/>
                    </a:cubicBezTo>
                    <a:lnTo>
                      <a:pt x="1" y="1107"/>
                    </a:lnTo>
                    <a:cubicBezTo>
                      <a:pt x="1" y="1107"/>
                      <a:pt x="19" y="1178"/>
                      <a:pt x="63" y="1312"/>
                    </a:cubicBezTo>
                    <a:cubicBezTo>
                      <a:pt x="108" y="1446"/>
                      <a:pt x="170" y="1642"/>
                      <a:pt x="206" y="1892"/>
                    </a:cubicBezTo>
                    <a:cubicBezTo>
                      <a:pt x="224" y="2017"/>
                      <a:pt x="224" y="2151"/>
                      <a:pt x="224" y="2302"/>
                    </a:cubicBezTo>
                    <a:cubicBezTo>
                      <a:pt x="233" y="2454"/>
                      <a:pt x="224" y="2606"/>
                      <a:pt x="251" y="2784"/>
                    </a:cubicBezTo>
                    <a:cubicBezTo>
                      <a:pt x="269" y="2864"/>
                      <a:pt x="295" y="2962"/>
                      <a:pt x="349" y="3043"/>
                    </a:cubicBezTo>
                    <a:cubicBezTo>
                      <a:pt x="402" y="3123"/>
                      <a:pt x="501" y="3185"/>
                      <a:pt x="608" y="3194"/>
                    </a:cubicBezTo>
                    <a:cubicBezTo>
                      <a:pt x="626" y="3198"/>
                      <a:pt x="645" y="3199"/>
                      <a:pt x="665" y="3199"/>
                    </a:cubicBezTo>
                    <a:cubicBezTo>
                      <a:pt x="750" y="3199"/>
                      <a:pt x="842" y="3165"/>
                      <a:pt x="893" y="3078"/>
                    </a:cubicBezTo>
                    <a:cubicBezTo>
                      <a:pt x="929" y="3025"/>
                      <a:pt x="938" y="2962"/>
                      <a:pt x="938" y="2909"/>
                    </a:cubicBezTo>
                    <a:cubicBezTo>
                      <a:pt x="938" y="2855"/>
                      <a:pt x="929" y="2811"/>
                      <a:pt x="929" y="2766"/>
                    </a:cubicBezTo>
                    <a:cubicBezTo>
                      <a:pt x="884" y="1990"/>
                      <a:pt x="848" y="1294"/>
                      <a:pt x="786" y="795"/>
                    </a:cubicBezTo>
                    <a:cubicBezTo>
                      <a:pt x="759" y="536"/>
                      <a:pt x="706" y="340"/>
                      <a:pt x="652" y="206"/>
                    </a:cubicBezTo>
                    <a:cubicBezTo>
                      <a:pt x="608" y="72"/>
                      <a:pt x="572" y="1"/>
                      <a:pt x="5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1297;p48">
                <a:extLst>
                  <a:ext uri="{FF2B5EF4-FFF2-40B4-BE49-F238E27FC236}">
                    <a16:creationId xmlns:a16="http://schemas.microsoft.com/office/drawing/2014/main" id="{27100BC3-A691-A8B8-437C-89324D3C63A5}"/>
                  </a:ext>
                </a:extLst>
              </p:cNvPr>
              <p:cNvSpPr/>
              <p:nvPr/>
            </p:nvSpPr>
            <p:spPr>
              <a:xfrm>
                <a:off x="809440" y="2724947"/>
                <a:ext cx="193907" cy="245300"/>
              </a:xfrm>
              <a:custGeom>
                <a:avLst/>
                <a:gdLst/>
                <a:ahLst/>
                <a:cxnLst/>
                <a:rect l="l" t="t" r="r" b="b"/>
                <a:pathLst>
                  <a:path w="2660" h="3365" extrusionOk="0">
                    <a:moveTo>
                      <a:pt x="19" y="1"/>
                    </a:moveTo>
                    <a:cubicBezTo>
                      <a:pt x="19" y="1"/>
                      <a:pt x="19" y="456"/>
                      <a:pt x="1" y="1179"/>
                    </a:cubicBezTo>
                    <a:cubicBezTo>
                      <a:pt x="1" y="1268"/>
                      <a:pt x="1" y="1366"/>
                      <a:pt x="28" y="1464"/>
                    </a:cubicBezTo>
                    <a:cubicBezTo>
                      <a:pt x="54" y="1571"/>
                      <a:pt x="108" y="1660"/>
                      <a:pt x="153" y="1758"/>
                    </a:cubicBezTo>
                    <a:cubicBezTo>
                      <a:pt x="242" y="1946"/>
                      <a:pt x="251" y="2178"/>
                      <a:pt x="331" y="2410"/>
                    </a:cubicBezTo>
                    <a:cubicBezTo>
                      <a:pt x="411" y="2642"/>
                      <a:pt x="536" y="2865"/>
                      <a:pt x="670" y="3088"/>
                    </a:cubicBezTo>
                    <a:cubicBezTo>
                      <a:pt x="715" y="3150"/>
                      <a:pt x="732" y="3204"/>
                      <a:pt x="786" y="3266"/>
                    </a:cubicBezTo>
                    <a:cubicBezTo>
                      <a:pt x="857" y="3329"/>
                      <a:pt x="946" y="3337"/>
                      <a:pt x="1009" y="3337"/>
                    </a:cubicBezTo>
                    <a:cubicBezTo>
                      <a:pt x="1143" y="3355"/>
                      <a:pt x="1285" y="3355"/>
                      <a:pt x="1419" y="3364"/>
                    </a:cubicBezTo>
                    <a:cubicBezTo>
                      <a:pt x="1839" y="3364"/>
                      <a:pt x="2240" y="3320"/>
                      <a:pt x="2606" y="3239"/>
                    </a:cubicBezTo>
                    <a:lnTo>
                      <a:pt x="2633" y="3230"/>
                    </a:lnTo>
                    <a:lnTo>
                      <a:pt x="2641" y="3213"/>
                    </a:lnTo>
                    <a:cubicBezTo>
                      <a:pt x="2659" y="3177"/>
                      <a:pt x="2650" y="3132"/>
                      <a:pt x="2641" y="3105"/>
                    </a:cubicBezTo>
                    <a:cubicBezTo>
                      <a:pt x="2624" y="3070"/>
                      <a:pt x="2606" y="3043"/>
                      <a:pt x="2588" y="3025"/>
                    </a:cubicBezTo>
                    <a:cubicBezTo>
                      <a:pt x="2543" y="2981"/>
                      <a:pt x="2490" y="2954"/>
                      <a:pt x="2445" y="2936"/>
                    </a:cubicBezTo>
                    <a:cubicBezTo>
                      <a:pt x="2347" y="2900"/>
                      <a:pt x="2258" y="2865"/>
                      <a:pt x="2169" y="2838"/>
                    </a:cubicBezTo>
                    <a:cubicBezTo>
                      <a:pt x="2071" y="2811"/>
                      <a:pt x="1981" y="2793"/>
                      <a:pt x="1892" y="2775"/>
                    </a:cubicBezTo>
                    <a:cubicBezTo>
                      <a:pt x="1803" y="2758"/>
                      <a:pt x="1723" y="2740"/>
                      <a:pt x="1678" y="2686"/>
                    </a:cubicBezTo>
                    <a:cubicBezTo>
                      <a:pt x="1491" y="2410"/>
                      <a:pt x="1428" y="2097"/>
                      <a:pt x="1419" y="1857"/>
                    </a:cubicBezTo>
                    <a:cubicBezTo>
                      <a:pt x="1410" y="1607"/>
                      <a:pt x="1455" y="1411"/>
                      <a:pt x="1500" y="1277"/>
                    </a:cubicBezTo>
                    <a:cubicBezTo>
                      <a:pt x="1517" y="1214"/>
                      <a:pt x="1535" y="1161"/>
                      <a:pt x="1553" y="1134"/>
                    </a:cubicBezTo>
                    <a:cubicBezTo>
                      <a:pt x="1562" y="1099"/>
                      <a:pt x="1571" y="1081"/>
                      <a:pt x="1571" y="1080"/>
                    </a:cubicBezTo>
                    <a:lnTo>
                      <a:pt x="1571" y="1080"/>
                    </a:lnTo>
                    <a:cubicBezTo>
                      <a:pt x="1571" y="1081"/>
                      <a:pt x="1562" y="1099"/>
                      <a:pt x="1544" y="1134"/>
                    </a:cubicBezTo>
                    <a:cubicBezTo>
                      <a:pt x="1526" y="1161"/>
                      <a:pt x="1509" y="1214"/>
                      <a:pt x="1482" y="1277"/>
                    </a:cubicBezTo>
                    <a:cubicBezTo>
                      <a:pt x="1437" y="1402"/>
                      <a:pt x="1384" y="1598"/>
                      <a:pt x="1384" y="1857"/>
                    </a:cubicBezTo>
                    <a:cubicBezTo>
                      <a:pt x="1384" y="2106"/>
                      <a:pt x="1428" y="2419"/>
                      <a:pt x="1624" y="2722"/>
                    </a:cubicBezTo>
                    <a:cubicBezTo>
                      <a:pt x="1687" y="2811"/>
                      <a:pt x="1794" y="2829"/>
                      <a:pt x="1874" y="2847"/>
                    </a:cubicBezTo>
                    <a:cubicBezTo>
                      <a:pt x="1963" y="2865"/>
                      <a:pt x="2053" y="2891"/>
                      <a:pt x="2142" y="2918"/>
                    </a:cubicBezTo>
                    <a:cubicBezTo>
                      <a:pt x="2231" y="2945"/>
                      <a:pt x="2320" y="2981"/>
                      <a:pt x="2410" y="3016"/>
                    </a:cubicBezTo>
                    <a:cubicBezTo>
                      <a:pt x="2454" y="3043"/>
                      <a:pt x="2490" y="3061"/>
                      <a:pt x="2526" y="3088"/>
                    </a:cubicBezTo>
                    <a:cubicBezTo>
                      <a:pt x="2546" y="3114"/>
                      <a:pt x="2556" y="3136"/>
                      <a:pt x="2556" y="3156"/>
                    </a:cubicBezTo>
                    <a:lnTo>
                      <a:pt x="2556" y="3156"/>
                    </a:lnTo>
                    <a:cubicBezTo>
                      <a:pt x="2238" y="3218"/>
                      <a:pt x="1885" y="3258"/>
                      <a:pt x="1524" y="3258"/>
                    </a:cubicBezTo>
                    <a:cubicBezTo>
                      <a:pt x="1489" y="3258"/>
                      <a:pt x="1454" y="3258"/>
                      <a:pt x="1419" y="3257"/>
                    </a:cubicBezTo>
                    <a:cubicBezTo>
                      <a:pt x="1285" y="3257"/>
                      <a:pt x="1152" y="3248"/>
                      <a:pt x="1018" y="3239"/>
                    </a:cubicBezTo>
                    <a:cubicBezTo>
                      <a:pt x="946" y="3230"/>
                      <a:pt x="893" y="3230"/>
                      <a:pt x="857" y="3195"/>
                    </a:cubicBezTo>
                    <a:cubicBezTo>
                      <a:pt x="831" y="3159"/>
                      <a:pt x="795" y="3097"/>
                      <a:pt x="759" y="3043"/>
                    </a:cubicBezTo>
                    <a:cubicBezTo>
                      <a:pt x="625" y="2820"/>
                      <a:pt x="500" y="2597"/>
                      <a:pt x="420" y="2383"/>
                    </a:cubicBezTo>
                    <a:cubicBezTo>
                      <a:pt x="331" y="2160"/>
                      <a:pt x="313" y="1928"/>
                      <a:pt x="215" y="1732"/>
                    </a:cubicBezTo>
                    <a:cubicBezTo>
                      <a:pt x="161" y="1634"/>
                      <a:pt x="117" y="1544"/>
                      <a:pt x="90" y="1455"/>
                    </a:cubicBezTo>
                    <a:cubicBezTo>
                      <a:pt x="63" y="1357"/>
                      <a:pt x="54" y="1268"/>
                      <a:pt x="54" y="1179"/>
                    </a:cubicBezTo>
                    <a:cubicBezTo>
                      <a:pt x="37" y="456"/>
                      <a:pt x="19" y="1"/>
                      <a:pt x="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1298;p48">
                <a:extLst>
                  <a:ext uri="{FF2B5EF4-FFF2-40B4-BE49-F238E27FC236}">
                    <a16:creationId xmlns:a16="http://schemas.microsoft.com/office/drawing/2014/main" id="{74008D61-EE1C-83E0-3B7F-BA6022A81B4A}"/>
                  </a:ext>
                </a:extLst>
              </p:cNvPr>
              <p:cNvSpPr/>
              <p:nvPr/>
            </p:nvSpPr>
            <p:spPr>
              <a:xfrm>
                <a:off x="845888" y="2839466"/>
                <a:ext cx="66774" cy="126842"/>
              </a:xfrm>
              <a:custGeom>
                <a:avLst/>
                <a:gdLst/>
                <a:ahLst/>
                <a:cxnLst/>
                <a:rect l="l" t="t" r="r" b="b"/>
                <a:pathLst>
                  <a:path w="916" h="1740" extrusionOk="0">
                    <a:moveTo>
                      <a:pt x="909" y="1711"/>
                    </a:moveTo>
                    <a:cubicBezTo>
                      <a:pt x="907" y="1711"/>
                      <a:pt x="902" y="1716"/>
                      <a:pt x="892" y="1721"/>
                    </a:cubicBezTo>
                    <a:lnTo>
                      <a:pt x="892" y="1721"/>
                    </a:lnTo>
                    <a:cubicBezTo>
                      <a:pt x="907" y="1718"/>
                      <a:pt x="915" y="1713"/>
                      <a:pt x="910" y="1713"/>
                    </a:cubicBezTo>
                    <a:cubicBezTo>
                      <a:pt x="910" y="1712"/>
                      <a:pt x="910" y="1711"/>
                      <a:pt x="909" y="1711"/>
                    </a:cubicBezTo>
                    <a:close/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54" y="107"/>
                      <a:pt x="125" y="277"/>
                    </a:cubicBezTo>
                    <a:cubicBezTo>
                      <a:pt x="206" y="446"/>
                      <a:pt x="304" y="678"/>
                      <a:pt x="393" y="946"/>
                    </a:cubicBezTo>
                    <a:cubicBezTo>
                      <a:pt x="438" y="1071"/>
                      <a:pt x="482" y="1204"/>
                      <a:pt x="518" y="1320"/>
                    </a:cubicBezTo>
                    <a:cubicBezTo>
                      <a:pt x="554" y="1427"/>
                      <a:pt x="580" y="1543"/>
                      <a:pt x="634" y="1624"/>
                    </a:cubicBezTo>
                    <a:cubicBezTo>
                      <a:pt x="696" y="1713"/>
                      <a:pt x="785" y="1740"/>
                      <a:pt x="839" y="1740"/>
                    </a:cubicBezTo>
                    <a:cubicBezTo>
                      <a:pt x="863" y="1736"/>
                      <a:pt x="880" y="1728"/>
                      <a:pt x="892" y="1721"/>
                    </a:cubicBezTo>
                    <a:lnTo>
                      <a:pt x="892" y="1721"/>
                    </a:lnTo>
                    <a:cubicBezTo>
                      <a:pt x="884" y="1723"/>
                      <a:pt x="875" y="1724"/>
                      <a:pt x="864" y="1724"/>
                    </a:cubicBezTo>
                    <a:cubicBezTo>
                      <a:pt x="856" y="1724"/>
                      <a:pt x="848" y="1724"/>
                      <a:pt x="839" y="1722"/>
                    </a:cubicBezTo>
                    <a:cubicBezTo>
                      <a:pt x="785" y="1713"/>
                      <a:pt x="723" y="1677"/>
                      <a:pt x="678" y="1597"/>
                    </a:cubicBezTo>
                    <a:cubicBezTo>
                      <a:pt x="643" y="1526"/>
                      <a:pt x="634" y="1419"/>
                      <a:pt x="607" y="1294"/>
                    </a:cubicBezTo>
                    <a:cubicBezTo>
                      <a:pt x="580" y="1169"/>
                      <a:pt x="536" y="1044"/>
                      <a:pt x="491" y="910"/>
                    </a:cubicBezTo>
                    <a:cubicBezTo>
                      <a:pt x="393" y="633"/>
                      <a:pt x="268" y="410"/>
                      <a:pt x="170" y="250"/>
                    </a:cubicBezTo>
                    <a:cubicBezTo>
                      <a:pt x="72" y="8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1299;p48">
                <a:extLst>
                  <a:ext uri="{FF2B5EF4-FFF2-40B4-BE49-F238E27FC236}">
                    <a16:creationId xmlns:a16="http://schemas.microsoft.com/office/drawing/2014/main" id="{BBA0741C-8B7F-1CBE-EECB-2D1FE6378374}"/>
                  </a:ext>
                </a:extLst>
              </p:cNvPr>
              <p:cNvSpPr/>
              <p:nvPr/>
            </p:nvSpPr>
            <p:spPr>
              <a:xfrm>
                <a:off x="1758253" y="2648917"/>
                <a:ext cx="74210" cy="217380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982" extrusionOk="0">
                    <a:moveTo>
                      <a:pt x="545" y="0"/>
                    </a:moveTo>
                    <a:lnTo>
                      <a:pt x="545" y="0"/>
                    </a:lnTo>
                    <a:cubicBezTo>
                      <a:pt x="544" y="2"/>
                      <a:pt x="517" y="64"/>
                      <a:pt x="456" y="188"/>
                    </a:cubicBezTo>
                    <a:cubicBezTo>
                      <a:pt x="393" y="304"/>
                      <a:pt x="313" y="482"/>
                      <a:pt x="242" y="714"/>
                    </a:cubicBezTo>
                    <a:cubicBezTo>
                      <a:pt x="170" y="946"/>
                      <a:pt x="126" y="1240"/>
                      <a:pt x="170" y="1561"/>
                    </a:cubicBezTo>
                    <a:cubicBezTo>
                      <a:pt x="179" y="1722"/>
                      <a:pt x="206" y="1883"/>
                      <a:pt x="170" y="2043"/>
                    </a:cubicBezTo>
                    <a:cubicBezTo>
                      <a:pt x="143" y="2204"/>
                      <a:pt x="72" y="2373"/>
                      <a:pt x="27" y="2552"/>
                    </a:cubicBezTo>
                    <a:cubicBezTo>
                      <a:pt x="10" y="2650"/>
                      <a:pt x="1" y="2748"/>
                      <a:pt x="45" y="2855"/>
                    </a:cubicBezTo>
                    <a:cubicBezTo>
                      <a:pt x="63" y="2900"/>
                      <a:pt x="117" y="2953"/>
                      <a:pt x="170" y="2971"/>
                    </a:cubicBezTo>
                    <a:cubicBezTo>
                      <a:pt x="193" y="2978"/>
                      <a:pt x="215" y="2981"/>
                      <a:pt x="238" y="2981"/>
                    </a:cubicBezTo>
                    <a:cubicBezTo>
                      <a:pt x="269" y="2981"/>
                      <a:pt x="300" y="2976"/>
                      <a:pt x="331" y="2971"/>
                    </a:cubicBezTo>
                    <a:cubicBezTo>
                      <a:pt x="420" y="2935"/>
                      <a:pt x="491" y="2873"/>
                      <a:pt x="554" y="2810"/>
                    </a:cubicBezTo>
                    <a:cubicBezTo>
                      <a:pt x="616" y="2748"/>
                      <a:pt x="661" y="2668"/>
                      <a:pt x="688" y="2587"/>
                    </a:cubicBezTo>
                    <a:cubicBezTo>
                      <a:pt x="750" y="2427"/>
                      <a:pt x="741" y="2266"/>
                      <a:pt x="741" y="2132"/>
                    </a:cubicBezTo>
                    <a:cubicBezTo>
                      <a:pt x="741" y="1990"/>
                      <a:pt x="768" y="1865"/>
                      <a:pt x="786" y="1749"/>
                    </a:cubicBezTo>
                    <a:cubicBezTo>
                      <a:pt x="839" y="1517"/>
                      <a:pt x="902" y="1329"/>
                      <a:pt x="946" y="1205"/>
                    </a:cubicBezTo>
                    <a:cubicBezTo>
                      <a:pt x="990" y="1081"/>
                      <a:pt x="1017" y="1010"/>
                      <a:pt x="1018" y="1008"/>
                    </a:cubicBezTo>
                    <a:lnTo>
                      <a:pt x="1018" y="1008"/>
                    </a:lnTo>
                    <a:cubicBezTo>
                      <a:pt x="1017" y="1010"/>
                      <a:pt x="990" y="1081"/>
                      <a:pt x="928" y="1205"/>
                    </a:cubicBezTo>
                    <a:cubicBezTo>
                      <a:pt x="884" y="1321"/>
                      <a:pt x="804" y="1499"/>
                      <a:pt x="741" y="1740"/>
                    </a:cubicBezTo>
                    <a:cubicBezTo>
                      <a:pt x="705" y="1856"/>
                      <a:pt x="679" y="1981"/>
                      <a:pt x="670" y="2132"/>
                    </a:cubicBezTo>
                    <a:cubicBezTo>
                      <a:pt x="661" y="2266"/>
                      <a:pt x="670" y="2418"/>
                      <a:pt x="607" y="2561"/>
                    </a:cubicBezTo>
                    <a:cubicBezTo>
                      <a:pt x="581" y="2623"/>
                      <a:pt x="536" y="2694"/>
                      <a:pt x="482" y="2748"/>
                    </a:cubicBezTo>
                    <a:cubicBezTo>
                      <a:pt x="429" y="2801"/>
                      <a:pt x="366" y="2855"/>
                      <a:pt x="295" y="2873"/>
                    </a:cubicBezTo>
                    <a:cubicBezTo>
                      <a:pt x="280" y="2877"/>
                      <a:pt x="264" y="2879"/>
                      <a:pt x="249" y="2879"/>
                    </a:cubicBezTo>
                    <a:cubicBezTo>
                      <a:pt x="201" y="2879"/>
                      <a:pt x="155" y="2858"/>
                      <a:pt x="134" y="2810"/>
                    </a:cubicBezTo>
                    <a:cubicBezTo>
                      <a:pt x="108" y="2748"/>
                      <a:pt x="117" y="2659"/>
                      <a:pt x="134" y="2578"/>
                    </a:cubicBezTo>
                    <a:cubicBezTo>
                      <a:pt x="170" y="2409"/>
                      <a:pt x="242" y="2239"/>
                      <a:pt x="268" y="2061"/>
                    </a:cubicBezTo>
                    <a:cubicBezTo>
                      <a:pt x="295" y="1883"/>
                      <a:pt x="277" y="1704"/>
                      <a:pt x="250" y="1552"/>
                    </a:cubicBezTo>
                    <a:cubicBezTo>
                      <a:pt x="206" y="1240"/>
                      <a:pt x="233" y="955"/>
                      <a:pt x="295" y="732"/>
                    </a:cubicBezTo>
                    <a:cubicBezTo>
                      <a:pt x="349" y="500"/>
                      <a:pt x="420" y="312"/>
                      <a:pt x="465" y="188"/>
                    </a:cubicBezTo>
                    <a:cubicBezTo>
                      <a:pt x="517" y="64"/>
                      <a:pt x="544" y="2"/>
                      <a:pt x="5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1300;p48">
                <a:extLst>
                  <a:ext uri="{FF2B5EF4-FFF2-40B4-BE49-F238E27FC236}">
                    <a16:creationId xmlns:a16="http://schemas.microsoft.com/office/drawing/2014/main" id="{B53D7877-1707-22E1-0518-EF1032042076}"/>
                  </a:ext>
                </a:extLst>
              </p:cNvPr>
              <p:cNvSpPr/>
              <p:nvPr/>
            </p:nvSpPr>
            <p:spPr>
              <a:xfrm>
                <a:off x="1783621" y="2755199"/>
                <a:ext cx="145066" cy="189533"/>
              </a:xfrm>
              <a:custGeom>
                <a:avLst/>
                <a:gdLst/>
                <a:ahLst/>
                <a:cxnLst/>
                <a:rect l="l" t="t" r="r" b="b"/>
                <a:pathLst>
                  <a:path w="1990" h="2600" extrusionOk="0">
                    <a:moveTo>
                      <a:pt x="588" y="1"/>
                    </a:moveTo>
                    <a:cubicBezTo>
                      <a:pt x="572" y="1"/>
                      <a:pt x="558" y="3"/>
                      <a:pt x="545" y="5"/>
                    </a:cubicBezTo>
                    <a:cubicBezTo>
                      <a:pt x="509" y="20"/>
                      <a:pt x="496" y="34"/>
                      <a:pt x="493" y="34"/>
                    </a:cubicBezTo>
                    <a:lnTo>
                      <a:pt x="493" y="34"/>
                    </a:lnTo>
                    <a:cubicBezTo>
                      <a:pt x="492" y="34"/>
                      <a:pt x="491" y="33"/>
                      <a:pt x="491" y="32"/>
                    </a:cubicBezTo>
                    <a:lnTo>
                      <a:pt x="491" y="32"/>
                    </a:lnTo>
                    <a:cubicBezTo>
                      <a:pt x="491" y="34"/>
                      <a:pt x="492" y="34"/>
                      <a:pt x="492" y="34"/>
                    </a:cubicBezTo>
                    <a:cubicBezTo>
                      <a:pt x="492" y="34"/>
                      <a:pt x="492" y="34"/>
                      <a:pt x="493" y="34"/>
                    </a:cubicBezTo>
                    <a:lnTo>
                      <a:pt x="493" y="34"/>
                    </a:lnTo>
                    <a:cubicBezTo>
                      <a:pt x="493" y="34"/>
                      <a:pt x="493" y="34"/>
                      <a:pt x="493" y="34"/>
                    </a:cubicBezTo>
                    <a:cubicBezTo>
                      <a:pt x="499" y="34"/>
                      <a:pt x="516" y="21"/>
                      <a:pt x="545" y="14"/>
                    </a:cubicBezTo>
                    <a:cubicBezTo>
                      <a:pt x="555" y="12"/>
                      <a:pt x="566" y="11"/>
                      <a:pt x="577" y="11"/>
                    </a:cubicBezTo>
                    <a:cubicBezTo>
                      <a:pt x="617" y="11"/>
                      <a:pt x="666" y="24"/>
                      <a:pt x="714" y="59"/>
                    </a:cubicBezTo>
                    <a:cubicBezTo>
                      <a:pt x="777" y="103"/>
                      <a:pt x="812" y="202"/>
                      <a:pt x="812" y="309"/>
                    </a:cubicBezTo>
                    <a:cubicBezTo>
                      <a:pt x="821" y="416"/>
                      <a:pt x="812" y="549"/>
                      <a:pt x="803" y="683"/>
                    </a:cubicBezTo>
                    <a:cubicBezTo>
                      <a:pt x="786" y="826"/>
                      <a:pt x="777" y="978"/>
                      <a:pt x="750" y="1147"/>
                    </a:cubicBezTo>
                    <a:cubicBezTo>
                      <a:pt x="741" y="1227"/>
                      <a:pt x="732" y="1317"/>
                      <a:pt x="714" y="1397"/>
                    </a:cubicBezTo>
                    <a:cubicBezTo>
                      <a:pt x="696" y="1486"/>
                      <a:pt x="688" y="1575"/>
                      <a:pt x="661" y="1656"/>
                    </a:cubicBezTo>
                    <a:cubicBezTo>
                      <a:pt x="598" y="1816"/>
                      <a:pt x="438" y="1941"/>
                      <a:pt x="295" y="2093"/>
                    </a:cubicBezTo>
                    <a:cubicBezTo>
                      <a:pt x="224" y="2164"/>
                      <a:pt x="152" y="2236"/>
                      <a:pt x="81" y="2316"/>
                    </a:cubicBezTo>
                    <a:cubicBezTo>
                      <a:pt x="63" y="2334"/>
                      <a:pt x="36" y="2351"/>
                      <a:pt x="18" y="2396"/>
                    </a:cubicBezTo>
                    <a:cubicBezTo>
                      <a:pt x="1" y="2441"/>
                      <a:pt x="27" y="2503"/>
                      <a:pt x="63" y="2521"/>
                    </a:cubicBezTo>
                    <a:cubicBezTo>
                      <a:pt x="117" y="2575"/>
                      <a:pt x="179" y="2583"/>
                      <a:pt x="233" y="2592"/>
                    </a:cubicBezTo>
                    <a:cubicBezTo>
                      <a:pt x="264" y="2597"/>
                      <a:pt x="296" y="2599"/>
                      <a:pt x="327" y="2599"/>
                    </a:cubicBezTo>
                    <a:cubicBezTo>
                      <a:pt x="531" y="2599"/>
                      <a:pt x="718" y="2504"/>
                      <a:pt x="857" y="2396"/>
                    </a:cubicBezTo>
                    <a:cubicBezTo>
                      <a:pt x="946" y="2334"/>
                      <a:pt x="1018" y="2271"/>
                      <a:pt x="1089" y="2200"/>
                    </a:cubicBezTo>
                    <a:cubicBezTo>
                      <a:pt x="1160" y="2137"/>
                      <a:pt x="1232" y="2066"/>
                      <a:pt x="1294" y="1986"/>
                    </a:cubicBezTo>
                    <a:cubicBezTo>
                      <a:pt x="1419" y="1834"/>
                      <a:pt x="1473" y="1647"/>
                      <a:pt x="1499" y="1486"/>
                    </a:cubicBezTo>
                    <a:cubicBezTo>
                      <a:pt x="1517" y="1317"/>
                      <a:pt x="1535" y="1165"/>
                      <a:pt x="1571" y="1031"/>
                    </a:cubicBezTo>
                    <a:cubicBezTo>
                      <a:pt x="1642" y="755"/>
                      <a:pt x="1767" y="567"/>
                      <a:pt x="1856" y="433"/>
                    </a:cubicBezTo>
                    <a:cubicBezTo>
                      <a:pt x="1945" y="300"/>
                      <a:pt x="1990" y="228"/>
                      <a:pt x="1990" y="228"/>
                    </a:cubicBezTo>
                    <a:lnTo>
                      <a:pt x="1990" y="228"/>
                    </a:lnTo>
                    <a:cubicBezTo>
                      <a:pt x="1990" y="228"/>
                      <a:pt x="1936" y="300"/>
                      <a:pt x="1838" y="425"/>
                    </a:cubicBezTo>
                    <a:cubicBezTo>
                      <a:pt x="1749" y="549"/>
                      <a:pt x="1606" y="737"/>
                      <a:pt x="1517" y="1013"/>
                    </a:cubicBezTo>
                    <a:cubicBezTo>
                      <a:pt x="1473" y="1156"/>
                      <a:pt x="1455" y="1308"/>
                      <a:pt x="1428" y="1468"/>
                    </a:cubicBezTo>
                    <a:cubicBezTo>
                      <a:pt x="1401" y="1629"/>
                      <a:pt x="1348" y="1798"/>
                      <a:pt x="1223" y="1932"/>
                    </a:cubicBezTo>
                    <a:cubicBezTo>
                      <a:pt x="1107" y="2066"/>
                      <a:pt x="955" y="2200"/>
                      <a:pt x="803" y="2316"/>
                    </a:cubicBezTo>
                    <a:cubicBezTo>
                      <a:pt x="662" y="2418"/>
                      <a:pt x="494" y="2499"/>
                      <a:pt x="322" y="2499"/>
                    </a:cubicBezTo>
                    <a:cubicBezTo>
                      <a:pt x="298" y="2499"/>
                      <a:pt x="274" y="2497"/>
                      <a:pt x="250" y="2494"/>
                    </a:cubicBezTo>
                    <a:cubicBezTo>
                      <a:pt x="206" y="2485"/>
                      <a:pt x="152" y="2467"/>
                      <a:pt x="125" y="2450"/>
                    </a:cubicBezTo>
                    <a:cubicBezTo>
                      <a:pt x="117" y="2432"/>
                      <a:pt x="117" y="2432"/>
                      <a:pt x="117" y="2432"/>
                    </a:cubicBezTo>
                    <a:cubicBezTo>
                      <a:pt x="125" y="2423"/>
                      <a:pt x="134" y="2405"/>
                      <a:pt x="152" y="2387"/>
                    </a:cubicBezTo>
                    <a:cubicBezTo>
                      <a:pt x="224" y="2307"/>
                      <a:pt x="295" y="2236"/>
                      <a:pt x="366" y="2164"/>
                    </a:cubicBezTo>
                    <a:cubicBezTo>
                      <a:pt x="438" y="2084"/>
                      <a:pt x="509" y="2012"/>
                      <a:pt x="580" y="1941"/>
                    </a:cubicBezTo>
                    <a:cubicBezTo>
                      <a:pt x="643" y="1870"/>
                      <a:pt x="705" y="1789"/>
                      <a:pt x="741" y="1691"/>
                    </a:cubicBezTo>
                    <a:cubicBezTo>
                      <a:pt x="777" y="1593"/>
                      <a:pt x="777" y="1504"/>
                      <a:pt x="795" y="1415"/>
                    </a:cubicBezTo>
                    <a:cubicBezTo>
                      <a:pt x="803" y="1326"/>
                      <a:pt x="812" y="1236"/>
                      <a:pt x="821" y="1156"/>
                    </a:cubicBezTo>
                    <a:cubicBezTo>
                      <a:pt x="839" y="987"/>
                      <a:pt x="848" y="835"/>
                      <a:pt x="848" y="692"/>
                    </a:cubicBezTo>
                    <a:cubicBezTo>
                      <a:pt x="857" y="549"/>
                      <a:pt x="857" y="425"/>
                      <a:pt x="848" y="309"/>
                    </a:cubicBezTo>
                    <a:cubicBezTo>
                      <a:pt x="839" y="193"/>
                      <a:pt x="795" y="94"/>
                      <a:pt x="723" y="50"/>
                    </a:cubicBezTo>
                    <a:cubicBezTo>
                      <a:pt x="673" y="12"/>
                      <a:pt x="626" y="1"/>
                      <a:pt x="5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1301;p48">
                <a:extLst>
                  <a:ext uri="{FF2B5EF4-FFF2-40B4-BE49-F238E27FC236}">
                    <a16:creationId xmlns:a16="http://schemas.microsoft.com/office/drawing/2014/main" id="{08EE3B39-6DAC-E6D9-93F5-2D2E9AB224C2}"/>
                  </a:ext>
                </a:extLst>
              </p:cNvPr>
              <p:cNvSpPr/>
              <p:nvPr/>
            </p:nvSpPr>
            <p:spPr>
              <a:xfrm>
                <a:off x="1825244" y="2801050"/>
                <a:ext cx="121666" cy="141202"/>
              </a:xfrm>
              <a:custGeom>
                <a:avLst/>
                <a:gdLst/>
                <a:ahLst/>
                <a:cxnLst/>
                <a:rect l="l" t="t" r="r" b="b"/>
                <a:pathLst>
                  <a:path w="1669" h="1937" extrusionOk="0">
                    <a:moveTo>
                      <a:pt x="1669" y="1"/>
                    </a:moveTo>
                    <a:cubicBezTo>
                      <a:pt x="1669" y="1"/>
                      <a:pt x="1642" y="28"/>
                      <a:pt x="1606" y="90"/>
                    </a:cubicBezTo>
                    <a:cubicBezTo>
                      <a:pt x="1562" y="143"/>
                      <a:pt x="1499" y="224"/>
                      <a:pt x="1446" y="340"/>
                    </a:cubicBezTo>
                    <a:cubicBezTo>
                      <a:pt x="1383" y="456"/>
                      <a:pt x="1330" y="598"/>
                      <a:pt x="1294" y="759"/>
                    </a:cubicBezTo>
                    <a:cubicBezTo>
                      <a:pt x="1276" y="839"/>
                      <a:pt x="1258" y="929"/>
                      <a:pt x="1249" y="1027"/>
                    </a:cubicBezTo>
                    <a:cubicBezTo>
                      <a:pt x="1249" y="1116"/>
                      <a:pt x="1223" y="1178"/>
                      <a:pt x="1160" y="1241"/>
                    </a:cubicBezTo>
                    <a:cubicBezTo>
                      <a:pt x="884" y="1491"/>
                      <a:pt x="589" y="1669"/>
                      <a:pt x="366" y="1785"/>
                    </a:cubicBezTo>
                    <a:cubicBezTo>
                      <a:pt x="259" y="1838"/>
                      <a:pt x="161" y="1874"/>
                      <a:pt x="99" y="1901"/>
                    </a:cubicBezTo>
                    <a:cubicBezTo>
                      <a:pt x="36" y="1928"/>
                      <a:pt x="1" y="1937"/>
                      <a:pt x="1" y="1937"/>
                    </a:cubicBezTo>
                    <a:cubicBezTo>
                      <a:pt x="1" y="1937"/>
                      <a:pt x="36" y="1928"/>
                      <a:pt x="99" y="1919"/>
                    </a:cubicBezTo>
                    <a:cubicBezTo>
                      <a:pt x="170" y="1901"/>
                      <a:pt x="268" y="1874"/>
                      <a:pt x="393" y="1830"/>
                    </a:cubicBezTo>
                    <a:cubicBezTo>
                      <a:pt x="625" y="1740"/>
                      <a:pt x="946" y="1580"/>
                      <a:pt x="1232" y="1312"/>
                    </a:cubicBezTo>
                    <a:cubicBezTo>
                      <a:pt x="1267" y="1276"/>
                      <a:pt x="1303" y="1232"/>
                      <a:pt x="1321" y="1178"/>
                    </a:cubicBezTo>
                    <a:cubicBezTo>
                      <a:pt x="1348" y="1125"/>
                      <a:pt x="1348" y="1071"/>
                      <a:pt x="1348" y="1027"/>
                    </a:cubicBezTo>
                    <a:cubicBezTo>
                      <a:pt x="1357" y="937"/>
                      <a:pt x="1365" y="857"/>
                      <a:pt x="1374" y="777"/>
                    </a:cubicBezTo>
                    <a:cubicBezTo>
                      <a:pt x="1401" y="616"/>
                      <a:pt x="1446" y="474"/>
                      <a:pt x="1490" y="358"/>
                    </a:cubicBezTo>
                    <a:cubicBezTo>
                      <a:pt x="1535" y="251"/>
                      <a:pt x="1580" y="152"/>
                      <a:pt x="1615" y="99"/>
                    </a:cubicBezTo>
                    <a:cubicBezTo>
                      <a:pt x="1651" y="36"/>
                      <a:pt x="1669" y="1"/>
                      <a:pt x="16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1302;p48">
                <a:extLst>
                  <a:ext uri="{FF2B5EF4-FFF2-40B4-BE49-F238E27FC236}">
                    <a16:creationId xmlns:a16="http://schemas.microsoft.com/office/drawing/2014/main" id="{F4651964-2DEB-0E77-4C12-F23BF0FEFE20}"/>
                  </a:ext>
                </a:extLst>
              </p:cNvPr>
              <p:cNvSpPr/>
              <p:nvPr/>
            </p:nvSpPr>
            <p:spPr>
              <a:xfrm>
                <a:off x="1206795" y="629356"/>
                <a:ext cx="373381" cy="90028"/>
              </a:xfrm>
              <a:custGeom>
                <a:avLst/>
                <a:gdLst/>
                <a:ahLst/>
                <a:cxnLst/>
                <a:rect l="l" t="t" r="r" b="b"/>
                <a:pathLst>
                  <a:path w="5122" h="1235" extrusionOk="0">
                    <a:moveTo>
                      <a:pt x="2745" y="0"/>
                    </a:moveTo>
                    <a:cubicBezTo>
                      <a:pt x="2699" y="0"/>
                      <a:pt x="2652" y="1"/>
                      <a:pt x="2606" y="3"/>
                    </a:cubicBezTo>
                    <a:cubicBezTo>
                      <a:pt x="2195" y="21"/>
                      <a:pt x="1812" y="119"/>
                      <a:pt x="1482" y="271"/>
                    </a:cubicBezTo>
                    <a:cubicBezTo>
                      <a:pt x="1160" y="414"/>
                      <a:pt x="902" y="583"/>
                      <a:pt x="688" y="726"/>
                    </a:cubicBezTo>
                    <a:cubicBezTo>
                      <a:pt x="482" y="869"/>
                      <a:pt x="313" y="993"/>
                      <a:pt x="188" y="1065"/>
                    </a:cubicBezTo>
                    <a:cubicBezTo>
                      <a:pt x="72" y="1145"/>
                      <a:pt x="1" y="1190"/>
                      <a:pt x="1" y="1190"/>
                    </a:cubicBezTo>
                    <a:cubicBezTo>
                      <a:pt x="1" y="1190"/>
                      <a:pt x="81" y="1172"/>
                      <a:pt x="215" y="1127"/>
                    </a:cubicBezTo>
                    <a:cubicBezTo>
                      <a:pt x="357" y="1083"/>
                      <a:pt x="554" y="1011"/>
                      <a:pt x="786" y="913"/>
                    </a:cubicBezTo>
                    <a:cubicBezTo>
                      <a:pt x="1027" y="815"/>
                      <a:pt x="1303" y="690"/>
                      <a:pt x="1606" y="592"/>
                    </a:cubicBezTo>
                    <a:cubicBezTo>
                      <a:pt x="1910" y="503"/>
                      <a:pt x="2258" y="440"/>
                      <a:pt x="2623" y="422"/>
                    </a:cubicBezTo>
                    <a:cubicBezTo>
                      <a:pt x="2692" y="419"/>
                      <a:pt x="2761" y="417"/>
                      <a:pt x="2828" y="417"/>
                    </a:cubicBezTo>
                    <a:cubicBezTo>
                      <a:pt x="3479" y="417"/>
                      <a:pt x="4066" y="568"/>
                      <a:pt x="4470" y="761"/>
                    </a:cubicBezTo>
                    <a:cubicBezTo>
                      <a:pt x="4693" y="869"/>
                      <a:pt x="4854" y="993"/>
                      <a:pt x="4961" y="1083"/>
                    </a:cubicBezTo>
                    <a:cubicBezTo>
                      <a:pt x="5068" y="1172"/>
                      <a:pt x="5121" y="1234"/>
                      <a:pt x="5121" y="1234"/>
                    </a:cubicBezTo>
                    <a:cubicBezTo>
                      <a:pt x="5121" y="1234"/>
                      <a:pt x="5095" y="1163"/>
                      <a:pt x="5005" y="1038"/>
                    </a:cubicBezTo>
                    <a:cubicBezTo>
                      <a:pt x="4925" y="922"/>
                      <a:pt x="4791" y="753"/>
                      <a:pt x="4577" y="592"/>
                    </a:cubicBezTo>
                    <a:cubicBezTo>
                      <a:pt x="4363" y="422"/>
                      <a:pt x="4086" y="271"/>
                      <a:pt x="3747" y="155"/>
                    </a:cubicBezTo>
                    <a:cubicBezTo>
                      <a:pt x="3447" y="60"/>
                      <a:pt x="3105" y="0"/>
                      <a:pt x="27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1303;p48">
                <a:extLst>
                  <a:ext uri="{FF2B5EF4-FFF2-40B4-BE49-F238E27FC236}">
                    <a16:creationId xmlns:a16="http://schemas.microsoft.com/office/drawing/2014/main" id="{2F74897A-5631-E347-B95B-E0411EFB63D8}"/>
                  </a:ext>
                </a:extLst>
              </p:cNvPr>
              <p:cNvSpPr/>
              <p:nvPr/>
            </p:nvSpPr>
            <p:spPr>
              <a:xfrm>
                <a:off x="1168452" y="541953"/>
                <a:ext cx="445550" cy="274459"/>
              </a:xfrm>
              <a:custGeom>
                <a:avLst/>
                <a:gdLst/>
                <a:ahLst/>
                <a:cxnLst/>
                <a:rect l="l" t="t" r="r" b="b"/>
                <a:pathLst>
                  <a:path w="6112" h="3765" extrusionOk="0">
                    <a:moveTo>
                      <a:pt x="3595" y="0"/>
                    </a:moveTo>
                    <a:cubicBezTo>
                      <a:pt x="3399" y="0"/>
                      <a:pt x="3221" y="0"/>
                      <a:pt x="3016" y="18"/>
                    </a:cubicBezTo>
                    <a:cubicBezTo>
                      <a:pt x="2819" y="36"/>
                      <a:pt x="2596" y="72"/>
                      <a:pt x="2400" y="170"/>
                    </a:cubicBezTo>
                    <a:cubicBezTo>
                      <a:pt x="2204" y="277"/>
                      <a:pt x="2061" y="402"/>
                      <a:pt x="1927" y="473"/>
                    </a:cubicBezTo>
                    <a:cubicBezTo>
                      <a:pt x="1793" y="553"/>
                      <a:pt x="1642" y="607"/>
                      <a:pt x="1481" y="669"/>
                    </a:cubicBezTo>
                    <a:cubicBezTo>
                      <a:pt x="1312" y="732"/>
                      <a:pt x="1151" y="803"/>
                      <a:pt x="999" y="866"/>
                    </a:cubicBezTo>
                    <a:cubicBezTo>
                      <a:pt x="848" y="928"/>
                      <a:pt x="696" y="990"/>
                      <a:pt x="553" y="1062"/>
                    </a:cubicBezTo>
                    <a:cubicBezTo>
                      <a:pt x="473" y="1097"/>
                      <a:pt x="393" y="1142"/>
                      <a:pt x="321" y="1205"/>
                    </a:cubicBezTo>
                    <a:cubicBezTo>
                      <a:pt x="250" y="1258"/>
                      <a:pt x="179" y="1347"/>
                      <a:pt x="152" y="1436"/>
                    </a:cubicBezTo>
                    <a:cubicBezTo>
                      <a:pt x="81" y="1624"/>
                      <a:pt x="107" y="1793"/>
                      <a:pt x="134" y="1927"/>
                    </a:cubicBezTo>
                    <a:cubicBezTo>
                      <a:pt x="152" y="1999"/>
                      <a:pt x="161" y="2070"/>
                      <a:pt x="179" y="2132"/>
                    </a:cubicBezTo>
                    <a:cubicBezTo>
                      <a:pt x="197" y="2195"/>
                      <a:pt x="214" y="2257"/>
                      <a:pt x="214" y="2302"/>
                    </a:cubicBezTo>
                    <a:cubicBezTo>
                      <a:pt x="214" y="2346"/>
                      <a:pt x="214" y="2382"/>
                      <a:pt x="188" y="2418"/>
                    </a:cubicBezTo>
                    <a:cubicBezTo>
                      <a:pt x="170" y="2462"/>
                      <a:pt x="134" y="2507"/>
                      <a:pt x="98" y="2561"/>
                    </a:cubicBezTo>
                    <a:cubicBezTo>
                      <a:pt x="27" y="2677"/>
                      <a:pt x="0" y="2801"/>
                      <a:pt x="18" y="2917"/>
                    </a:cubicBezTo>
                    <a:cubicBezTo>
                      <a:pt x="27" y="3024"/>
                      <a:pt x="63" y="3123"/>
                      <a:pt x="125" y="3194"/>
                    </a:cubicBezTo>
                    <a:cubicBezTo>
                      <a:pt x="188" y="3274"/>
                      <a:pt x="259" y="3310"/>
                      <a:pt x="295" y="3363"/>
                    </a:cubicBezTo>
                    <a:cubicBezTo>
                      <a:pt x="375" y="3462"/>
                      <a:pt x="366" y="3578"/>
                      <a:pt x="366" y="3649"/>
                    </a:cubicBezTo>
                    <a:cubicBezTo>
                      <a:pt x="366" y="3720"/>
                      <a:pt x="357" y="3765"/>
                      <a:pt x="357" y="3765"/>
                    </a:cubicBezTo>
                    <a:cubicBezTo>
                      <a:pt x="357" y="3765"/>
                      <a:pt x="375" y="3729"/>
                      <a:pt x="384" y="3649"/>
                    </a:cubicBezTo>
                    <a:cubicBezTo>
                      <a:pt x="393" y="3578"/>
                      <a:pt x="420" y="3462"/>
                      <a:pt x="348" y="3319"/>
                    </a:cubicBezTo>
                    <a:cubicBezTo>
                      <a:pt x="304" y="3256"/>
                      <a:pt x="241" y="3212"/>
                      <a:pt x="205" y="3140"/>
                    </a:cubicBezTo>
                    <a:cubicBezTo>
                      <a:pt x="170" y="3078"/>
                      <a:pt x="143" y="2998"/>
                      <a:pt x="143" y="2908"/>
                    </a:cubicBezTo>
                    <a:cubicBezTo>
                      <a:pt x="143" y="2819"/>
                      <a:pt x="179" y="2730"/>
                      <a:pt x="232" y="2659"/>
                    </a:cubicBezTo>
                    <a:cubicBezTo>
                      <a:pt x="259" y="2623"/>
                      <a:pt x="304" y="2578"/>
                      <a:pt x="348" y="2525"/>
                    </a:cubicBezTo>
                    <a:cubicBezTo>
                      <a:pt x="393" y="2471"/>
                      <a:pt x="420" y="2373"/>
                      <a:pt x="420" y="2302"/>
                    </a:cubicBezTo>
                    <a:cubicBezTo>
                      <a:pt x="420" y="2222"/>
                      <a:pt x="411" y="2159"/>
                      <a:pt x="402" y="2088"/>
                    </a:cubicBezTo>
                    <a:cubicBezTo>
                      <a:pt x="393" y="2025"/>
                      <a:pt x="384" y="1963"/>
                      <a:pt x="375" y="1891"/>
                    </a:cubicBezTo>
                    <a:cubicBezTo>
                      <a:pt x="366" y="1767"/>
                      <a:pt x="366" y="1642"/>
                      <a:pt x="411" y="1552"/>
                    </a:cubicBezTo>
                    <a:cubicBezTo>
                      <a:pt x="455" y="1463"/>
                      <a:pt x="544" y="1410"/>
                      <a:pt x="678" y="1347"/>
                    </a:cubicBezTo>
                    <a:cubicBezTo>
                      <a:pt x="830" y="1303"/>
                      <a:pt x="973" y="1249"/>
                      <a:pt x="1124" y="1187"/>
                    </a:cubicBezTo>
                    <a:cubicBezTo>
                      <a:pt x="1285" y="1133"/>
                      <a:pt x="1437" y="1080"/>
                      <a:pt x="1597" y="1026"/>
                    </a:cubicBezTo>
                    <a:cubicBezTo>
                      <a:pt x="1767" y="973"/>
                      <a:pt x="1945" y="919"/>
                      <a:pt x="2123" y="821"/>
                    </a:cubicBezTo>
                    <a:cubicBezTo>
                      <a:pt x="2302" y="723"/>
                      <a:pt x="2445" y="598"/>
                      <a:pt x="2578" y="535"/>
                    </a:cubicBezTo>
                    <a:cubicBezTo>
                      <a:pt x="2712" y="473"/>
                      <a:pt x="2873" y="446"/>
                      <a:pt x="3051" y="428"/>
                    </a:cubicBezTo>
                    <a:cubicBezTo>
                      <a:pt x="3230" y="419"/>
                      <a:pt x="3426" y="411"/>
                      <a:pt x="3595" y="402"/>
                    </a:cubicBezTo>
                    <a:cubicBezTo>
                      <a:pt x="3774" y="402"/>
                      <a:pt x="3943" y="419"/>
                      <a:pt x="4086" y="455"/>
                    </a:cubicBezTo>
                    <a:cubicBezTo>
                      <a:pt x="4238" y="491"/>
                      <a:pt x="4363" y="553"/>
                      <a:pt x="4479" y="651"/>
                    </a:cubicBezTo>
                    <a:cubicBezTo>
                      <a:pt x="4604" y="750"/>
                      <a:pt x="4728" y="874"/>
                      <a:pt x="4844" y="982"/>
                    </a:cubicBezTo>
                    <a:cubicBezTo>
                      <a:pt x="5085" y="1205"/>
                      <a:pt x="5317" y="1419"/>
                      <a:pt x="5496" y="1633"/>
                    </a:cubicBezTo>
                    <a:cubicBezTo>
                      <a:pt x="5594" y="1740"/>
                      <a:pt x="5674" y="1847"/>
                      <a:pt x="5745" y="1954"/>
                    </a:cubicBezTo>
                    <a:cubicBezTo>
                      <a:pt x="5781" y="2007"/>
                      <a:pt x="5808" y="2061"/>
                      <a:pt x="5844" y="2114"/>
                    </a:cubicBezTo>
                    <a:cubicBezTo>
                      <a:pt x="5870" y="2177"/>
                      <a:pt x="5897" y="2230"/>
                      <a:pt x="5906" y="2257"/>
                    </a:cubicBezTo>
                    <a:cubicBezTo>
                      <a:pt x="5915" y="2284"/>
                      <a:pt x="5897" y="2320"/>
                      <a:pt x="5870" y="2382"/>
                    </a:cubicBezTo>
                    <a:cubicBezTo>
                      <a:pt x="5844" y="2445"/>
                      <a:pt x="5826" y="2516"/>
                      <a:pt x="5826" y="2578"/>
                    </a:cubicBezTo>
                    <a:cubicBezTo>
                      <a:pt x="5808" y="2703"/>
                      <a:pt x="5826" y="2810"/>
                      <a:pt x="5844" y="2908"/>
                    </a:cubicBezTo>
                    <a:cubicBezTo>
                      <a:pt x="5852" y="3007"/>
                      <a:pt x="5861" y="3096"/>
                      <a:pt x="5861" y="3176"/>
                    </a:cubicBezTo>
                    <a:cubicBezTo>
                      <a:pt x="5861" y="3256"/>
                      <a:pt x="5852" y="3328"/>
                      <a:pt x="5826" y="3390"/>
                    </a:cubicBezTo>
                    <a:cubicBezTo>
                      <a:pt x="5790" y="3524"/>
                      <a:pt x="5710" y="3604"/>
                      <a:pt x="5647" y="3631"/>
                    </a:cubicBezTo>
                    <a:cubicBezTo>
                      <a:pt x="5585" y="3658"/>
                      <a:pt x="5540" y="3658"/>
                      <a:pt x="5540" y="3658"/>
                    </a:cubicBezTo>
                    <a:cubicBezTo>
                      <a:pt x="5540" y="3658"/>
                      <a:pt x="5549" y="3660"/>
                      <a:pt x="5568" y="3660"/>
                    </a:cubicBezTo>
                    <a:cubicBezTo>
                      <a:pt x="5587" y="3660"/>
                      <a:pt x="5616" y="3658"/>
                      <a:pt x="5656" y="3649"/>
                    </a:cubicBezTo>
                    <a:cubicBezTo>
                      <a:pt x="5728" y="3622"/>
                      <a:pt x="5826" y="3551"/>
                      <a:pt x="5888" y="3417"/>
                    </a:cubicBezTo>
                    <a:cubicBezTo>
                      <a:pt x="5924" y="3354"/>
                      <a:pt x="5951" y="3274"/>
                      <a:pt x="5960" y="3185"/>
                    </a:cubicBezTo>
                    <a:cubicBezTo>
                      <a:pt x="5968" y="3096"/>
                      <a:pt x="5968" y="2998"/>
                      <a:pt x="5968" y="2900"/>
                    </a:cubicBezTo>
                    <a:cubicBezTo>
                      <a:pt x="5968" y="2801"/>
                      <a:pt x="5968" y="2703"/>
                      <a:pt x="5986" y="2605"/>
                    </a:cubicBezTo>
                    <a:cubicBezTo>
                      <a:pt x="6004" y="2552"/>
                      <a:pt x="6013" y="2507"/>
                      <a:pt x="6040" y="2462"/>
                    </a:cubicBezTo>
                    <a:cubicBezTo>
                      <a:pt x="6049" y="2436"/>
                      <a:pt x="6067" y="2409"/>
                      <a:pt x="6084" y="2373"/>
                    </a:cubicBezTo>
                    <a:cubicBezTo>
                      <a:pt x="6102" y="2338"/>
                      <a:pt x="6111" y="2284"/>
                      <a:pt x="6111" y="2239"/>
                    </a:cubicBezTo>
                    <a:cubicBezTo>
                      <a:pt x="6102" y="2150"/>
                      <a:pt x="6067" y="2088"/>
                      <a:pt x="6049" y="2025"/>
                    </a:cubicBezTo>
                    <a:cubicBezTo>
                      <a:pt x="6022" y="1954"/>
                      <a:pt x="5986" y="1891"/>
                      <a:pt x="5960" y="1829"/>
                    </a:cubicBezTo>
                    <a:cubicBezTo>
                      <a:pt x="5888" y="1704"/>
                      <a:pt x="5808" y="1579"/>
                      <a:pt x="5719" y="1454"/>
                    </a:cubicBezTo>
                    <a:cubicBezTo>
                      <a:pt x="5540" y="1205"/>
                      <a:pt x="5317" y="973"/>
                      <a:pt x="5094" y="732"/>
                    </a:cubicBezTo>
                    <a:cubicBezTo>
                      <a:pt x="4978" y="616"/>
                      <a:pt x="4871" y="500"/>
                      <a:pt x="4728" y="366"/>
                    </a:cubicBezTo>
                    <a:cubicBezTo>
                      <a:pt x="4586" y="232"/>
                      <a:pt x="4389" y="125"/>
                      <a:pt x="4193" y="72"/>
                    </a:cubicBezTo>
                    <a:cubicBezTo>
                      <a:pt x="3997" y="9"/>
                      <a:pt x="3792" y="0"/>
                      <a:pt x="3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1304;p48">
                <a:extLst>
                  <a:ext uri="{FF2B5EF4-FFF2-40B4-BE49-F238E27FC236}">
                    <a16:creationId xmlns:a16="http://schemas.microsoft.com/office/drawing/2014/main" id="{29317969-6AF0-347C-EAD0-7BC0146339C3}"/>
                  </a:ext>
                </a:extLst>
              </p:cNvPr>
              <p:cNvSpPr/>
              <p:nvPr/>
            </p:nvSpPr>
            <p:spPr>
              <a:xfrm>
                <a:off x="1219844" y="1117461"/>
                <a:ext cx="168466" cy="236115"/>
              </a:xfrm>
              <a:custGeom>
                <a:avLst/>
                <a:gdLst/>
                <a:ahLst/>
                <a:cxnLst/>
                <a:rect l="l" t="t" r="r" b="b"/>
                <a:pathLst>
                  <a:path w="2311" h="3239" extrusionOk="0">
                    <a:moveTo>
                      <a:pt x="357" y="0"/>
                    </a:moveTo>
                    <a:cubicBezTo>
                      <a:pt x="196" y="116"/>
                      <a:pt x="125" y="321"/>
                      <a:pt x="98" y="527"/>
                    </a:cubicBezTo>
                    <a:cubicBezTo>
                      <a:pt x="80" y="723"/>
                      <a:pt x="98" y="919"/>
                      <a:pt x="80" y="1115"/>
                    </a:cubicBezTo>
                    <a:cubicBezTo>
                      <a:pt x="62" y="1321"/>
                      <a:pt x="9" y="1508"/>
                      <a:pt x="0" y="1704"/>
                    </a:cubicBezTo>
                    <a:cubicBezTo>
                      <a:pt x="0" y="1990"/>
                      <a:pt x="98" y="2257"/>
                      <a:pt x="196" y="2516"/>
                    </a:cubicBezTo>
                    <a:lnTo>
                      <a:pt x="455" y="3239"/>
                    </a:lnTo>
                    <a:cubicBezTo>
                      <a:pt x="714" y="3087"/>
                      <a:pt x="964" y="2944"/>
                      <a:pt x="1222" y="2793"/>
                    </a:cubicBezTo>
                    <a:cubicBezTo>
                      <a:pt x="1570" y="2596"/>
                      <a:pt x="1918" y="2391"/>
                      <a:pt x="2239" y="2141"/>
                    </a:cubicBezTo>
                    <a:cubicBezTo>
                      <a:pt x="2257" y="2123"/>
                      <a:pt x="2275" y="2106"/>
                      <a:pt x="2284" y="2079"/>
                    </a:cubicBezTo>
                    <a:cubicBezTo>
                      <a:pt x="2311" y="2016"/>
                      <a:pt x="2248" y="1963"/>
                      <a:pt x="2195" y="1927"/>
                    </a:cubicBezTo>
                    <a:cubicBezTo>
                      <a:pt x="1865" y="1704"/>
                      <a:pt x="1534" y="1472"/>
                      <a:pt x="1169" y="1294"/>
                    </a:cubicBezTo>
                    <a:cubicBezTo>
                      <a:pt x="928" y="1178"/>
                      <a:pt x="660" y="1080"/>
                      <a:pt x="482" y="875"/>
                    </a:cubicBezTo>
                    <a:cubicBezTo>
                      <a:pt x="286" y="643"/>
                      <a:pt x="232" y="295"/>
                      <a:pt x="357" y="9"/>
                    </a:cubicBezTo>
                    <a:lnTo>
                      <a:pt x="3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1305;p48">
                <a:extLst>
                  <a:ext uri="{FF2B5EF4-FFF2-40B4-BE49-F238E27FC236}">
                    <a16:creationId xmlns:a16="http://schemas.microsoft.com/office/drawing/2014/main" id="{CAF8DD50-BFE2-4541-DCAD-31A30ADEF165}"/>
                  </a:ext>
                </a:extLst>
              </p:cNvPr>
              <p:cNvSpPr/>
              <p:nvPr/>
            </p:nvSpPr>
            <p:spPr>
              <a:xfrm>
                <a:off x="1217876" y="1116805"/>
                <a:ext cx="175610" cy="248508"/>
              </a:xfrm>
              <a:custGeom>
                <a:avLst/>
                <a:gdLst/>
                <a:ahLst/>
                <a:cxnLst/>
                <a:rect l="l" t="t" r="r" b="b"/>
                <a:pathLst>
                  <a:path w="2409" h="3409" extrusionOk="0">
                    <a:moveTo>
                      <a:pt x="348" y="0"/>
                    </a:moveTo>
                    <a:lnTo>
                      <a:pt x="348" y="0"/>
                    </a:lnTo>
                    <a:cubicBezTo>
                      <a:pt x="321" y="27"/>
                      <a:pt x="277" y="63"/>
                      <a:pt x="241" y="125"/>
                    </a:cubicBezTo>
                    <a:cubicBezTo>
                      <a:pt x="152" y="250"/>
                      <a:pt x="72" y="464"/>
                      <a:pt x="54" y="732"/>
                    </a:cubicBezTo>
                    <a:cubicBezTo>
                      <a:pt x="0" y="1258"/>
                      <a:pt x="36" y="2008"/>
                      <a:pt x="268" y="2793"/>
                    </a:cubicBezTo>
                    <a:cubicBezTo>
                      <a:pt x="321" y="2980"/>
                      <a:pt x="393" y="3167"/>
                      <a:pt x="464" y="3346"/>
                    </a:cubicBezTo>
                    <a:lnTo>
                      <a:pt x="491" y="3408"/>
                    </a:lnTo>
                    <a:lnTo>
                      <a:pt x="544" y="3373"/>
                    </a:lnTo>
                    <a:cubicBezTo>
                      <a:pt x="803" y="3167"/>
                      <a:pt x="1053" y="2980"/>
                      <a:pt x="1303" y="2855"/>
                    </a:cubicBezTo>
                    <a:cubicBezTo>
                      <a:pt x="1419" y="2784"/>
                      <a:pt x="1544" y="2730"/>
                      <a:pt x="1651" y="2668"/>
                    </a:cubicBezTo>
                    <a:cubicBezTo>
                      <a:pt x="1767" y="2605"/>
                      <a:pt x="1856" y="2534"/>
                      <a:pt x="1936" y="2463"/>
                    </a:cubicBezTo>
                    <a:cubicBezTo>
                      <a:pt x="2088" y="2320"/>
                      <a:pt x="2204" y="2204"/>
                      <a:pt x="2284" y="2124"/>
                    </a:cubicBezTo>
                    <a:cubicBezTo>
                      <a:pt x="2364" y="2035"/>
                      <a:pt x="2408" y="1991"/>
                      <a:pt x="2409" y="1990"/>
                    </a:cubicBezTo>
                    <a:lnTo>
                      <a:pt x="2409" y="1990"/>
                    </a:lnTo>
                    <a:cubicBezTo>
                      <a:pt x="2408" y="1991"/>
                      <a:pt x="2364" y="2035"/>
                      <a:pt x="2275" y="2115"/>
                    </a:cubicBezTo>
                    <a:cubicBezTo>
                      <a:pt x="2186" y="2186"/>
                      <a:pt x="2070" y="2302"/>
                      <a:pt x="1909" y="2436"/>
                    </a:cubicBezTo>
                    <a:cubicBezTo>
                      <a:pt x="1829" y="2498"/>
                      <a:pt x="1740" y="2561"/>
                      <a:pt x="1624" y="2614"/>
                    </a:cubicBezTo>
                    <a:cubicBezTo>
                      <a:pt x="1517" y="2677"/>
                      <a:pt x="1392" y="2721"/>
                      <a:pt x="1267" y="2784"/>
                    </a:cubicBezTo>
                    <a:cubicBezTo>
                      <a:pt x="1026" y="2900"/>
                      <a:pt x="786" y="3070"/>
                      <a:pt x="538" y="3251"/>
                    </a:cubicBezTo>
                    <a:lnTo>
                      <a:pt x="538" y="3251"/>
                    </a:lnTo>
                    <a:cubicBezTo>
                      <a:pt x="477" y="3098"/>
                      <a:pt x="421" y="2931"/>
                      <a:pt x="366" y="2757"/>
                    </a:cubicBezTo>
                    <a:cubicBezTo>
                      <a:pt x="143" y="1990"/>
                      <a:pt x="81" y="1258"/>
                      <a:pt x="98" y="732"/>
                    </a:cubicBezTo>
                    <a:cubicBezTo>
                      <a:pt x="116" y="473"/>
                      <a:pt x="179" y="268"/>
                      <a:pt x="250" y="134"/>
                    </a:cubicBezTo>
                    <a:cubicBezTo>
                      <a:pt x="286" y="72"/>
                      <a:pt x="321" y="27"/>
                      <a:pt x="34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1306;p48">
                <a:extLst>
                  <a:ext uri="{FF2B5EF4-FFF2-40B4-BE49-F238E27FC236}">
                    <a16:creationId xmlns:a16="http://schemas.microsoft.com/office/drawing/2014/main" id="{A1BDBB8A-03F5-C252-0D3C-1AA9DE75265B}"/>
                  </a:ext>
                </a:extLst>
              </p:cNvPr>
              <p:cNvSpPr/>
              <p:nvPr/>
            </p:nvSpPr>
            <p:spPr>
              <a:xfrm>
                <a:off x="1174940" y="654431"/>
                <a:ext cx="349689" cy="137266"/>
              </a:xfrm>
              <a:custGeom>
                <a:avLst/>
                <a:gdLst/>
                <a:ahLst/>
                <a:cxnLst/>
                <a:rect l="l" t="t" r="r" b="b"/>
                <a:pathLst>
                  <a:path w="4797" h="1883" extrusionOk="0">
                    <a:moveTo>
                      <a:pt x="3657" y="1"/>
                    </a:moveTo>
                    <a:cubicBezTo>
                      <a:pt x="2538" y="1"/>
                      <a:pt x="1417" y="254"/>
                      <a:pt x="411" y="750"/>
                    </a:cubicBezTo>
                    <a:cubicBezTo>
                      <a:pt x="215" y="848"/>
                      <a:pt x="0" y="991"/>
                      <a:pt x="18" y="1205"/>
                    </a:cubicBezTo>
                    <a:cubicBezTo>
                      <a:pt x="27" y="1419"/>
                      <a:pt x="277" y="1588"/>
                      <a:pt x="241" y="1803"/>
                    </a:cubicBezTo>
                    <a:lnTo>
                      <a:pt x="229" y="1831"/>
                    </a:lnTo>
                    <a:lnTo>
                      <a:pt x="229" y="1831"/>
                    </a:lnTo>
                    <a:cubicBezTo>
                      <a:pt x="304" y="1678"/>
                      <a:pt x="425" y="1557"/>
                      <a:pt x="554" y="1437"/>
                    </a:cubicBezTo>
                    <a:cubicBezTo>
                      <a:pt x="928" y="1071"/>
                      <a:pt x="1321" y="696"/>
                      <a:pt x="1803" y="500"/>
                    </a:cubicBezTo>
                    <a:cubicBezTo>
                      <a:pt x="2052" y="402"/>
                      <a:pt x="2311" y="357"/>
                      <a:pt x="2579" y="322"/>
                    </a:cubicBezTo>
                    <a:cubicBezTo>
                      <a:pt x="2820" y="286"/>
                      <a:pt x="3069" y="268"/>
                      <a:pt x="3310" y="259"/>
                    </a:cubicBezTo>
                    <a:cubicBezTo>
                      <a:pt x="3355" y="258"/>
                      <a:pt x="3401" y="257"/>
                      <a:pt x="3446" y="257"/>
                    </a:cubicBezTo>
                    <a:cubicBezTo>
                      <a:pt x="3641" y="257"/>
                      <a:pt x="3832" y="276"/>
                      <a:pt x="4006" y="348"/>
                    </a:cubicBezTo>
                    <a:cubicBezTo>
                      <a:pt x="4158" y="420"/>
                      <a:pt x="4292" y="527"/>
                      <a:pt x="4452" y="545"/>
                    </a:cubicBezTo>
                    <a:cubicBezTo>
                      <a:pt x="4466" y="547"/>
                      <a:pt x="4480" y="548"/>
                      <a:pt x="4494" y="548"/>
                    </a:cubicBezTo>
                    <a:cubicBezTo>
                      <a:pt x="4643" y="548"/>
                      <a:pt x="4797" y="425"/>
                      <a:pt x="4764" y="286"/>
                    </a:cubicBezTo>
                    <a:cubicBezTo>
                      <a:pt x="4746" y="224"/>
                      <a:pt x="4693" y="170"/>
                      <a:pt x="4639" y="134"/>
                    </a:cubicBezTo>
                    <a:cubicBezTo>
                      <a:pt x="4506" y="45"/>
                      <a:pt x="4327" y="27"/>
                      <a:pt x="4167" y="18"/>
                    </a:cubicBezTo>
                    <a:cubicBezTo>
                      <a:pt x="3997" y="7"/>
                      <a:pt x="3827" y="1"/>
                      <a:pt x="3657" y="1"/>
                    </a:cubicBezTo>
                    <a:close/>
                    <a:moveTo>
                      <a:pt x="229" y="1831"/>
                    </a:moveTo>
                    <a:cubicBezTo>
                      <a:pt x="220" y="1848"/>
                      <a:pt x="213" y="1865"/>
                      <a:pt x="206" y="1883"/>
                    </a:cubicBezTo>
                    <a:lnTo>
                      <a:pt x="229" y="183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1307;p48">
                <a:extLst>
                  <a:ext uri="{FF2B5EF4-FFF2-40B4-BE49-F238E27FC236}">
                    <a16:creationId xmlns:a16="http://schemas.microsoft.com/office/drawing/2014/main" id="{3A03F2A4-E051-3EB9-A228-A63EC5844D02}"/>
                  </a:ext>
                </a:extLst>
              </p:cNvPr>
              <p:cNvSpPr/>
              <p:nvPr/>
            </p:nvSpPr>
            <p:spPr>
              <a:xfrm>
                <a:off x="1176908" y="660918"/>
                <a:ext cx="399333" cy="149659"/>
              </a:xfrm>
              <a:custGeom>
                <a:avLst/>
                <a:gdLst/>
                <a:ahLst/>
                <a:cxnLst/>
                <a:rect l="l" t="t" r="r" b="b"/>
                <a:pathLst>
                  <a:path w="5478" h="2053" extrusionOk="0">
                    <a:moveTo>
                      <a:pt x="3132" y="1"/>
                    </a:moveTo>
                    <a:cubicBezTo>
                      <a:pt x="2632" y="19"/>
                      <a:pt x="2159" y="135"/>
                      <a:pt x="1767" y="313"/>
                    </a:cubicBezTo>
                    <a:cubicBezTo>
                      <a:pt x="1570" y="411"/>
                      <a:pt x="1401" y="518"/>
                      <a:pt x="1240" y="634"/>
                    </a:cubicBezTo>
                    <a:cubicBezTo>
                      <a:pt x="1089" y="750"/>
                      <a:pt x="964" y="866"/>
                      <a:pt x="857" y="973"/>
                    </a:cubicBezTo>
                    <a:cubicBezTo>
                      <a:pt x="741" y="1080"/>
                      <a:pt x="643" y="1160"/>
                      <a:pt x="536" y="1214"/>
                    </a:cubicBezTo>
                    <a:cubicBezTo>
                      <a:pt x="437" y="1259"/>
                      <a:pt x="339" y="1285"/>
                      <a:pt x="250" y="1285"/>
                    </a:cubicBezTo>
                    <a:cubicBezTo>
                      <a:pt x="170" y="1285"/>
                      <a:pt x="107" y="1276"/>
                      <a:pt x="63" y="1259"/>
                    </a:cubicBezTo>
                    <a:cubicBezTo>
                      <a:pt x="45" y="1250"/>
                      <a:pt x="27" y="1241"/>
                      <a:pt x="18" y="1232"/>
                    </a:cubicBezTo>
                    <a:cubicBezTo>
                      <a:pt x="9" y="1232"/>
                      <a:pt x="0" y="1223"/>
                      <a:pt x="0" y="1223"/>
                    </a:cubicBezTo>
                    <a:lnTo>
                      <a:pt x="0" y="1223"/>
                    </a:lnTo>
                    <a:cubicBezTo>
                      <a:pt x="0" y="1223"/>
                      <a:pt x="63" y="1312"/>
                      <a:pt x="250" y="1348"/>
                    </a:cubicBezTo>
                    <a:cubicBezTo>
                      <a:pt x="287" y="1355"/>
                      <a:pt x="329" y="1360"/>
                      <a:pt x="374" y="1360"/>
                    </a:cubicBezTo>
                    <a:cubicBezTo>
                      <a:pt x="438" y="1360"/>
                      <a:pt x="511" y="1351"/>
                      <a:pt x="589" y="1330"/>
                    </a:cubicBezTo>
                    <a:cubicBezTo>
                      <a:pt x="714" y="1303"/>
                      <a:pt x="848" y="1223"/>
                      <a:pt x="982" y="1134"/>
                    </a:cubicBezTo>
                    <a:cubicBezTo>
                      <a:pt x="1115" y="1045"/>
                      <a:pt x="1249" y="955"/>
                      <a:pt x="1401" y="866"/>
                    </a:cubicBezTo>
                    <a:cubicBezTo>
                      <a:pt x="1553" y="786"/>
                      <a:pt x="1722" y="706"/>
                      <a:pt x="1900" y="634"/>
                    </a:cubicBezTo>
                    <a:cubicBezTo>
                      <a:pt x="2266" y="509"/>
                      <a:pt x="2694" y="429"/>
                      <a:pt x="3140" y="420"/>
                    </a:cubicBezTo>
                    <a:cubicBezTo>
                      <a:pt x="3177" y="419"/>
                      <a:pt x="3214" y="419"/>
                      <a:pt x="3251" y="419"/>
                    </a:cubicBezTo>
                    <a:cubicBezTo>
                      <a:pt x="3660" y="419"/>
                      <a:pt x="4063" y="465"/>
                      <a:pt x="4398" y="563"/>
                    </a:cubicBezTo>
                    <a:cubicBezTo>
                      <a:pt x="4577" y="607"/>
                      <a:pt x="4746" y="679"/>
                      <a:pt x="4871" y="777"/>
                    </a:cubicBezTo>
                    <a:cubicBezTo>
                      <a:pt x="5005" y="866"/>
                      <a:pt x="5103" y="991"/>
                      <a:pt x="5166" y="1116"/>
                    </a:cubicBezTo>
                    <a:cubicBezTo>
                      <a:pt x="5308" y="1375"/>
                      <a:pt x="5362" y="1624"/>
                      <a:pt x="5406" y="1794"/>
                    </a:cubicBezTo>
                    <a:cubicBezTo>
                      <a:pt x="5460" y="1954"/>
                      <a:pt x="5433" y="2053"/>
                      <a:pt x="5433" y="2053"/>
                    </a:cubicBezTo>
                    <a:cubicBezTo>
                      <a:pt x="5433" y="2053"/>
                      <a:pt x="5442" y="2035"/>
                      <a:pt x="5451" y="1990"/>
                    </a:cubicBezTo>
                    <a:cubicBezTo>
                      <a:pt x="5469" y="1937"/>
                      <a:pt x="5478" y="1874"/>
                      <a:pt x="5469" y="1785"/>
                    </a:cubicBezTo>
                    <a:cubicBezTo>
                      <a:pt x="5460" y="1607"/>
                      <a:pt x="5460" y="1348"/>
                      <a:pt x="5362" y="1036"/>
                    </a:cubicBezTo>
                    <a:cubicBezTo>
                      <a:pt x="5308" y="875"/>
                      <a:pt x="5210" y="706"/>
                      <a:pt x="5058" y="563"/>
                    </a:cubicBezTo>
                    <a:cubicBezTo>
                      <a:pt x="4907" y="420"/>
                      <a:pt x="4719" y="313"/>
                      <a:pt x="4514" y="233"/>
                    </a:cubicBezTo>
                    <a:cubicBezTo>
                      <a:pt x="4300" y="152"/>
                      <a:pt x="4086" y="99"/>
                      <a:pt x="3854" y="54"/>
                    </a:cubicBezTo>
                    <a:cubicBezTo>
                      <a:pt x="3622" y="19"/>
                      <a:pt x="3381" y="1"/>
                      <a:pt x="31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1308;p48">
              <a:extLst>
                <a:ext uri="{FF2B5EF4-FFF2-40B4-BE49-F238E27FC236}">
                  <a16:creationId xmlns:a16="http://schemas.microsoft.com/office/drawing/2014/main" id="{8D15D236-CB9E-A0BC-17AF-3D82714F431F}"/>
                </a:ext>
              </a:extLst>
            </p:cNvPr>
            <p:cNvSpPr/>
            <p:nvPr/>
          </p:nvSpPr>
          <p:spPr>
            <a:xfrm rot="9938304">
              <a:off x="1835159" y="4418214"/>
              <a:ext cx="761650" cy="148754"/>
            </a:xfrm>
            <a:custGeom>
              <a:avLst/>
              <a:gdLst/>
              <a:ahLst/>
              <a:cxnLst/>
              <a:rect l="l" t="t" r="r" b="b"/>
              <a:pathLst>
                <a:path w="19981" h="3952" extrusionOk="0">
                  <a:moveTo>
                    <a:pt x="5286" y="1"/>
                  </a:moveTo>
                  <a:cubicBezTo>
                    <a:pt x="4865" y="1"/>
                    <a:pt x="4444" y="14"/>
                    <a:pt x="4024" y="53"/>
                  </a:cubicBezTo>
                  <a:cubicBezTo>
                    <a:pt x="3756" y="71"/>
                    <a:pt x="3497" y="107"/>
                    <a:pt x="3239" y="133"/>
                  </a:cubicBezTo>
                  <a:cubicBezTo>
                    <a:pt x="2320" y="249"/>
                    <a:pt x="1410" y="437"/>
                    <a:pt x="509" y="695"/>
                  </a:cubicBezTo>
                  <a:cubicBezTo>
                    <a:pt x="313" y="758"/>
                    <a:pt x="107" y="811"/>
                    <a:pt x="0" y="1061"/>
                  </a:cubicBezTo>
                  <a:cubicBezTo>
                    <a:pt x="97" y="1109"/>
                    <a:pt x="183" y="1129"/>
                    <a:pt x="270" y="1129"/>
                  </a:cubicBezTo>
                  <a:cubicBezTo>
                    <a:pt x="328" y="1129"/>
                    <a:pt x="386" y="1120"/>
                    <a:pt x="446" y="1106"/>
                  </a:cubicBezTo>
                  <a:cubicBezTo>
                    <a:pt x="1080" y="981"/>
                    <a:pt x="1713" y="847"/>
                    <a:pt x="2355" y="731"/>
                  </a:cubicBezTo>
                  <a:cubicBezTo>
                    <a:pt x="2659" y="678"/>
                    <a:pt x="2971" y="642"/>
                    <a:pt x="3283" y="615"/>
                  </a:cubicBezTo>
                  <a:cubicBezTo>
                    <a:pt x="3970" y="562"/>
                    <a:pt x="4657" y="499"/>
                    <a:pt x="5344" y="472"/>
                  </a:cubicBezTo>
                  <a:cubicBezTo>
                    <a:pt x="5397" y="469"/>
                    <a:pt x="5451" y="468"/>
                    <a:pt x="5505" y="468"/>
                  </a:cubicBezTo>
                  <a:cubicBezTo>
                    <a:pt x="5783" y="468"/>
                    <a:pt x="6066" y="502"/>
                    <a:pt x="6343" y="517"/>
                  </a:cubicBezTo>
                  <a:cubicBezTo>
                    <a:pt x="6798" y="544"/>
                    <a:pt x="7244" y="562"/>
                    <a:pt x="7690" y="615"/>
                  </a:cubicBezTo>
                  <a:cubicBezTo>
                    <a:pt x="8529" y="704"/>
                    <a:pt x="9376" y="785"/>
                    <a:pt x="10206" y="954"/>
                  </a:cubicBezTo>
                  <a:cubicBezTo>
                    <a:pt x="11223" y="1150"/>
                    <a:pt x="12258" y="1320"/>
                    <a:pt x="13266" y="1623"/>
                  </a:cubicBezTo>
                  <a:cubicBezTo>
                    <a:pt x="14122" y="1891"/>
                    <a:pt x="14997" y="2114"/>
                    <a:pt x="15853" y="2399"/>
                  </a:cubicBezTo>
                  <a:cubicBezTo>
                    <a:pt x="16406" y="2578"/>
                    <a:pt x="16932" y="2827"/>
                    <a:pt x="17477" y="3050"/>
                  </a:cubicBezTo>
                  <a:cubicBezTo>
                    <a:pt x="17503" y="3059"/>
                    <a:pt x="17512" y="3095"/>
                    <a:pt x="17575" y="3158"/>
                  </a:cubicBezTo>
                  <a:cubicBezTo>
                    <a:pt x="17378" y="3166"/>
                    <a:pt x="17227" y="3184"/>
                    <a:pt x="17075" y="3184"/>
                  </a:cubicBezTo>
                  <a:cubicBezTo>
                    <a:pt x="16602" y="3193"/>
                    <a:pt x="16174" y="3363"/>
                    <a:pt x="15764" y="3586"/>
                  </a:cubicBezTo>
                  <a:cubicBezTo>
                    <a:pt x="15675" y="3630"/>
                    <a:pt x="15603" y="3728"/>
                    <a:pt x="15469" y="3836"/>
                  </a:cubicBezTo>
                  <a:cubicBezTo>
                    <a:pt x="15603" y="3880"/>
                    <a:pt x="15675" y="3916"/>
                    <a:pt x="15746" y="3916"/>
                  </a:cubicBezTo>
                  <a:cubicBezTo>
                    <a:pt x="16228" y="3934"/>
                    <a:pt x="16709" y="3952"/>
                    <a:pt x="17191" y="3952"/>
                  </a:cubicBezTo>
                  <a:cubicBezTo>
                    <a:pt x="17646" y="3943"/>
                    <a:pt x="18110" y="3898"/>
                    <a:pt x="18565" y="3889"/>
                  </a:cubicBezTo>
                  <a:cubicBezTo>
                    <a:pt x="18694" y="3885"/>
                    <a:pt x="18825" y="3883"/>
                    <a:pt x="18956" y="3883"/>
                  </a:cubicBezTo>
                  <a:cubicBezTo>
                    <a:pt x="19142" y="3883"/>
                    <a:pt x="19328" y="3888"/>
                    <a:pt x="19511" y="3898"/>
                  </a:cubicBezTo>
                  <a:cubicBezTo>
                    <a:pt x="19517" y="3898"/>
                    <a:pt x="19523" y="3898"/>
                    <a:pt x="19529" y="3898"/>
                  </a:cubicBezTo>
                  <a:cubicBezTo>
                    <a:pt x="19829" y="3898"/>
                    <a:pt x="19980" y="3678"/>
                    <a:pt x="19832" y="3372"/>
                  </a:cubicBezTo>
                  <a:cubicBezTo>
                    <a:pt x="19760" y="3211"/>
                    <a:pt x="19680" y="3042"/>
                    <a:pt x="19573" y="2908"/>
                  </a:cubicBezTo>
                  <a:cubicBezTo>
                    <a:pt x="19154" y="2372"/>
                    <a:pt x="18672" y="1891"/>
                    <a:pt x="18101" y="1507"/>
                  </a:cubicBezTo>
                  <a:cubicBezTo>
                    <a:pt x="18003" y="1436"/>
                    <a:pt x="17914" y="1347"/>
                    <a:pt x="17807" y="1275"/>
                  </a:cubicBezTo>
                  <a:cubicBezTo>
                    <a:pt x="17712" y="1208"/>
                    <a:pt x="17611" y="1173"/>
                    <a:pt x="17528" y="1173"/>
                  </a:cubicBezTo>
                  <a:cubicBezTo>
                    <a:pt x="17478" y="1173"/>
                    <a:pt x="17435" y="1186"/>
                    <a:pt x="17405" y="1213"/>
                  </a:cubicBezTo>
                  <a:cubicBezTo>
                    <a:pt x="17307" y="1293"/>
                    <a:pt x="17316" y="1480"/>
                    <a:pt x="17450" y="1641"/>
                  </a:cubicBezTo>
                  <a:cubicBezTo>
                    <a:pt x="17664" y="1882"/>
                    <a:pt x="17887" y="2114"/>
                    <a:pt x="18110" y="2355"/>
                  </a:cubicBezTo>
                  <a:cubicBezTo>
                    <a:pt x="18164" y="2417"/>
                    <a:pt x="18217" y="2471"/>
                    <a:pt x="18297" y="2551"/>
                  </a:cubicBezTo>
                  <a:cubicBezTo>
                    <a:pt x="18268" y="2560"/>
                    <a:pt x="18241" y="2564"/>
                    <a:pt x="18216" y="2564"/>
                  </a:cubicBezTo>
                  <a:cubicBezTo>
                    <a:pt x="18121" y="2564"/>
                    <a:pt x="18058" y="2508"/>
                    <a:pt x="17994" y="2480"/>
                  </a:cubicBezTo>
                  <a:cubicBezTo>
                    <a:pt x="17262" y="2123"/>
                    <a:pt x="16504" y="1810"/>
                    <a:pt x="15719" y="1596"/>
                  </a:cubicBezTo>
                  <a:cubicBezTo>
                    <a:pt x="15425" y="1525"/>
                    <a:pt x="15121" y="1463"/>
                    <a:pt x="14827" y="1391"/>
                  </a:cubicBezTo>
                  <a:cubicBezTo>
                    <a:pt x="14069" y="1195"/>
                    <a:pt x="13310" y="990"/>
                    <a:pt x="12552" y="811"/>
                  </a:cubicBezTo>
                  <a:cubicBezTo>
                    <a:pt x="12026" y="695"/>
                    <a:pt x="11500" y="633"/>
                    <a:pt x="10973" y="526"/>
                  </a:cubicBezTo>
                  <a:cubicBezTo>
                    <a:pt x="9974" y="321"/>
                    <a:pt x="8948" y="249"/>
                    <a:pt x="7931" y="115"/>
                  </a:cubicBezTo>
                  <a:cubicBezTo>
                    <a:pt x="7512" y="53"/>
                    <a:pt x="7084" y="53"/>
                    <a:pt x="6655" y="35"/>
                  </a:cubicBezTo>
                  <a:cubicBezTo>
                    <a:pt x="6197" y="17"/>
                    <a:pt x="5741" y="1"/>
                    <a:pt x="5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en's Fashion Campaign by Slidesgo">
  <a:themeElements>
    <a:clrScheme name="Simple Light">
      <a:dk1>
        <a:srgbClr val="212121"/>
      </a:dk1>
      <a:lt1>
        <a:srgbClr val="F3F0EF"/>
      </a:lt1>
      <a:dk2>
        <a:srgbClr val="5C2727"/>
      </a:dk2>
      <a:lt2>
        <a:srgbClr val="9D4747"/>
      </a:lt2>
      <a:accent1>
        <a:srgbClr val="E56852"/>
      </a:accent1>
      <a:accent2>
        <a:srgbClr val="E4C9AB"/>
      </a:accent2>
      <a:accent3>
        <a:srgbClr val="A0D7EB"/>
      </a:accent3>
      <a:accent4>
        <a:srgbClr val="0D8EBE"/>
      </a:accent4>
      <a:accent5>
        <a:srgbClr val="8B9FDA"/>
      </a:accent5>
      <a:accent6>
        <a:srgbClr val="5E5E5E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</TotalTime>
  <Words>1239</Words>
  <Application>Microsoft Office PowerPoint</Application>
  <PresentationFormat>On-screen Show (16:9)</PresentationFormat>
  <Paragraphs>159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Ms Madi</vt:lpstr>
      <vt:lpstr>Lato</vt:lpstr>
      <vt:lpstr>Syne</vt:lpstr>
      <vt:lpstr>Calibri</vt:lpstr>
      <vt:lpstr>Men's Fashion Campaign by Slidesgo</vt:lpstr>
      <vt:lpstr>Building &amp; Managing Online Reputation</vt:lpstr>
      <vt:lpstr>Tasks</vt:lpstr>
      <vt:lpstr>About Apex Kinetic</vt:lpstr>
      <vt:lpstr>Target Audience</vt:lpstr>
      <vt:lpstr>Competitor Analysis with MarketShare </vt:lpstr>
      <vt:lpstr>Strategic goal</vt:lpstr>
      <vt:lpstr>Add social media profiles to insights</vt:lpstr>
      <vt:lpstr>Sentiment Analysis </vt:lpstr>
      <vt:lpstr>Competitive Analysis </vt:lpstr>
      <vt:lpstr>ORM Strategy and Implementation Plan</vt:lpstr>
      <vt:lpstr>TAT &amp; SLA Area</vt:lpstr>
      <vt:lpstr>Targeted keywords </vt:lpstr>
      <vt:lpstr>Keywords incorporated </vt:lpstr>
      <vt:lpstr>ORM Strategy Components </vt:lpstr>
      <vt:lpstr>Roadmap for each component </vt:lpstr>
      <vt:lpstr>Thanks !          By Nilesh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niles</dc:creator>
  <cp:lastModifiedBy>nilesh sharma</cp:lastModifiedBy>
  <cp:revision>35</cp:revision>
  <dcterms:modified xsi:type="dcterms:W3CDTF">2026-05-16T15:19:55Z</dcterms:modified>
</cp:coreProperties>
</file>