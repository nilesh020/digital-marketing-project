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3"/>
  </p:notesMasterIdLst>
  <p:handoutMasterIdLst>
    <p:handoutMasterId r:id="rId14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297" r:id="rId12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102" d="100"/>
          <a:sy n="102" d="100"/>
        </p:scale>
        <p:origin x="954" y="9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nileshumeshsharma.niitlearning.in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ileshumeshsharma.niitlearning.in/wp-booking-calendar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ileshumeshsharma.niitlearning.in/product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1513389"/>
            <a:ext cx="6392421" cy="3831221"/>
          </a:xfrm>
        </p:spPr>
        <p:txBody>
          <a:bodyPr anchor="ctr"/>
          <a:lstStyle/>
          <a:p>
            <a:r>
              <a:rPr lang="en-US" dirty="0"/>
              <a:t>Course 1 </a:t>
            </a:r>
            <a:br>
              <a:rPr lang="en-US" dirty="0"/>
            </a:br>
            <a:r>
              <a:rPr lang="en-US" dirty="0"/>
              <a:t>project </a:t>
            </a:r>
            <a:br>
              <a:rPr lang="en-US" dirty="0"/>
            </a:br>
            <a:br>
              <a:rPr lang="en-US" dirty="0"/>
            </a:br>
            <a:r>
              <a:rPr lang="en-US" sz="1800" dirty="0"/>
              <a:t>Presentation by – Nilesh</a:t>
            </a:r>
            <a:br>
              <a:rPr lang="en-US" sz="1800" dirty="0"/>
            </a:br>
            <a:r>
              <a:rPr lang="en-US" sz="1800" dirty="0"/>
              <a:t>guided by– </a:t>
            </a:r>
            <a:r>
              <a:rPr lang="en-US" sz="1800" dirty="0" err="1"/>
              <a:t>chhavi</a:t>
            </a:r>
            <a:r>
              <a:rPr lang="en-US" sz="1800" dirty="0"/>
              <a:t> </a:t>
            </a:r>
            <a:r>
              <a:rPr lang="en-US" sz="1800" dirty="0" err="1"/>
              <a:t>patel</a:t>
            </a:r>
            <a:r>
              <a:rPr 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91595"/>
            <a:ext cx="8686800" cy="1244597"/>
          </a:xfrm>
        </p:spPr>
        <p:txBody>
          <a:bodyPr/>
          <a:lstStyle/>
          <a:p>
            <a:r>
              <a:rPr lang="en-US" dirty="0"/>
              <a:t>search engine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755648"/>
            <a:ext cx="6740165" cy="4286336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>
                <a:latin typeface="+mj-lt"/>
              </a:rPr>
              <a:t>Website link : </a:t>
            </a:r>
            <a:r>
              <a:rPr lang="en-US" dirty="0">
                <a:latin typeface="+mj-lt"/>
                <a:hlinkClick r:id="rId3"/>
              </a:rPr>
              <a:t>https://nileshumeshsharma.niitlearning.in/</a:t>
            </a:r>
            <a:r>
              <a:rPr lang="en-US" dirty="0">
                <a:latin typeface="+mj-lt"/>
              </a:rPr>
              <a:t> </a:t>
            </a:r>
          </a:p>
          <a:p>
            <a:r>
              <a:rPr lang="en-US" sz="2800" dirty="0">
                <a:latin typeface="+mj-lt"/>
              </a:rPr>
              <a:t>Focused Keyword </a:t>
            </a:r>
            <a:r>
              <a:rPr lang="en-US" dirty="0"/>
              <a:t>- Anniversary Cake</a:t>
            </a:r>
          </a:p>
          <a:p>
            <a:r>
              <a:rPr lang="en-US" sz="2800" dirty="0">
                <a:latin typeface="+mj-lt"/>
              </a:rPr>
              <a:t>Title</a:t>
            </a:r>
            <a:r>
              <a:rPr lang="en-US" dirty="0"/>
              <a:t> –  Anniversary Cakes</a:t>
            </a:r>
            <a:r>
              <a:rPr lang="en-IN" dirty="0"/>
              <a:t>|</a:t>
            </a:r>
            <a:r>
              <a:rPr lang="en-US" dirty="0"/>
              <a:t> Handcrafted Vegan Cakes for Your Special Day</a:t>
            </a:r>
          </a:p>
          <a:p>
            <a:r>
              <a:rPr lang="en-US" sz="2800" dirty="0">
                <a:latin typeface="Arial Black (Headings)"/>
              </a:rPr>
              <a:t>Slug</a:t>
            </a:r>
            <a:r>
              <a:rPr lang="en-US" dirty="0"/>
              <a:t> - home</a:t>
            </a:r>
          </a:p>
          <a:p>
            <a:r>
              <a:rPr lang="en-US" sz="3300" dirty="0">
                <a:latin typeface="+mj-lt"/>
              </a:rPr>
              <a:t>Meta description </a:t>
            </a:r>
            <a:r>
              <a:rPr lang="en-US" dirty="0"/>
              <a:t>- </a:t>
            </a:r>
            <a:r>
              <a:rPr lang="en-IN" dirty="0"/>
              <a:t>Visit Our Local Bakery to Get Custom Anniversary Cakes. Fresh Components, Elegant Designs, and Same Day Delivery. Love at First Slice!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Applied the focused keyword</a:t>
            </a:r>
            <a:br>
              <a:rPr lang="en-US" dirty="0"/>
            </a:br>
            <a:r>
              <a:rPr lang="en-US" sz="1600" cap="none" dirty="0"/>
              <a:t>Using Yoast SEO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E11009-7294-A9D3-4575-4FD98C1F6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14" y="1962520"/>
            <a:ext cx="3808143" cy="278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857080"/>
            <a:ext cx="5259554" cy="1695222"/>
          </a:xfrm>
        </p:spPr>
        <p:txBody>
          <a:bodyPr/>
          <a:lstStyle/>
          <a:p>
            <a:r>
              <a:rPr lang="en-US" dirty="0"/>
              <a:t>applied title, </a:t>
            </a:r>
            <a:r>
              <a:rPr lang="en-US" dirty="0" err="1"/>
              <a:t>sLUG</a:t>
            </a:r>
            <a:r>
              <a:rPr lang="en-US" dirty="0"/>
              <a:t> and </a:t>
            </a:r>
            <a:br>
              <a:rPr lang="en-US" dirty="0"/>
            </a:br>
            <a:r>
              <a:rPr lang="en-US" dirty="0"/>
              <a:t>meta </a:t>
            </a:r>
            <a:r>
              <a:rPr lang="en-IN" b="0" dirty="0"/>
              <a:t>description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+mj-lt"/>
              </a:rPr>
              <a:t>Using Yoast SEO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75300C4-A430-9008-D24E-E4B3B3139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342" y="830097"/>
            <a:ext cx="5259554" cy="507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Canonical </a:t>
            </a:r>
            <a:r>
              <a:rPr lang="en-US" dirty="0" err="1"/>
              <a:t>url</a:t>
            </a:r>
            <a:br>
              <a:rPr lang="en-US" dirty="0"/>
            </a:br>
            <a:r>
              <a:rPr lang="en-US" sz="1800" b="0" cap="none" dirty="0"/>
              <a:t>Pasted the URL In The Canonical URL Section Under Advance Section </a:t>
            </a:r>
            <a:endParaRPr lang="en-US" sz="1800" b="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E82431-2210-26CC-D72F-052BBA777C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23209" y="2924183"/>
            <a:ext cx="5160684" cy="1670025"/>
          </a:xfr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5"/>
            <a:ext cx="7043617" cy="601844"/>
          </a:xfrm>
        </p:spPr>
        <p:txBody>
          <a:bodyPr/>
          <a:lstStyle/>
          <a:p>
            <a:pPr algn="ctr"/>
            <a:r>
              <a:rPr lang="en-US" dirty="0"/>
              <a:t>Booking calendar </a:t>
            </a:r>
            <a:br>
              <a:rPr lang="en-US" dirty="0"/>
            </a:br>
            <a:r>
              <a:rPr lang="en-US" sz="1200" cap="none" dirty="0"/>
              <a:t>Link</a:t>
            </a:r>
            <a:r>
              <a:rPr lang="en-US" sz="1200" dirty="0"/>
              <a:t>: </a:t>
            </a:r>
            <a:r>
              <a:rPr lang="en-US" sz="1200" cap="none" dirty="0">
                <a:hlinkClick r:id="rId3"/>
              </a:rPr>
              <a:t>https://nileshumeshsharma.niitlearning.in/wp-booking-calendar/</a:t>
            </a:r>
            <a:r>
              <a:rPr lang="en-US" sz="1200" cap="none" dirty="0"/>
              <a:t> </a:t>
            </a:r>
            <a:endParaRPr lang="en-US" sz="11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6D6F7A7-460E-A651-D0A3-94F96E466E0A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4"/>
          <a:srcRect r="4147"/>
          <a:stretch>
            <a:fillRect/>
          </a:stretch>
        </p:blipFill>
        <p:spPr>
          <a:xfrm>
            <a:off x="5358300" y="1970202"/>
            <a:ext cx="5312842" cy="4071823"/>
          </a:xfr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6"/>
            <a:ext cx="7796464" cy="541678"/>
          </a:xfrm>
        </p:spPr>
        <p:txBody>
          <a:bodyPr/>
          <a:lstStyle/>
          <a:p>
            <a:pPr algn="ctr"/>
            <a:r>
              <a:rPr lang="en-US" dirty="0"/>
              <a:t>Booking Form</a:t>
            </a:r>
            <a:br>
              <a:rPr lang="en-US" dirty="0"/>
            </a:br>
            <a:r>
              <a:rPr lang="en-US" sz="1400" cap="none" dirty="0" err="1"/>
              <a:t>Form</a:t>
            </a:r>
            <a:r>
              <a:rPr lang="en-US" sz="1400" cap="none" dirty="0"/>
              <a:t> link: </a:t>
            </a:r>
            <a:r>
              <a:rPr lang="en-US" sz="1400" cap="none" dirty="0">
                <a:hlinkClick r:id="rId3"/>
              </a:rPr>
              <a:t>https://nileshumeshsharma.niitlearning.in/product/</a:t>
            </a:r>
            <a:r>
              <a:rPr lang="en-US" sz="1400" cap="none" dirty="0"/>
              <a:t> </a:t>
            </a:r>
            <a:endParaRPr lang="en-US" sz="1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CD171D-1031-08A2-A2CA-603F157BB90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2177591" y="1911096"/>
            <a:ext cx="5480486" cy="4448297"/>
          </a:xfr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By Nilesh  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{44449114-AF0D-45E9-BEF2-9005A88C2EAC}TF8a9b5915-b8c7-461e-8cdd-693d48b5e32371f7b7e2_win32-4bf0b9a2ea37</Template>
  <TotalTime>93</TotalTime>
  <Words>150</Words>
  <Application>Microsoft Office PowerPoint</Application>
  <PresentationFormat>Widescreen</PresentationFormat>
  <Paragraphs>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Arial Black (Headings)</vt:lpstr>
      <vt:lpstr>Calibri</vt:lpstr>
      <vt:lpstr>Sabon Next LT</vt:lpstr>
      <vt:lpstr>Custom</vt:lpstr>
      <vt:lpstr>Course 1  project   Presentation by – Nilesh guided by– chhavi patel </vt:lpstr>
      <vt:lpstr>search engine optimization</vt:lpstr>
      <vt:lpstr>Applied the focused keyword Using Yoast SEO </vt:lpstr>
      <vt:lpstr>applied title, sLUG and  meta description</vt:lpstr>
      <vt:lpstr>Canonical url Pasted the URL In The Canonical URL Section Under Advance Section </vt:lpstr>
      <vt:lpstr>Booking calendar  Link: https://nileshumeshsharma.niitlearning.in/wp-booking-calendar/ </vt:lpstr>
      <vt:lpstr>Booking Form Form link: https://nileshumeshsharma.niitlearning.in/product/ 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nilesh sharma</dc:creator>
  <cp:lastModifiedBy>nilesh sharma</cp:lastModifiedBy>
  <cp:revision>6</cp:revision>
  <dcterms:created xsi:type="dcterms:W3CDTF">2026-01-27T14:43:57Z</dcterms:created>
  <dcterms:modified xsi:type="dcterms:W3CDTF">2026-02-05T14:19:21Z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