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57" r:id="rId3"/>
    <p:sldId id="260" r:id="rId4"/>
    <p:sldId id="261" r:id="rId5"/>
    <p:sldId id="281" r:id="rId6"/>
    <p:sldId id="284" r:id="rId7"/>
    <p:sldId id="310" r:id="rId8"/>
    <p:sldId id="309" r:id="rId9"/>
    <p:sldId id="311" r:id="rId10"/>
    <p:sldId id="312" r:id="rId11"/>
    <p:sldId id="313" r:id="rId12"/>
    <p:sldId id="285" r:id="rId13"/>
    <p:sldId id="259" r:id="rId14"/>
  </p:sldIdLst>
  <p:sldSz cx="9144000" cy="5143500" type="screen16x9"/>
  <p:notesSz cx="6858000" cy="9144000"/>
  <p:embeddedFontLst>
    <p:embeddedFont>
      <p:font typeface="Anek Devanagari" panose="020B0604020202020204" charset="0"/>
      <p:regular r:id="rId16"/>
      <p:bold r:id="rId17"/>
    </p:embeddedFont>
    <p:embeddedFont>
      <p:font typeface="Unbounded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5CB65E-4A83-4B17-AF6B-05C07C952301}">
  <a:tblStyle styleId="{BC5CB65E-4A83-4B17-AF6B-05C07C9523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7b102344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27b102344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27b102344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27b102344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7b102344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27b102344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27b102344f_0_28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27b102344f_0_28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23903117d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23903117db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B5603316-F51E-39C1-9FAA-E12BF5B1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23903117db_0_230:notes">
            <a:extLst>
              <a:ext uri="{FF2B5EF4-FFF2-40B4-BE49-F238E27FC236}">
                <a16:creationId xmlns:a16="http://schemas.microsoft.com/office/drawing/2014/main" id="{A32B7AEC-10F3-A53F-5960-2F0E00F27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23903117db_0_230:notes">
            <a:extLst>
              <a:ext uri="{FF2B5EF4-FFF2-40B4-BE49-F238E27FC236}">
                <a16:creationId xmlns:a16="http://schemas.microsoft.com/office/drawing/2014/main" id="{3050762A-12E5-3DD5-A45E-424801144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879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82DF7E16-F1FF-72F6-6986-D8BFA35A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23903117db_0_230:notes">
            <a:extLst>
              <a:ext uri="{FF2B5EF4-FFF2-40B4-BE49-F238E27FC236}">
                <a16:creationId xmlns:a16="http://schemas.microsoft.com/office/drawing/2014/main" id="{97C166F5-C415-0E0E-99C6-0BDD5ACF0E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23903117db_0_230:notes">
            <a:extLst>
              <a:ext uri="{FF2B5EF4-FFF2-40B4-BE49-F238E27FC236}">
                <a16:creationId xmlns:a16="http://schemas.microsoft.com/office/drawing/2014/main" id="{EAAEABDA-D95C-84FF-3143-3B7568E49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396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78020C6D-C060-6907-2BD5-EF59AC2DE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23903117db_0_230:notes">
            <a:extLst>
              <a:ext uri="{FF2B5EF4-FFF2-40B4-BE49-F238E27FC236}">
                <a16:creationId xmlns:a16="http://schemas.microsoft.com/office/drawing/2014/main" id="{6932AAEC-4488-082A-D62D-A3DF4A92FA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23903117db_0_230:notes">
            <a:extLst>
              <a:ext uri="{FF2B5EF4-FFF2-40B4-BE49-F238E27FC236}">
                <a16:creationId xmlns:a16="http://schemas.microsoft.com/office/drawing/2014/main" id="{7E509CB0-9AA0-4BD9-15CA-3B84AE2AE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470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FA67CBA3-CD7D-7322-5C7C-C8ECBDE0E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23903117db_0_230:notes">
            <a:extLst>
              <a:ext uri="{FF2B5EF4-FFF2-40B4-BE49-F238E27FC236}">
                <a16:creationId xmlns:a16="http://schemas.microsoft.com/office/drawing/2014/main" id="{1BD40BA5-3F32-5140-227C-EF4C6DE5D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23903117db_0_230:notes">
            <a:extLst>
              <a:ext uri="{FF2B5EF4-FFF2-40B4-BE49-F238E27FC236}">
                <a16:creationId xmlns:a16="http://schemas.microsoft.com/office/drawing/2014/main" id="{37400DCC-16F5-29F8-6866-360A57DC5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2201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5">
          <a:extLst>
            <a:ext uri="{FF2B5EF4-FFF2-40B4-BE49-F238E27FC236}">
              <a16:creationId xmlns:a16="http://schemas.microsoft.com/office/drawing/2014/main" id="{50808DCD-E479-9F32-4C8B-4B51CC39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23903117db_0_230:notes">
            <a:extLst>
              <a:ext uri="{FF2B5EF4-FFF2-40B4-BE49-F238E27FC236}">
                <a16:creationId xmlns:a16="http://schemas.microsoft.com/office/drawing/2014/main" id="{76A84ABD-9A97-CB30-4307-FAB613509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23903117db_0_230:notes">
            <a:extLst>
              <a:ext uri="{FF2B5EF4-FFF2-40B4-BE49-F238E27FC236}">
                <a16:creationId xmlns:a16="http://schemas.microsoft.com/office/drawing/2014/main" id="{1DC88E0F-41ED-5E6C-4577-1D1133ABB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42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27b102344f_0_28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27b102344f_0_280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27b102344f_0_280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27b102344f_0_280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93375" y="888745"/>
            <a:ext cx="4201200" cy="25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Unbounded"/>
                <a:ea typeface="Unbounded"/>
                <a:cs typeface="Unbounded"/>
                <a:sym typeface="Unbound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93375" y="3810095"/>
            <a:ext cx="4201200" cy="457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177700" y="2400300"/>
            <a:ext cx="4788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177700" y="1158450"/>
            <a:ext cx="4788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 b="1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177700" y="3527850"/>
            <a:ext cx="4788600" cy="4572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4772025" y="1952625"/>
            <a:ext cx="3658800" cy="23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5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713225" y="425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720000" y="1211645"/>
            <a:ext cx="3976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720000" y="2192970"/>
            <a:ext cx="3976200" cy="17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>
            <a:spLocks noGrp="1"/>
          </p:cNvSpPr>
          <p:nvPr>
            <p:ph type="pic" idx="2"/>
          </p:nvPr>
        </p:nvSpPr>
        <p:spPr>
          <a:xfrm>
            <a:off x="5177900" y="540450"/>
            <a:ext cx="3253200" cy="406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-9525" y="-9525"/>
            <a:ext cx="9153600" cy="51531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103750" y="3984300"/>
            <a:ext cx="6963900" cy="71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713225" y="425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6"/>
          <p:cNvGrpSpPr/>
          <p:nvPr/>
        </p:nvGrpSpPr>
        <p:grpSpPr>
          <a:xfrm rot="2699813">
            <a:off x="8139143" y="3330425"/>
            <a:ext cx="1248292" cy="940382"/>
            <a:chOff x="6326187" y="535685"/>
            <a:chExt cx="961468" cy="724268"/>
          </a:xfrm>
        </p:grpSpPr>
        <p:sp>
          <p:nvSpPr>
            <p:cNvPr id="114" name="Google Shape;114;p16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6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" name="Google Shape;118;p16"/>
          <p:cNvGrpSpPr/>
          <p:nvPr/>
        </p:nvGrpSpPr>
        <p:grpSpPr>
          <a:xfrm rot="5400186" flipH="1">
            <a:off x="-2133679" y="-2407050"/>
            <a:ext cx="3150613" cy="3952739"/>
            <a:chOff x="7215206" y="794562"/>
            <a:chExt cx="1700277" cy="2035606"/>
          </a:xfrm>
        </p:grpSpPr>
        <p:sp>
          <p:nvSpPr>
            <p:cNvPr id="119" name="Google Shape;119;p1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16"/>
          <p:cNvGrpSpPr/>
          <p:nvPr/>
        </p:nvGrpSpPr>
        <p:grpSpPr>
          <a:xfrm rot="4954044">
            <a:off x="8891154" y="3081503"/>
            <a:ext cx="3150561" cy="3952949"/>
            <a:chOff x="7215206" y="794562"/>
            <a:chExt cx="1700277" cy="2035606"/>
          </a:xfrm>
        </p:grpSpPr>
        <p:sp>
          <p:nvSpPr>
            <p:cNvPr id="123" name="Google Shape;123;p1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3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815250" y="1650000"/>
            <a:ext cx="338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1"/>
          </p:nvPr>
        </p:nvSpPr>
        <p:spPr>
          <a:xfrm>
            <a:off x="815250" y="2451300"/>
            <a:ext cx="33828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_1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 flipH="1">
            <a:off x="4809200" y="1092444"/>
            <a:ext cx="3545700" cy="209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1"/>
          </p:nvPr>
        </p:nvSpPr>
        <p:spPr>
          <a:xfrm flipH="1">
            <a:off x="4809200" y="3140569"/>
            <a:ext cx="35457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"/>
          <p:cNvSpPr>
            <a:spLocks noGrp="1"/>
          </p:cNvSpPr>
          <p:nvPr>
            <p:ph type="pic" idx="2"/>
          </p:nvPr>
        </p:nvSpPr>
        <p:spPr>
          <a:xfrm flipH="1">
            <a:off x="720000" y="540450"/>
            <a:ext cx="3253200" cy="4062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25"/>
          <p:cNvGrpSpPr/>
          <p:nvPr/>
        </p:nvGrpSpPr>
        <p:grpSpPr>
          <a:xfrm rot="-2399069">
            <a:off x="5898309" y="4340279"/>
            <a:ext cx="1363992" cy="1027487"/>
            <a:chOff x="6326187" y="535685"/>
            <a:chExt cx="961468" cy="724268"/>
          </a:xfrm>
        </p:grpSpPr>
        <p:sp>
          <p:nvSpPr>
            <p:cNvPr id="227" name="Google Shape;227;p25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5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5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5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25"/>
          <p:cNvGrpSpPr/>
          <p:nvPr/>
        </p:nvGrpSpPr>
        <p:grpSpPr>
          <a:xfrm rot="-8753693" flipH="1">
            <a:off x="7631413" y="3114461"/>
            <a:ext cx="2642995" cy="3192587"/>
            <a:chOff x="7215206" y="794562"/>
            <a:chExt cx="1700277" cy="2035606"/>
          </a:xfrm>
        </p:grpSpPr>
        <p:sp>
          <p:nvSpPr>
            <p:cNvPr id="232" name="Google Shape;232;p25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5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5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25"/>
          <p:cNvGrpSpPr/>
          <p:nvPr/>
        </p:nvGrpSpPr>
        <p:grpSpPr>
          <a:xfrm rot="10205465" flipH="1">
            <a:off x="-608302" y="4225718"/>
            <a:ext cx="2643062" cy="3192474"/>
            <a:chOff x="7215206" y="794562"/>
            <a:chExt cx="1700277" cy="2035606"/>
          </a:xfrm>
        </p:grpSpPr>
        <p:sp>
          <p:nvSpPr>
            <p:cNvPr id="236" name="Google Shape;236;p25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5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5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26"/>
          <p:cNvGrpSpPr/>
          <p:nvPr/>
        </p:nvGrpSpPr>
        <p:grpSpPr>
          <a:xfrm rot="2642424">
            <a:off x="8108641" y="581048"/>
            <a:ext cx="1363991" cy="1027487"/>
            <a:chOff x="6326187" y="535685"/>
            <a:chExt cx="961468" cy="724268"/>
          </a:xfrm>
        </p:grpSpPr>
        <p:sp>
          <p:nvSpPr>
            <p:cNvPr id="241" name="Google Shape;241;p26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" name="Google Shape;245;p26"/>
          <p:cNvGrpSpPr/>
          <p:nvPr/>
        </p:nvGrpSpPr>
        <p:grpSpPr>
          <a:xfrm rot="-4243056" flipH="1">
            <a:off x="7972608" y="1804377"/>
            <a:ext cx="2642907" cy="3192654"/>
            <a:chOff x="7215206" y="794562"/>
            <a:chExt cx="1700277" cy="2035606"/>
          </a:xfrm>
        </p:grpSpPr>
        <p:sp>
          <p:nvSpPr>
            <p:cNvPr id="246" name="Google Shape;246;p2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6"/>
          <p:cNvGrpSpPr/>
          <p:nvPr/>
        </p:nvGrpSpPr>
        <p:grpSpPr>
          <a:xfrm rot="-4269147" flipH="1">
            <a:off x="-1693939" y="-1736062"/>
            <a:ext cx="2643170" cy="3192394"/>
            <a:chOff x="7215206" y="794562"/>
            <a:chExt cx="1700277" cy="2035606"/>
          </a:xfrm>
        </p:grpSpPr>
        <p:sp>
          <p:nvSpPr>
            <p:cNvPr id="250" name="Google Shape;250;p2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7"/>
          <p:cNvGrpSpPr/>
          <p:nvPr/>
        </p:nvGrpSpPr>
        <p:grpSpPr>
          <a:xfrm rot="-623276" flipH="1">
            <a:off x="81462" y="2686305"/>
            <a:ext cx="1363989" cy="1027485"/>
            <a:chOff x="6326187" y="535685"/>
            <a:chExt cx="961468" cy="724268"/>
          </a:xfrm>
        </p:grpSpPr>
        <p:sp>
          <p:nvSpPr>
            <p:cNvPr id="255" name="Google Shape;255;p27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7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" name="Google Shape;259;p27"/>
          <p:cNvGrpSpPr/>
          <p:nvPr/>
        </p:nvGrpSpPr>
        <p:grpSpPr>
          <a:xfrm rot="-4243056" flipH="1">
            <a:off x="8067858" y="-270323"/>
            <a:ext cx="2642907" cy="3192654"/>
            <a:chOff x="7215206" y="794562"/>
            <a:chExt cx="1700277" cy="2035606"/>
          </a:xfrm>
        </p:grpSpPr>
        <p:sp>
          <p:nvSpPr>
            <p:cNvPr id="260" name="Google Shape;260;p27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27"/>
          <p:cNvGrpSpPr/>
          <p:nvPr/>
        </p:nvGrpSpPr>
        <p:grpSpPr>
          <a:xfrm rot="1861068" flipH="1">
            <a:off x="-1162858" y="3824107"/>
            <a:ext cx="4600789" cy="4323844"/>
            <a:chOff x="-152848" y="1355401"/>
            <a:chExt cx="4600827" cy="4323881"/>
          </a:xfrm>
        </p:grpSpPr>
        <p:sp>
          <p:nvSpPr>
            <p:cNvPr id="264" name="Google Shape;264;p27"/>
            <p:cNvSpPr/>
            <p:nvPr/>
          </p:nvSpPr>
          <p:spPr>
            <a:xfrm>
              <a:off x="-152848" y="1355401"/>
              <a:ext cx="4600827" cy="3246597"/>
            </a:xfrm>
            <a:custGeom>
              <a:avLst/>
              <a:gdLst/>
              <a:ahLst/>
              <a:cxnLst/>
              <a:rect l="l" t="t" r="r" b="b"/>
              <a:pathLst>
                <a:path w="284221" h="200562" extrusionOk="0">
                  <a:moveTo>
                    <a:pt x="114743" y="0"/>
                  </a:moveTo>
                  <a:cubicBezTo>
                    <a:pt x="113353" y="50"/>
                    <a:pt x="111964" y="151"/>
                    <a:pt x="110591" y="318"/>
                  </a:cubicBezTo>
                  <a:lnTo>
                    <a:pt x="110742" y="1674"/>
                  </a:lnTo>
                  <a:cubicBezTo>
                    <a:pt x="112081" y="1506"/>
                    <a:pt x="113437" y="1423"/>
                    <a:pt x="114793" y="1373"/>
                  </a:cubicBezTo>
                  <a:lnTo>
                    <a:pt x="114743" y="0"/>
                  </a:lnTo>
                  <a:close/>
                  <a:moveTo>
                    <a:pt x="118910" y="33"/>
                  </a:moveTo>
                  <a:lnTo>
                    <a:pt x="118843" y="1389"/>
                  </a:lnTo>
                  <a:cubicBezTo>
                    <a:pt x="120199" y="1473"/>
                    <a:pt x="121572" y="1573"/>
                    <a:pt x="122894" y="1741"/>
                  </a:cubicBezTo>
                  <a:lnTo>
                    <a:pt x="123062" y="385"/>
                  </a:lnTo>
                  <a:cubicBezTo>
                    <a:pt x="121689" y="201"/>
                    <a:pt x="120300" y="84"/>
                    <a:pt x="118910" y="33"/>
                  </a:cubicBezTo>
                  <a:close/>
                  <a:moveTo>
                    <a:pt x="106474" y="937"/>
                  </a:moveTo>
                  <a:cubicBezTo>
                    <a:pt x="105101" y="1205"/>
                    <a:pt x="103745" y="1523"/>
                    <a:pt x="102406" y="1891"/>
                  </a:cubicBezTo>
                  <a:lnTo>
                    <a:pt x="102790" y="3193"/>
                  </a:lnTo>
                  <a:lnTo>
                    <a:pt x="102790" y="3193"/>
                  </a:lnTo>
                  <a:cubicBezTo>
                    <a:pt x="104091" y="2843"/>
                    <a:pt x="105408" y="2527"/>
                    <a:pt x="106725" y="2276"/>
                  </a:cubicBezTo>
                  <a:lnTo>
                    <a:pt x="106474" y="937"/>
                  </a:lnTo>
                  <a:close/>
                  <a:moveTo>
                    <a:pt x="102790" y="3193"/>
                  </a:moveTo>
                  <a:cubicBezTo>
                    <a:pt x="102785" y="3194"/>
                    <a:pt x="102780" y="3196"/>
                    <a:pt x="102775" y="3197"/>
                  </a:cubicBezTo>
                  <a:lnTo>
                    <a:pt x="102791" y="3197"/>
                  </a:lnTo>
                  <a:lnTo>
                    <a:pt x="102790" y="3193"/>
                  </a:lnTo>
                  <a:close/>
                  <a:moveTo>
                    <a:pt x="127179" y="1071"/>
                  </a:moveTo>
                  <a:lnTo>
                    <a:pt x="126895" y="2410"/>
                  </a:lnTo>
                  <a:cubicBezTo>
                    <a:pt x="128217" y="2695"/>
                    <a:pt x="129539" y="3030"/>
                    <a:pt x="130828" y="3415"/>
                  </a:cubicBezTo>
                  <a:lnTo>
                    <a:pt x="131213" y="2126"/>
                  </a:lnTo>
                  <a:cubicBezTo>
                    <a:pt x="129891" y="1707"/>
                    <a:pt x="128535" y="1356"/>
                    <a:pt x="127179" y="1071"/>
                  </a:cubicBezTo>
                  <a:close/>
                  <a:moveTo>
                    <a:pt x="98439" y="3147"/>
                  </a:moveTo>
                  <a:cubicBezTo>
                    <a:pt x="97736" y="3415"/>
                    <a:pt x="97033" y="3682"/>
                    <a:pt x="96330" y="3984"/>
                  </a:cubicBezTo>
                  <a:cubicBezTo>
                    <a:pt x="95744" y="4218"/>
                    <a:pt x="95158" y="4486"/>
                    <a:pt x="94589" y="4754"/>
                  </a:cubicBezTo>
                  <a:lnTo>
                    <a:pt x="95175" y="5992"/>
                  </a:lnTo>
                  <a:cubicBezTo>
                    <a:pt x="95728" y="5741"/>
                    <a:pt x="96297" y="5474"/>
                    <a:pt x="96866" y="5239"/>
                  </a:cubicBezTo>
                  <a:cubicBezTo>
                    <a:pt x="97535" y="4955"/>
                    <a:pt x="98222" y="4670"/>
                    <a:pt x="98908" y="4419"/>
                  </a:cubicBezTo>
                  <a:lnTo>
                    <a:pt x="98439" y="3147"/>
                  </a:lnTo>
                  <a:close/>
                  <a:moveTo>
                    <a:pt x="135164" y="3498"/>
                  </a:moveTo>
                  <a:lnTo>
                    <a:pt x="134645" y="4770"/>
                  </a:lnTo>
                  <a:cubicBezTo>
                    <a:pt x="135900" y="5273"/>
                    <a:pt x="137139" y="5842"/>
                    <a:pt x="138310" y="6461"/>
                  </a:cubicBezTo>
                  <a:lnTo>
                    <a:pt x="138963" y="5239"/>
                  </a:lnTo>
                  <a:cubicBezTo>
                    <a:pt x="137741" y="4603"/>
                    <a:pt x="136469" y="4017"/>
                    <a:pt x="135164" y="3498"/>
                  </a:cubicBezTo>
                  <a:close/>
                  <a:moveTo>
                    <a:pt x="90907" y="6712"/>
                  </a:moveTo>
                  <a:cubicBezTo>
                    <a:pt x="89702" y="7432"/>
                    <a:pt x="88530" y="8202"/>
                    <a:pt x="87409" y="9022"/>
                  </a:cubicBezTo>
                  <a:lnTo>
                    <a:pt x="88229" y="10127"/>
                  </a:lnTo>
                  <a:cubicBezTo>
                    <a:pt x="89317" y="9323"/>
                    <a:pt x="90438" y="8587"/>
                    <a:pt x="91593" y="7901"/>
                  </a:cubicBezTo>
                  <a:lnTo>
                    <a:pt x="90907" y="6712"/>
                  </a:lnTo>
                  <a:close/>
                  <a:moveTo>
                    <a:pt x="142562" y="7348"/>
                  </a:moveTo>
                  <a:lnTo>
                    <a:pt x="141809" y="8486"/>
                  </a:lnTo>
                  <a:cubicBezTo>
                    <a:pt x="142930" y="9240"/>
                    <a:pt x="144018" y="10026"/>
                    <a:pt x="145056" y="10880"/>
                  </a:cubicBezTo>
                  <a:lnTo>
                    <a:pt x="145926" y="9842"/>
                  </a:lnTo>
                  <a:cubicBezTo>
                    <a:pt x="144855" y="8938"/>
                    <a:pt x="143717" y="8118"/>
                    <a:pt x="142562" y="7348"/>
                  </a:cubicBezTo>
                  <a:close/>
                  <a:moveTo>
                    <a:pt x="84195" y="11700"/>
                  </a:moveTo>
                  <a:cubicBezTo>
                    <a:pt x="83174" y="12654"/>
                    <a:pt x="82203" y="13692"/>
                    <a:pt x="81332" y="14780"/>
                  </a:cubicBezTo>
                  <a:lnTo>
                    <a:pt x="82387" y="15634"/>
                  </a:lnTo>
                  <a:cubicBezTo>
                    <a:pt x="83241" y="14596"/>
                    <a:pt x="84145" y="13625"/>
                    <a:pt x="85132" y="12705"/>
                  </a:cubicBezTo>
                  <a:lnTo>
                    <a:pt x="84195" y="11700"/>
                  </a:lnTo>
                  <a:close/>
                  <a:moveTo>
                    <a:pt x="149023" y="12654"/>
                  </a:moveTo>
                  <a:lnTo>
                    <a:pt x="148035" y="13608"/>
                  </a:lnTo>
                  <a:cubicBezTo>
                    <a:pt x="148856" y="14429"/>
                    <a:pt x="149626" y="15299"/>
                    <a:pt x="150345" y="16186"/>
                  </a:cubicBezTo>
                  <a:cubicBezTo>
                    <a:pt x="150463" y="16337"/>
                    <a:pt x="150580" y="16487"/>
                    <a:pt x="150697" y="16638"/>
                  </a:cubicBezTo>
                  <a:lnTo>
                    <a:pt x="151785" y="15801"/>
                  </a:lnTo>
                  <a:cubicBezTo>
                    <a:pt x="151651" y="15634"/>
                    <a:pt x="151534" y="15483"/>
                    <a:pt x="151417" y="15333"/>
                  </a:cubicBezTo>
                  <a:cubicBezTo>
                    <a:pt x="150663" y="14395"/>
                    <a:pt x="149860" y="13508"/>
                    <a:pt x="149023" y="12654"/>
                  </a:cubicBezTo>
                  <a:close/>
                  <a:moveTo>
                    <a:pt x="78922" y="18245"/>
                  </a:moveTo>
                  <a:cubicBezTo>
                    <a:pt x="78219" y="19467"/>
                    <a:pt x="77633" y="20756"/>
                    <a:pt x="77165" y="22095"/>
                  </a:cubicBezTo>
                  <a:lnTo>
                    <a:pt x="78470" y="22547"/>
                  </a:lnTo>
                  <a:cubicBezTo>
                    <a:pt x="78905" y="21291"/>
                    <a:pt x="79458" y="20086"/>
                    <a:pt x="80111" y="18931"/>
                  </a:cubicBezTo>
                  <a:lnTo>
                    <a:pt x="78922" y="18245"/>
                  </a:lnTo>
                  <a:close/>
                  <a:moveTo>
                    <a:pt x="154179" y="19216"/>
                  </a:moveTo>
                  <a:lnTo>
                    <a:pt x="153024" y="19952"/>
                  </a:lnTo>
                  <a:cubicBezTo>
                    <a:pt x="153743" y="21074"/>
                    <a:pt x="154396" y="22262"/>
                    <a:pt x="154999" y="23467"/>
                  </a:cubicBezTo>
                  <a:lnTo>
                    <a:pt x="156221" y="22865"/>
                  </a:lnTo>
                  <a:cubicBezTo>
                    <a:pt x="155601" y="21609"/>
                    <a:pt x="154915" y="20404"/>
                    <a:pt x="154179" y="19216"/>
                  </a:cubicBezTo>
                  <a:close/>
                  <a:moveTo>
                    <a:pt x="76177" y="26229"/>
                  </a:moveTo>
                  <a:cubicBezTo>
                    <a:pt x="76160" y="26346"/>
                    <a:pt x="76160" y="26447"/>
                    <a:pt x="76144" y="26547"/>
                  </a:cubicBezTo>
                  <a:cubicBezTo>
                    <a:pt x="76043" y="27351"/>
                    <a:pt x="76010" y="28138"/>
                    <a:pt x="76010" y="28941"/>
                  </a:cubicBezTo>
                  <a:cubicBezTo>
                    <a:pt x="76010" y="29443"/>
                    <a:pt x="76026" y="29962"/>
                    <a:pt x="76060" y="30464"/>
                  </a:cubicBezTo>
                  <a:lnTo>
                    <a:pt x="77432" y="30364"/>
                  </a:lnTo>
                  <a:cubicBezTo>
                    <a:pt x="77399" y="29895"/>
                    <a:pt x="77382" y="29426"/>
                    <a:pt x="77382" y="28941"/>
                  </a:cubicBezTo>
                  <a:cubicBezTo>
                    <a:pt x="77382" y="28204"/>
                    <a:pt x="77416" y="27451"/>
                    <a:pt x="77499" y="26715"/>
                  </a:cubicBezTo>
                  <a:lnTo>
                    <a:pt x="77550" y="26397"/>
                  </a:lnTo>
                  <a:lnTo>
                    <a:pt x="76177" y="26229"/>
                  </a:lnTo>
                  <a:close/>
                  <a:moveTo>
                    <a:pt x="157894" y="26698"/>
                  </a:moveTo>
                  <a:lnTo>
                    <a:pt x="156622" y="27183"/>
                  </a:lnTo>
                  <a:cubicBezTo>
                    <a:pt x="157074" y="28422"/>
                    <a:pt x="157509" y="29711"/>
                    <a:pt x="157878" y="31033"/>
                  </a:cubicBezTo>
                  <a:lnTo>
                    <a:pt x="159200" y="30665"/>
                  </a:lnTo>
                  <a:cubicBezTo>
                    <a:pt x="158815" y="29309"/>
                    <a:pt x="158380" y="27970"/>
                    <a:pt x="157894" y="26698"/>
                  </a:cubicBezTo>
                  <a:close/>
                  <a:moveTo>
                    <a:pt x="78085" y="34281"/>
                  </a:moveTo>
                  <a:lnTo>
                    <a:pt x="76763" y="34632"/>
                  </a:lnTo>
                  <a:cubicBezTo>
                    <a:pt x="77131" y="36005"/>
                    <a:pt x="77617" y="37327"/>
                    <a:pt x="78202" y="38616"/>
                  </a:cubicBezTo>
                  <a:lnTo>
                    <a:pt x="79441" y="38047"/>
                  </a:lnTo>
                  <a:cubicBezTo>
                    <a:pt x="78889" y="36825"/>
                    <a:pt x="78437" y="35569"/>
                    <a:pt x="78085" y="34281"/>
                  </a:cubicBezTo>
                  <a:close/>
                  <a:moveTo>
                    <a:pt x="160154" y="34716"/>
                  </a:moveTo>
                  <a:lnTo>
                    <a:pt x="158815" y="34984"/>
                  </a:lnTo>
                  <a:cubicBezTo>
                    <a:pt x="159066" y="36272"/>
                    <a:pt x="159267" y="37628"/>
                    <a:pt x="159434" y="38984"/>
                  </a:cubicBezTo>
                  <a:lnTo>
                    <a:pt x="160807" y="38833"/>
                  </a:lnTo>
                  <a:cubicBezTo>
                    <a:pt x="160640" y="37427"/>
                    <a:pt x="160422" y="36055"/>
                    <a:pt x="160154" y="34716"/>
                  </a:cubicBezTo>
                  <a:close/>
                  <a:moveTo>
                    <a:pt x="81366" y="41595"/>
                  </a:moveTo>
                  <a:lnTo>
                    <a:pt x="80194" y="42315"/>
                  </a:lnTo>
                  <a:cubicBezTo>
                    <a:pt x="80931" y="43504"/>
                    <a:pt x="81734" y="44642"/>
                    <a:pt x="82605" y="45746"/>
                  </a:cubicBezTo>
                  <a:lnTo>
                    <a:pt x="83676" y="44893"/>
                  </a:lnTo>
                  <a:cubicBezTo>
                    <a:pt x="82839" y="43838"/>
                    <a:pt x="82069" y="42734"/>
                    <a:pt x="81366" y="41595"/>
                  </a:cubicBezTo>
                  <a:close/>
                  <a:moveTo>
                    <a:pt x="252651" y="44458"/>
                  </a:moveTo>
                  <a:lnTo>
                    <a:pt x="251630" y="45378"/>
                  </a:lnTo>
                  <a:cubicBezTo>
                    <a:pt x="252032" y="45813"/>
                    <a:pt x="252434" y="46299"/>
                    <a:pt x="252835" y="46818"/>
                  </a:cubicBezTo>
                  <a:lnTo>
                    <a:pt x="253923" y="45964"/>
                  </a:lnTo>
                  <a:cubicBezTo>
                    <a:pt x="253505" y="45428"/>
                    <a:pt x="253070" y="44910"/>
                    <a:pt x="252651" y="44458"/>
                  </a:cubicBezTo>
                  <a:close/>
                  <a:moveTo>
                    <a:pt x="161158" y="42968"/>
                  </a:moveTo>
                  <a:lnTo>
                    <a:pt x="159786" y="43052"/>
                  </a:lnTo>
                  <a:cubicBezTo>
                    <a:pt x="159870" y="44273"/>
                    <a:pt x="159903" y="45529"/>
                    <a:pt x="159903" y="46784"/>
                  </a:cubicBezTo>
                  <a:lnTo>
                    <a:pt x="159903" y="47102"/>
                  </a:lnTo>
                  <a:lnTo>
                    <a:pt x="161259" y="47102"/>
                  </a:lnTo>
                  <a:lnTo>
                    <a:pt x="161259" y="46784"/>
                  </a:lnTo>
                  <a:cubicBezTo>
                    <a:pt x="161259" y="45495"/>
                    <a:pt x="161225" y="44223"/>
                    <a:pt x="161158" y="42968"/>
                  </a:cubicBezTo>
                  <a:close/>
                  <a:moveTo>
                    <a:pt x="86321" y="47956"/>
                  </a:moveTo>
                  <a:lnTo>
                    <a:pt x="85316" y="48893"/>
                  </a:lnTo>
                  <a:cubicBezTo>
                    <a:pt x="86220" y="49881"/>
                    <a:pt x="87191" y="50868"/>
                    <a:pt x="88245" y="51839"/>
                  </a:cubicBezTo>
                  <a:lnTo>
                    <a:pt x="89200" y="50835"/>
                  </a:lnTo>
                  <a:cubicBezTo>
                    <a:pt x="88179" y="49881"/>
                    <a:pt x="87208" y="48927"/>
                    <a:pt x="86321" y="47956"/>
                  </a:cubicBezTo>
                  <a:close/>
                  <a:moveTo>
                    <a:pt x="256267" y="49446"/>
                  </a:moveTo>
                  <a:lnTo>
                    <a:pt x="255095" y="50149"/>
                  </a:lnTo>
                  <a:cubicBezTo>
                    <a:pt x="255781" y="51304"/>
                    <a:pt x="256401" y="52492"/>
                    <a:pt x="256953" y="53731"/>
                  </a:cubicBezTo>
                  <a:lnTo>
                    <a:pt x="258208" y="53162"/>
                  </a:lnTo>
                  <a:cubicBezTo>
                    <a:pt x="257639" y="51890"/>
                    <a:pt x="256987" y="50651"/>
                    <a:pt x="256267" y="49446"/>
                  </a:cubicBezTo>
                  <a:close/>
                  <a:moveTo>
                    <a:pt x="159769" y="51187"/>
                  </a:moveTo>
                  <a:cubicBezTo>
                    <a:pt x="159685" y="52509"/>
                    <a:pt x="159585" y="53881"/>
                    <a:pt x="159434" y="55254"/>
                  </a:cubicBezTo>
                  <a:lnTo>
                    <a:pt x="160807" y="55405"/>
                  </a:lnTo>
                  <a:cubicBezTo>
                    <a:pt x="160941" y="53999"/>
                    <a:pt x="161058" y="52609"/>
                    <a:pt x="161125" y="51270"/>
                  </a:cubicBezTo>
                  <a:lnTo>
                    <a:pt x="159769" y="51187"/>
                  </a:lnTo>
                  <a:close/>
                  <a:moveTo>
                    <a:pt x="92246" y="53563"/>
                  </a:moveTo>
                  <a:lnTo>
                    <a:pt x="91359" y="54601"/>
                  </a:lnTo>
                  <a:cubicBezTo>
                    <a:pt x="92229" y="55338"/>
                    <a:pt x="93150" y="56074"/>
                    <a:pt x="94087" y="56794"/>
                  </a:cubicBezTo>
                  <a:lnTo>
                    <a:pt x="94606" y="57196"/>
                  </a:lnTo>
                  <a:lnTo>
                    <a:pt x="95443" y="56108"/>
                  </a:lnTo>
                  <a:lnTo>
                    <a:pt x="94924" y="55723"/>
                  </a:lnTo>
                  <a:cubicBezTo>
                    <a:pt x="94004" y="55003"/>
                    <a:pt x="93100" y="54283"/>
                    <a:pt x="92246" y="53563"/>
                  </a:cubicBezTo>
                  <a:close/>
                  <a:moveTo>
                    <a:pt x="259665" y="57112"/>
                  </a:moveTo>
                  <a:lnTo>
                    <a:pt x="258342" y="57497"/>
                  </a:lnTo>
                  <a:cubicBezTo>
                    <a:pt x="258711" y="58769"/>
                    <a:pt x="258962" y="60075"/>
                    <a:pt x="259062" y="61397"/>
                  </a:cubicBezTo>
                  <a:lnTo>
                    <a:pt x="260435" y="61297"/>
                  </a:lnTo>
                  <a:cubicBezTo>
                    <a:pt x="260317" y="59891"/>
                    <a:pt x="260050" y="58485"/>
                    <a:pt x="259665" y="57112"/>
                  </a:cubicBezTo>
                  <a:close/>
                  <a:moveTo>
                    <a:pt x="98724" y="58585"/>
                  </a:moveTo>
                  <a:lnTo>
                    <a:pt x="97887" y="59656"/>
                  </a:lnTo>
                  <a:cubicBezTo>
                    <a:pt x="98992" y="60476"/>
                    <a:pt x="100080" y="61313"/>
                    <a:pt x="101168" y="62150"/>
                  </a:cubicBezTo>
                  <a:lnTo>
                    <a:pt x="102005" y="61079"/>
                  </a:lnTo>
                  <a:cubicBezTo>
                    <a:pt x="100917" y="60242"/>
                    <a:pt x="99812" y="59405"/>
                    <a:pt x="98724" y="58585"/>
                  </a:cubicBezTo>
                  <a:close/>
                  <a:moveTo>
                    <a:pt x="158932" y="59305"/>
                  </a:moveTo>
                  <a:cubicBezTo>
                    <a:pt x="158731" y="60627"/>
                    <a:pt x="158514" y="61983"/>
                    <a:pt x="158263" y="63339"/>
                  </a:cubicBezTo>
                  <a:lnTo>
                    <a:pt x="159602" y="63590"/>
                  </a:lnTo>
                  <a:cubicBezTo>
                    <a:pt x="159870" y="62217"/>
                    <a:pt x="160087" y="60845"/>
                    <a:pt x="160288" y="59522"/>
                  </a:cubicBezTo>
                  <a:lnTo>
                    <a:pt x="158932" y="59305"/>
                  </a:lnTo>
                  <a:close/>
                  <a:moveTo>
                    <a:pt x="105252" y="63623"/>
                  </a:moveTo>
                  <a:lnTo>
                    <a:pt x="104381" y="64695"/>
                  </a:lnTo>
                  <a:cubicBezTo>
                    <a:pt x="105520" y="65615"/>
                    <a:pt x="106541" y="66486"/>
                    <a:pt x="107495" y="67339"/>
                  </a:cubicBezTo>
                  <a:lnTo>
                    <a:pt x="108399" y="66318"/>
                  </a:lnTo>
                  <a:cubicBezTo>
                    <a:pt x="107445" y="65448"/>
                    <a:pt x="106407" y="64561"/>
                    <a:pt x="105252" y="63623"/>
                  </a:cubicBezTo>
                  <a:close/>
                  <a:moveTo>
                    <a:pt x="258778" y="65264"/>
                  </a:moveTo>
                  <a:cubicBezTo>
                    <a:pt x="258526" y="66218"/>
                    <a:pt x="258108" y="67105"/>
                    <a:pt x="257522" y="67892"/>
                  </a:cubicBezTo>
                  <a:cubicBezTo>
                    <a:pt x="257355" y="68126"/>
                    <a:pt x="257171" y="68360"/>
                    <a:pt x="256987" y="68561"/>
                  </a:cubicBezTo>
                  <a:lnTo>
                    <a:pt x="258008" y="69465"/>
                  </a:lnTo>
                  <a:cubicBezTo>
                    <a:pt x="258225" y="69214"/>
                    <a:pt x="258426" y="68980"/>
                    <a:pt x="258627" y="68712"/>
                  </a:cubicBezTo>
                  <a:cubicBezTo>
                    <a:pt x="259313" y="67791"/>
                    <a:pt x="259815" y="66737"/>
                    <a:pt x="260100" y="65615"/>
                  </a:cubicBezTo>
                  <a:lnTo>
                    <a:pt x="258778" y="65264"/>
                  </a:lnTo>
                  <a:close/>
                  <a:moveTo>
                    <a:pt x="157459" y="67356"/>
                  </a:moveTo>
                  <a:cubicBezTo>
                    <a:pt x="157158" y="68662"/>
                    <a:pt x="156840" y="70001"/>
                    <a:pt x="156505" y="71340"/>
                  </a:cubicBezTo>
                  <a:lnTo>
                    <a:pt x="157828" y="71675"/>
                  </a:lnTo>
                  <a:cubicBezTo>
                    <a:pt x="158179" y="70319"/>
                    <a:pt x="158497" y="68963"/>
                    <a:pt x="158782" y="67657"/>
                  </a:cubicBezTo>
                  <a:lnTo>
                    <a:pt x="157459" y="67356"/>
                  </a:lnTo>
                  <a:close/>
                  <a:moveTo>
                    <a:pt x="111412" y="69180"/>
                  </a:moveTo>
                  <a:lnTo>
                    <a:pt x="110424" y="70135"/>
                  </a:lnTo>
                  <a:cubicBezTo>
                    <a:pt x="111412" y="71156"/>
                    <a:pt x="112315" y="72160"/>
                    <a:pt x="113119" y="73164"/>
                  </a:cubicBezTo>
                  <a:lnTo>
                    <a:pt x="114190" y="72294"/>
                  </a:lnTo>
                  <a:cubicBezTo>
                    <a:pt x="113353" y="71273"/>
                    <a:pt x="112416" y="70235"/>
                    <a:pt x="111412" y="69180"/>
                  </a:cubicBezTo>
                  <a:close/>
                  <a:moveTo>
                    <a:pt x="254024" y="71139"/>
                  </a:moveTo>
                  <a:cubicBezTo>
                    <a:pt x="252919" y="71892"/>
                    <a:pt x="251764" y="72562"/>
                    <a:pt x="250559" y="73164"/>
                  </a:cubicBezTo>
                  <a:lnTo>
                    <a:pt x="251161" y="74386"/>
                  </a:lnTo>
                  <a:cubicBezTo>
                    <a:pt x="252417" y="73767"/>
                    <a:pt x="253639" y="73064"/>
                    <a:pt x="254794" y="72277"/>
                  </a:cubicBezTo>
                  <a:lnTo>
                    <a:pt x="254024" y="71139"/>
                  </a:lnTo>
                  <a:close/>
                  <a:moveTo>
                    <a:pt x="246843" y="74821"/>
                  </a:moveTo>
                  <a:cubicBezTo>
                    <a:pt x="245571" y="75340"/>
                    <a:pt x="244248" y="75826"/>
                    <a:pt x="243027" y="76294"/>
                  </a:cubicBezTo>
                  <a:lnTo>
                    <a:pt x="243495" y="77583"/>
                  </a:lnTo>
                  <a:cubicBezTo>
                    <a:pt x="244734" y="77115"/>
                    <a:pt x="246056" y="76612"/>
                    <a:pt x="247362" y="76077"/>
                  </a:cubicBezTo>
                  <a:lnTo>
                    <a:pt x="246843" y="74821"/>
                  </a:lnTo>
                  <a:close/>
                  <a:moveTo>
                    <a:pt x="155451" y="75290"/>
                  </a:moveTo>
                  <a:cubicBezTo>
                    <a:pt x="155300" y="75792"/>
                    <a:pt x="155149" y="76294"/>
                    <a:pt x="154999" y="76797"/>
                  </a:cubicBezTo>
                  <a:cubicBezTo>
                    <a:pt x="154764" y="77600"/>
                    <a:pt x="154530" y="78403"/>
                    <a:pt x="154279" y="79224"/>
                  </a:cubicBezTo>
                  <a:lnTo>
                    <a:pt x="155585" y="79625"/>
                  </a:lnTo>
                  <a:cubicBezTo>
                    <a:pt x="155836" y="78805"/>
                    <a:pt x="156070" y="78002"/>
                    <a:pt x="156321" y="77181"/>
                  </a:cubicBezTo>
                  <a:cubicBezTo>
                    <a:pt x="156472" y="76679"/>
                    <a:pt x="156622" y="76177"/>
                    <a:pt x="156756" y="75658"/>
                  </a:cubicBezTo>
                  <a:lnTo>
                    <a:pt x="155451" y="75290"/>
                  </a:lnTo>
                  <a:close/>
                  <a:moveTo>
                    <a:pt x="116634" y="75708"/>
                  </a:moveTo>
                  <a:lnTo>
                    <a:pt x="115479" y="76428"/>
                  </a:lnTo>
                  <a:cubicBezTo>
                    <a:pt x="116182" y="77566"/>
                    <a:pt x="116835" y="78738"/>
                    <a:pt x="117387" y="79960"/>
                  </a:cubicBezTo>
                  <a:lnTo>
                    <a:pt x="118643" y="79408"/>
                  </a:lnTo>
                  <a:cubicBezTo>
                    <a:pt x="118057" y="78119"/>
                    <a:pt x="117387" y="76897"/>
                    <a:pt x="116634" y="75708"/>
                  </a:cubicBezTo>
                  <a:close/>
                  <a:moveTo>
                    <a:pt x="239160" y="77734"/>
                  </a:moveTo>
                  <a:cubicBezTo>
                    <a:pt x="237637" y="78320"/>
                    <a:pt x="236415" y="78822"/>
                    <a:pt x="235310" y="79307"/>
                  </a:cubicBezTo>
                  <a:lnTo>
                    <a:pt x="235862" y="80563"/>
                  </a:lnTo>
                  <a:lnTo>
                    <a:pt x="235862" y="80579"/>
                  </a:lnTo>
                  <a:cubicBezTo>
                    <a:pt x="236950" y="80094"/>
                    <a:pt x="238139" y="79609"/>
                    <a:pt x="239645" y="79023"/>
                  </a:cubicBezTo>
                  <a:lnTo>
                    <a:pt x="239160" y="77734"/>
                  </a:lnTo>
                  <a:close/>
                  <a:moveTo>
                    <a:pt x="33494" y="81098"/>
                  </a:moveTo>
                  <a:cubicBezTo>
                    <a:pt x="32088" y="81098"/>
                    <a:pt x="30682" y="81199"/>
                    <a:pt x="29309" y="81416"/>
                  </a:cubicBezTo>
                  <a:lnTo>
                    <a:pt x="29493" y="82772"/>
                  </a:lnTo>
                  <a:lnTo>
                    <a:pt x="29510" y="82772"/>
                  </a:lnTo>
                  <a:cubicBezTo>
                    <a:pt x="30816" y="82571"/>
                    <a:pt x="32155" y="82471"/>
                    <a:pt x="33494" y="82471"/>
                  </a:cubicBezTo>
                  <a:lnTo>
                    <a:pt x="33494" y="81098"/>
                  </a:lnTo>
                  <a:close/>
                  <a:moveTo>
                    <a:pt x="37695" y="81383"/>
                  </a:moveTo>
                  <a:lnTo>
                    <a:pt x="37511" y="82739"/>
                  </a:lnTo>
                  <a:cubicBezTo>
                    <a:pt x="38833" y="82923"/>
                    <a:pt x="40139" y="83207"/>
                    <a:pt x="41411" y="83609"/>
                  </a:cubicBezTo>
                  <a:lnTo>
                    <a:pt x="41813" y="82287"/>
                  </a:lnTo>
                  <a:cubicBezTo>
                    <a:pt x="40474" y="81885"/>
                    <a:pt x="39084" y="81567"/>
                    <a:pt x="37695" y="81383"/>
                  </a:cubicBezTo>
                  <a:close/>
                  <a:moveTo>
                    <a:pt x="231577" y="81182"/>
                  </a:moveTo>
                  <a:cubicBezTo>
                    <a:pt x="230339" y="81868"/>
                    <a:pt x="229167" y="82688"/>
                    <a:pt x="228096" y="83609"/>
                  </a:cubicBezTo>
                  <a:lnTo>
                    <a:pt x="228983" y="84647"/>
                  </a:lnTo>
                  <a:cubicBezTo>
                    <a:pt x="230004" y="83793"/>
                    <a:pt x="231092" y="83023"/>
                    <a:pt x="232247" y="82370"/>
                  </a:cubicBezTo>
                  <a:lnTo>
                    <a:pt x="231577" y="81182"/>
                  </a:lnTo>
                  <a:close/>
                  <a:moveTo>
                    <a:pt x="25191" y="82303"/>
                  </a:moveTo>
                  <a:cubicBezTo>
                    <a:pt x="23852" y="82672"/>
                    <a:pt x="22530" y="83157"/>
                    <a:pt x="21241" y="83710"/>
                  </a:cubicBezTo>
                  <a:lnTo>
                    <a:pt x="21794" y="84965"/>
                  </a:lnTo>
                  <a:cubicBezTo>
                    <a:pt x="23015" y="84429"/>
                    <a:pt x="24271" y="83977"/>
                    <a:pt x="25576" y="83609"/>
                  </a:cubicBezTo>
                  <a:lnTo>
                    <a:pt x="25191" y="82303"/>
                  </a:lnTo>
                  <a:close/>
                  <a:moveTo>
                    <a:pt x="45730" y="83877"/>
                  </a:moveTo>
                  <a:lnTo>
                    <a:pt x="45110" y="85099"/>
                  </a:lnTo>
                  <a:cubicBezTo>
                    <a:pt x="45746" y="85417"/>
                    <a:pt x="46366" y="85768"/>
                    <a:pt x="46952" y="86137"/>
                  </a:cubicBezTo>
                  <a:cubicBezTo>
                    <a:pt x="47470" y="86471"/>
                    <a:pt x="48006" y="86823"/>
                    <a:pt x="48508" y="87208"/>
                  </a:cubicBezTo>
                  <a:lnTo>
                    <a:pt x="49328" y="86086"/>
                  </a:lnTo>
                  <a:cubicBezTo>
                    <a:pt x="48793" y="85685"/>
                    <a:pt x="48240" y="85316"/>
                    <a:pt x="47688" y="84965"/>
                  </a:cubicBezTo>
                  <a:cubicBezTo>
                    <a:pt x="47052" y="84580"/>
                    <a:pt x="46399" y="84212"/>
                    <a:pt x="45730" y="83877"/>
                  </a:cubicBezTo>
                  <a:close/>
                  <a:moveTo>
                    <a:pt x="153057" y="83157"/>
                  </a:moveTo>
                  <a:cubicBezTo>
                    <a:pt x="152639" y="84463"/>
                    <a:pt x="152220" y="85768"/>
                    <a:pt x="151802" y="87074"/>
                  </a:cubicBezTo>
                  <a:lnTo>
                    <a:pt x="153107" y="87492"/>
                  </a:lnTo>
                  <a:lnTo>
                    <a:pt x="153107" y="87476"/>
                  </a:lnTo>
                  <a:cubicBezTo>
                    <a:pt x="153526" y="86170"/>
                    <a:pt x="153944" y="84864"/>
                    <a:pt x="154363" y="83576"/>
                  </a:cubicBezTo>
                  <a:lnTo>
                    <a:pt x="153057" y="83157"/>
                  </a:lnTo>
                  <a:close/>
                  <a:moveTo>
                    <a:pt x="120049" y="83375"/>
                  </a:moveTo>
                  <a:lnTo>
                    <a:pt x="118726" y="83743"/>
                  </a:lnTo>
                  <a:cubicBezTo>
                    <a:pt x="119078" y="85032"/>
                    <a:pt x="119312" y="86337"/>
                    <a:pt x="119429" y="87677"/>
                  </a:cubicBezTo>
                  <a:lnTo>
                    <a:pt x="120802" y="87543"/>
                  </a:lnTo>
                  <a:cubicBezTo>
                    <a:pt x="120668" y="86137"/>
                    <a:pt x="120417" y="84747"/>
                    <a:pt x="120049" y="83375"/>
                  </a:cubicBezTo>
                  <a:close/>
                  <a:moveTo>
                    <a:pt x="17508" y="85651"/>
                  </a:moveTo>
                  <a:cubicBezTo>
                    <a:pt x="16705" y="86137"/>
                    <a:pt x="15918" y="86672"/>
                    <a:pt x="15182" y="87225"/>
                  </a:cubicBezTo>
                  <a:cubicBezTo>
                    <a:pt x="14797" y="87509"/>
                    <a:pt x="14445" y="87794"/>
                    <a:pt x="14077" y="88095"/>
                  </a:cubicBezTo>
                  <a:lnTo>
                    <a:pt x="14947" y="89133"/>
                  </a:lnTo>
                  <a:cubicBezTo>
                    <a:pt x="15282" y="88848"/>
                    <a:pt x="15634" y="88580"/>
                    <a:pt x="16002" y="88329"/>
                  </a:cubicBezTo>
                  <a:cubicBezTo>
                    <a:pt x="16705" y="87794"/>
                    <a:pt x="17458" y="87292"/>
                    <a:pt x="18212" y="86823"/>
                  </a:cubicBezTo>
                  <a:lnTo>
                    <a:pt x="17508" y="85651"/>
                  </a:lnTo>
                  <a:close/>
                  <a:moveTo>
                    <a:pt x="225267" y="86856"/>
                  </a:moveTo>
                  <a:cubicBezTo>
                    <a:pt x="224497" y="88062"/>
                    <a:pt x="223894" y="89384"/>
                    <a:pt x="223509" y="90773"/>
                  </a:cubicBezTo>
                  <a:lnTo>
                    <a:pt x="224832" y="91141"/>
                  </a:lnTo>
                  <a:cubicBezTo>
                    <a:pt x="225183" y="89886"/>
                    <a:pt x="225719" y="88698"/>
                    <a:pt x="226422" y="87593"/>
                  </a:cubicBezTo>
                  <a:lnTo>
                    <a:pt x="225267" y="86856"/>
                  </a:lnTo>
                  <a:close/>
                  <a:moveTo>
                    <a:pt x="52509" y="88815"/>
                  </a:moveTo>
                  <a:lnTo>
                    <a:pt x="51555" y="89802"/>
                  </a:lnTo>
                  <a:cubicBezTo>
                    <a:pt x="52475" y="90673"/>
                    <a:pt x="53379" y="91644"/>
                    <a:pt x="54316" y="92748"/>
                  </a:cubicBezTo>
                  <a:lnTo>
                    <a:pt x="55354" y="91861"/>
                  </a:lnTo>
                  <a:cubicBezTo>
                    <a:pt x="54400" y="90723"/>
                    <a:pt x="53463" y="89719"/>
                    <a:pt x="52509" y="88815"/>
                  </a:cubicBezTo>
                  <a:close/>
                  <a:moveTo>
                    <a:pt x="10997" y="90924"/>
                  </a:moveTo>
                  <a:cubicBezTo>
                    <a:pt x="10026" y="91945"/>
                    <a:pt x="9122" y="93016"/>
                    <a:pt x="8286" y="94121"/>
                  </a:cubicBezTo>
                  <a:lnTo>
                    <a:pt x="9374" y="94958"/>
                  </a:lnTo>
                  <a:lnTo>
                    <a:pt x="9390" y="94958"/>
                  </a:lnTo>
                  <a:cubicBezTo>
                    <a:pt x="10194" y="93870"/>
                    <a:pt x="11064" y="92849"/>
                    <a:pt x="11985" y="91878"/>
                  </a:cubicBezTo>
                  <a:lnTo>
                    <a:pt x="10997" y="90924"/>
                  </a:lnTo>
                  <a:close/>
                  <a:moveTo>
                    <a:pt x="150546" y="90957"/>
                  </a:moveTo>
                  <a:cubicBezTo>
                    <a:pt x="150128" y="92263"/>
                    <a:pt x="149709" y="93585"/>
                    <a:pt x="149308" y="94891"/>
                  </a:cubicBezTo>
                  <a:lnTo>
                    <a:pt x="150613" y="95309"/>
                  </a:lnTo>
                  <a:cubicBezTo>
                    <a:pt x="151032" y="94004"/>
                    <a:pt x="151433" y="92698"/>
                    <a:pt x="151852" y="91376"/>
                  </a:cubicBezTo>
                  <a:lnTo>
                    <a:pt x="150546" y="90957"/>
                  </a:lnTo>
                  <a:close/>
                  <a:moveTo>
                    <a:pt x="119496" y="91644"/>
                  </a:moveTo>
                  <a:cubicBezTo>
                    <a:pt x="119396" y="92983"/>
                    <a:pt x="119212" y="94322"/>
                    <a:pt x="118927" y="95627"/>
                  </a:cubicBezTo>
                  <a:lnTo>
                    <a:pt x="120266" y="95912"/>
                  </a:lnTo>
                  <a:cubicBezTo>
                    <a:pt x="120568" y="94539"/>
                    <a:pt x="120768" y="93150"/>
                    <a:pt x="120852" y="91744"/>
                  </a:cubicBezTo>
                  <a:lnTo>
                    <a:pt x="119496" y="91644"/>
                  </a:lnTo>
                  <a:close/>
                  <a:moveTo>
                    <a:pt x="57965" y="95108"/>
                  </a:moveTo>
                  <a:lnTo>
                    <a:pt x="56877" y="95945"/>
                  </a:lnTo>
                  <a:cubicBezTo>
                    <a:pt x="57698" y="97033"/>
                    <a:pt x="58484" y="98121"/>
                    <a:pt x="59305" y="99243"/>
                  </a:cubicBezTo>
                  <a:lnTo>
                    <a:pt x="60409" y="98439"/>
                  </a:lnTo>
                  <a:cubicBezTo>
                    <a:pt x="59606" y="97301"/>
                    <a:pt x="58802" y="96213"/>
                    <a:pt x="57965" y="95108"/>
                  </a:cubicBezTo>
                  <a:close/>
                  <a:moveTo>
                    <a:pt x="222873" y="95008"/>
                  </a:moveTo>
                  <a:cubicBezTo>
                    <a:pt x="222857" y="95209"/>
                    <a:pt x="222857" y="95427"/>
                    <a:pt x="222857" y="95627"/>
                  </a:cubicBezTo>
                  <a:cubicBezTo>
                    <a:pt x="222857" y="96833"/>
                    <a:pt x="222974" y="98054"/>
                    <a:pt x="223175" y="99243"/>
                  </a:cubicBezTo>
                  <a:lnTo>
                    <a:pt x="224547" y="98992"/>
                  </a:lnTo>
                  <a:cubicBezTo>
                    <a:pt x="224346" y="97887"/>
                    <a:pt x="224246" y="96749"/>
                    <a:pt x="224229" y="95611"/>
                  </a:cubicBezTo>
                  <a:lnTo>
                    <a:pt x="224229" y="95042"/>
                  </a:lnTo>
                  <a:lnTo>
                    <a:pt x="222873" y="95008"/>
                  </a:lnTo>
                  <a:close/>
                  <a:moveTo>
                    <a:pt x="5959" y="97619"/>
                  </a:moveTo>
                  <a:cubicBezTo>
                    <a:pt x="5239" y="98824"/>
                    <a:pt x="4603" y="100063"/>
                    <a:pt x="4017" y="101318"/>
                  </a:cubicBezTo>
                  <a:lnTo>
                    <a:pt x="5273" y="101904"/>
                  </a:lnTo>
                  <a:cubicBezTo>
                    <a:pt x="5825" y="100666"/>
                    <a:pt x="6461" y="99477"/>
                    <a:pt x="7131" y="98322"/>
                  </a:cubicBezTo>
                  <a:lnTo>
                    <a:pt x="5959" y="97619"/>
                  </a:lnTo>
                  <a:close/>
                  <a:moveTo>
                    <a:pt x="148102" y="98824"/>
                  </a:moveTo>
                  <a:cubicBezTo>
                    <a:pt x="147701" y="100147"/>
                    <a:pt x="147316" y="101469"/>
                    <a:pt x="146947" y="102791"/>
                  </a:cubicBezTo>
                  <a:lnTo>
                    <a:pt x="148253" y="103160"/>
                  </a:lnTo>
                  <a:lnTo>
                    <a:pt x="148253" y="103176"/>
                  </a:lnTo>
                  <a:cubicBezTo>
                    <a:pt x="148638" y="101854"/>
                    <a:pt x="149006" y="100549"/>
                    <a:pt x="149408" y="99226"/>
                  </a:cubicBezTo>
                  <a:lnTo>
                    <a:pt x="148102" y="98824"/>
                  </a:lnTo>
                  <a:close/>
                  <a:moveTo>
                    <a:pt x="117806" y="99477"/>
                  </a:moveTo>
                  <a:cubicBezTo>
                    <a:pt x="117337" y="100733"/>
                    <a:pt x="116785" y="101955"/>
                    <a:pt x="116149" y="103126"/>
                  </a:cubicBezTo>
                  <a:lnTo>
                    <a:pt x="117354" y="103779"/>
                  </a:lnTo>
                  <a:cubicBezTo>
                    <a:pt x="118023" y="102540"/>
                    <a:pt x="118592" y="101268"/>
                    <a:pt x="119095" y="99946"/>
                  </a:cubicBezTo>
                  <a:lnTo>
                    <a:pt x="117806" y="99477"/>
                  </a:lnTo>
                  <a:close/>
                  <a:moveTo>
                    <a:pt x="62836" y="101754"/>
                  </a:moveTo>
                  <a:lnTo>
                    <a:pt x="61732" y="102574"/>
                  </a:lnTo>
                  <a:cubicBezTo>
                    <a:pt x="62686" y="103846"/>
                    <a:pt x="63489" y="104884"/>
                    <a:pt x="64276" y="105838"/>
                  </a:cubicBezTo>
                  <a:lnTo>
                    <a:pt x="65347" y="104967"/>
                  </a:lnTo>
                  <a:cubicBezTo>
                    <a:pt x="64560" y="104030"/>
                    <a:pt x="63774" y="103009"/>
                    <a:pt x="62836" y="101754"/>
                  </a:cubicBezTo>
                  <a:close/>
                  <a:moveTo>
                    <a:pt x="225585" y="102825"/>
                  </a:moveTo>
                  <a:lnTo>
                    <a:pt x="224296" y="103310"/>
                  </a:lnTo>
                  <a:cubicBezTo>
                    <a:pt x="224798" y="104633"/>
                    <a:pt x="225401" y="105905"/>
                    <a:pt x="226121" y="107127"/>
                  </a:cubicBezTo>
                  <a:lnTo>
                    <a:pt x="227292" y="106440"/>
                  </a:lnTo>
                  <a:cubicBezTo>
                    <a:pt x="226623" y="105286"/>
                    <a:pt x="226054" y="104080"/>
                    <a:pt x="225585" y="102825"/>
                  </a:cubicBezTo>
                  <a:close/>
                  <a:moveTo>
                    <a:pt x="2461" y="105185"/>
                  </a:moveTo>
                  <a:cubicBezTo>
                    <a:pt x="2009" y="106491"/>
                    <a:pt x="1624" y="107847"/>
                    <a:pt x="1289" y="109202"/>
                  </a:cubicBezTo>
                  <a:lnTo>
                    <a:pt x="2611" y="109520"/>
                  </a:lnTo>
                  <a:lnTo>
                    <a:pt x="2628" y="109520"/>
                  </a:lnTo>
                  <a:cubicBezTo>
                    <a:pt x="2946" y="108215"/>
                    <a:pt x="3331" y="106909"/>
                    <a:pt x="3766" y="105637"/>
                  </a:cubicBezTo>
                  <a:lnTo>
                    <a:pt x="2461" y="105185"/>
                  </a:lnTo>
                  <a:close/>
                  <a:moveTo>
                    <a:pt x="114006" y="106541"/>
                  </a:moveTo>
                  <a:cubicBezTo>
                    <a:pt x="113219" y="107612"/>
                    <a:pt x="112366" y="108650"/>
                    <a:pt x="111428" y="109604"/>
                  </a:cubicBezTo>
                  <a:lnTo>
                    <a:pt x="112416" y="110558"/>
                  </a:lnTo>
                  <a:cubicBezTo>
                    <a:pt x="113387" y="109554"/>
                    <a:pt x="114291" y="108483"/>
                    <a:pt x="115111" y="107344"/>
                  </a:cubicBezTo>
                  <a:lnTo>
                    <a:pt x="114006" y="106541"/>
                  </a:lnTo>
                  <a:close/>
                  <a:moveTo>
                    <a:pt x="145859" y="106775"/>
                  </a:moveTo>
                  <a:cubicBezTo>
                    <a:pt x="145508" y="108148"/>
                    <a:pt x="145190" y="109487"/>
                    <a:pt x="144889" y="110793"/>
                  </a:cubicBezTo>
                  <a:lnTo>
                    <a:pt x="146228" y="111111"/>
                  </a:lnTo>
                  <a:cubicBezTo>
                    <a:pt x="146512" y="109822"/>
                    <a:pt x="146847" y="108483"/>
                    <a:pt x="147182" y="107127"/>
                  </a:cubicBezTo>
                  <a:lnTo>
                    <a:pt x="145859" y="106775"/>
                  </a:lnTo>
                  <a:close/>
                  <a:moveTo>
                    <a:pt x="68025" y="108014"/>
                  </a:moveTo>
                  <a:lnTo>
                    <a:pt x="67055" y="108968"/>
                  </a:lnTo>
                  <a:cubicBezTo>
                    <a:pt x="67523" y="109437"/>
                    <a:pt x="67992" y="109905"/>
                    <a:pt x="68461" y="110341"/>
                  </a:cubicBezTo>
                  <a:cubicBezTo>
                    <a:pt x="68996" y="110843"/>
                    <a:pt x="69565" y="111328"/>
                    <a:pt x="70151" y="111797"/>
                  </a:cubicBezTo>
                  <a:lnTo>
                    <a:pt x="71005" y="110726"/>
                  </a:lnTo>
                  <a:cubicBezTo>
                    <a:pt x="70452" y="110274"/>
                    <a:pt x="69917" y="109805"/>
                    <a:pt x="69398" y="109336"/>
                  </a:cubicBezTo>
                  <a:cubicBezTo>
                    <a:pt x="68946" y="108918"/>
                    <a:pt x="68477" y="108466"/>
                    <a:pt x="68025" y="108014"/>
                  </a:cubicBezTo>
                  <a:close/>
                  <a:moveTo>
                    <a:pt x="229602" y="109705"/>
                  </a:moveTo>
                  <a:lnTo>
                    <a:pt x="228564" y="110592"/>
                  </a:lnTo>
                  <a:cubicBezTo>
                    <a:pt x="228749" y="110826"/>
                    <a:pt x="228949" y="111044"/>
                    <a:pt x="229150" y="111261"/>
                  </a:cubicBezTo>
                  <a:cubicBezTo>
                    <a:pt x="229904" y="112065"/>
                    <a:pt x="230707" y="112835"/>
                    <a:pt x="231544" y="113571"/>
                  </a:cubicBezTo>
                  <a:lnTo>
                    <a:pt x="232448" y="112533"/>
                  </a:lnTo>
                  <a:cubicBezTo>
                    <a:pt x="231644" y="111847"/>
                    <a:pt x="230891" y="111111"/>
                    <a:pt x="230171" y="110324"/>
                  </a:cubicBezTo>
                  <a:cubicBezTo>
                    <a:pt x="229971" y="110123"/>
                    <a:pt x="229786" y="109922"/>
                    <a:pt x="229602" y="109705"/>
                  </a:cubicBezTo>
                  <a:close/>
                  <a:moveTo>
                    <a:pt x="108432" y="112282"/>
                  </a:moveTo>
                  <a:cubicBezTo>
                    <a:pt x="107378" y="113086"/>
                    <a:pt x="106239" y="113805"/>
                    <a:pt x="105068" y="114458"/>
                  </a:cubicBezTo>
                  <a:lnTo>
                    <a:pt x="105720" y="115663"/>
                  </a:lnTo>
                  <a:cubicBezTo>
                    <a:pt x="106959" y="114994"/>
                    <a:pt x="108148" y="114224"/>
                    <a:pt x="109269" y="113370"/>
                  </a:cubicBezTo>
                  <a:lnTo>
                    <a:pt x="108432" y="112282"/>
                  </a:lnTo>
                  <a:close/>
                  <a:moveTo>
                    <a:pt x="74302" y="113019"/>
                  </a:moveTo>
                  <a:lnTo>
                    <a:pt x="73583" y="114190"/>
                  </a:lnTo>
                  <a:cubicBezTo>
                    <a:pt x="74788" y="114910"/>
                    <a:pt x="76026" y="115563"/>
                    <a:pt x="77298" y="116149"/>
                  </a:cubicBezTo>
                  <a:lnTo>
                    <a:pt x="77868" y="114893"/>
                  </a:lnTo>
                  <a:cubicBezTo>
                    <a:pt x="76629" y="114341"/>
                    <a:pt x="75441" y="113722"/>
                    <a:pt x="74302" y="113019"/>
                  </a:cubicBezTo>
                  <a:close/>
                  <a:moveTo>
                    <a:pt x="485" y="113303"/>
                  </a:moveTo>
                  <a:cubicBezTo>
                    <a:pt x="301" y="114508"/>
                    <a:pt x="167" y="115747"/>
                    <a:pt x="100" y="116969"/>
                  </a:cubicBezTo>
                  <a:lnTo>
                    <a:pt x="67" y="117454"/>
                  </a:lnTo>
                  <a:lnTo>
                    <a:pt x="1440" y="117521"/>
                  </a:lnTo>
                  <a:lnTo>
                    <a:pt x="1473" y="117036"/>
                  </a:lnTo>
                  <a:cubicBezTo>
                    <a:pt x="1540" y="115864"/>
                    <a:pt x="1674" y="114659"/>
                    <a:pt x="1841" y="113521"/>
                  </a:cubicBezTo>
                  <a:lnTo>
                    <a:pt x="485" y="113303"/>
                  </a:lnTo>
                  <a:close/>
                  <a:moveTo>
                    <a:pt x="235628" y="114977"/>
                  </a:moveTo>
                  <a:lnTo>
                    <a:pt x="234858" y="116115"/>
                  </a:lnTo>
                  <a:cubicBezTo>
                    <a:pt x="235946" y="116869"/>
                    <a:pt x="237151" y="117605"/>
                    <a:pt x="238407" y="118308"/>
                  </a:cubicBezTo>
                  <a:lnTo>
                    <a:pt x="239076" y="117103"/>
                  </a:lnTo>
                  <a:cubicBezTo>
                    <a:pt x="237838" y="116417"/>
                    <a:pt x="236683" y="115714"/>
                    <a:pt x="235628" y="114977"/>
                  </a:cubicBezTo>
                  <a:close/>
                  <a:moveTo>
                    <a:pt x="101419" y="116082"/>
                  </a:moveTo>
                  <a:cubicBezTo>
                    <a:pt x="100147" y="116534"/>
                    <a:pt x="98858" y="116902"/>
                    <a:pt x="97552" y="117170"/>
                  </a:cubicBezTo>
                  <a:lnTo>
                    <a:pt x="97837" y="118509"/>
                  </a:lnTo>
                  <a:cubicBezTo>
                    <a:pt x="99209" y="118224"/>
                    <a:pt x="100548" y="117839"/>
                    <a:pt x="101871" y="117371"/>
                  </a:cubicBezTo>
                  <a:lnTo>
                    <a:pt x="101419" y="116082"/>
                  </a:lnTo>
                  <a:close/>
                  <a:moveTo>
                    <a:pt x="81634" y="116316"/>
                  </a:moveTo>
                  <a:lnTo>
                    <a:pt x="81232" y="117622"/>
                  </a:lnTo>
                  <a:cubicBezTo>
                    <a:pt x="82571" y="118040"/>
                    <a:pt x="83927" y="118375"/>
                    <a:pt x="85299" y="118609"/>
                  </a:cubicBezTo>
                  <a:lnTo>
                    <a:pt x="85551" y="117270"/>
                  </a:lnTo>
                  <a:cubicBezTo>
                    <a:pt x="84228" y="117036"/>
                    <a:pt x="82923" y="116701"/>
                    <a:pt x="81634" y="116316"/>
                  </a:cubicBezTo>
                  <a:close/>
                  <a:moveTo>
                    <a:pt x="144035" y="114843"/>
                  </a:moveTo>
                  <a:cubicBezTo>
                    <a:pt x="143767" y="116233"/>
                    <a:pt x="143550" y="117605"/>
                    <a:pt x="143332" y="118927"/>
                  </a:cubicBezTo>
                  <a:lnTo>
                    <a:pt x="144688" y="119145"/>
                  </a:lnTo>
                  <a:cubicBezTo>
                    <a:pt x="144889" y="117823"/>
                    <a:pt x="145123" y="116467"/>
                    <a:pt x="145374" y="115111"/>
                  </a:cubicBezTo>
                  <a:lnTo>
                    <a:pt x="144035" y="114843"/>
                  </a:lnTo>
                  <a:close/>
                  <a:moveTo>
                    <a:pt x="93568" y="117722"/>
                  </a:moveTo>
                  <a:cubicBezTo>
                    <a:pt x="92849" y="117772"/>
                    <a:pt x="92095" y="117789"/>
                    <a:pt x="91359" y="117789"/>
                  </a:cubicBezTo>
                  <a:cubicBezTo>
                    <a:pt x="90773" y="117789"/>
                    <a:pt x="90154" y="117772"/>
                    <a:pt x="89551" y="117739"/>
                  </a:cubicBezTo>
                  <a:lnTo>
                    <a:pt x="89467" y="119112"/>
                  </a:lnTo>
                  <a:cubicBezTo>
                    <a:pt x="90087" y="119145"/>
                    <a:pt x="90723" y="119162"/>
                    <a:pt x="91342" y="119162"/>
                  </a:cubicBezTo>
                  <a:cubicBezTo>
                    <a:pt x="91481" y="119165"/>
                    <a:pt x="91620" y="119166"/>
                    <a:pt x="91759" y="119166"/>
                  </a:cubicBezTo>
                  <a:cubicBezTo>
                    <a:pt x="92402" y="119166"/>
                    <a:pt x="93035" y="119136"/>
                    <a:pt x="93669" y="119095"/>
                  </a:cubicBezTo>
                  <a:lnTo>
                    <a:pt x="93568" y="117722"/>
                  </a:lnTo>
                  <a:close/>
                  <a:moveTo>
                    <a:pt x="242692" y="118944"/>
                  </a:moveTo>
                  <a:lnTo>
                    <a:pt x="242106" y="120183"/>
                  </a:lnTo>
                  <a:cubicBezTo>
                    <a:pt x="243278" y="120752"/>
                    <a:pt x="244516" y="121288"/>
                    <a:pt x="245906" y="121857"/>
                  </a:cubicBezTo>
                  <a:lnTo>
                    <a:pt x="246441" y="120585"/>
                  </a:lnTo>
                  <a:cubicBezTo>
                    <a:pt x="245069" y="120015"/>
                    <a:pt x="243847" y="119480"/>
                    <a:pt x="242692" y="118944"/>
                  </a:cubicBezTo>
                  <a:close/>
                  <a:moveTo>
                    <a:pt x="250241" y="122091"/>
                  </a:moveTo>
                  <a:lnTo>
                    <a:pt x="249755" y="123380"/>
                  </a:lnTo>
                  <a:cubicBezTo>
                    <a:pt x="250894" y="123815"/>
                    <a:pt x="252032" y="124234"/>
                    <a:pt x="253153" y="124652"/>
                  </a:cubicBezTo>
                  <a:lnTo>
                    <a:pt x="253605" y="124819"/>
                  </a:lnTo>
                  <a:lnTo>
                    <a:pt x="254091" y="123531"/>
                  </a:lnTo>
                  <a:lnTo>
                    <a:pt x="253639" y="123363"/>
                  </a:lnTo>
                  <a:cubicBezTo>
                    <a:pt x="252517" y="122945"/>
                    <a:pt x="251379" y="122526"/>
                    <a:pt x="250241" y="122091"/>
                  </a:cubicBezTo>
                  <a:close/>
                  <a:moveTo>
                    <a:pt x="1373" y="121589"/>
                  </a:moveTo>
                  <a:lnTo>
                    <a:pt x="0" y="121622"/>
                  </a:lnTo>
                  <a:cubicBezTo>
                    <a:pt x="33" y="122978"/>
                    <a:pt x="134" y="124384"/>
                    <a:pt x="268" y="125774"/>
                  </a:cubicBezTo>
                  <a:lnTo>
                    <a:pt x="1640" y="125640"/>
                  </a:lnTo>
                  <a:cubicBezTo>
                    <a:pt x="1490" y="124284"/>
                    <a:pt x="1406" y="122911"/>
                    <a:pt x="1373" y="121589"/>
                  </a:cubicBezTo>
                  <a:close/>
                  <a:moveTo>
                    <a:pt x="142813" y="123045"/>
                  </a:moveTo>
                  <a:cubicBezTo>
                    <a:pt x="142679" y="124451"/>
                    <a:pt x="142562" y="125840"/>
                    <a:pt x="142512" y="127196"/>
                  </a:cubicBezTo>
                  <a:lnTo>
                    <a:pt x="143868" y="127247"/>
                  </a:lnTo>
                  <a:cubicBezTo>
                    <a:pt x="143935" y="125924"/>
                    <a:pt x="144035" y="124568"/>
                    <a:pt x="144186" y="123196"/>
                  </a:cubicBezTo>
                  <a:lnTo>
                    <a:pt x="142813" y="123045"/>
                  </a:lnTo>
                  <a:close/>
                  <a:moveTo>
                    <a:pt x="257957" y="125004"/>
                  </a:moveTo>
                  <a:lnTo>
                    <a:pt x="257455" y="126276"/>
                  </a:lnTo>
                  <a:cubicBezTo>
                    <a:pt x="258828" y="126828"/>
                    <a:pt x="260066" y="127330"/>
                    <a:pt x="261221" y="127849"/>
                  </a:cubicBezTo>
                  <a:lnTo>
                    <a:pt x="261774" y="126577"/>
                  </a:lnTo>
                  <a:cubicBezTo>
                    <a:pt x="260602" y="126075"/>
                    <a:pt x="259347" y="125556"/>
                    <a:pt x="257957" y="125004"/>
                  </a:cubicBezTo>
                  <a:close/>
                  <a:moveTo>
                    <a:pt x="265540" y="128351"/>
                  </a:moveTo>
                  <a:lnTo>
                    <a:pt x="264904" y="129573"/>
                  </a:lnTo>
                  <a:cubicBezTo>
                    <a:pt x="266176" y="130209"/>
                    <a:pt x="267364" y="130879"/>
                    <a:pt x="268469" y="131548"/>
                  </a:cubicBezTo>
                  <a:lnTo>
                    <a:pt x="269172" y="130377"/>
                  </a:lnTo>
                  <a:cubicBezTo>
                    <a:pt x="268051" y="129690"/>
                    <a:pt x="266829" y="129004"/>
                    <a:pt x="265540" y="128351"/>
                  </a:cubicBezTo>
                  <a:close/>
                  <a:moveTo>
                    <a:pt x="2193" y="129657"/>
                  </a:moveTo>
                  <a:lnTo>
                    <a:pt x="837" y="129891"/>
                  </a:lnTo>
                  <a:cubicBezTo>
                    <a:pt x="1071" y="131247"/>
                    <a:pt x="1356" y="132603"/>
                    <a:pt x="1691" y="133959"/>
                  </a:cubicBezTo>
                  <a:lnTo>
                    <a:pt x="3030" y="133624"/>
                  </a:lnTo>
                  <a:cubicBezTo>
                    <a:pt x="2695" y="132302"/>
                    <a:pt x="2427" y="130962"/>
                    <a:pt x="2193" y="129657"/>
                  </a:cubicBezTo>
                  <a:close/>
                  <a:moveTo>
                    <a:pt x="143801" y="131314"/>
                  </a:moveTo>
                  <a:lnTo>
                    <a:pt x="142428" y="131331"/>
                  </a:lnTo>
                  <a:cubicBezTo>
                    <a:pt x="142445" y="132737"/>
                    <a:pt x="142512" y="134126"/>
                    <a:pt x="142612" y="135482"/>
                  </a:cubicBezTo>
                  <a:lnTo>
                    <a:pt x="143985" y="135381"/>
                  </a:lnTo>
                  <a:cubicBezTo>
                    <a:pt x="143884" y="134059"/>
                    <a:pt x="143817" y="132687"/>
                    <a:pt x="143801" y="131314"/>
                  </a:cubicBezTo>
                  <a:close/>
                  <a:moveTo>
                    <a:pt x="272637" y="132737"/>
                  </a:moveTo>
                  <a:lnTo>
                    <a:pt x="271800" y="133825"/>
                  </a:lnTo>
                  <a:cubicBezTo>
                    <a:pt x="272855" y="134628"/>
                    <a:pt x="273876" y="135515"/>
                    <a:pt x="274830" y="136453"/>
                  </a:cubicBezTo>
                  <a:lnTo>
                    <a:pt x="275801" y="135482"/>
                  </a:lnTo>
                  <a:cubicBezTo>
                    <a:pt x="274796" y="134494"/>
                    <a:pt x="273742" y="133590"/>
                    <a:pt x="272637" y="132737"/>
                  </a:cubicBezTo>
                  <a:close/>
                  <a:moveTo>
                    <a:pt x="4118" y="137557"/>
                  </a:moveTo>
                  <a:lnTo>
                    <a:pt x="2795" y="137976"/>
                  </a:lnTo>
                  <a:cubicBezTo>
                    <a:pt x="3197" y="139265"/>
                    <a:pt x="3649" y="140587"/>
                    <a:pt x="4134" y="141893"/>
                  </a:cubicBezTo>
                  <a:lnTo>
                    <a:pt x="5423" y="141424"/>
                  </a:lnTo>
                  <a:cubicBezTo>
                    <a:pt x="4955" y="140135"/>
                    <a:pt x="4503" y="138846"/>
                    <a:pt x="4118" y="137557"/>
                  </a:cubicBezTo>
                  <a:close/>
                  <a:moveTo>
                    <a:pt x="278562" y="138662"/>
                  </a:moveTo>
                  <a:lnTo>
                    <a:pt x="277474" y="139482"/>
                  </a:lnTo>
                  <a:cubicBezTo>
                    <a:pt x="278261" y="140554"/>
                    <a:pt x="278981" y="141675"/>
                    <a:pt x="279600" y="142864"/>
                  </a:cubicBezTo>
                  <a:lnTo>
                    <a:pt x="280822" y="142211"/>
                  </a:lnTo>
                  <a:cubicBezTo>
                    <a:pt x="280153" y="140972"/>
                    <a:pt x="279399" y="139784"/>
                    <a:pt x="278562" y="138662"/>
                  </a:cubicBezTo>
                  <a:close/>
                  <a:moveTo>
                    <a:pt x="144437" y="139415"/>
                  </a:moveTo>
                  <a:lnTo>
                    <a:pt x="143081" y="139633"/>
                  </a:lnTo>
                  <a:cubicBezTo>
                    <a:pt x="143282" y="141006"/>
                    <a:pt x="143533" y="142361"/>
                    <a:pt x="143834" y="143717"/>
                  </a:cubicBezTo>
                  <a:lnTo>
                    <a:pt x="145173" y="143416"/>
                  </a:lnTo>
                  <a:cubicBezTo>
                    <a:pt x="144872" y="142094"/>
                    <a:pt x="144621" y="140755"/>
                    <a:pt x="144437" y="139415"/>
                  </a:cubicBezTo>
                  <a:close/>
                  <a:moveTo>
                    <a:pt x="6930" y="145224"/>
                  </a:moveTo>
                  <a:lnTo>
                    <a:pt x="5674" y="145759"/>
                  </a:lnTo>
                  <a:cubicBezTo>
                    <a:pt x="6210" y="147015"/>
                    <a:pt x="6796" y="148270"/>
                    <a:pt x="7398" y="149526"/>
                  </a:cubicBezTo>
                  <a:lnTo>
                    <a:pt x="8620" y="148923"/>
                  </a:lnTo>
                  <a:cubicBezTo>
                    <a:pt x="8034" y="147701"/>
                    <a:pt x="7449" y="146446"/>
                    <a:pt x="6930" y="145224"/>
                  </a:cubicBezTo>
                  <a:close/>
                  <a:moveTo>
                    <a:pt x="282496" y="146094"/>
                  </a:moveTo>
                  <a:lnTo>
                    <a:pt x="281207" y="146546"/>
                  </a:lnTo>
                  <a:cubicBezTo>
                    <a:pt x="281642" y="147801"/>
                    <a:pt x="281994" y="149107"/>
                    <a:pt x="282245" y="150413"/>
                  </a:cubicBezTo>
                  <a:lnTo>
                    <a:pt x="283601" y="150145"/>
                  </a:lnTo>
                  <a:cubicBezTo>
                    <a:pt x="283333" y="148772"/>
                    <a:pt x="282965" y="147416"/>
                    <a:pt x="282496" y="146094"/>
                  </a:cubicBezTo>
                  <a:close/>
                  <a:moveTo>
                    <a:pt x="146194" y="147366"/>
                  </a:moveTo>
                  <a:lnTo>
                    <a:pt x="144889" y="147751"/>
                  </a:lnTo>
                  <a:cubicBezTo>
                    <a:pt x="145290" y="149074"/>
                    <a:pt x="145726" y="150396"/>
                    <a:pt x="146228" y="151702"/>
                  </a:cubicBezTo>
                  <a:lnTo>
                    <a:pt x="147500" y="151216"/>
                  </a:lnTo>
                  <a:cubicBezTo>
                    <a:pt x="147031" y="149944"/>
                    <a:pt x="146596" y="148655"/>
                    <a:pt x="146194" y="147366"/>
                  </a:cubicBezTo>
                  <a:close/>
                  <a:moveTo>
                    <a:pt x="10495" y="152555"/>
                  </a:moveTo>
                  <a:lnTo>
                    <a:pt x="9290" y="153208"/>
                  </a:lnTo>
                  <a:cubicBezTo>
                    <a:pt x="9943" y="154413"/>
                    <a:pt x="10629" y="155618"/>
                    <a:pt x="11349" y="156807"/>
                  </a:cubicBezTo>
                  <a:lnTo>
                    <a:pt x="12520" y="156087"/>
                  </a:lnTo>
                  <a:cubicBezTo>
                    <a:pt x="11817" y="154932"/>
                    <a:pt x="11131" y="153744"/>
                    <a:pt x="10495" y="152555"/>
                  </a:cubicBezTo>
                  <a:close/>
                  <a:moveTo>
                    <a:pt x="284136" y="154313"/>
                  </a:moveTo>
                  <a:lnTo>
                    <a:pt x="282781" y="154396"/>
                  </a:lnTo>
                  <a:cubicBezTo>
                    <a:pt x="282814" y="155133"/>
                    <a:pt x="282848" y="155869"/>
                    <a:pt x="282848" y="156623"/>
                  </a:cubicBezTo>
                  <a:cubicBezTo>
                    <a:pt x="282848" y="157225"/>
                    <a:pt x="282831" y="157828"/>
                    <a:pt x="282797" y="158430"/>
                  </a:cubicBezTo>
                  <a:lnTo>
                    <a:pt x="284170" y="158497"/>
                  </a:lnTo>
                  <a:cubicBezTo>
                    <a:pt x="284203" y="157878"/>
                    <a:pt x="284220" y="157242"/>
                    <a:pt x="284220" y="156623"/>
                  </a:cubicBezTo>
                  <a:cubicBezTo>
                    <a:pt x="284220" y="155853"/>
                    <a:pt x="284187" y="155066"/>
                    <a:pt x="284136" y="154313"/>
                  </a:cubicBezTo>
                  <a:close/>
                  <a:moveTo>
                    <a:pt x="149073" y="154949"/>
                  </a:moveTo>
                  <a:lnTo>
                    <a:pt x="147818" y="155518"/>
                  </a:lnTo>
                  <a:cubicBezTo>
                    <a:pt x="148387" y="156773"/>
                    <a:pt x="149006" y="158029"/>
                    <a:pt x="149659" y="159251"/>
                  </a:cubicBezTo>
                  <a:lnTo>
                    <a:pt x="150881" y="158598"/>
                  </a:lnTo>
                  <a:cubicBezTo>
                    <a:pt x="150245" y="157409"/>
                    <a:pt x="149626" y="156187"/>
                    <a:pt x="149073" y="154949"/>
                  </a:cubicBezTo>
                  <a:close/>
                  <a:moveTo>
                    <a:pt x="14696" y="159552"/>
                  </a:moveTo>
                  <a:lnTo>
                    <a:pt x="13558" y="160305"/>
                  </a:lnTo>
                  <a:cubicBezTo>
                    <a:pt x="14328" y="161443"/>
                    <a:pt x="15115" y="162598"/>
                    <a:pt x="15935" y="163703"/>
                  </a:cubicBezTo>
                  <a:lnTo>
                    <a:pt x="17040" y="162900"/>
                  </a:lnTo>
                  <a:cubicBezTo>
                    <a:pt x="16236" y="161795"/>
                    <a:pt x="15450" y="160673"/>
                    <a:pt x="14696" y="159552"/>
                  </a:cubicBezTo>
                  <a:close/>
                  <a:moveTo>
                    <a:pt x="152906" y="162130"/>
                  </a:moveTo>
                  <a:lnTo>
                    <a:pt x="151735" y="162849"/>
                  </a:lnTo>
                  <a:cubicBezTo>
                    <a:pt x="152471" y="164021"/>
                    <a:pt x="153241" y="165193"/>
                    <a:pt x="154045" y="166314"/>
                  </a:cubicBezTo>
                  <a:lnTo>
                    <a:pt x="155149" y="165528"/>
                  </a:lnTo>
                  <a:cubicBezTo>
                    <a:pt x="154363" y="164423"/>
                    <a:pt x="153609" y="163285"/>
                    <a:pt x="152906" y="162130"/>
                  </a:cubicBezTo>
                  <a:close/>
                  <a:moveTo>
                    <a:pt x="282362" y="162448"/>
                  </a:moveTo>
                  <a:cubicBezTo>
                    <a:pt x="282144" y="163787"/>
                    <a:pt x="281860" y="165092"/>
                    <a:pt x="281508" y="166398"/>
                  </a:cubicBezTo>
                  <a:lnTo>
                    <a:pt x="282831" y="166766"/>
                  </a:lnTo>
                  <a:cubicBezTo>
                    <a:pt x="283199" y="165410"/>
                    <a:pt x="283484" y="164038"/>
                    <a:pt x="283718" y="162665"/>
                  </a:cubicBezTo>
                  <a:lnTo>
                    <a:pt x="282362" y="162448"/>
                  </a:lnTo>
                  <a:close/>
                  <a:moveTo>
                    <a:pt x="19517" y="166147"/>
                  </a:moveTo>
                  <a:lnTo>
                    <a:pt x="18446" y="167001"/>
                  </a:lnTo>
                  <a:cubicBezTo>
                    <a:pt x="19300" y="168072"/>
                    <a:pt x="20187" y="169143"/>
                    <a:pt x="21091" y="170181"/>
                  </a:cubicBezTo>
                  <a:lnTo>
                    <a:pt x="22128" y="169277"/>
                  </a:lnTo>
                  <a:cubicBezTo>
                    <a:pt x="21241" y="168256"/>
                    <a:pt x="20354" y="167201"/>
                    <a:pt x="19517" y="166147"/>
                  </a:cubicBezTo>
                  <a:close/>
                  <a:moveTo>
                    <a:pt x="157610" y="168775"/>
                  </a:moveTo>
                  <a:lnTo>
                    <a:pt x="156539" y="169629"/>
                  </a:lnTo>
                  <a:cubicBezTo>
                    <a:pt x="157392" y="170700"/>
                    <a:pt x="158296" y="171771"/>
                    <a:pt x="159234" y="172792"/>
                  </a:cubicBezTo>
                  <a:lnTo>
                    <a:pt x="160238" y="171872"/>
                  </a:lnTo>
                  <a:cubicBezTo>
                    <a:pt x="159334" y="170867"/>
                    <a:pt x="158447" y="169813"/>
                    <a:pt x="157610" y="168775"/>
                  </a:cubicBezTo>
                  <a:close/>
                  <a:moveTo>
                    <a:pt x="280236" y="170214"/>
                  </a:moveTo>
                  <a:cubicBezTo>
                    <a:pt x="279751" y="171470"/>
                    <a:pt x="279199" y="172708"/>
                    <a:pt x="278596" y="173914"/>
                  </a:cubicBezTo>
                  <a:lnTo>
                    <a:pt x="279818" y="174533"/>
                  </a:lnTo>
                  <a:cubicBezTo>
                    <a:pt x="280454" y="173294"/>
                    <a:pt x="281023" y="172022"/>
                    <a:pt x="281525" y="170717"/>
                  </a:cubicBezTo>
                  <a:lnTo>
                    <a:pt x="280236" y="170214"/>
                  </a:lnTo>
                  <a:close/>
                  <a:moveTo>
                    <a:pt x="24873" y="172307"/>
                  </a:moveTo>
                  <a:lnTo>
                    <a:pt x="23869" y="173261"/>
                  </a:lnTo>
                  <a:cubicBezTo>
                    <a:pt x="24823" y="174248"/>
                    <a:pt x="25794" y="175236"/>
                    <a:pt x="26782" y="176207"/>
                  </a:cubicBezTo>
                  <a:lnTo>
                    <a:pt x="27736" y="175219"/>
                  </a:lnTo>
                  <a:cubicBezTo>
                    <a:pt x="26748" y="174265"/>
                    <a:pt x="25794" y="173294"/>
                    <a:pt x="24873" y="172307"/>
                  </a:cubicBezTo>
                  <a:close/>
                  <a:moveTo>
                    <a:pt x="163050" y="174834"/>
                  </a:moveTo>
                  <a:lnTo>
                    <a:pt x="162079" y="175805"/>
                  </a:lnTo>
                  <a:cubicBezTo>
                    <a:pt x="163067" y="176776"/>
                    <a:pt x="164088" y="177730"/>
                    <a:pt x="165126" y="178634"/>
                  </a:cubicBezTo>
                  <a:lnTo>
                    <a:pt x="166029" y="177613"/>
                  </a:lnTo>
                  <a:cubicBezTo>
                    <a:pt x="165008" y="176709"/>
                    <a:pt x="164004" y="175772"/>
                    <a:pt x="163050" y="174834"/>
                  </a:cubicBezTo>
                  <a:close/>
                  <a:moveTo>
                    <a:pt x="276587" y="177429"/>
                  </a:moveTo>
                  <a:cubicBezTo>
                    <a:pt x="275851" y="178567"/>
                    <a:pt x="275064" y="179655"/>
                    <a:pt x="274227" y="180709"/>
                  </a:cubicBezTo>
                  <a:lnTo>
                    <a:pt x="275282" y="181563"/>
                  </a:lnTo>
                  <a:cubicBezTo>
                    <a:pt x="276169" y="180475"/>
                    <a:pt x="276972" y="179354"/>
                    <a:pt x="277742" y="178182"/>
                  </a:cubicBezTo>
                  <a:lnTo>
                    <a:pt x="276587" y="177429"/>
                  </a:lnTo>
                  <a:close/>
                  <a:moveTo>
                    <a:pt x="30732" y="178015"/>
                  </a:moveTo>
                  <a:lnTo>
                    <a:pt x="29811" y="179036"/>
                  </a:lnTo>
                  <a:cubicBezTo>
                    <a:pt x="30832" y="179956"/>
                    <a:pt x="31887" y="180860"/>
                    <a:pt x="32958" y="181731"/>
                  </a:cubicBezTo>
                  <a:lnTo>
                    <a:pt x="33829" y="180676"/>
                  </a:lnTo>
                  <a:cubicBezTo>
                    <a:pt x="32774" y="179806"/>
                    <a:pt x="31736" y="178918"/>
                    <a:pt x="30732" y="178015"/>
                  </a:cubicBezTo>
                  <a:close/>
                  <a:moveTo>
                    <a:pt x="169159" y="180224"/>
                  </a:moveTo>
                  <a:lnTo>
                    <a:pt x="168306" y="181312"/>
                  </a:lnTo>
                  <a:cubicBezTo>
                    <a:pt x="169226" y="182032"/>
                    <a:pt x="170164" y="182735"/>
                    <a:pt x="171118" y="183404"/>
                  </a:cubicBezTo>
                  <a:lnTo>
                    <a:pt x="171637" y="183789"/>
                  </a:lnTo>
                  <a:lnTo>
                    <a:pt x="172423" y="182651"/>
                  </a:lnTo>
                  <a:lnTo>
                    <a:pt x="171905" y="182300"/>
                  </a:lnTo>
                  <a:cubicBezTo>
                    <a:pt x="170984" y="181630"/>
                    <a:pt x="170047" y="180927"/>
                    <a:pt x="169159" y="180224"/>
                  </a:cubicBezTo>
                  <a:close/>
                  <a:moveTo>
                    <a:pt x="37042" y="183187"/>
                  </a:moveTo>
                  <a:lnTo>
                    <a:pt x="36205" y="184292"/>
                  </a:lnTo>
                  <a:cubicBezTo>
                    <a:pt x="37310" y="185112"/>
                    <a:pt x="38432" y="185932"/>
                    <a:pt x="39570" y="186719"/>
                  </a:cubicBezTo>
                  <a:lnTo>
                    <a:pt x="40357" y="185580"/>
                  </a:lnTo>
                  <a:cubicBezTo>
                    <a:pt x="39235" y="184810"/>
                    <a:pt x="38130" y="184007"/>
                    <a:pt x="37042" y="183187"/>
                  </a:cubicBezTo>
                  <a:close/>
                  <a:moveTo>
                    <a:pt x="271516" y="183706"/>
                  </a:moveTo>
                  <a:cubicBezTo>
                    <a:pt x="271181" y="184040"/>
                    <a:pt x="270829" y="184358"/>
                    <a:pt x="270478" y="184693"/>
                  </a:cubicBezTo>
                  <a:cubicBezTo>
                    <a:pt x="269842" y="185262"/>
                    <a:pt x="269172" y="185848"/>
                    <a:pt x="268503" y="186401"/>
                  </a:cubicBezTo>
                  <a:lnTo>
                    <a:pt x="269356" y="187455"/>
                  </a:lnTo>
                  <a:lnTo>
                    <a:pt x="269373" y="187455"/>
                  </a:lnTo>
                  <a:cubicBezTo>
                    <a:pt x="270059" y="186886"/>
                    <a:pt x="270746" y="186300"/>
                    <a:pt x="271415" y="185698"/>
                  </a:cubicBezTo>
                  <a:cubicBezTo>
                    <a:pt x="271767" y="185363"/>
                    <a:pt x="272135" y="185028"/>
                    <a:pt x="272486" y="184677"/>
                  </a:cubicBezTo>
                  <a:lnTo>
                    <a:pt x="271516" y="183706"/>
                  </a:lnTo>
                  <a:close/>
                  <a:moveTo>
                    <a:pt x="175821" y="184911"/>
                  </a:moveTo>
                  <a:lnTo>
                    <a:pt x="175102" y="186066"/>
                  </a:lnTo>
                  <a:cubicBezTo>
                    <a:pt x="176240" y="186786"/>
                    <a:pt x="177445" y="187505"/>
                    <a:pt x="178667" y="188175"/>
                  </a:cubicBezTo>
                  <a:lnTo>
                    <a:pt x="179337" y="186970"/>
                  </a:lnTo>
                  <a:cubicBezTo>
                    <a:pt x="178131" y="186317"/>
                    <a:pt x="176960" y="185614"/>
                    <a:pt x="175821" y="184911"/>
                  </a:cubicBezTo>
                  <a:close/>
                  <a:moveTo>
                    <a:pt x="43738" y="187840"/>
                  </a:moveTo>
                  <a:lnTo>
                    <a:pt x="43001" y="188995"/>
                  </a:lnTo>
                  <a:cubicBezTo>
                    <a:pt x="44173" y="189732"/>
                    <a:pt x="45378" y="190451"/>
                    <a:pt x="46567" y="191121"/>
                  </a:cubicBezTo>
                  <a:lnTo>
                    <a:pt x="47236" y="189932"/>
                  </a:lnTo>
                  <a:cubicBezTo>
                    <a:pt x="46064" y="189263"/>
                    <a:pt x="44876" y="188560"/>
                    <a:pt x="43738" y="187840"/>
                  </a:cubicBezTo>
                  <a:close/>
                  <a:moveTo>
                    <a:pt x="182935" y="188878"/>
                  </a:moveTo>
                  <a:lnTo>
                    <a:pt x="182333" y="190100"/>
                  </a:lnTo>
                  <a:cubicBezTo>
                    <a:pt x="183555" y="190702"/>
                    <a:pt x="184827" y="191288"/>
                    <a:pt x="186099" y="191841"/>
                  </a:cubicBezTo>
                  <a:lnTo>
                    <a:pt x="186634" y="190585"/>
                  </a:lnTo>
                  <a:cubicBezTo>
                    <a:pt x="185379" y="190050"/>
                    <a:pt x="184140" y="189464"/>
                    <a:pt x="182935" y="188878"/>
                  </a:cubicBezTo>
                  <a:close/>
                  <a:moveTo>
                    <a:pt x="265239" y="188811"/>
                  </a:moveTo>
                  <a:cubicBezTo>
                    <a:pt x="264151" y="189547"/>
                    <a:pt x="262979" y="190267"/>
                    <a:pt x="261790" y="190937"/>
                  </a:cubicBezTo>
                  <a:lnTo>
                    <a:pt x="262460" y="192125"/>
                  </a:lnTo>
                  <a:lnTo>
                    <a:pt x="262477" y="192125"/>
                  </a:lnTo>
                  <a:cubicBezTo>
                    <a:pt x="263699" y="191456"/>
                    <a:pt x="264887" y="190702"/>
                    <a:pt x="266009" y="189949"/>
                  </a:cubicBezTo>
                  <a:lnTo>
                    <a:pt x="265239" y="188811"/>
                  </a:lnTo>
                  <a:close/>
                  <a:moveTo>
                    <a:pt x="190434" y="192142"/>
                  </a:moveTo>
                  <a:lnTo>
                    <a:pt x="189932" y="193414"/>
                  </a:lnTo>
                  <a:cubicBezTo>
                    <a:pt x="191204" y="193899"/>
                    <a:pt x="192526" y="194368"/>
                    <a:pt x="193832" y="194803"/>
                  </a:cubicBezTo>
                  <a:lnTo>
                    <a:pt x="194267" y="193514"/>
                  </a:lnTo>
                  <a:cubicBezTo>
                    <a:pt x="192978" y="193079"/>
                    <a:pt x="191690" y="192611"/>
                    <a:pt x="190434" y="192142"/>
                  </a:cubicBezTo>
                  <a:close/>
                  <a:moveTo>
                    <a:pt x="50835" y="191891"/>
                  </a:moveTo>
                  <a:lnTo>
                    <a:pt x="50216" y="193113"/>
                  </a:lnTo>
                  <a:cubicBezTo>
                    <a:pt x="51437" y="193732"/>
                    <a:pt x="52676" y="194351"/>
                    <a:pt x="53932" y="194937"/>
                  </a:cubicBezTo>
                  <a:lnTo>
                    <a:pt x="54501" y="193682"/>
                  </a:lnTo>
                  <a:cubicBezTo>
                    <a:pt x="53279" y="193113"/>
                    <a:pt x="52040" y="192510"/>
                    <a:pt x="50835" y="191891"/>
                  </a:cubicBezTo>
                  <a:close/>
                  <a:moveTo>
                    <a:pt x="258192" y="192778"/>
                  </a:moveTo>
                  <a:cubicBezTo>
                    <a:pt x="256987" y="193330"/>
                    <a:pt x="255714" y="193866"/>
                    <a:pt x="254442" y="194351"/>
                  </a:cubicBezTo>
                  <a:lnTo>
                    <a:pt x="254928" y="195640"/>
                  </a:lnTo>
                  <a:cubicBezTo>
                    <a:pt x="256233" y="195138"/>
                    <a:pt x="257522" y="194586"/>
                    <a:pt x="258761" y="194017"/>
                  </a:cubicBezTo>
                  <a:lnTo>
                    <a:pt x="258192" y="192778"/>
                  </a:lnTo>
                  <a:close/>
                  <a:moveTo>
                    <a:pt x="198167" y="194720"/>
                  </a:moveTo>
                  <a:lnTo>
                    <a:pt x="197799" y="196042"/>
                  </a:lnTo>
                  <a:cubicBezTo>
                    <a:pt x="199105" y="196410"/>
                    <a:pt x="200461" y="196778"/>
                    <a:pt x="201800" y="197097"/>
                  </a:cubicBezTo>
                  <a:lnTo>
                    <a:pt x="202118" y="195774"/>
                  </a:lnTo>
                  <a:cubicBezTo>
                    <a:pt x="200795" y="195439"/>
                    <a:pt x="199473" y="195088"/>
                    <a:pt x="198167" y="194720"/>
                  </a:cubicBezTo>
                  <a:close/>
                  <a:moveTo>
                    <a:pt x="250576" y="195657"/>
                  </a:moveTo>
                  <a:cubicBezTo>
                    <a:pt x="249304" y="196042"/>
                    <a:pt x="247981" y="196394"/>
                    <a:pt x="246642" y="196712"/>
                  </a:cubicBezTo>
                  <a:lnTo>
                    <a:pt x="246960" y="198051"/>
                  </a:lnTo>
                  <a:lnTo>
                    <a:pt x="246977" y="198051"/>
                  </a:lnTo>
                  <a:cubicBezTo>
                    <a:pt x="248333" y="197733"/>
                    <a:pt x="249672" y="197364"/>
                    <a:pt x="250977" y="196963"/>
                  </a:cubicBezTo>
                  <a:lnTo>
                    <a:pt x="250576" y="195657"/>
                  </a:lnTo>
                  <a:close/>
                  <a:moveTo>
                    <a:pt x="58250" y="195322"/>
                  </a:moveTo>
                  <a:lnTo>
                    <a:pt x="57714" y="196594"/>
                  </a:lnTo>
                  <a:cubicBezTo>
                    <a:pt x="59003" y="197130"/>
                    <a:pt x="60292" y="197632"/>
                    <a:pt x="61581" y="198084"/>
                  </a:cubicBezTo>
                  <a:lnTo>
                    <a:pt x="62050" y="196795"/>
                  </a:lnTo>
                  <a:cubicBezTo>
                    <a:pt x="60778" y="196343"/>
                    <a:pt x="59505" y="195841"/>
                    <a:pt x="58250" y="195322"/>
                  </a:cubicBezTo>
                  <a:close/>
                  <a:moveTo>
                    <a:pt x="206118" y="196645"/>
                  </a:moveTo>
                  <a:lnTo>
                    <a:pt x="205834" y="197984"/>
                  </a:lnTo>
                  <a:cubicBezTo>
                    <a:pt x="207189" y="198268"/>
                    <a:pt x="208562" y="198519"/>
                    <a:pt x="209918" y="198737"/>
                  </a:cubicBezTo>
                  <a:lnTo>
                    <a:pt x="210135" y="197381"/>
                  </a:lnTo>
                  <a:cubicBezTo>
                    <a:pt x="208796" y="197163"/>
                    <a:pt x="207440" y="196912"/>
                    <a:pt x="206118" y="196645"/>
                  </a:cubicBezTo>
                  <a:close/>
                  <a:moveTo>
                    <a:pt x="242658" y="197548"/>
                  </a:moveTo>
                  <a:cubicBezTo>
                    <a:pt x="241353" y="197783"/>
                    <a:pt x="239997" y="197984"/>
                    <a:pt x="238624" y="198151"/>
                  </a:cubicBezTo>
                  <a:lnTo>
                    <a:pt x="238792" y="199507"/>
                  </a:lnTo>
                  <a:lnTo>
                    <a:pt x="238808" y="199507"/>
                  </a:lnTo>
                  <a:cubicBezTo>
                    <a:pt x="240198" y="199339"/>
                    <a:pt x="241570" y="199122"/>
                    <a:pt x="242909" y="198888"/>
                  </a:cubicBezTo>
                  <a:lnTo>
                    <a:pt x="242658" y="197548"/>
                  </a:lnTo>
                  <a:close/>
                  <a:moveTo>
                    <a:pt x="214186" y="197967"/>
                  </a:moveTo>
                  <a:lnTo>
                    <a:pt x="214002" y="199323"/>
                  </a:lnTo>
                  <a:cubicBezTo>
                    <a:pt x="215375" y="199490"/>
                    <a:pt x="216747" y="199641"/>
                    <a:pt x="218120" y="199758"/>
                  </a:cubicBezTo>
                  <a:lnTo>
                    <a:pt x="218254" y="198385"/>
                  </a:lnTo>
                  <a:cubicBezTo>
                    <a:pt x="216881" y="198268"/>
                    <a:pt x="215525" y="198118"/>
                    <a:pt x="214186" y="197967"/>
                  </a:cubicBezTo>
                  <a:close/>
                  <a:moveTo>
                    <a:pt x="234574" y="198570"/>
                  </a:moveTo>
                  <a:cubicBezTo>
                    <a:pt x="233235" y="198653"/>
                    <a:pt x="231862" y="198737"/>
                    <a:pt x="230489" y="198770"/>
                  </a:cubicBezTo>
                  <a:lnTo>
                    <a:pt x="230540" y="200143"/>
                  </a:lnTo>
                  <a:cubicBezTo>
                    <a:pt x="231929" y="200109"/>
                    <a:pt x="233318" y="200026"/>
                    <a:pt x="234674" y="199925"/>
                  </a:cubicBezTo>
                  <a:lnTo>
                    <a:pt x="234574" y="198570"/>
                  </a:lnTo>
                  <a:close/>
                  <a:moveTo>
                    <a:pt x="222321" y="198687"/>
                  </a:moveTo>
                  <a:lnTo>
                    <a:pt x="222254" y="200043"/>
                  </a:lnTo>
                  <a:cubicBezTo>
                    <a:pt x="223627" y="200126"/>
                    <a:pt x="225033" y="200160"/>
                    <a:pt x="226388" y="200176"/>
                  </a:cubicBezTo>
                  <a:lnTo>
                    <a:pt x="226405" y="198804"/>
                  </a:lnTo>
                  <a:cubicBezTo>
                    <a:pt x="225049" y="198787"/>
                    <a:pt x="223694" y="198754"/>
                    <a:pt x="222321" y="198687"/>
                  </a:cubicBezTo>
                  <a:close/>
                  <a:moveTo>
                    <a:pt x="65933" y="198101"/>
                  </a:moveTo>
                  <a:lnTo>
                    <a:pt x="65515" y="199406"/>
                  </a:lnTo>
                  <a:cubicBezTo>
                    <a:pt x="66820" y="199825"/>
                    <a:pt x="68159" y="200210"/>
                    <a:pt x="69498" y="200561"/>
                  </a:cubicBezTo>
                  <a:lnTo>
                    <a:pt x="69867" y="199239"/>
                  </a:lnTo>
                  <a:cubicBezTo>
                    <a:pt x="68544" y="198888"/>
                    <a:pt x="67222" y="198503"/>
                    <a:pt x="65933" y="198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912019" y="4574381"/>
              <a:ext cx="1076325" cy="1104900"/>
            </a:xfrm>
            <a:custGeom>
              <a:avLst/>
              <a:gdLst/>
              <a:ahLst/>
              <a:cxnLst/>
              <a:rect l="l" t="t" r="r" b="b"/>
              <a:pathLst>
                <a:path w="43053" h="44196" extrusionOk="0">
                  <a:moveTo>
                    <a:pt x="0" y="0"/>
                  </a:moveTo>
                  <a:cubicBezTo>
                    <a:pt x="3493" y="1143"/>
                    <a:pt x="14478" y="3366"/>
                    <a:pt x="20955" y="6858"/>
                  </a:cubicBezTo>
                  <a:cubicBezTo>
                    <a:pt x="27432" y="10351"/>
                    <a:pt x="35179" y="14732"/>
                    <a:pt x="38862" y="20955"/>
                  </a:cubicBezTo>
                  <a:cubicBezTo>
                    <a:pt x="42545" y="27178"/>
                    <a:pt x="42355" y="40323"/>
                    <a:pt x="43053" y="44196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nbounded"/>
              <a:buNone/>
              <a:defRPr sz="2800">
                <a:solidFill>
                  <a:schemeClr val="dk1"/>
                </a:solidFill>
                <a:latin typeface="Unbounded"/>
                <a:ea typeface="Unbounded"/>
                <a:cs typeface="Unbounded"/>
                <a:sym typeface="Unbound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Devanagari"/>
              <a:buChar char="●"/>
              <a:defRPr sz="1800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○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■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●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○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■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●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○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Devanagari"/>
              <a:buChar char="■"/>
              <a:defRPr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5" r:id="rId4"/>
    <p:sldLayoutId id="2147483656" r:id="rId5"/>
    <p:sldLayoutId id="2147483658" r:id="rId6"/>
    <p:sldLayoutId id="2147483662" r:id="rId7"/>
    <p:sldLayoutId id="2147483664" r:id="rId8"/>
    <p:sldLayoutId id="2147483665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-na2.hubspot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hyperlink" Target="https://245115863.hubspotpreview-na2.com/_hcms/preview/content/314945099501?portalId=245115863&amp;_preview=true&amp;cacheBust=1771328703897&amp;preview_key=jBBtNnRQ&amp;hsPreviewerApp=emai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245115863.hs-sites-na2.com/ecotrends-landing-page?hs_preview=YxeVEuZO-315616190189&amp;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-na2.hsforms.com/2IcgZAUaoQAWj4Wc8edd0zw41xolz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>
            <a:spLocks noGrp="1"/>
          </p:cNvSpPr>
          <p:nvPr>
            <p:ph type="ctrTitle"/>
          </p:nvPr>
        </p:nvSpPr>
        <p:spPr>
          <a:xfrm>
            <a:off x="693375" y="888745"/>
            <a:ext cx="4201200" cy="25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CRM &amp; Email Marketing</a:t>
            </a:r>
            <a:endParaRPr dirty="0"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1"/>
          </p:nvPr>
        </p:nvSpPr>
        <p:spPr>
          <a:xfrm>
            <a:off x="693375" y="3810095"/>
            <a:ext cx="4201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Guided by Chhavi Patel Ma’am</a:t>
            </a:r>
            <a:endParaRPr dirty="0"/>
          </a:p>
        </p:txBody>
      </p:sp>
      <p:grpSp>
        <p:nvGrpSpPr>
          <p:cNvPr id="278" name="Google Shape;278;p31"/>
          <p:cNvGrpSpPr/>
          <p:nvPr/>
        </p:nvGrpSpPr>
        <p:grpSpPr>
          <a:xfrm rot="-591284">
            <a:off x="3874048" y="304276"/>
            <a:ext cx="1363969" cy="1027470"/>
            <a:chOff x="6326187" y="535685"/>
            <a:chExt cx="961468" cy="724268"/>
          </a:xfrm>
        </p:grpSpPr>
        <p:sp>
          <p:nvSpPr>
            <p:cNvPr id="279" name="Google Shape;279;p31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1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1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1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31"/>
          <p:cNvGrpSpPr/>
          <p:nvPr/>
        </p:nvGrpSpPr>
        <p:grpSpPr>
          <a:xfrm>
            <a:off x="4943346" y="1476387"/>
            <a:ext cx="3945404" cy="2790913"/>
            <a:chOff x="4943346" y="1476387"/>
            <a:chExt cx="3945404" cy="2790913"/>
          </a:xfrm>
        </p:grpSpPr>
        <p:sp>
          <p:nvSpPr>
            <p:cNvPr id="284" name="Google Shape;284;p31"/>
            <p:cNvSpPr/>
            <p:nvPr/>
          </p:nvSpPr>
          <p:spPr>
            <a:xfrm>
              <a:off x="5669150" y="4009900"/>
              <a:ext cx="3219600" cy="257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5" name="Google Shape;285;p31"/>
            <p:cNvGrpSpPr/>
            <p:nvPr/>
          </p:nvGrpSpPr>
          <p:grpSpPr>
            <a:xfrm>
              <a:off x="4943346" y="1476387"/>
              <a:ext cx="3863034" cy="2684175"/>
              <a:chOff x="5019492" y="1276348"/>
              <a:chExt cx="3725920" cy="2588903"/>
            </a:xfrm>
          </p:grpSpPr>
          <p:grpSp>
            <p:nvGrpSpPr>
              <p:cNvPr id="286" name="Google Shape;286;p31"/>
              <p:cNvGrpSpPr/>
              <p:nvPr/>
            </p:nvGrpSpPr>
            <p:grpSpPr>
              <a:xfrm>
                <a:off x="5019492" y="1276348"/>
                <a:ext cx="3725920" cy="2588903"/>
                <a:chOff x="4985095" y="1668419"/>
                <a:chExt cx="3270934" cy="2272762"/>
              </a:xfrm>
            </p:grpSpPr>
            <p:sp>
              <p:nvSpPr>
                <p:cNvPr id="287" name="Google Shape;287;p31"/>
                <p:cNvSpPr/>
                <p:nvPr/>
              </p:nvSpPr>
              <p:spPr>
                <a:xfrm flipH="1">
                  <a:off x="5690636" y="2756949"/>
                  <a:ext cx="471484" cy="520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5" h="22517" extrusionOk="0">
                      <a:moveTo>
                        <a:pt x="4804" y="1"/>
                      </a:moveTo>
                      <a:cubicBezTo>
                        <a:pt x="4803" y="1"/>
                        <a:pt x="1" y="16613"/>
                        <a:pt x="14777" y="22517"/>
                      </a:cubicBezTo>
                      <a:lnTo>
                        <a:pt x="14744" y="22317"/>
                      </a:lnTo>
                      <a:cubicBezTo>
                        <a:pt x="20415" y="7506"/>
                        <a:pt x="5004" y="334"/>
                        <a:pt x="4937" y="301"/>
                      </a:cubicBezTo>
                      <a:lnTo>
                        <a:pt x="4804" y="1"/>
                      </a:lnTo>
                      <a:close/>
                    </a:path>
                  </a:pathLst>
                </a:custGeom>
                <a:solidFill>
                  <a:srgbClr val="A797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" name="Google Shape;288;p31"/>
                <p:cNvSpPr/>
                <p:nvPr/>
              </p:nvSpPr>
              <p:spPr>
                <a:xfrm flipH="1">
                  <a:off x="7662810" y="2756949"/>
                  <a:ext cx="471508" cy="520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6" h="22517" extrusionOk="0">
                      <a:moveTo>
                        <a:pt x="15612" y="1"/>
                      </a:moveTo>
                      <a:lnTo>
                        <a:pt x="15479" y="301"/>
                      </a:lnTo>
                      <a:cubicBezTo>
                        <a:pt x="15412" y="334"/>
                        <a:pt x="1" y="7506"/>
                        <a:pt x="5672" y="22317"/>
                      </a:cubicBezTo>
                      <a:lnTo>
                        <a:pt x="5638" y="22517"/>
                      </a:lnTo>
                      <a:cubicBezTo>
                        <a:pt x="20415" y="16613"/>
                        <a:pt x="15612" y="1"/>
                        <a:pt x="15612" y="1"/>
                      </a:cubicBezTo>
                      <a:close/>
                    </a:path>
                  </a:pathLst>
                </a:custGeom>
                <a:solidFill>
                  <a:srgbClr val="A797F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" name="Google Shape;289;p31"/>
                <p:cNvSpPr/>
                <p:nvPr/>
              </p:nvSpPr>
              <p:spPr>
                <a:xfrm flipH="1">
                  <a:off x="6662843" y="3632205"/>
                  <a:ext cx="602479" cy="237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87" h="10275" extrusionOk="0">
                      <a:moveTo>
                        <a:pt x="1" y="0"/>
                      </a:moveTo>
                      <a:lnTo>
                        <a:pt x="1" y="10274"/>
                      </a:lnTo>
                      <a:lnTo>
                        <a:pt x="26086" y="10274"/>
                      </a:lnTo>
                      <a:lnTo>
                        <a:pt x="26086" y="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" name="Google Shape;290;p31"/>
                <p:cNvSpPr/>
                <p:nvPr/>
              </p:nvSpPr>
              <p:spPr>
                <a:xfrm flipH="1">
                  <a:off x="6662843" y="3632205"/>
                  <a:ext cx="602479" cy="237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87" h="10275" extrusionOk="0">
                      <a:moveTo>
                        <a:pt x="1" y="0"/>
                      </a:moveTo>
                      <a:lnTo>
                        <a:pt x="1" y="10274"/>
                      </a:lnTo>
                      <a:lnTo>
                        <a:pt x="26086" y="10274"/>
                      </a:lnTo>
                      <a:lnTo>
                        <a:pt x="26086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" name="Google Shape;291;p31"/>
                <p:cNvSpPr/>
                <p:nvPr/>
              </p:nvSpPr>
              <p:spPr>
                <a:xfrm flipH="1">
                  <a:off x="5671374" y="1912527"/>
                  <a:ext cx="2584654" cy="1836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14" h="79491" extrusionOk="0">
                      <a:moveTo>
                        <a:pt x="5037" y="0"/>
                      </a:moveTo>
                      <a:cubicBezTo>
                        <a:pt x="2769" y="0"/>
                        <a:pt x="1" y="1334"/>
                        <a:pt x="1" y="4136"/>
                      </a:cubicBezTo>
                      <a:lnTo>
                        <a:pt x="1" y="74387"/>
                      </a:lnTo>
                      <a:cubicBezTo>
                        <a:pt x="1" y="76922"/>
                        <a:pt x="2769" y="79490"/>
                        <a:pt x="5037" y="79490"/>
                      </a:cubicBezTo>
                      <a:lnTo>
                        <a:pt x="109145" y="79490"/>
                      </a:lnTo>
                      <a:cubicBezTo>
                        <a:pt x="111413" y="79490"/>
                        <a:pt x="111914" y="76922"/>
                        <a:pt x="111914" y="74387"/>
                      </a:cubicBezTo>
                      <a:lnTo>
                        <a:pt x="111914" y="4136"/>
                      </a:lnTo>
                      <a:cubicBezTo>
                        <a:pt x="111914" y="1334"/>
                        <a:pt x="111413" y="0"/>
                        <a:pt x="1091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" name="Google Shape;292;p31"/>
                <p:cNvSpPr/>
                <p:nvPr/>
              </p:nvSpPr>
              <p:spPr>
                <a:xfrm flipH="1">
                  <a:off x="5671374" y="3508149"/>
                  <a:ext cx="2584654" cy="2404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914" h="10409" extrusionOk="0">
                      <a:moveTo>
                        <a:pt x="1" y="1"/>
                      </a:moveTo>
                      <a:lnTo>
                        <a:pt x="1" y="5305"/>
                      </a:lnTo>
                      <a:cubicBezTo>
                        <a:pt x="1" y="7840"/>
                        <a:pt x="2769" y="10408"/>
                        <a:pt x="5037" y="10408"/>
                      </a:cubicBezTo>
                      <a:lnTo>
                        <a:pt x="109145" y="10408"/>
                      </a:lnTo>
                      <a:cubicBezTo>
                        <a:pt x="111413" y="10408"/>
                        <a:pt x="111914" y="7840"/>
                        <a:pt x="111914" y="5305"/>
                      </a:cubicBezTo>
                      <a:lnTo>
                        <a:pt x="111914" y="1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" name="Google Shape;293;p31"/>
                <p:cNvSpPr/>
                <p:nvPr/>
              </p:nvSpPr>
              <p:spPr>
                <a:xfrm flipH="1">
                  <a:off x="5757657" y="2016535"/>
                  <a:ext cx="2427492" cy="1389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9" h="60144" extrusionOk="0">
                      <a:moveTo>
                        <a:pt x="0" y="0"/>
                      </a:moveTo>
                      <a:lnTo>
                        <a:pt x="105109" y="0"/>
                      </a:lnTo>
                      <a:lnTo>
                        <a:pt x="105109" y="60143"/>
                      </a:lnTo>
                      <a:lnTo>
                        <a:pt x="0" y="6014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" name="Google Shape;294;p31"/>
                <p:cNvSpPr/>
                <p:nvPr/>
              </p:nvSpPr>
              <p:spPr>
                <a:xfrm flipH="1">
                  <a:off x="6506467" y="3866414"/>
                  <a:ext cx="914470" cy="74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6" h="3237" extrusionOk="0">
                      <a:moveTo>
                        <a:pt x="1602" y="1"/>
                      </a:moveTo>
                      <a:cubicBezTo>
                        <a:pt x="735" y="1"/>
                        <a:pt x="1" y="735"/>
                        <a:pt x="1" y="1635"/>
                      </a:cubicBezTo>
                      <a:cubicBezTo>
                        <a:pt x="1" y="2503"/>
                        <a:pt x="735" y="3237"/>
                        <a:pt x="1602" y="3237"/>
                      </a:cubicBezTo>
                      <a:lnTo>
                        <a:pt x="37961" y="3237"/>
                      </a:lnTo>
                      <a:cubicBezTo>
                        <a:pt x="38862" y="3237"/>
                        <a:pt x="39596" y="2503"/>
                        <a:pt x="39596" y="1635"/>
                      </a:cubicBezTo>
                      <a:cubicBezTo>
                        <a:pt x="39596" y="735"/>
                        <a:pt x="38862" y="1"/>
                        <a:pt x="37961" y="1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" name="Google Shape;295;p31"/>
                <p:cNvSpPr/>
                <p:nvPr/>
              </p:nvSpPr>
              <p:spPr>
                <a:xfrm flipH="1">
                  <a:off x="6011003" y="2015009"/>
                  <a:ext cx="1305174" cy="1490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42" h="118720" extrusionOk="0">
                      <a:moveTo>
                        <a:pt x="31323" y="1"/>
                      </a:moveTo>
                      <a:lnTo>
                        <a:pt x="1" y="34"/>
                      </a:lnTo>
                      <a:lnTo>
                        <a:pt x="72619" y="118719"/>
                      </a:lnTo>
                      <a:lnTo>
                        <a:pt x="103942" y="118686"/>
                      </a:lnTo>
                      <a:lnTo>
                        <a:pt x="31323" y="1"/>
                      </a:lnTo>
                      <a:close/>
                    </a:path>
                  </a:pathLst>
                </a:custGeom>
                <a:solidFill>
                  <a:srgbClr val="FFFFFF">
                    <a:alpha val="245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" name="Google Shape;296;p31"/>
                <p:cNvSpPr/>
                <p:nvPr/>
              </p:nvSpPr>
              <p:spPr>
                <a:xfrm flipH="1">
                  <a:off x="6842387" y="2016535"/>
                  <a:ext cx="1162297" cy="1490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59" h="105243" extrusionOk="0">
                      <a:moveTo>
                        <a:pt x="0" y="1"/>
                      </a:moveTo>
                      <a:lnTo>
                        <a:pt x="64380" y="105243"/>
                      </a:lnTo>
                      <a:lnTo>
                        <a:pt x="82059" y="105243"/>
                      </a:lnTo>
                      <a:lnTo>
                        <a:pt x="17646" y="1"/>
                      </a:lnTo>
                      <a:close/>
                    </a:path>
                  </a:pathLst>
                </a:custGeom>
                <a:solidFill>
                  <a:srgbClr val="FFFFFF">
                    <a:alpha val="2453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31"/>
                <p:cNvSpPr/>
                <p:nvPr/>
              </p:nvSpPr>
              <p:spPr>
                <a:xfrm flipH="1">
                  <a:off x="4985095" y="1668419"/>
                  <a:ext cx="816616" cy="695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59" h="30123" extrusionOk="0">
                      <a:moveTo>
                        <a:pt x="18366" y="0"/>
                      </a:moveTo>
                      <a:cubicBezTo>
                        <a:pt x="16229" y="0"/>
                        <a:pt x="14063" y="457"/>
                        <a:pt x="12009" y="1417"/>
                      </a:cubicBezTo>
                      <a:cubicBezTo>
                        <a:pt x="4870" y="4753"/>
                        <a:pt x="1501" y="13059"/>
                        <a:pt x="4303" y="20431"/>
                      </a:cubicBezTo>
                      <a:lnTo>
                        <a:pt x="0" y="25434"/>
                      </a:lnTo>
                      <a:lnTo>
                        <a:pt x="6472" y="24267"/>
                      </a:lnTo>
                      <a:cubicBezTo>
                        <a:pt x="9417" y="28091"/>
                        <a:pt x="13866" y="30123"/>
                        <a:pt x="18391" y="30123"/>
                      </a:cubicBezTo>
                      <a:cubicBezTo>
                        <a:pt x="21246" y="30123"/>
                        <a:pt x="24131" y="29314"/>
                        <a:pt x="26686" y="27636"/>
                      </a:cubicBezTo>
                      <a:cubicBezTo>
                        <a:pt x="33257" y="23299"/>
                        <a:pt x="35359" y="14593"/>
                        <a:pt x="31523" y="7722"/>
                      </a:cubicBezTo>
                      <a:cubicBezTo>
                        <a:pt x="28767" y="2803"/>
                        <a:pt x="23658" y="0"/>
                        <a:pt x="1836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" name="Google Shape;298;p31"/>
                <p:cNvSpPr/>
                <p:nvPr/>
              </p:nvSpPr>
              <p:spPr>
                <a:xfrm flipH="1">
                  <a:off x="5324822" y="1968501"/>
                  <a:ext cx="86837" cy="738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0" h="3198" extrusionOk="0">
                      <a:moveTo>
                        <a:pt x="1625" y="0"/>
                      </a:moveTo>
                      <a:cubicBezTo>
                        <a:pt x="757" y="0"/>
                        <a:pt x="23" y="701"/>
                        <a:pt x="23" y="1568"/>
                      </a:cubicBezTo>
                      <a:cubicBezTo>
                        <a:pt x="1" y="2545"/>
                        <a:pt x="783" y="3197"/>
                        <a:pt x="1611" y="3197"/>
                      </a:cubicBezTo>
                      <a:cubicBezTo>
                        <a:pt x="1998" y="3197"/>
                        <a:pt x="2396" y="3054"/>
                        <a:pt x="2725" y="2735"/>
                      </a:cubicBezTo>
                      <a:cubicBezTo>
                        <a:pt x="3759" y="1768"/>
                        <a:pt x="3059" y="33"/>
                        <a:pt x="162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299" name="Google Shape;299;p31"/>
                <p:cNvSpPr/>
                <p:nvPr/>
              </p:nvSpPr>
              <p:spPr>
                <a:xfrm flipH="1">
                  <a:off x="5445771" y="1966931"/>
                  <a:ext cx="86075" cy="73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27" h="3177" extrusionOk="0">
                      <a:moveTo>
                        <a:pt x="1565" y="0"/>
                      </a:moveTo>
                      <a:cubicBezTo>
                        <a:pt x="724" y="0"/>
                        <a:pt x="24" y="689"/>
                        <a:pt x="24" y="1569"/>
                      </a:cubicBezTo>
                      <a:cubicBezTo>
                        <a:pt x="1" y="2530"/>
                        <a:pt x="793" y="3177"/>
                        <a:pt x="1627" y="3177"/>
                      </a:cubicBezTo>
                      <a:cubicBezTo>
                        <a:pt x="2010" y="3177"/>
                        <a:pt x="2401" y="3041"/>
                        <a:pt x="2726" y="2737"/>
                      </a:cubicBezTo>
                      <a:cubicBezTo>
                        <a:pt x="3726" y="1736"/>
                        <a:pt x="3059" y="1"/>
                        <a:pt x="1625" y="1"/>
                      </a:cubicBezTo>
                      <a:cubicBezTo>
                        <a:pt x="1605" y="1"/>
                        <a:pt x="1585" y="0"/>
                        <a:pt x="1565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" name="Google Shape;300;p31"/>
                <p:cNvSpPr/>
                <p:nvPr/>
              </p:nvSpPr>
              <p:spPr>
                <a:xfrm flipH="1">
                  <a:off x="6212167" y="2309319"/>
                  <a:ext cx="1527711" cy="94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49" h="40997" extrusionOk="0">
                      <a:moveTo>
                        <a:pt x="61311" y="0"/>
                      </a:moveTo>
                      <a:lnTo>
                        <a:pt x="4504" y="534"/>
                      </a:lnTo>
                      <a:cubicBezTo>
                        <a:pt x="2002" y="567"/>
                        <a:pt x="1" y="2569"/>
                        <a:pt x="34" y="5070"/>
                      </a:cubicBezTo>
                      <a:lnTo>
                        <a:pt x="301" y="36526"/>
                      </a:lnTo>
                      <a:cubicBezTo>
                        <a:pt x="334" y="38995"/>
                        <a:pt x="2369" y="40996"/>
                        <a:pt x="4871" y="40996"/>
                      </a:cubicBezTo>
                      <a:lnTo>
                        <a:pt x="61678" y="40462"/>
                      </a:lnTo>
                      <a:cubicBezTo>
                        <a:pt x="64147" y="40429"/>
                        <a:pt x="66148" y="38394"/>
                        <a:pt x="66115" y="35926"/>
                      </a:cubicBezTo>
                      <a:lnTo>
                        <a:pt x="65848" y="4470"/>
                      </a:lnTo>
                      <a:cubicBezTo>
                        <a:pt x="65814" y="1968"/>
                        <a:pt x="63780" y="0"/>
                        <a:pt x="613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01" name="Google Shape;301;p31"/>
                <p:cNvSpPr/>
                <p:nvPr/>
              </p:nvSpPr>
              <p:spPr>
                <a:xfrm flipH="1">
                  <a:off x="6212167" y="2609032"/>
                  <a:ext cx="1524616" cy="6472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15" h="28021" extrusionOk="0">
                      <a:moveTo>
                        <a:pt x="0" y="0"/>
                      </a:moveTo>
                      <a:lnTo>
                        <a:pt x="167" y="23550"/>
                      </a:lnTo>
                      <a:cubicBezTo>
                        <a:pt x="200" y="26019"/>
                        <a:pt x="2235" y="28020"/>
                        <a:pt x="4737" y="28020"/>
                      </a:cubicBezTo>
                      <a:lnTo>
                        <a:pt x="61544" y="27486"/>
                      </a:lnTo>
                      <a:cubicBezTo>
                        <a:pt x="64013" y="27453"/>
                        <a:pt x="66014" y="25418"/>
                        <a:pt x="65981" y="22950"/>
                      </a:cubicBezTo>
                      <a:lnTo>
                        <a:pt x="65814" y="1501"/>
                      </a:lnTo>
                      <a:lnTo>
                        <a:pt x="34425" y="176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02" name="Google Shape;302;p31"/>
                <p:cNvSpPr/>
                <p:nvPr/>
              </p:nvSpPr>
              <p:spPr>
                <a:xfrm flipH="1">
                  <a:off x="7235252" y="2609032"/>
                  <a:ext cx="501531" cy="5632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6" h="24385" extrusionOk="0">
                      <a:moveTo>
                        <a:pt x="0" y="0"/>
                      </a:moveTo>
                      <a:lnTo>
                        <a:pt x="167" y="24384"/>
                      </a:lnTo>
                      <a:lnTo>
                        <a:pt x="21716" y="1117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" name="Google Shape;303;p31"/>
                <p:cNvSpPr/>
                <p:nvPr/>
              </p:nvSpPr>
              <p:spPr>
                <a:xfrm flipH="1">
                  <a:off x="6216024" y="2647536"/>
                  <a:ext cx="478436" cy="5054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16" h="21884" extrusionOk="0">
                      <a:moveTo>
                        <a:pt x="20482" y="1"/>
                      </a:moveTo>
                      <a:lnTo>
                        <a:pt x="0" y="10775"/>
                      </a:lnTo>
                      <a:lnTo>
                        <a:pt x="20715" y="21883"/>
                      </a:lnTo>
                      <a:lnTo>
                        <a:pt x="20482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" name="Google Shape;304;p31"/>
                <p:cNvSpPr/>
                <p:nvPr/>
              </p:nvSpPr>
              <p:spPr>
                <a:xfrm flipH="1">
                  <a:off x="5284626" y="2702748"/>
                  <a:ext cx="583980" cy="584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86" h="25286" extrusionOk="0">
                      <a:moveTo>
                        <a:pt x="12643" y="0"/>
                      </a:moveTo>
                      <a:cubicBezTo>
                        <a:pt x="5638" y="0"/>
                        <a:pt x="0" y="5638"/>
                        <a:pt x="0" y="12643"/>
                      </a:cubicBezTo>
                      <a:cubicBezTo>
                        <a:pt x="0" y="19614"/>
                        <a:pt x="5638" y="25285"/>
                        <a:pt x="12643" y="25285"/>
                      </a:cubicBezTo>
                      <a:cubicBezTo>
                        <a:pt x="19614" y="25285"/>
                        <a:pt x="25285" y="19614"/>
                        <a:pt x="25285" y="12643"/>
                      </a:cubicBezTo>
                      <a:cubicBezTo>
                        <a:pt x="25285" y="5638"/>
                        <a:pt x="19614" y="0"/>
                        <a:pt x="12643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305" name="Google Shape;305;p31"/>
                <p:cNvSpPr txBox="1"/>
                <p:nvPr/>
              </p:nvSpPr>
              <p:spPr>
                <a:xfrm>
                  <a:off x="5391163" y="2796040"/>
                  <a:ext cx="366600" cy="400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800" b="1" dirty="0">
                      <a:solidFill>
                        <a:schemeClr val="lt1"/>
                      </a:solidFill>
                      <a:latin typeface="Unbounded"/>
                      <a:ea typeface="Unbounded"/>
                      <a:cs typeface="Unbounded"/>
                      <a:sym typeface="Unbounded"/>
                    </a:rPr>
                    <a:t>$</a:t>
                  </a:r>
                  <a:endParaRPr sz="1800" b="1" dirty="0">
                    <a:solidFill>
                      <a:schemeClr val="lt1"/>
                    </a:solidFill>
                    <a:latin typeface="Unbounded"/>
                    <a:ea typeface="Unbounded"/>
                    <a:cs typeface="Unbounded"/>
                    <a:sym typeface="Unbounded"/>
                  </a:endParaRPr>
                </a:p>
              </p:txBody>
            </p:sp>
          </p:grpSp>
          <p:sp>
            <p:nvSpPr>
              <p:cNvPr id="306" name="Google Shape;306;p31"/>
              <p:cNvSpPr/>
              <p:nvPr/>
            </p:nvSpPr>
            <p:spPr>
              <a:xfrm flipH="1">
                <a:off x="5282316" y="1626686"/>
                <a:ext cx="86837" cy="74120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3209" extrusionOk="0">
                    <a:moveTo>
                      <a:pt x="1658" y="1"/>
                    </a:moveTo>
                    <a:cubicBezTo>
                      <a:pt x="757" y="1"/>
                      <a:pt x="56" y="701"/>
                      <a:pt x="23" y="1569"/>
                    </a:cubicBezTo>
                    <a:cubicBezTo>
                      <a:pt x="0" y="2554"/>
                      <a:pt x="811" y="3208"/>
                      <a:pt x="1646" y="3208"/>
                    </a:cubicBezTo>
                    <a:cubicBezTo>
                      <a:pt x="2026" y="3208"/>
                      <a:pt x="2412" y="3072"/>
                      <a:pt x="2725" y="2769"/>
                    </a:cubicBezTo>
                    <a:cubicBezTo>
                      <a:pt x="3759" y="1769"/>
                      <a:pt x="3092" y="34"/>
                      <a:pt x="1658" y="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7" name="Google Shape;307;p31"/>
          <p:cNvGrpSpPr/>
          <p:nvPr/>
        </p:nvGrpSpPr>
        <p:grpSpPr>
          <a:xfrm rot="-2700000">
            <a:off x="5542101" y="-649331"/>
            <a:ext cx="2643087" cy="3192568"/>
            <a:chOff x="7215206" y="794562"/>
            <a:chExt cx="1700277" cy="2035606"/>
          </a:xfrm>
        </p:grpSpPr>
        <p:sp>
          <p:nvSpPr>
            <p:cNvPr id="308" name="Google Shape;308;p31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1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1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1245;p60">
            <a:extLst>
              <a:ext uri="{FF2B5EF4-FFF2-40B4-BE49-F238E27FC236}">
                <a16:creationId xmlns:a16="http://schemas.microsoft.com/office/drawing/2014/main" id="{E41F07A1-941D-9EB2-3247-14DB31E75693}"/>
              </a:ext>
            </a:extLst>
          </p:cNvPr>
          <p:cNvSpPr txBox="1">
            <a:spLocks/>
          </p:cNvSpPr>
          <p:nvPr/>
        </p:nvSpPr>
        <p:spPr>
          <a:xfrm flipH="1">
            <a:off x="747486" y="722713"/>
            <a:ext cx="35457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>
                <a:solidFill>
                  <a:schemeClr val="accent2">
                    <a:lumMod val="10000"/>
                  </a:schemeClr>
                </a:solidFill>
              </a:rPr>
              <a:t>Course2_Sprint3_Project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 txBox="1">
            <a:spLocks noGrp="1"/>
          </p:cNvSpPr>
          <p:nvPr>
            <p:ph type="title"/>
          </p:nvPr>
        </p:nvSpPr>
        <p:spPr>
          <a:xfrm>
            <a:off x="713225" y="425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</a:t>
            </a:r>
            <a:r>
              <a:rPr lang="en" dirty="0"/>
              <a:t>otext setting</a:t>
            </a:r>
            <a:endParaRPr dirty="0"/>
          </a:p>
        </p:txBody>
      </p:sp>
      <p:graphicFrame>
        <p:nvGraphicFramePr>
          <p:cNvPr id="316" name="Google Shape;316;p32"/>
          <p:cNvGraphicFramePr/>
          <p:nvPr>
            <p:extLst>
              <p:ext uri="{D42A27DB-BD31-4B8C-83A1-F6EECF244321}">
                <p14:modId xmlns:p14="http://schemas.microsoft.com/office/powerpoint/2010/main" val="2350250542"/>
              </p:ext>
            </p:extLst>
          </p:nvPr>
        </p:nvGraphicFramePr>
        <p:xfrm>
          <a:off x="720000" y="1641839"/>
          <a:ext cx="7704000" cy="2169150"/>
        </p:xfrm>
        <a:graphic>
          <a:graphicData uri="http://schemas.openxmlformats.org/drawingml/2006/table">
            <a:tbl>
              <a:tblPr>
                <a:noFill/>
                <a:tableStyleId>{BC5CB65E-4A83-4B17-AF6B-05C07C952301}</a:tableStyleId>
              </a:tblPr>
              <a:tblGrid>
                <a:gridCol w="251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Com</a:t>
                      </a:r>
                      <a:r>
                        <a:rPr lang="en-I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pa</a:t>
                      </a:r>
                      <a:r>
                        <a:rPr lang="e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ny Name</a:t>
                      </a:r>
                      <a:endParaRPr sz="1300" b="1" u="sng" dirty="0">
                        <a:solidFill>
                          <a:schemeClr val="lt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EcoTrands</a:t>
                      </a:r>
                      <a:endParaRPr sz="1000" dirty="0">
                        <a:solidFill>
                          <a:schemeClr val="dk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Tool Used</a:t>
                      </a:r>
                      <a:endParaRPr sz="1300" b="1" u="sng" dirty="0">
                        <a:solidFill>
                          <a:schemeClr val="lt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HubSpot - </a:t>
                      </a:r>
                      <a:r>
                        <a:rPr lang="en-I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  <a:hlinkClick r:id="rId3"/>
                        </a:rPr>
                        <a:t>https://app-na2.hubspot.com/</a:t>
                      </a:r>
                      <a:r>
                        <a:rPr lang="en-I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 </a:t>
                      </a:r>
                      <a:endParaRPr sz="1000" dirty="0">
                        <a:solidFill>
                          <a:schemeClr val="dk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CRM</a:t>
                      </a:r>
                      <a:r>
                        <a:rPr lang="e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 </a:t>
                      </a:r>
                      <a:endParaRPr sz="1300" b="1" u="sng" dirty="0">
                        <a:solidFill>
                          <a:schemeClr val="lt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Configure C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ustomer data into HubSpot CRM contact</a:t>
                      </a:r>
                      <a:endParaRPr sz="1000" dirty="0">
                        <a:solidFill>
                          <a:schemeClr val="dk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E</a:t>
                      </a:r>
                      <a:r>
                        <a:rPr lang="e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mail Marketing</a:t>
                      </a:r>
                      <a:endParaRPr sz="1300" b="1" u="sng" dirty="0">
                        <a:solidFill>
                          <a:schemeClr val="lt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I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E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mail campaign to promote a new product launch </a:t>
                      </a:r>
                      <a:endParaRPr sz="1000" dirty="0">
                        <a:solidFill>
                          <a:schemeClr val="dk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Landing page</a:t>
                      </a:r>
                      <a:endParaRPr sz="1300" b="1" u="sng" dirty="0">
                        <a:solidFill>
                          <a:schemeClr val="lt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Landing page for conversions by ensuring it has a clear call-to-action, compelling content and user-friendly design</a:t>
                      </a:r>
                      <a:endParaRPr sz="1000" dirty="0">
                        <a:solidFill>
                          <a:schemeClr val="dk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F</a:t>
                      </a:r>
                      <a:r>
                        <a:rPr lang="en" sz="1300" b="1" u="sng" dirty="0">
                          <a:solidFill>
                            <a:schemeClr val="lt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orm </a:t>
                      </a:r>
                      <a:endParaRPr sz="1300" b="1" u="sng" dirty="0">
                        <a:solidFill>
                          <a:schemeClr val="lt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Anek Devanagari"/>
                          <a:ea typeface="Anek Devanagari"/>
                          <a:cs typeface="Anek Devanagari"/>
                          <a:sym typeface="Anek Devanagari"/>
                        </a:rPr>
                        <a:t>Customer feedback and gather user data</a:t>
                      </a:r>
                      <a:endParaRPr sz="1000" dirty="0">
                        <a:solidFill>
                          <a:schemeClr val="dk1"/>
                        </a:solidFill>
                        <a:latin typeface="Anek Devanagari"/>
                        <a:ea typeface="Anek Devanagari"/>
                        <a:cs typeface="Anek Devanagari"/>
                        <a:sym typeface="Anek Devanagari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accent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accent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" name="Google Shape;317;p32"/>
          <p:cNvSpPr txBox="1"/>
          <p:nvPr/>
        </p:nvSpPr>
        <p:spPr>
          <a:xfrm>
            <a:off x="720000" y="1166939"/>
            <a:ext cx="770400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Anek Devanagari"/>
                <a:ea typeface="Anek Devanagari"/>
                <a:cs typeface="Anek Devanagari"/>
                <a:sym typeface="Anek Devanagari"/>
              </a:rPr>
              <a:t>Marketing Automation using CRM and Email Marketing </a:t>
            </a:r>
            <a:endParaRPr b="1" dirty="0">
              <a:solidFill>
                <a:schemeClr val="dk1"/>
              </a:solidFill>
              <a:latin typeface="Anek Devanagari"/>
              <a:ea typeface="Anek Devanagari"/>
              <a:cs typeface="Anek Devanagari"/>
              <a:sym typeface="Anek Devanaga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"/>
          <p:cNvSpPr txBox="1">
            <a:spLocks noGrp="1"/>
          </p:cNvSpPr>
          <p:nvPr>
            <p:ph type="title"/>
          </p:nvPr>
        </p:nvSpPr>
        <p:spPr>
          <a:xfrm>
            <a:off x="720000" y="1211645"/>
            <a:ext cx="39762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Our company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85" name="Google Shape;385;p35"/>
          <p:cNvSpPr txBox="1">
            <a:spLocks noGrp="1"/>
          </p:cNvSpPr>
          <p:nvPr>
            <p:ph type="subTitle" idx="1"/>
          </p:nvPr>
        </p:nvSpPr>
        <p:spPr>
          <a:xfrm>
            <a:off x="720000" y="2192969"/>
            <a:ext cx="4149712" cy="22372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err="1">
                <a:solidFill>
                  <a:schemeClr val="tx2">
                    <a:lumMod val="50000"/>
                  </a:schemeClr>
                </a:solidFill>
              </a:rPr>
              <a:t>EcoTrends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a company that sells eco-friendly Lifestyle products such as reusable water bottles, bamboo toothbrushes and biodegradable packaging materials 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386" name="Google Shape;386;p35"/>
          <p:cNvPicPr preferRelativeResize="0">
            <a:picLocks noGrp="1"/>
          </p:cNvPicPr>
          <p:nvPr>
            <p:ph type="pic" idx="2"/>
          </p:nvPr>
        </p:nvPicPr>
        <p:blipFill>
          <a:blip r:embed="rId3">
            <a:alphaModFix/>
          </a:blip>
          <a:srcRect l="-6794" t="22640" r="-2337" b="30731"/>
          <a:stretch>
            <a:fillRect/>
          </a:stretch>
        </p:blipFill>
        <p:spPr>
          <a:xfrm>
            <a:off x="4465394" y="1637956"/>
            <a:ext cx="4433595" cy="1894327"/>
          </a:xfrm>
          <a:prstGeom prst="rect">
            <a:avLst/>
          </a:prstGeom>
        </p:spPr>
      </p:pic>
      <p:grpSp>
        <p:nvGrpSpPr>
          <p:cNvPr id="387" name="Google Shape;387;p35"/>
          <p:cNvGrpSpPr/>
          <p:nvPr/>
        </p:nvGrpSpPr>
        <p:grpSpPr>
          <a:xfrm rot="1265017" flipH="1">
            <a:off x="3756704" y="4145564"/>
            <a:ext cx="1363904" cy="1027421"/>
            <a:chOff x="6326187" y="535685"/>
            <a:chExt cx="961468" cy="724268"/>
          </a:xfrm>
        </p:grpSpPr>
        <p:sp>
          <p:nvSpPr>
            <p:cNvPr id="388" name="Google Shape;388;p35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" name="Google Shape;389;p35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5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" name="Google Shape;391;p35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92" name="Google Shape;392;p35"/>
          <p:cNvGrpSpPr/>
          <p:nvPr/>
        </p:nvGrpSpPr>
        <p:grpSpPr>
          <a:xfrm rot="2307396" flipH="1">
            <a:off x="706108" y="3305710"/>
            <a:ext cx="2642870" cy="3192486"/>
            <a:chOff x="7215206" y="794562"/>
            <a:chExt cx="1700277" cy="2035606"/>
          </a:xfrm>
          <a:solidFill>
            <a:schemeClr val="tx2"/>
          </a:solidFill>
        </p:grpSpPr>
        <p:sp>
          <p:nvSpPr>
            <p:cNvPr id="393" name="Google Shape;393;p35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5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5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35"/>
          <p:cNvGrpSpPr/>
          <p:nvPr/>
        </p:nvGrpSpPr>
        <p:grpSpPr>
          <a:xfrm rot="5951304" flipH="1">
            <a:off x="8214416" y="-114273"/>
            <a:ext cx="2642816" cy="3192511"/>
            <a:chOff x="7215206" y="794562"/>
            <a:chExt cx="1700277" cy="2035606"/>
          </a:xfrm>
        </p:grpSpPr>
        <p:sp>
          <p:nvSpPr>
            <p:cNvPr id="397" name="Google Shape;397;p35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5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5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36"/>
          <p:cNvGrpSpPr/>
          <p:nvPr/>
        </p:nvGrpSpPr>
        <p:grpSpPr>
          <a:xfrm>
            <a:off x="-152848" y="1355401"/>
            <a:ext cx="4600827" cy="4323881"/>
            <a:chOff x="-152848" y="1355401"/>
            <a:chExt cx="4600827" cy="4323881"/>
          </a:xfrm>
        </p:grpSpPr>
        <p:sp>
          <p:nvSpPr>
            <p:cNvPr id="405" name="Google Shape;405;p36"/>
            <p:cNvSpPr/>
            <p:nvPr/>
          </p:nvSpPr>
          <p:spPr>
            <a:xfrm>
              <a:off x="-152848" y="1355401"/>
              <a:ext cx="4600827" cy="3246597"/>
            </a:xfrm>
            <a:custGeom>
              <a:avLst/>
              <a:gdLst/>
              <a:ahLst/>
              <a:cxnLst/>
              <a:rect l="l" t="t" r="r" b="b"/>
              <a:pathLst>
                <a:path w="284221" h="200562" extrusionOk="0">
                  <a:moveTo>
                    <a:pt x="114743" y="0"/>
                  </a:moveTo>
                  <a:cubicBezTo>
                    <a:pt x="113353" y="50"/>
                    <a:pt x="111964" y="151"/>
                    <a:pt x="110591" y="318"/>
                  </a:cubicBezTo>
                  <a:lnTo>
                    <a:pt x="110742" y="1674"/>
                  </a:lnTo>
                  <a:cubicBezTo>
                    <a:pt x="112081" y="1506"/>
                    <a:pt x="113437" y="1423"/>
                    <a:pt x="114793" y="1373"/>
                  </a:cubicBezTo>
                  <a:lnTo>
                    <a:pt x="114743" y="0"/>
                  </a:lnTo>
                  <a:close/>
                  <a:moveTo>
                    <a:pt x="118910" y="33"/>
                  </a:moveTo>
                  <a:lnTo>
                    <a:pt x="118843" y="1389"/>
                  </a:lnTo>
                  <a:cubicBezTo>
                    <a:pt x="120199" y="1473"/>
                    <a:pt x="121572" y="1573"/>
                    <a:pt x="122894" y="1741"/>
                  </a:cubicBezTo>
                  <a:lnTo>
                    <a:pt x="123062" y="385"/>
                  </a:lnTo>
                  <a:cubicBezTo>
                    <a:pt x="121689" y="201"/>
                    <a:pt x="120300" y="84"/>
                    <a:pt x="118910" y="33"/>
                  </a:cubicBezTo>
                  <a:close/>
                  <a:moveTo>
                    <a:pt x="106474" y="937"/>
                  </a:moveTo>
                  <a:cubicBezTo>
                    <a:pt x="105101" y="1205"/>
                    <a:pt x="103745" y="1523"/>
                    <a:pt x="102406" y="1891"/>
                  </a:cubicBezTo>
                  <a:lnTo>
                    <a:pt x="102790" y="3193"/>
                  </a:lnTo>
                  <a:lnTo>
                    <a:pt x="102790" y="3193"/>
                  </a:lnTo>
                  <a:cubicBezTo>
                    <a:pt x="104091" y="2843"/>
                    <a:pt x="105408" y="2527"/>
                    <a:pt x="106725" y="2276"/>
                  </a:cubicBezTo>
                  <a:lnTo>
                    <a:pt x="106474" y="937"/>
                  </a:lnTo>
                  <a:close/>
                  <a:moveTo>
                    <a:pt x="102790" y="3193"/>
                  </a:moveTo>
                  <a:cubicBezTo>
                    <a:pt x="102785" y="3194"/>
                    <a:pt x="102780" y="3196"/>
                    <a:pt x="102775" y="3197"/>
                  </a:cubicBezTo>
                  <a:lnTo>
                    <a:pt x="102791" y="3197"/>
                  </a:lnTo>
                  <a:lnTo>
                    <a:pt x="102790" y="3193"/>
                  </a:lnTo>
                  <a:close/>
                  <a:moveTo>
                    <a:pt x="127179" y="1071"/>
                  </a:moveTo>
                  <a:lnTo>
                    <a:pt x="126895" y="2410"/>
                  </a:lnTo>
                  <a:cubicBezTo>
                    <a:pt x="128217" y="2695"/>
                    <a:pt x="129539" y="3030"/>
                    <a:pt x="130828" y="3415"/>
                  </a:cubicBezTo>
                  <a:lnTo>
                    <a:pt x="131213" y="2126"/>
                  </a:lnTo>
                  <a:cubicBezTo>
                    <a:pt x="129891" y="1707"/>
                    <a:pt x="128535" y="1356"/>
                    <a:pt x="127179" y="1071"/>
                  </a:cubicBezTo>
                  <a:close/>
                  <a:moveTo>
                    <a:pt x="98439" y="3147"/>
                  </a:moveTo>
                  <a:cubicBezTo>
                    <a:pt x="97736" y="3415"/>
                    <a:pt x="97033" y="3682"/>
                    <a:pt x="96330" y="3984"/>
                  </a:cubicBezTo>
                  <a:cubicBezTo>
                    <a:pt x="95744" y="4218"/>
                    <a:pt x="95158" y="4486"/>
                    <a:pt x="94589" y="4754"/>
                  </a:cubicBezTo>
                  <a:lnTo>
                    <a:pt x="95175" y="5992"/>
                  </a:lnTo>
                  <a:cubicBezTo>
                    <a:pt x="95728" y="5741"/>
                    <a:pt x="96297" y="5474"/>
                    <a:pt x="96866" y="5239"/>
                  </a:cubicBezTo>
                  <a:cubicBezTo>
                    <a:pt x="97535" y="4955"/>
                    <a:pt x="98222" y="4670"/>
                    <a:pt x="98908" y="4419"/>
                  </a:cubicBezTo>
                  <a:lnTo>
                    <a:pt x="98439" y="3147"/>
                  </a:lnTo>
                  <a:close/>
                  <a:moveTo>
                    <a:pt x="135164" y="3498"/>
                  </a:moveTo>
                  <a:lnTo>
                    <a:pt x="134645" y="4770"/>
                  </a:lnTo>
                  <a:cubicBezTo>
                    <a:pt x="135900" y="5273"/>
                    <a:pt x="137139" y="5842"/>
                    <a:pt x="138310" y="6461"/>
                  </a:cubicBezTo>
                  <a:lnTo>
                    <a:pt x="138963" y="5239"/>
                  </a:lnTo>
                  <a:cubicBezTo>
                    <a:pt x="137741" y="4603"/>
                    <a:pt x="136469" y="4017"/>
                    <a:pt x="135164" y="3498"/>
                  </a:cubicBezTo>
                  <a:close/>
                  <a:moveTo>
                    <a:pt x="90907" y="6712"/>
                  </a:moveTo>
                  <a:cubicBezTo>
                    <a:pt x="89702" y="7432"/>
                    <a:pt x="88530" y="8202"/>
                    <a:pt x="87409" y="9022"/>
                  </a:cubicBezTo>
                  <a:lnTo>
                    <a:pt x="88229" y="10127"/>
                  </a:lnTo>
                  <a:cubicBezTo>
                    <a:pt x="89317" y="9323"/>
                    <a:pt x="90438" y="8587"/>
                    <a:pt x="91593" y="7901"/>
                  </a:cubicBezTo>
                  <a:lnTo>
                    <a:pt x="90907" y="6712"/>
                  </a:lnTo>
                  <a:close/>
                  <a:moveTo>
                    <a:pt x="142562" y="7348"/>
                  </a:moveTo>
                  <a:lnTo>
                    <a:pt x="141809" y="8486"/>
                  </a:lnTo>
                  <a:cubicBezTo>
                    <a:pt x="142930" y="9240"/>
                    <a:pt x="144018" y="10026"/>
                    <a:pt x="145056" y="10880"/>
                  </a:cubicBezTo>
                  <a:lnTo>
                    <a:pt x="145926" y="9842"/>
                  </a:lnTo>
                  <a:cubicBezTo>
                    <a:pt x="144855" y="8938"/>
                    <a:pt x="143717" y="8118"/>
                    <a:pt x="142562" y="7348"/>
                  </a:cubicBezTo>
                  <a:close/>
                  <a:moveTo>
                    <a:pt x="84195" y="11700"/>
                  </a:moveTo>
                  <a:cubicBezTo>
                    <a:pt x="83174" y="12654"/>
                    <a:pt x="82203" y="13692"/>
                    <a:pt x="81332" y="14780"/>
                  </a:cubicBezTo>
                  <a:lnTo>
                    <a:pt x="82387" y="15634"/>
                  </a:lnTo>
                  <a:cubicBezTo>
                    <a:pt x="83241" y="14596"/>
                    <a:pt x="84145" y="13625"/>
                    <a:pt x="85132" y="12705"/>
                  </a:cubicBezTo>
                  <a:lnTo>
                    <a:pt x="84195" y="11700"/>
                  </a:lnTo>
                  <a:close/>
                  <a:moveTo>
                    <a:pt x="149023" y="12654"/>
                  </a:moveTo>
                  <a:lnTo>
                    <a:pt x="148035" y="13608"/>
                  </a:lnTo>
                  <a:cubicBezTo>
                    <a:pt x="148856" y="14429"/>
                    <a:pt x="149626" y="15299"/>
                    <a:pt x="150345" y="16186"/>
                  </a:cubicBezTo>
                  <a:cubicBezTo>
                    <a:pt x="150463" y="16337"/>
                    <a:pt x="150580" y="16487"/>
                    <a:pt x="150697" y="16638"/>
                  </a:cubicBezTo>
                  <a:lnTo>
                    <a:pt x="151785" y="15801"/>
                  </a:lnTo>
                  <a:cubicBezTo>
                    <a:pt x="151651" y="15634"/>
                    <a:pt x="151534" y="15483"/>
                    <a:pt x="151417" y="15333"/>
                  </a:cubicBezTo>
                  <a:cubicBezTo>
                    <a:pt x="150663" y="14395"/>
                    <a:pt x="149860" y="13508"/>
                    <a:pt x="149023" y="12654"/>
                  </a:cubicBezTo>
                  <a:close/>
                  <a:moveTo>
                    <a:pt x="78922" y="18245"/>
                  </a:moveTo>
                  <a:cubicBezTo>
                    <a:pt x="78219" y="19467"/>
                    <a:pt x="77633" y="20756"/>
                    <a:pt x="77165" y="22095"/>
                  </a:cubicBezTo>
                  <a:lnTo>
                    <a:pt x="78470" y="22547"/>
                  </a:lnTo>
                  <a:cubicBezTo>
                    <a:pt x="78905" y="21291"/>
                    <a:pt x="79458" y="20086"/>
                    <a:pt x="80111" y="18931"/>
                  </a:cubicBezTo>
                  <a:lnTo>
                    <a:pt x="78922" y="18245"/>
                  </a:lnTo>
                  <a:close/>
                  <a:moveTo>
                    <a:pt x="154179" y="19216"/>
                  </a:moveTo>
                  <a:lnTo>
                    <a:pt x="153024" y="19952"/>
                  </a:lnTo>
                  <a:cubicBezTo>
                    <a:pt x="153743" y="21074"/>
                    <a:pt x="154396" y="22262"/>
                    <a:pt x="154999" y="23467"/>
                  </a:cubicBezTo>
                  <a:lnTo>
                    <a:pt x="156221" y="22865"/>
                  </a:lnTo>
                  <a:cubicBezTo>
                    <a:pt x="155601" y="21609"/>
                    <a:pt x="154915" y="20404"/>
                    <a:pt x="154179" y="19216"/>
                  </a:cubicBezTo>
                  <a:close/>
                  <a:moveTo>
                    <a:pt x="76177" y="26229"/>
                  </a:moveTo>
                  <a:cubicBezTo>
                    <a:pt x="76160" y="26346"/>
                    <a:pt x="76160" y="26447"/>
                    <a:pt x="76144" y="26547"/>
                  </a:cubicBezTo>
                  <a:cubicBezTo>
                    <a:pt x="76043" y="27351"/>
                    <a:pt x="76010" y="28138"/>
                    <a:pt x="76010" y="28941"/>
                  </a:cubicBezTo>
                  <a:cubicBezTo>
                    <a:pt x="76010" y="29443"/>
                    <a:pt x="76026" y="29962"/>
                    <a:pt x="76060" y="30464"/>
                  </a:cubicBezTo>
                  <a:lnTo>
                    <a:pt x="77432" y="30364"/>
                  </a:lnTo>
                  <a:cubicBezTo>
                    <a:pt x="77399" y="29895"/>
                    <a:pt x="77382" y="29426"/>
                    <a:pt x="77382" y="28941"/>
                  </a:cubicBezTo>
                  <a:cubicBezTo>
                    <a:pt x="77382" y="28204"/>
                    <a:pt x="77416" y="27451"/>
                    <a:pt x="77499" y="26715"/>
                  </a:cubicBezTo>
                  <a:lnTo>
                    <a:pt x="77550" y="26397"/>
                  </a:lnTo>
                  <a:lnTo>
                    <a:pt x="76177" y="26229"/>
                  </a:lnTo>
                  <a:close/>
                  <a:moveTo>
                    <a:pt x="157894" y="26698"/>
                  </a:moveTo>
                  <a:lnTo>
                    <a:pt x="156622" y="27183"/>
                  </a:lnTo>
                  <a:cubicBezTo>
                    <a:pt x="157074" y="28422"/>
                    <a:pt x="157509" y="29711"/>
                    <a:pt x="157878" y="31033"/>
                  </a:cubicBezTo>
                  <a:lnTo>
                    <a:pt x="159200" y="30665"/>
                  </a:lnTo>
                  <a:cubicBezTo>
                    <a:pt x="158815" y="29309"/>
                    <a:pt x="158380" y="27970"/>
                    <a:pt x="157894" y="26698"/>
                  </a:cubicBezTo>
                  <a:close/>
                  <a:moveTo>
                    <a:pt x="78085" y="34281"/>
                  </a:moveTo>
                  <a:lnTo>
                    <a:pt x="76763" y="34632"/>
                  </a:lnTo>
                  <a:cubicBezTo>
                    <a:pt x="77131" y="36005"/>
                    <a:pt x="77617" y="37327"/>
                    <a:pt x="78202" y="38616"/>
                  </a:cubicBezTo>
                  <a:lnTo>
                    <a:pt x="79441" y="38047"/>
                  </a:lnTo>
                  <a:cubicBezTo>
                    <a:pt x="78889" y="36825"/>
                    <a:pt x="78437" y="35569"/>
                    <a:pt x="78085" y="34281"/>
                  </a:cubicBezTo>
                  <a:close/>
                  <a:moveTo>
                    <a:pt x="160154" y="34716"/>
                  </a:moveTo>
                  <a:lnTo>
                    <a:pt x="158815" y="34984"/>
                  </a:lnTo>
                  <a:cubicBezTo>
                    <a:pt x="159066" y="36272"/>
                    <a:pt x="159267" y="37628"/>
                    <a:pt x="159434" y="38984"/>
                  </a:cubicBezTo>
                  <a:lnTo>
                    <a:pt x="160807" y="38833"/>
                  </a:lnTo>
                  <a:cubicBezTo>
                    <a:pt x="160640" y="37427"/>
                    <a:pt x="160422" y="36055"/>
                    <a:pt x="160154" y="34716"/>
                  </a:cubicBezTo>
                  <a:close/>
                  <a:moveTo>
                    <a:pt x="81366" y="41595"/>
                  </a:moveTo>
                  <a:lnTo>
                    <a:pt x="80194" y="42315"/>
                  </a:lnTo>
                  <a:cubicBezTo>
                    <a:pt x="80931" y="43504"/>
                    <a:pt x="81734" y="44642"/>
                    <a:pt x="82605" y="45746"/>
                  </a:cubicBezTo>
                  <a:lnTo>
                    <a:pt x="83676" y="44893"/>
                  </a:lnTo>
                  <a:cubicBezTo>
                    <a:pt x="82839" y="43838"/>
                    <a:pt x="82069" y="42734"/>
                    <a:pt x="81366" y="41595"/>
                  </a:cubicBezTo>
                  <a:close/>
                  <a:moveTo>
                    <a:pt x="252651" y="44458"/>
                  </a:moveTo>
                  <a:lnTo>
                    <a:pt x="251630" y="45378"/>
                  </a:lnTo>
                  <a:cubicBezTo>
                    <a:pt x="252032" y="45813"/>
                    <a:pt x="252434" y="46299"/>
                    <a:pt x="252835" y="46818"/>
                  </a:cubicBezTo>
                  <a:lnTo>
                    <a:pt x="253923" y="45964"/>
                  </a:lnTo>
                  <a:cubicBezTo>
                    <a:pt x="253505" y="45428"/>
                    <a:pt x="253070" y="44910"/>
                    <a:pt x="252651" y="44458"/>
                  </a:cubicBezTo>
                  <a:close/>
                  <a:moveTo>
                    <a:pt x="161158" y="42968"/>
                  </a:moveTo>
                  <a:lnTo>
                    <a:pt x="159786" y="43052"/>
                  </a:lnTo>
                  <a:cubicBezTo>
                    <a:pt x="159870" y="44273"/>
                    <a:pt x="159903" y="45529"/>
                    <a:pt x="159903" y="46784"/>
                  </a:cubicBezTo>
                  <a:lnTo>
                    <a:pt x="159903" y="47102"/>
                  </a:lnTo>
                  <a:lnTo>
                    <a:pt x="161259" y="47102"/>
                  </a:lnTo>
                  <a:lnTo>
                    <a:pt x="161259" y="46784"/>
                  </a:lnTo>
                  <a:cubicBezTo>
                    <a:pt x="161259" y="45495"/>
                    <a:pt x="161225" y="44223"/>
                    <a:pt x="161158" y="42968"/>
                  </a:cubicBezTo>
                  <a:close/>
                  <a:moveTo>
                    <a:pt x="86321" y="47956"/>
                  </a:moveTo>
                  <a:lnTo>
                    <a:pt x="85316" y="48893"/>
                  </a:lnTo>
                  <a:cubicBezTo>
                    <a:pt x="86220" y="49881"/>
                    <a:pt x="87191" y="50868"/>
                    <a:pt x="88245" y="51839"/>
                  </a:cubicBezTo>
                  <a:lnTo>
                    <a:pt x="89200" y="50835"/>
                  </a:lnTo>
                  <a:cubicBezTo>
                    <a:pt x="88179" y="49881"/>
                    <a:pt x="87208" y="48927"/>
                    <a:pt x="86321" y="47956"/>
                  </a:cubicBezTo>
                  <a:close/>
                  <a:moveTo>
                    <a:pt x="256267" y="49446"/>
                  </a:moveTo>
                  <a:lnTo>
                    <a:pt x="255095" y="50149"/>
                  </a:lnTo>
                  <a:cubicBezTo>
                    <a:pt x="255781" y="51304"/>
                    <a:pt x="256401" y="52492"/>
                    <a:pt x="256953" y="53731"/>
                  </a:cubicBezTo>
                  <a:lnTo>
                    <a:pt x="258208" y="53162"/>
                  </a:lnTo>
                  <a:cubicBezTo>
                    <a:pt x="257639" y="51890"/>
                    <a:pt x="256987" y="50651"/>
                    <a:pt x="256267" y="49446"/>
                  </a:cubicBezTo>
                  <a:close/>
                  <a:moveTo>
                    <a:pt x="159769" y="51187"/>
                  </a:moveTo>
                  <a:cubicBezTo>
                    <a:pt x="159685" y="52509"/>
                    <a:pt x="159585" y="53881"/>
                    <a:pt x="159434" y="55254"/>
                  </a:cubicBezTo>
                  <a:lnTo>
                    <a:pt x="160807" y="55405"/>
                  </a:lnTo>
                  <a:cubicBezTo>
                    <a:pt x="160941" y="53999"/>
                    <a:pt x="161058" y="52609"/>
                    <a:pt x="161125" y="51270"/>
                  </a:cubicBezTo>
                  <a:lnTo>
                    <a:pt x="159769" y="51187"/>
                  </a:lnTo>
                  <a:close/>
                  <a:moveTo>
                    <a:pt x="92246" y="53563"/>
                  </a:moveTo>
                  <a:lnTo>
                    <a:pt x="91359" y="54601"/>
                  </a:lnTo>
                  <a:cubicBezTo>
                    <a:pt x="92229" y="55338"/>
                    <a:pt x="93150" y="56074"/>
                    <a:pt x="94087" y="56794"/>
                  </a:cubicBezTo>
                  <a:lnTo>
                    <a:pt x="94606" y="57196"/>
                  </a:lnTo>
                  <a:lnTo>
                    <a:pt x="95443" y="56108"/>
                  </a:lnTo>
                  <a:lnTo>
                    <a:pt x="94924" y="55723"/>
                  </a:lnTo>
                  <a:cubicBezTo>
                    <a:pt x="94004" y="55003"/>
                    <a:pt x="93100" y="54283"/>
                    <a:pt x="92246" y="53563"/>
                  </a:cubicBezTo>
                  <a:close/>
                  <a:moveTo>
                    <a:pt x="259665" y="57112"/>
                  </a:moveTo>
                  <a:lnTo>
                    <a:pt x="258342" y="57497"/>
                  </a:lnTo>
                  <a:cubicBezTo>
                    <a:pt x="258711" y="58769"/>
                    <a:pt x="258962" y="60075"/>
                    <a:pt x="259062" y="61397"/>
                  </a:cubicBezTo>
                  <a:lnTo>
                    <a:pt x="260435" y="61297"/>
                  </a:lnTo>
                  <a:cubicBezTo>
                    <a:pt x="260317" y="59891"/>
                    <a:pt x="260050" y="58485"/>
                    <a:pt x="259665" y="57112"/>
                  </a:cubicBezTo>
                  <a:close/>
                  <a:moveTo>
                    <a:pt x="98724" y="58585"/>
                  </a:moveTo>
                  <a:lnTo>
                    <a:pt x="97887" y="59656"/>
                  </a:lnTo>
                  <a:cubicBezTo>
                    <a:pt x="98992" y="60476"/>
                    <a:pt x="100080" y="61313"/>
                    <a:pt x="101168" y="62150"/>
                  </a:cubicBezTo>
                  <a:lnTo>
                    <a:pt x="102005" y="61079"/>
                  </a:lnTo>
                  <a:cubicBezTo>
                    <a:pt x="100917" y="60242"/>
                    <a:pt x="99812" y="59405"/>
                    <a:pt x="98724" y="58585"/>
                  </a:cubicBezTo>
                  <a:close/>
                  <a:moveTo>
                    <a:pt x="158932" y="59305"/>
                  </a:moveTo>
                  <a:cubicBezTo>
                    <a:pt x="158731" y="60627"/>
                    <a:pt x="158514" y="61983"/>
                    <a:pt x="158263" y="63339"/>
                  </a:cubicBezTo>
                  <a:lnTo>
                    <a:pt x="159602" y="63590"/>
                  </a:lnTo>
                  <a:cubicBezTo>
                    <a:pt x="159870" y="62217"/>
                    <a:pt x="160087" y="60845"/>
                    <a:pt x="160288" y="59522"/>
                  </a:cubicBezTo>
                  <a:lnTo>
                    <a:pt x="158932" y="59305"/>
                  </a:lnTo>
                  <a:close/>
                  <a:moveTo>
                    <a:pt x="105252" y="63623"/>
                  </a:moveTo>
                  <a:lnTo>
                    <a:pt x="104381" y="64695"/>
                  </a:lnTo>
                  <a:cubicBezTo>
                    <a:pt x="105520" y="65615"/>
                    <a:pt x="106541" y="66486"/>
                    <a:pt x="107495" y="67339"/>
                  </a:cubicBezTo>
                  <a:lnTo>
                    <a:pt x="108399" y="66318"/>
                  </a:lnTo>
                  <a:cubicBezTo>
                    <a:pt x="107445" y="65448"/>
                    <a:pt x="106407" y="64561"/>
                    <a:pt x="105252" y="63623"/>
                  </a:cubicBezTo>
                  <a:close/>
                  <a:moveTo>
                    <a:pt x="258778" y="65264"/>
                  </a:moveTo>
                  <a:cubicBezTo>
                    <a:pt x="258526" y="66218"/>
                    <a:pt x="258108" y="67105"/>
                    <a:pt x="257522" y="67892"/>
                  </a:cubicBezTo>
                  <a:cubicBezTo>
                    <a:pt x="257355" y="68126"/>
                    <a:pt x="257171" y="68360"/>
                    <a:pt x="256987" y="68561"/>
                  </a:cubicBezTo>
                  <a:lnTo>
                    <a:pt x="258008" y="69465"/>
                  </a:lnTo>
                  <a:cubicBezTo>
                    <a:pt x="258225" y="69214"/>
                    <a:pt x="258426" y="68980"/>
                    <a:pt x="258627" y="68712"/>
                  </a:cubicBezTo>
                  <a:cubicBezTo>
                    <a:pt x="259313" y="67791"/>
                    <a:pt x="259815" y="66737"/>
                    <a:pt x="260100" y="65615"/>
                  </a:cubicBezTo>
                  <a:lnTo>
                    <a:pt x="258778" y="65264"/>
                  </a:lnTo>
                  <a:close/>
                  <a:moveTo>
                    <a:pt x="157459" y="67356"/>
                  </a:moveTo>
                  <a:cubicBezTo>
                    <a:pt x="157158" y="68662"/>
                    <a:pt x="156840" y="70001"/>
                    <a:pt x="156505" y="71340"/>
                  </a:cubicBezTo>
                  <a:lnTo>
                    <a:pt x="157828" y="71675"/>
                  </a:lnTo>
                  <a:cubicBezTo>
                    <a:pt x="158179" y="70319"/>
                    <a:pt x="158497" y="68963"/>
                    <a:pt x="158782" y="67657"/>
                  </a:cubicBezTo>
                  <a:lnTo>
                    <a:pt x="157459" y="67356"/>
                  </a:lnTo>
                  <a:close/>
                  <a:moveTo>
                    <a:pt x="111412" y="69180"/>
                  </a:moveTo>
                  <a:lnTo>
                    <a:pt x="110424" y="70135"/>
                  </a:lnTo>
                  <a:cubicBezTo>
                    <a:pt x="111412" y="71156"/>
                    <a:pt x="112315" y="72160"/>
                    <a:pt x="113119" y="73164"/>
                  </a:cubicBezTo>
                  <a:lnTo>
                    <a:pt x="114190" y="72294"/>
                  </a:lnTo>
                  <a:cubicBezTo>
                    <a:pt x="113353" y="71273"/>
                    <a:pt x="112416" y="70235"/>
                    <a:pt x="111412" y="69180"/>
                  </a:cubicBezTo>
                  <a:close/>
                  <a:moveTo>
                    <a:pt x="254024" y="71139"/>
                  </a:moveTo>
                  <a:cubicBezTo>
                    <a:pt x="252919" y="71892"/>
                    <a:pt x="251764" y="72562"/>
                    <a:pt x="250559" y="73164"/>
                  </a:cubicBezTo>
                  <a:lnTo>
                    <a:pt x="251161" y="74386"/>
                  </a:lnTo>
                  <a:cubicBezTo>
                    <a:pt x="252417" y="73767"/>
                    <a:pt x="253639" y="73064"/>
                    <a:pt x="254794" y="72277"/>
                  </a:cubicBezTo>
                  <a:lnTo>
                    <a:pt x="254024" y="71139"/>
                  </a:lnTo>
                  <a:close/>
                  <a:moveTo>
                    <a:pt x="246843" y="74821"/>
                  </a:moveTo>
                  <a:cubicBezTo>
                    <a:pt x="245571" y="75340"/>
                    <a:pt x="244248" y="75826"/>
                    <a:pt x="243027" y="76294"/>
                  </a:cubicBezTo>
                  <a:lnTo>
                    <a:pt x="243495" y="77583"/>
                  </a:lnTo>
                  <a:cubicBezTo>
                    <a:pt x="244734" y="77115"/>
                    <a:pt x="246056" y="76612"/>
                    <a:pt x="247362" y="76077"/>
                  </a:cubicBezTo>
                  <a:lnTo>
                    <a:pt x="246843" y="74821"/>
                  </a:lnTo>
                  <a:close/>
                  <a:moveTo>
                    <a:pt x="155451" y="75290"/>
                  </a:moveTo>
                  <a:cubicBezTo>
                    <a:pt x="155300" y="75792"/>
                    <a:pt x="155149" y="76294"/>
                    <a:pt x="154999" y="76797"/>
                  </a:cubicBezTo>
                  <a:cubicBezTo>
                    <a:pt x="154764" y="77600"/>
                    <a:pt x="154530" y="78403"/>
                    <a:pt x="154279" y="79224"/>
                  </a:cubicBezTo>
                  <a:lnTo>
                    <a:pt x="155585" y="79625"/>
                  </a:lnTo>
                  <a:cubicBezTo>
                    <a:pt x="155836" y="78805"/>
                    <a:pt x="156070" y="78002"/>
                    <a:pt x="156321" y="77181"/>
                  </a:cubicBezTo>
                  <a:cubicBezTo>
                    <a:pt x="156472" y="76679"/>
                    <a:pt x="156622" y="76177"/>
                    <a:pt x="156756" y="75658"/>
                  </a:cubicBezTo>
                  <a:lnTo>
                    <a:pt x="155451" y="75290"/>
                  </a:lnTo>
                  <a:close/>
                  <a:moveTo>
                    <a:pt x="116634" y="75708"/>
                  </a:moveTo>
                  <a:lnTo>
                    <a:pt x="115479" y="76428"/>
                  </a:lnTo>
                  <a:cubicBezTo>
                    <a:pt x="116182" y="77566"/>
                    <a:pt x="116835" y="78738"/>
                    <a:pt x="117387" y="79960"/>
                  </a:cubicBezTo>
                  <a:lnTo>
                    <a:pt x="118643" y="79408"/>
                  </a:lnTo>
                  <a:cubicBezTo>
                    <a:pt x="118057" y="78119"/>
                    <a:pt x="117387" y="76897"/>
                    <a:pt x="116634" y="75708"/>
                  </a:cubicBezTo>
                  <a:close/>
                  <a:moveTo>
                    <a:pt x="239160" y="77734"/>
                  </a:moveTo>
                  <a:cubicBezTo>
                    <a:pt x="237637" y="78320"/>
                    <a:pt x="236415" y="78822"/>
                    <a:pt x="235310" y="79307"/>
                  </a:cubicBezTo>
                  <a:lnTo>
                    <a:pt x="235862" y="80563"/>
                  </a:lnTo>
                  <a:lnTo>
                    <a:pt x="235862" y="80579"/>
                  </a:lnTo>
                  <a:cubicBezTo>
                    <a:pt x="236950" y="80094"/>
                    <a:pt x="238139" y="79609"/>
                    <a:pt x="239645" y="79023"/>
                  </a:cubicBezTo>
                  <a:lnTo>
                    <a:pt x="239160" y="77734"/>
                  </a:lnTo>
                  <a:close/>
                  <a:moveTo>
                    <a:pt x="33494" y="81098"/>
                  </a:moveTo>
                  <a:cubicBezTo>
                    <a:pt x="32088" y="81098"/>
                    <a:pt x="30682" y="81199"/>
                    <a:pt x="29309" y="81416"/>
                  </a:cubicBezTo>
                  <a:lnTo>
                    <a:pt x="29493" y="82772"/>
                  </a:lnTo>
                  <a:lnTo>
                    <a:pt x="29510" y="82772"/>
                  </a:lnTo>
                  <a:cubicBezTo>
                    <a:pt x="30816" y="82571"/>
                    <a:pt x="32155" y="82471"/>
                    <a:pt x="33494" y="82471"/>
                  </a:cubicBezTo>
                  <a:lnTo>
                    <a:pt x="33494" y="81098"/>
                  </a:lnTo>
                  <a:close/>
                  <a:moveTo>
                    <a:pt x="37695" y="81383"/>
                  </a:moveTo>
                  <a:lnTo>
                    <a:pt x="37511" y="82739"/>
                  </a:lnTo>
                  <a:cubicBezTo>
                    <a:pt x="38833" y="82923"/>
                    <a:pt x="40139" y="83207"/>
                    <a:pt x="41411" y="83609"/>
                  </a:cubicBezTo>
                  <a:lnTo>
                    <a:pt x="41813" y="82287"/>
                  </a:lnTo>
                  <a:cubicBezTo>
                    <a:pt x="40474" y="81885"/>
                    <a:pt x="39084" y="81567"/>
                    <a:pt x="37695" y="81383"/>
                  </a:cubicBezTo>
                  <a:close/>
                  <a:moveTo>
                    <a:pt x="231577" y="81182"/>
                  </a:moveTo>
                  <a:cubicBezTo>
                    <a:pt x="230339" y="81868"/>
                    <a:pt x="229167" y="82688"/>
                    <a:pt x="228096" y="83609"/>
                  </a:cubicBezTo>
                  <a:lnTo>
                    <a:pt x="228983" y="84647"/>
                  </a:lnTo>
                  <a:cubicBezTo>
                    <a:pt x="230004" y="83793"/>
                    <a:pt x="231092" y="83023"/>
                    <a:pt x="232247" y="82370"/>
                  </a:cubicBezTo>
                  <a:lnTo>
                    <a:pt x="231577" y="81182"/>
                  </a:lnTo>
                  <a:close/>
                  <a:moveTo>
                    <a:pt x="25191" y="82303"/>
                  </a:moveTo>
                  <a:cubicBezTo>
                    <a:pt x="23852" y="82672"/>
                    <a:pt x="22530" y="83157"/>
                    <a:pt x="21241" y="83710"/>
                  </a:cubicBezTo>
                  <a:lnTo>
                    <a:pt x="21794" y="84965"/>
                  </a:lnTo>
                  <a:cubicBezTo>
                    <a:pt x="23015" y="84429"/>
                    <a:pt x="24271" y="83977"/>
                    <a:pt x="25576" y="83609"/>
                  </a:cubicBezTo>
                  <a:lnTo>
                    <a:pt x="25191" y="82303"/>
                  </a:lnTo>
                  <a:close/>
                  <a:moveTo>
                    <a:pt x="45730" y="83877"/>
                  </a:moveTo>
                  <a:lnTo>
                    <a:pt x="45110" y="85099"/>
                  </a:lnTo>
                  <a:cubicBezTo>
                    <a:pt x="45746" y="85417"/>
                    <a:pt x="46366" y="85768"/>
                    <a:pt x="46952" y="86137"/>
                  </a:cubicBezTo>
                  <a:cubicBezTo>
                    <a:pt x="47470" y="86471"/>
                    <a:pt x="48006" y="86823"/>
                    <a:pt x="48508" y="87208"/>
                  </a:cubicBezTo>
                  <a:lnTo>
                    <a:pt x="49328" y="86086"/>
                  </a:lnTo>
                  <a:cubicBezTo>
                    <a:pt x="48793" y="85685"/>
                    <a:pt x="48240" y="85316"/>
                    <a:pt x="47688" y="84965"/>
                  </a:cubicBezTo>
                  <a:cubicBezTo>
                    <a:pt x="47052" y="84580"/>
                    <a:pt x="46399" y="84212"/>
                    <a:pt x="45730" y="83877"/>
                  </a:cubicBezTo>
                  <a:close/>
                  <a:moveTo>
                    <a:pt x="153057" y="83157"/>
                  </a:moveTo>
                  <a:cubicBezTo>
                    <a:pt x="152639" y="84463"/>
                    <a:pt x="152220" y="85768"/>
                    <a:pt x="151802" y="87074"/>
                  </a:cubicBezTo>
                  <a:lnTo>
                    <a:pt x="153107" y="87492"/>
                  </a:lnTo>
                  <a:lnTo>
                    <a:pt x="153107" y="87476"/>
                  </a:lnTo>
                  <a:cubicBezTo>
                    <a:pt x="153526" y="86170"/>
                    <a:pt x="153944" y="84864"/>
                    <a:pt x="154363" y="83576"/>
                  </a:cubicBezTo>
                  <a:lnTo>
                    <a:pt x="153057" y="83157"/>
                  </a:lnTo>
                  <a:close/>
                  <a:moveTo>
                    <a:pt x="120049" y="83375"/>
                  </a:moveTo>
                  <a:lnTo>
                    <a:pt x="118726" y="83743"/>
                  </a:lnTo>
                  <a:cubicBezTo>
                    <a:pt x="119078" y="85032"/>
                    <a:pt x="119312" y="86337"/>
                    <a:pt x="119429" y="87677"/>
                  </a:cubicBezTo>
                  <a:lnTo>
                    <a:pt x="120802" y="87543"/>
                  </a:lnTo>
                  <a:cubicBezTo>
                    <a:pt x="120668" y="86137"/>
                    <a:pt x="120417" y="84747"/>
                    <a:pt x="120049" y="83375"/>
                  </a:cubicBezTo>
                  <a:close/>
                  <a:moveTo>
                    <a:pt x="17508" y="85651"/>
                  </a:moveTo>
                  <a:cubicBezTo>
                    <a:pt x="16705" y="86137"/>
                    <a:pt x="15918" y="86672"/>
                    <a:pt x="15182" y="87225"/>
                  </a:cubicBezTo>
                  <a:cubicBezTo>
                    <a:pt x="14797" y="87509"/>
                    <a:pt x="14445" y="87794"/>
                    <a:pt x="14077" y="88095"/>
                  </a:cubicBezTo>
                  <a:lnTo>
                    <a:pt x="14947" y="89133"/>
                  </a:lnTo>
                  <a:cubicBezTo>
                    <a:pt x="15282" y="88848"/>
                    <a:pt x="15634" y="88580"/>
                    <a:pt x="16002" y="88329"/>
                  </a:cubicBezTo>
                  <a:cubicBezTo>
                    <a:pt x="16705" y="87794"/>
                    <a:pt x="17458" y="87292"/>
                    <a:pt x="18212" y="86823"/>
                  </a:cubicBezTo>
                  <a:lnTo>
                    <a:pt x="17508" y="85651"/>
                  </a:lnTo>
                  <a:close/>
                  <a:moveTo>
                    <a:pt x="225267" y="86856"/>
                  </a:moveTo>
                  <a:cubicBezTo>
                    <a:pt x="224497" y="88062"/>
                    <a:pt x="223894" y="89384"/>
                    <a:pt x="223509" y="90773"/>
                  </a:cubicBezTo>
                  <a:lnTo>
                    <a:pt x="224832" y="91141"/>
                  </a:lnTo>
                  <a:cubicBezTo>
                    <a:pt x="225183" y="89886"/>
                    <a:pt x="225719" y="88698"/>
                    <a:pt x="226422" y="87593"/>
                  </a:cubicBezTo>
                  <a:lnTo>
                    <a:pt x="225267" y="86856"/>
                  </a:lnTo>
                  <a:close/>
                  <a:moveTo>
                    <a:pt x="52509" y="88815"/>
                  </a:moveTo>
                  <a:lnTo>
                    <a:pt x="51555" y="89802"/>
                  </a:lnTo>
                  <a:cubicBezTo>
                    <a:pt x="52475" y="90673"/>
                    <a:pt x="53379" y="91644"/>
                    <a:pt x="54316" y="92748"/>
                  </a:cubicBezTo>
                  <a:lnTo>
                    <a:pt x="55354" y="91861"/>
                  </a:lnTo>
                  <a:cubicBezTo>
                    <a:pt x="54400" y="90723"/>
                    <a:pt x="53463" y="89719"/>
                    <a:pt x="52509" y="88815"/>
                  </a:cubicBezTo>
                  <a:close/>
                  <a:moveTo>
                    <a:pt x="10997" y="90924"/>
                  </a:moveTo>
                  <a:cubicBezTo>
                    <a:pt x="10026" y="91945"/>
                    <a:pt x="9122" y="93016"/>
                    <a:pt x="8286" y="94121"/>
                  </a:cubicBezTo>
                  <a:lnTo>
                    <a:pt x="9374" y="94958"/>
                  </a:lnTo>
                  <a:lnTo>
                    <a:pt x="9390" y="94958"/>
                  </a:lnTo>
                  <a:cubicBezTo>
                    <a:pt x="10194" y="93870"/>
                    <a:pt x="11064" y="92849"/>
                    <a:pt x="11985" y="91878"/>
                  </a:cubicBezTo>
                  <a:lnTo>
                    <a:pt x="10997" y="90924"/>
                  </a:lnTo>
                  <a:close/>
                  <a:moveTo>
                    <a:pt x="150546" y="90957"/>
                  </a:moveTo>
                  <a:cubicBezTo>
                    <a:pt x="150128" y="92263"/>
                    <a:pt x="149709" y="93585"/>
                    <a:pt x="149308" y="94891"/>
                  </a:cubicBezTo>
                  <a:lnTo>
                    <a:pt x="150613" y="95309"/>
                  </a:lnTo>
                  <a:cubicBezTo>
                    <a:pt x="151032" y="94004"/>
                    <a:pt x="151433" y="92698"/>
                    <a:pt x="151852" y="91376"/>
                  </a:cubicBezTo>
                  <a:lnTo>
                    <a:pt x="150546" y="90957"/>
                  </a:lnTo>
                  <a:close/>
                  <a:moveTo>
                    <a:pt x="119496" y="91644"/>
                  </a:moveTo>
                  <a:cubicBezTo>
                    <a:pt x="119396" y="92983"/>
                    <a:pt x="119212" y="94322"/>
                    <a:pt x="118927" y="95627"/>
                  </a:cubicBezTo>
                  <a:lnTo>
                    <a:pt x="120266" y="95912"/>
                  </a:lnTo>
                  <a:cubicBezTo>
                    <a:pt x="120568" y="94539"/>
                    <a:pt x="120768" y="93150"/>
                    <a:pt x="120852" y="91744"/>
                  </a:cubicBezTo>
                  <a:lnTo>
                    <a:pt x="119496" y="91644"/>
                  </a:lnTo>
                  <a:close/>
                  <a:moveTo>
                    <a:pt x="57965" y="95108"/>
                  </a:moveTo>
                  <a:lnTo>
                    <a:pt x="56877" y="95945"/>
                  </a:lnTo>
                  <a:cubicBezTo>
                    <a:pt x="57698" y="97033"/>
                    <a:pt x="58484" y="98121"/>
                    <a:pt x="59305" y="99243"/>
                  </a:cubicBezTo>
                  <a:lnTo>
                    <a:pt x="60409" y="98439"/>
                  </a:lnTo>
                  <a:cubicBezTo>
                    <a:pt x="59606" y="97301"/>
                    <a:pt x="58802" y="96213"/>
                    <a:pt x="57965" y="95108"/>
                  </a:cubicBezTo>
                  <a:close/>
                  <a:moveTo>
                    <a:pt x="222873" y="95008"/>
                  </a:moveTo>
                  <a:cubicBezTo>
                    <a:pt x="222857" y="95209"/>
                    <a:pt x="222857" y="95427"/>
                    <a:pt x="222857" y="95627"/>
                  </a:cubicBezTo>
                  <a:cubicBezTo>
                    <a:pt x="222857" y="96833"/>
                    <a:pt x="222974" y="98054"/>
                    <a:pt x="223175" y="99243"/>
                  </a:cubicBezTo>
                  <a:lnTo>
                    <a:pt x="224547" y="98992"/>
                  </a:lnTo>
                  <a:cubicBezTo>
                    <a:pt x="224346" y="97887"/>
                    <a:pt x="224246" y="96749"/>
                    <a:pt x="224229" y="95611"/>
                  </a:cubicBezTo>
                  <a:lnTo>
                    <a:pt x="224229" y="95042"/>
                  </a:lnTo>
                  <a:lnTo>
                    <a:pt x="222873" y="95008"/>
                  </a:lnTo>
                  <a:close/>
                  <a:moveTo>
                    <a:pt x="5959" y="97619"/>
                  </a:moveTo>
                  <a:cubicBezTo>
                    <a:pt x="5239" y="98824"/>
                    <a:pt x="4603" y="100063"/>
                    <a:pt x="4017" y="101318"/>
                  </a:cubicBezTo>
                  <a:lnTo>
                    <a:pt x="5273" y="101904"/>
                  </a:lnTo>
                  <a:cubicBezTo>
                    <a:pt x="5825" y="100666"/>
                    <a:pt x="6461" y="99477"/>
                    <a:pt x="7131" y="98322"/>
                  </a:cubicBezTo>
                  <a:lnTo>
                    <a:pt x="5959" y="97619"/>
                  </a:lnTo>
                  <a:close/>
                  <a:moveTo>
                    <a:pt x="148102" y="98824"/>
                  </a:moveTo>
                  <a:cubicBezTo>
                    <a:pt x="147701" y="100147"/>
                    <a:pt x="147316" y="101469"/>
                    <a:pt x="146947" y="102791"/>
                  </a:cubicBezTo>
                  <a:lnTo>
                    <a:pt x="148253" y="103160"/>
                  </a:lnTo>
                  <a:lnTo>
                    <a:pt x="148253" y="103176"/>
                  </a:lnTo>
                  <a:cubicBezTo>
                    <a:pt x="148638" y="101854"/>
                    <a:pt x="149006" y="100549"/>
                    <a:pt x="149408" y="99226"/>
                  </a:cubicBezTo>
                  <a:lnTo>
                    <a:pt x="148102" y="98824"/>
                  </a:lnTo>
                  <a:close/>
                  <a:moveTo>
                    <a:pt x="117806" y="99477"/>
                  </a:moveTo>
                  <a:cubicBezTo>
                    <a:pt x="117337" y="100733"/>
                    <a:pt x="116785" y="101955"/>
                    <a:pt x="116149" y="103126"/>
                  </a:cubicBezTo>
                  <a:lnTo>
                    <a:pt x="117354" y="103779"/>
                  </a:lnTo>
                  <a:cubicBezTo>
                    <a:pt x="118023" y="102540"/>
                    <a:pt x="118592" y="101268"/>
                    <a:pt x="119095" y="99946"/>
                  </a:cubicBezTo>
                  <a:lnTo>
                    <a:pt x="117806" y="99477"/>
                  </a:lnTo>
                  <a:close/>
                  <a:moveTo>
                    <a:pt x="62836" y="101754"/>
                  </a:moveTo>
                  <a:lnTo>
                    <a:pt x="61732" y="102574"/>
                  </a:lnTo>
                  <a:cubicBezTo>
                    <a:pt x="62686" y="103846"/>
                    <a:pt x="63489" y="104884"/>
                    <a:pt x="64276" y="105838"/>
                  </a:cubicBezTo>
                  <a:lnTo>
                    <a:pt x="65347" y="104967"/>
                  </a:lnTo>
                  <a:cubicBezTo>
                    <a:pt x="64560" y="104030"/>
                    <a:pt x="63774" y="103009"/>
                    <a:pt x="62836" y="101754"/>
                  </a:cubicBezTo>
                  <a:close/>
                  <a:moveTo>
                    <a:pt x="225585" y="102825"/>
                  </a:moveTo>
                  <a:lnTo>
                    <a:pt x="224296" y="103310"/>
                  </a:lnTo>
                  <a:cubicBezTo>
                    <a:pt x="224798" y="104633"/>
                    <a:pt x="225401" y="105905"/>
                    <a:pt x="226121" y="107127"/>
                  </a:cubicBezTo>
                  <a:lnTo>
                    <a:pt x="227292" y="106440"/>
                  </a:lnTo>
                  <a:cubicBezTo>
                    <a:pt x="226623" y="105286"/>
                    <a:pt x="226054" y="104080"/>
                    <a:pt x="225585" y="102825"/>
                  </a:cubicBezTo>
                  <a:close/>
                  <a:moveTo>
                    <a:pt x="2461" y="105185"/>
                  </a:moveTo>
                  <a:cubicBezTo>
                    <a:pt x="2009" y="106491"/>
                    <a:pt x="1624" y="107847"/>
                    <a:pt x="1289" y="109202"/>
                  </a:cubicBezTo>
                  <a:lnTo>
                    <a:pt x="2611" y="109520"/>
                  </a:lnTo>
                  <a:lnTo>
                    <a:pt x="2628" y="109520"/>
                  </a:lnTo>
                  <a:cubicBezTo>
                    <a:pt x="2946" y="108215"/>
                    <a:pt x="3331" y="106909"/>
                    <a:pt x="3766" y="105637"/>
                  </a:cubicBezTo>
                  <a:lnTo>
                    <a:pt x="2461" y="105185"/>
                  </a:lnTo>
                  <a:close/>
                  <a:moveTo>
                    <a:pt x="114006" y="106541"/>
                  </a:moveTo>
                  <a:cubicBezTo>
                    <a:pt x="113219" y="107612"/>
                    <a:pt x="112366" y="108650"/>
                    <a:pt x="111428" y="109604"/>
                  </a:cubicBezTo>
                  <a:lnTo>
                    <a:pt x="112416" y="110558"/>
                  </a:lnTo>
                  <a:cubicBezTo>
                    <a:pt x="113387" y="109554"/>
                    <a:pt x="114291" y="108483"/>
                    <a:pt x="115111" y="107344"/>
                  </a:cubicBezTo>
                  <a:lnTo>
                    <a:pt x="114006" y="106541"/>
                  </a:lnTo>
                  <a:close/>
                  <a:moveTo>
                    <a:pt x="145859" y="106775"/>
                  </a:moveTo>
                  <a:cubicBezTo>
                    <a:pt x="145508" y="108148"/>
                    <a:pt x="145190" y="109487"/>
                    <a:pt x="144889" y="110793"/>
                  </a:cubicBezTo>
                  <a:lnTo>
                    <a:pt x="146228" y="111111"/>
                  </a:lnTo>
                  <a:cubicBezTo>
                    <a:pt x="146512" y="109822"/>
                    <a:pt x="146847" y="108483"/>
                    <a:pt x="147182" y="107127"/>
                  </a:cubicBezTo>
                  <a:lnTo>
                    <a:pt x="145859" y="106775"/>
                  </a:lnTo>
                  <a:close/>
                  <a:moveTo>
                    <a:pt x="68025" y="108014"/>
                  </a:moveTo>
                  <a:lnTo>
                    <a:pt x="67055" y="108968"/>
                  </a:lnTo>
                  <a:cubicBezTo>
                    <a:pt x="67523" y="109437"/>
                    <a:pt x="67992" y="109905"/>
                    <a:pt x="68461" y="110341"/>
                  </a:cubicBezTo>
                  <a:cubicBezTo>
                    <a:pt x="68996" y="110843"/>
                    <a:pt x="69565" y="111328"/>
                    <a:pt x="70151" y="111797"/>
                  </a:cubicBezTo>
                  <a:lnTo>
                    <a:pt x="71005" y="110726"/>
                  </a:lnTo>
                  <a:cubicBezTo>
                    <a:pt x="70452" y="110274"/>
                    <a:pt x="69917" y="109805"/>
                    <a:pt x="69398" y="109336"/>
                  </a:cubicBezTo>
                  <a:cubicBezTo>
                    <a:pt x="68946" y="108918"/>
                    <a:pt x="68477" y="108466"/>
                    <a:pt x="68025" y="108014"/>
                  </a:cubicBezTo>
                  <a:close/>
                  <a:moveTo>
                    <a:pt x="229602" y="109705"/>
                  </a:moveTo>
                  <a:lnTo>
                    <a:pt x="228564" y="110592"/>
                  </a:lnTo>
                  <a:cubicBezTo>
                    <a:pt x="228749" y="110826"/>
                    <a:pt x="228949" y="111044"/>
                    <a:pt x="229150" y="111261"/>
                  </a:cubicBezTo>
                  <a:cubicBezTo>
                    <a:pt x="229904" y="112065"/>
                    <a:pt x="230707" y="112835"/>
                    <a:pt x="231544" y="113571"/>
                  </a:cubicBezTo>
                  <a:lnTo>
                    <a:pt x="232448" y="112533"/>
                  </a:lnTo>
                  <a:cubicBezTo>
                    <a:pt x="231644" y="111847"/>
                    <a:pt x="230891" y="111111"/>
                    <a:pt x="230171" y="110324"/>
                  </a:cubicBezTo>
                  <a:cubicBezTo>
                    <a:pt x="229971" y="110123"/>
                    <a:pt x="229786" y="109922"/>
                    <a:pt x="229602" y="109705"/>
                  </a:cubicBezTo>
                  <a:close/>
                  <a:moveTo>
                    <a:pt x="108432" y="112282"/>
                  </a:moveTo>
                  <a:cubicBezTo>
                    <a:pt x="107378" y="113086"/>
                    <a:pt x="106239" y="113805"/>
                    <a:pt x="105068" y="114458"/>
                  </a:cubicBezTo>
                  <a:lnTo>
                    <a:pt x="105720" y="115663"/>
                  </a:lnTo>
                  <a:cubicBezTo>
                    <a:pt x="106959" y="114994"/>
                    <a:pt x="108148" y="114224"/>
                    <a:pt x="109269" y="113370"/>
                  </a:cubicBezTo>
                  <a:lnTo>
                    <a:pt x="108432" y="112282"/>
                  </a:lnTo>
                  <a:close/>
                  <a:moveTo>
                    <a:pt x="74302" y="113019"/>
                  </a:moveTo>
                  <a:lnTo>
                    <a:pt x="73583" y="114190"/>
                  </a:lnTo>
                  <a:cubicBezTo>
                    <a:pt x="74788" y="114910"/>
                    <a:pt x="76026" y="115563"/>
                    <a:pt x="77298" y="116149"/>
                  </a:cubicBezTo>
                  <a:lnTo>
                    <a:pt x="77868" y="114893"/>
                  </a:lnTo>
                  <a:cubicBezTo>
                    <a:pt x="76629" y="114341"/>
                    <a:pt x="75441" y="113722"/>
                    <a:pt x="74302" y="113019"/>
                  </a:cubicBezTo>
                  <a:close/>
                  <a:moveTo>
                    <a:pt x="485" y="113303"/>
                  </a:moveTo>
                  <a:cubicBezTo>
                    <a:pt x="301" y="114508"/>
                    <a:pt x="167" y="115747"/>
                    <a:pt x="100" y="116969"/>
                  </a:cubicBezTo>
                  <a:lnTo>
                    <a:pt x="67" y="117454"/>
                  </a:lnTo>
                  <a:lnTo>
                    <a:pt x="1440" y="117521"/>
                  </a:lnTo>
                  <a:lnTo>
                    <a:pt x="1473" y="117036"/>
                  </a:lnTo>
                  <a:cubicBezTo>
                    <a:pt x="1540" y="115864"/>
                    <a:pt x="1674" y="114659"/>
                    <a:pt x="1841" y="113521"/>
                  </a:cubicBezTo>
                  <a:lnTo>
                    <a:pt x="485" y="113303"/>
                  </a:lnTo>
                  <a:close/>
                  <a:moveTo>
                    <a:pt x="235628" y="114977"/>
                  </a:moveTo>
                  <a:lnTo>
                    <a:pt x="234858" y="116115"/>
                  </a:lnTo>
                  <a:cubicBezTo>
                    <a:pt x="235946" y="116869"/>
                    <a:pt x="237151" y="117605"/>
                    <a:pt x="238407" y="118308"/>
                  </a:cubicBezTo>
                  <a:lnTo>
                    <a:pt x="239076" y="117103"/>
                  </a:lnTo>
                  <a:cubicBezTo>
                    <a:pt x="237838" y="116417"/>
                    <a:pt x="236683" y="115714"/>
                    <a:pt x="235628" y="114977"/>
                  </a:cubicBezTo>
                  <a:close/>
                  <a:moveTo>
                    <a:pt x="101419" y="116082"/>
                  </a:moveTo>
                  <a:cubicBezTo>
                    <a:pt x="100147" y="116534"/>
                    <a:pt x="98858" y="116902"/>
                    <a:pt x="97552" y="117170"/>
                  </a:cubicBezTo>
                  <a:lnTo>
                    <a:pt x="97837" y="118509"/>
                  </a:lnTo>
                  <a:cubicBezTo>
                    <a:pt x="99209" y="118224"/>
                    <a:pt x="100548" y="117839"/>
                    <a:pt x="101871" y="117371"/>
                  </a:cubicBezTo>
                  <a:lnTo>
                    <a:pt x="101419" y="116082"/>
                  </a:lnTo>
                  <a:close/>
                  <a:moveTo>
                    <a:pt x="81634" y="116316"/>
                  </a:moveTo>
                  <a:lnTo>
                    <a:pt x="81232" y="117622"/>
                  </a:lnTo>
                  <a:cubicBezTo>
                    <a:pt x="82571" y="118040"/>
                    <a:pt x="83927" y="118375"/>
                    <a:pt x="85299" y="118609"/>
                  </a:cubicBezTo>
                  <a:lnTo>
                    <a:pt x="85551" y="117270"/>
                  </a:lnTo>
                  <a:cubicBezTo>
                    <a:pt x="84228" y="117036"/>
                    <a:pt x="82923" y="116701"/>
                    <a:pt x="81634" y="116316"/>
                  </a:cubicBezTo>
                  <a:close/>
                  <a:moveTo>
                    <a:pt x="144035" y="114843"/>
                  </a:moveTo>
                  <a:cubicBezTo>
                    <a:pt x="143767" y="116233"/>
                    <a:pt x="143550" y="117605"/>
                    <a:pt x="143332" y="118927"/>
                  </a:cubicBezTo>
                  <a:lnTo>
                    <a:pt x="144688" y="119145"/>
                  </a:lnTo>
                  <a:cubicBezTo>
                    <a:pt x="144889" y="117823"/>
                    <a:pt x="145123" y="116467"/>
                    <a:pt x="145374" y="115111"/>
                  </a:cubicBezTo>
                  <a:lnTo>
                    <a:pt x="144035" y="114843"/>
                  </a:lnTo>
                  <a:close/>
                  <a:moveTo>
                    <a:pt x="93568" y="117722"/>
                  </a:moveTo>
                  <a:cubicBezTo>
                    <a:pt x="92849" y="117772"/>
                    <a:pt x="92095" y="117789"/>
                    <a:pt x="91359" y="117789"/>
                  </a:cubicBezTo>
                  <a:cubicBezTo>
                    <a:pt x="90773" y="117789"/>
                    <a:pt x="90154" y="117772"/>
                    <a:pt x="89551" y="117739"/>
                  </a:cubicBezTo>
                  <a:lnTo>
                    <a:pt x="89467" y="119112"/>
                  </a:lnTo>
                  <a:cubicBezTo>
                    <a:pt x="90087" y="119145"/>
                    <a:pt x="90723" y="119162"/>
                    <a:pt x="91342" y="119162"/>
                  </a:cubicBezTo>
                  <a:cubicBezTo>
                    <a:pt x="91481" y="119165"/>
                    <a:pt x="91620" y="119166"/>
                    <a:pt x="91759" y="119166"/>
                  </a:cubicBezTo>
                  <a:cubicBezTo>
                    <a:pt x="92402" y="119166"/>
                    <a:pt x="93035" y="119136"/>
                    <a:pt x="93669" y="119095"/>
                  </a:cubicBezTo>
                  <a:lnTo>
                    <a:pt x="93568" y="117722"/>
                  </a:lnTo>
                  <a:close/>
                  <a:moveTo>
                    <a:pt x="242692" y="118944"/>
                  </a:moveTo>
                  <a:lnTo>
                    <a:pt x="242106" y="120183"/>
                  </a:lnTo>
                  <a:cubicBezTo>
                    <a:pt x="243278" y="120752"/>
                    <a:pt x="244516" y="121288"/>
                    <a:pt x="245906" y="121857"/>
                  </a:cubicBezTo>
                  <a:lnTo>
                    <a:pt x="246441" y="120585"/>
                  </a:lnTo>
                  <a:cubicBezTo>
                    <a:pt x="245069" y="120015"/>
                    <a:pt x="243847" y="119480"/>
                    <a:pt x="242692" y="118944"/>
                  </a:cubicBezTo>
                  <a:close/>
                  <a:moveTo>
                    <a:pt x="250241" y="122091"/>
                  </a:moveTo>
                  <a:lnTo>
                    <a:pt x="249755" y="123380"/>
                  </a:lnTo>
                  <a:cubicBezTo>
                    <a:pt x="250894" y="123815"/>
                    <a:pt x="252032" y="124234"/>
                    <a:pt x="253153" y="124652"/>
                  </a:cubicBezTo>
                  <a:lnTo>
                    <a:pt x="253605" y="124819"/>
                  </a:lnTo>
                  <a:lnTo>
                    <a:pt x="254091" y="123531"/>
                  </a:lnTo>
                  <a:lnTo>
                    <a:pt x="253639" y="123363"/>
                  </a:lnTo>
                  <a:cubicBezTo>
                    <a:pt x="252517" y="122945"/>
                    <a:pt x="251379" y="122526"/>
                    <a:pt x="250241" y="122091"/>
                  </a:cubicBezTo>
                  <a:close/>
                  <a:moveTo>
                    <a:pt x="1373" y="121589"/>
                  </a:moveTo>
                  <a:lnTo>
                    <a:pt x="0" y="121622"/>
                  </a:lnTo>
                  <a:cubicBezTo>
                    <a:pt x="33" y="122978"/>
                    <a:pt x="134" y="124384"/>
                    <a:pt x="268" y="125774"/>
                  </a:cubicBezTo>
                  <a:lnTo>
                    <a:pt x="1640" y="125640"/>
                  </a:lnTo>
                  <a:cubicBezTo>
                    <a:pt x="1490" y="124284"/>
                    <a:pt x="1406" y="122911"/>
                    <a:pt x="1373" y="121589"/>
                  </a:cubicBezTo>
                  <a:close/>
                  <a:moveTo>
                    <a:pt x="142813" y="123045"/>
                  </a:moveTo>
                  <a:cubicBezTo>
                    <a:pt x="142679" y="124451"/>
                    <a:pt x="142562" y="125840"/>
                    <a:pt x="142512" y="127196"/>
                  </a:cubicBezTo>
                  <a:lnTo>
                    <a:pt x="143868" y="127247"/>
                  </a:lnTo>
                  <a:cubicBezTo>
                    <a:pt x="143935" y="125924"/>
                    <a:pt x="144035" y="124568"/>
                    <a:pt x="144186" y="123196"/>
                  </a:cubicBezTo>
                  <a:lnTo>
                    <a:pt x="142813" y="123045"/>
                  </a:lnTo>
                  <a:close/>
                  <a:moveTo>
                    <a:pt x="257957" y="125004"/>
                  </a:moveTo>
                  <a:lnTo>
                    <a:pt x="257455" y="126276"/>
                  </a:lnTo>
                  <a:cubicBezTo>
                    <a:pt x="258828" y="126828"/>
                    <a:pt x="260066" y="127330"/>
                    <a:pt x="261221" y="127849"/>
                  </a:cubicBezTo>
                  <a:lnTo>
                    <a:pt x="261774" y="126577"/>
                  </a:lnTo>
                  <a:cubicBezTo>
                    <a:pt x="260602" y="126075"/>
                    <a:pt x="259347" y="125556"/>
                    <a:pt x="257957" y="125004"/>
                  </a:cubicBezTo>
                  <a:close/>
                  <a:moveTo>
                    <a:pt x="265540" y="128351"/>
                  </a:moveTo>
                  <a:lnTo>
                    <a:pt x="264904" y="129573"/>
                  </a:lnTo>
                  <a:cubicBezTo>
                    <a:pt x="266176" y="130209"/>
                    <a:pt x="267364" y="130879"/>
                    <a:pt x="268469" y="131548"/>
                  </a:cubicBezTo>
                  <a:lnTo>
                    <a:pt x="269172" y="130377"/>
                  </a:lnTo>
                  <a:cubicBezTo>
                    <a:pt x="268051" y="129690"/>
                    <a:pt x="266829" y="129004"/>
                    <a:pt x="265540" y="128351"/>
                  </a:cubicBezTo>
                  <a:close/>
                  <a:moveTo>
                    <a:pt x="2193" y="129657"/>
                  </a:moveTo>
                  <a:lnTo>
                    <a:pt x="837" y="129891"/>
                  </a:lnTo>
                  <a:cubicBezTo>
                    <a:pt x="1071" y="131247"/>
                    <a:pt x="1356" y="132603"/>
                    <a:pt x="1691" y="133959"/>
                  </a:cubicBezTo>
                  <a:lnTo>
                    <a:pt x="3030" y="133624"/>
                  </a:lnTo>
                  <a:cubicBezTo>
                    <a:pt x="2695" y="132302"/>
                    <a:pt x="2427" y="130962"/>
                    <a:pt x="2193" y="129657"/>
                  </a:cubicBezTo>
                  <a:close/>
                  <a:moveTo>
                    <a:pt x="143801" y="131314"/>
                  </a:moveTo>
                  <a:lnTo>
                    <a:pt x="142428" y="131331"/>
                  </a:lnTo>
                  <a:cubicBezTo>
                    <a:pt x="142445" y="132737"/>
                    <a:pt x="142512" y="134126"/>
                    <a:pt x="142612" y="135482"/>
                  </a:cubicBezTo>
                  <a:lnTo>
                    <a:pt x="143985" y="135381"/>
                  </a:lnTo>
                  <a:cubicBezTo>
                    <a:pt x="143884" y="134059"/>
                    <a:pt x="143817" y="132687"/>
                    <a:pt x="143801" y="131314"/>
                  </a:cubicBezTo>
                  <a:close/>
                  <a:moveTo>
                    <a:pt x="272637" y="132737"/>
                  </a:moveTo>
                  <a:lnTo>
                    <a:pt x="271800" y="133825"/>
                  </a:lnTo>
                  <a:cubicBezTo>
                    <a:pt x="272855" y="134628"/>
                    <a:pt x="273876" y="135515"/>
                    <a:pt x="274830" y="136453"/>
                  </a:cubicBezTo>
                  <a:lnTo>
                    <a:pt x="275801" y="135482"/>
                  </a:lnTo>
                  <a:cubicBezTo>
                    <a:pt x="274796" y="134494"/>
                    <a:pt x="273742" y="133590"/>
                    <a:pt x="272637" y="132737"/>
                  </a:cubicBezTo>
                  <a:close/>
                  <a:moveTo>
                    <a:pt x="4118" y="137557"/>
                  </a:moveTo>
                  <a:lnTo>
                    <a:pt x="2795" y="137976"/>
                  </a:lnTo>
                  <a:cubicBezTo>
                    <a:pt x="3197" y="139265"/>
                    <a:pt x="3649" y="140587"/>
                    <a:pt x="4134" y="141893"/>
                  </a:cubicBezTo>
                  <a:lnTo>
                    <a:pt x="5423" y="141424"/>
                  </a:lnTo>
                  <a:cubicBezTo>
                    <a:pt x="4955" y="140135"/>
                    <a:pt x="4503" y="138846"/>
                    <a:pt x="4118" y="137557"/>
                  </a:cubicBezTo>
                  <a:close/>
                  <a:moveTo>
                    <a:pt x="278562" y="138662"/>
                  </a:moveTo>
                  <a:lnTo>
                    <a:pt x="277474" y="139482"/>
                  </a:lnTo>
                  <a:cubicBezTo>
                    <a:pt x="278261" y="140554"/>
                    <a:pt x="278981" y="141675"/>
                    <a:pt x="279600" y="142864"/>
                  </a:cubicBezTo>
                  <a:lnTo>
                    <a:pt x="280822" y="142211"/>
                  </a:lnTo>
                  <a:cubicBezTo>
                    <a:pt x="280153" y="140972"/>
                    <a:pt x="279399" y="139784"/>
                    <a:pt x="278562" y="138662"/>
                  </a:cubicBezTo>
                  <a:close/>
                  <a:moveTo>
                    <a:pt x="144437" y="139415"/>
                  </a:moveTo>
                  <a:lnTo>
                    <a:pt x="143081" y="139633"/>
                  </a:lnTo>
                  <a:cubicBezTo>
                    <a:pt x="143282" y="141006"/>
                    <a:pt x="143533" y="142361"/>
                    <a:pt x="143834" y="143717"/>
                  </a:cubicBezTo>
                  <a:lnTo>
                    <a:pt x="145173" y="143416"/>
                  </a:lnTo>
                  <a:cubicBezTo>
                    <a:pt x="144872" y="142094"/>
                    <a:pt x="144621" y="140755"/>
                    <a:pt x="144437" y="139415"/>
                  </a:cubicBezTo>
                  <a:close/>
                  <a:moveTo>
                    <a:pt x="6930" y="145224"/>
                  </a:moveTo>
                  <a:lnTo>
                    <a:pt x="5674" y="145759"/>
                  </a:lnTo>
                  <a:cubicBezTo>
                    <a:pt x="6210" y="147015"/>
                    <a:pt x="6796" y="148270"/>
                    <a:pt x="7398" y="149526"/>
                  </a:cubicBezTo>
                  <a:lnTo>
                    <a:pt x="8620" y="148923"/>
                  </a:lnTo>
                  <a:cubicBezTo>
                    <a:pt x="8034" y="147701"/>
                    <a:pt x="7449" y="146446"/>
                    <a:pt x="6930" y="145224"/>
                  </a:cubicBezTo>
                  <a:close/>
                  <a:moveTo>
                    <a:pt x="282496" y="146094"/>
                  </a:moveTo>
                  <a:lnTo>
                    <a:pt x="281207" y="146546"/>
                  </a:lnTo>
                  <a:cubicBezTo>
                    <a:pt x="281642" y="147801"/>
                    <a:pt x="281994" y="149107"/>
                    <a:pt x="282245" y="150413"/>
                  </a:cubicBezTo>
                  <a:lnTo>
                    <a:pt x="283601" y="150145"/>
                  </a:lnTo>
                  <a:cubicBezTo>
                    <a:pt x="283333" y="148772"/>
                    <a:pt x="282965" y="147416"/>
                    <a:pt x="282496" y="146094"/>
                  </a:cubicBezTo>
                  <a:close/>
                  <a:moveTo>
                    <a:pt x="146194" y="147366"/>
                  </a:moveTo>
                  <a:lnTo>
                    <a:pt x="144889" y="147751"/>
                  </a:lnTo>
                  <a:cubicBezTo>
                    <a:pt x="145290" y="149074"/>
                    <a:pt x="145726" y="150396"/>
                    <a:pt x="146228" y="151702"/>
                  </a:cubicBezTo>
                  <a:lnTo>
                    <a:pt x="147500" y="151216"/>
                  </a:lnTo>
                  <a:cubicBezTo>
                    <a:pt x="147031" y="149944"/>
                    <a:pt x="146596" y="148655"/>
                    <a:pt x="146194" y="147366"/>
                  </a:cubicBezTo>
                  <a:close/>
                  <a:moveTo>
                    <a:pt x="10495" y="152555"/>
                  </a:moveTo>
                  <a:lnTo>
                    <a:pt x="9290" y="153208"/>
                  </a:lnTo>
                  <a:cubicBezTo>
                    <a:pt x="9943" y="154413"/>
                    <a:pt x="10629" y="155618"/>
                    <a:pt x="11349" y="156807"/>
                  </a:cubicBezTo>
                  <a:lnTo>
                    <a:pt x="12520" y="156087"/>
                  </a:lnTo>
                  <a:cubicBezTo>
                    <a:pt x="11817" y="154932"/>
                    <a:pt x="11131" y="153744"/>
                    <a:pt x="10495" y="152555"/>
                  </a:cubicBezTo>
                  <a:close/>
                  <a:moveTo>
                    <a:pt x="284136" y="154313"/>
                  </a:moveTo>
                  <a:lnTo>
                    <a:pt x="282781" y="154396"/>
                  </a:lnTo>
                  <a:cubicBezTo>
                    <a:pt x="282814" y="155133"/>
                    <a:pt x="282848" y="155869"/>
                    <a:pt x="282848" y="156623"/>
                  </a:cubicBezTo>
                  <a:cubicBezTo>
                    <a:pt x="282848" y="157225"/>
                    <a:pt x="282831" y="157828"/>
                    <a:pt x="282797" y="158430"/>
                  </a:cubicBezTo>
                  <a:lnTo>
                    <a:pt x="284170" y="158497"/>
                  </a:lnTo>
                  <a:cubicBezTo>
                    <a:pt x="284203" y="157878"/>
                    <a:pt x="284220" y="157242"/>
                    <a:pt x="284220" y="156623"/>
                  </a:cubicBezTo>
                  <a:cubicBezTo>
                    <a:pt x="284220" y="155853"/>
                    <a:pt x="284187" y="155066"/>
                    <a:pt x="284136" y="154313"/>
                  </a:cubicBezTo>
                  <a:close/>
                  <a:moveTo>
                    <a:pt x="149073" y="154949"/>
                  </a:moveTo>
                  <a:lnTo>
                    <a:pt x="147818" y="155518"/>
                  </a:lnTo>
                  <a:cubicBezTo>
                    <a:pt x="148387" y="156773"/>
                    <a:pt x="149006" y="158029"/>
                    <a:pt x="149659" y="159251"/>
                  </a:cubicBezTo>
                  <a:lnTo>
                    <a:pt x="150881" y="158598"/>
                  </a:lnTo>
                  <a:cubicBezTo>
                    <a:pt x="150245" y="157409"/>
                    <a:pt x="149626" y="156187"/>
                    <a:pt x="149073" y="154949"/>
                  </a:cubicBezTo>
                  <a:close/>
                  <a:moveTo>
                    <a:pt x="14696" y="159552"/>
                  </a:moveTo>
                  <a:lnTo>
                    <a:pt x="13558" y="160305"/>
                  </a:lnTo>
                  <a:cubicBezTo>
                    <a:pt x="14328" y="161443"/>
                    <a:pt x="15115" y="162598"/>
                    <a:pt x="15935" y="163703"/>
                  </a:cubicBezTo>
                  <a:lnTo>
                    <a:pt x="17040" y="162900"/>
                  </a:lnTo>
                  <a:cubicBezTo>
                    <a:pt x="16236" y="161795"/>
                    <a:pt x="15450" y="160673"/>
                    <a:pt x="14696" y="159552"/>
                  </a:cubicBezTo>
                  <a:close/>
                  <a:moveTo>
                    <a:pt x="152906" y="162130"/>
                  </a:moveTo>
                  <a:lnTo>
                    <a:pt x="151735" y="162849"/>
                  </a:lnTo>
                  <a:cubicBezTo>
                    <a:pt x="152471" y="164021"/>
                    <a:pt x="153241" y="165193"/>
                    <a:pt x="154045" y="166314"/>
                  </a:cubicBezTo>
                  <a:lnTo>
                    <a:pt x="155149" y="165528"/>
                  </a:lnTo>
                  <a:cubicBezTo>
                    <a:pt x="154363" y="164423"/>
                    <a:pt x="153609" y="163285"/>
                    <a:pt x="152906" y="162130"/>
                  </a:cubicBezTo>
                  <a:close/>
                  <a:moveTo>
                    <a:pt x="282362" y="162448"/>
                  </a:moveTo>
                  <a:cubicBezTo>
                    <a:pt x="282144" y="163787"/>
                    <a:pt x="281860" y="165092"/>
                    <a:pt x="281508" y="166398"/>
                  </a:cubicBezTo>
                  <a:lnTo>
                    <a:pt x="282831" y="166766"/>
                  </a:lnTo>
                  <a:cubicBezTo>
                    <a:pt x="283199" y="165410"/>
                    <a:pt x="283484" y="164038"/>
                    <a:pt x="283718" y="162665"/>
                  </a:cubicBezTo>
                  <a:lnTo>
                    <a:pt x="282362" y="162448"/>
                  </a:lnTo>
                  <a:close/>
                  <a:moveTo>
                    <a:pt x="19517" y="166147"/>
                  </a:moveTo>
                  <a:lnTo>
                    <a:pt x="18446" y="167001"/>
                  </a:lnTo>
                  <a:cubicBezTo>
                    <a:pt x="19300" y="168072"/>
                    <a:pt x="20187" y="169143"/>
                    <a:pt x="21091" y="170181"/>
                  </a:cubicBezTo>
                  <a:lnTo>
                    <a:pt x="22128" y="169277"/>
                  </a:lnTo>
                  <a:cubicBezTo>
                    <a:pt x="21241" y="168256"/>
                    <a:pt x="20354" y="167201"/>
                    <a:pt x="19517" y="166147"/>
                  </a:cubicBezTo>
                  <a:close/>
                  <a:moveTo>
                    <a:pt x="157610" y="168775"/>
                  </a:moveTo>
                  <a:lnTo>
                    <a:pt x="156539" y="169629"/>
                  </a:lnTo>
                  <a:cubicBezTo>
                    <a:pt x="157392" y="170700"/>
                    <a:pt x="158296" y="171771"/>
                    <a:pt x="159234" y="172792"/>
                  </a:cubicBezTo>
                  <a:lnTo>
                    <a:pt x="160238" y="171872"/>
                  </a:lnTo>
                  <a:cubicBezTo>
                    <a:pt x="159334" y="170867"/>
                    <a:pt x="158447" y="169813"/>
                    <a:pt x="157610" y="168775"/>
                  </a:cubicBezTo>
                  <a:close/>
                  <a:moveTo>
                    <a:pt x="280236" y="170214"/>
                  </a:moveTo>
                  <a:cubicBezTo>
                    <a:pt x="279751" y="171470"/>
                    <a:pt x="279199" y="172708"/>
                    <a:pt x="278596" y="173914"/>
                  </a:cubicBezTo>
                  <a:lnTo>
                    <a:pt x="279818" y="174533"/>
                  </a:lnTo>
                  <a:cubicBezTo>
                    <a:pt x="280454" y="173294"/>
                    <a:pt x="281023" y="172022"/>
                    <a:pt x="281525" y="170717"/>
                  </a:cubicBezTo>
                  <a:lnTo>
                    <a:pt x="280236" y="170214"/>
                  </a:lnTo>
                  <a:close/>
                  <a:moveTo>
                    <a:pt x="24873" y="172307"/>
                  </a:moveTo>
                  <a:lnTo>
                    <a:pt x="23869" y="173261"/>
                  </a:lnTo>
                  <a:cubicBezTo>
                    <a:pt x="24823" y="174248"/>
                    <a:pt x="25794" y="175236"/>
                    <a:pt x="26782" y="176207"/>
                  </a:cubicBezTo>
                  <a:lnTo>
                    <a:pt x="27736" y="175219"/>
                  </a:lnTo>
                  <a:cubicBezTo>
                    <a:pt x="26748" y="174265"/>
                    <a:pt x="25794" y="173294"/>
                    <a:pt x="24873" y="172307"/>
                  </a:cubicBezTo>
                  <a:close/>
                  <a:moveTo>
                    <a:pt x="163050" y="174834"/>
                  </a:moveTo>
                  <a:lnTo>
                    <a:pt x="162079" y="175805"/>
                  </a:lnTo>
                  <a:cubicBezTo>
                    <a:pt x="163067" y="176776"/>
                    <a:pt x="164088" y="177730"/>
                    <a:pt x="165126" y="178634"/>
                  </a:cubicBezTo>
                  <a:lnTo>
                    <a:pt x="166029" y="177613"/>
                  </a:lnTo>
                  <a:cubicBezTo>
                    <a:pt x="165008" y="176709"/>
                    <a:pt x="164004" y="175772"/>
                    <a:pt x="163050" y="174834"/>
                  </a:cubicBezTo>
                  <a:close/>
                  <a:moveTo>
                    <a:pt x="276587" y="177429"/>
                  </a:moveTo>
                  <a:cubicBezTo>
                    <a:pt x="275851" y="178567"/>
                    <a:pt x="275064" y="179655"/>
                    <a:pt x="274227" y="180709"/>
                  </a:cubicBezTo>
                  <a:lnTo>
                    <a:pt x="275282" y="181563"/>
                  </a:lnTo>
                  <a:cubicBezTo>
                    <a:pt x="276169" y="180475"/>
                    <a:pt x="276972" y="179354"/>
                    <a:pt x="277742" y="178182"/>
                  </a:cubicBezTo>
                  <a:lnTo>
                    <a:pt x="276587" y="177429"/>
                  </a:lnTo>
                  <a:close/>
                  <a:moveTo>
                    <a:pt x="30732" y="178015"/>
                  </a:moveTo>
                  <a:lnTo>
                    <a:pt x="29811" y="179036"/>
                  </a:lnTo>
                  <a:cubicBezTo>
                    <a:pt x="30832" y="179956"/>
                    <a:pt x="31887" y="180860"/>
                    <a:pt x="32958" y="181731"/>
                  </a:cubicBezTo>
                  <a:lnTo>
                    <a:pt x="33829" y="180676"/>
                  </a:lnTo>
                  <a:cubicBezTo>
                    <a:pt x="32774" y="179806"/>
                    <a:pt x="31736" y="178918"/>
                    <a:pt x="30732" y="178015"/>
                  </a:cubicBezTo>
                  <a:close/>
                  <a:moveTo>
                    <a:pt x="169159" y="180224"/>
                  </a:moveTo>
                  <a:lnTo>
                    <a:pt x="168306" y="181312"/>
                  </a:lnTo>
                  <a:cubicBezTo>
                    <a:pt x="169226" y="182032"/>
                    <a:pt x="170164" y="182735"/>
                    <a:pt x="171118" y="183404"/>
                  </a:cubicBezTo>
                  <a:lnTo>
                    <a:pt x="171637" y="183789"/>
                  </a:lnTo>
                  <a:lnTo>
                    <a:pt x="172423" y="182651"/>
                  </a:lnTo>
                  <a:lnTo>
                    <a:pt x="171905" y="182300"/>
                  </a:lnTo>
                  <a:cubicBezTo>
                    <a:pt x="170984" y="181630"/>
                    <a:pt x="170047" y="180927"/>
                    <a:pt x="169159" y="180224"/>
                  </a:cubicBezTo>
                  <a:close/>
                  <a:moveTo>
                    <a:pt x="37042" y="183187"/>
                  </a:moveTo>
                  <a:lnTo>
                    <a:pt x="36205" y="184292"/>
                  </a:lnTo>
                  <a:cubicBezTo>
                    <a:pt x="37310" y="185112"/>
                    <a:pt x="38432" y="185932"/>
                    <a:pt x="39570" y="186719"/>
                  </a:cubicBezTo>
                  <a:lnTo>
                    <a:pt x="40357" y="185580"/>
                  </a:lnTo>
                  <a:cubicBezTo>
                    <a:pt x="39235" y="184810"/>
                    <a:pt x="38130" y="184007"/>
                    <a:pt x="37042" y="183187"/>
                  </a:cubicBezTo>
                  <a:close/>
                  <a:moveTo>
                    <a:pt x="271516" y="183706"/>
                  </a:moveTo>
                  <a:cubicBezTo>
                    <a:pt x="271181" y="184040"/>
                    <a:pt x="270829" y="184358"/>
                    <a:pt x="270478" y="184693"/>
                  </a:cubicBezTo>
                  <a:cubicBezTo>
                    <a:pt x="269842" y="185262"/>
                    <a:pt x="269172" y="185848"/>
                    <a:pt x="268503" y="186401"/>
                  </a:cubicBezTo>
                  <a:lnTo>
                    <a:pt x="269356" y="187455"/>
                  </a:lnTo>
                  <a:lnTo>
                    <a:pt x="269373" y="187455"/>
                  </a:lnTo>
                  <a:cubicBezTo>
                    <a:pt x="270059" y="186886"/>
                    <a:pt x="270746" y="186300"/>
                    <a:pt x="271415" y="185698"/>
                  </a:cubicBezTo>
                  <a:cubicBezTo>
                    <a:pt x="271767" y="185363"/>
                    <a:pt x="272135" y="185028"/>
                    <a:pt x="272486" y="184677"/>
                  </a:cubicBezTo>
                  <a:lnTo>
                    <a:pt x="271516" y="183706"/>
                  </a:lnTo>
                  <a:close/>
                  <a:moveTo>
                    <a:pt x="175821" y="184911"/>
                  </a:moveTo>
                  <a:lnTo>
                    <a:pt x="175102" y="186066"/>
                  </a:lnTo>
                  <a:cubicBezTo>
                    <a:pt x="176240" y="186786"/>
                    <a:pt x="177445" y="187505"/>
                    <a:pt x="178667" y="188175"/>
                  </a:cubicBezTo>
                  <a:lnTo>
                    <a:pt x="179337" y="186970"/>
                  </a:lnTo>
                  <a:cubicBezTo>
                    <a:pt x="178131" y="186317"/>
                    <a:pt x="176960" y="185614"/>
                    <a:pt x="175821" y="184911"/>
                  </a:cubicBezTo>
                  <a:close/>
                  <a:moveTo>
                    <a:pt x="43738" y="187840"/>
                  </a:moveTo>
                  <a:lnTo>
                    <a:pt x="43001" y="188995"/>
                  </a:lnTo>
                  <a:cubicBezTo>
                    <a:pt x="44173" y="189732"/>
                    <a:pt x="45378" y="190451"/>
                    <a:pt x="46567" y="191121"/>
                  </a:cubicBezTo>
                  <a:lnTo>
                    <a:pt x="47236" y="189932"/>
                  </a:lnTo>
                  <a:cubicBezTo>
                    <a:pt x="46064" y="189263"/>
                    <a:pt x="44876" y="188560"/>
                    <a:pt x="43738" y="187840"/>
                  </a:cubicBezTo>
                  <a:close/>
                  <a:moveTo>
                    <a:pt x="182935" y="188878"/>
                  </a:moveTo>
                  <a:lnTo>
                    <a:pt x="182333" y="190100"/>
                  </a:lnTo>
                  <a:cubicBezTo>
                    <a:pt x="183555" y="190702"/>
                    <a:pt x="184827" y="191288"/>
                    <a:pt x="186099" y="191841"/>
                  </a:cubicBezTo>
                  <a:lnTo>
                    <a:pt x="186634" y="190585"/>
                  </a:lnTo>
                  <a:cubicBezTo>
                    <a:pt x="185379" y="190050"/>
                    <a:pt x="184140" y="189464"/>
                    <a:pt x="182935" y="188878"/>
                  </a:cubicBezTo>
                  <a:close/>
                  <a:moveTo>
                    <a:pt x="265239" y="188811"/>
                  </a:moveTo>
                  <a:cubicBezTo>
                    <a:pt x="264151" y="189547"/>
                    <a:pt x="262979" y="190267"/>
                    <a:pt x="261790" y="190937"/>
                  </a:cubicBezTo>
                  <a:lnTo>
                    <a:pt x="262460" y="192125"/>
                  </a:lnTo>
                  <a:lnTo>
                    <a:pt x="262477" y="192125"/>
                  </a:lnTo>
                  <a:cubicBezTo>
                    <a:pt x="263699" y="191456"/>
                    <a:pt x="264887" y="190702"/>
                    <a:pt x="266009" y="189949"/>
                  </a:cubicBezTo>
                  <a:lnTo>
                    <a:pt x="265239" y="188811"/>
                  </a:lnTo>
                  <a:close/>
                  <a:moveTo>
                    <a:pt x="190434" y="192142"/>
                  </a:moveTo>
                  <a:lnTo>
                    <a:pt x="189932" y="193414"/>
                  </a:lnTo>
                  <a:cubicBezTo>
                    <a:pt x="191204" y="193899"/>
                    <a:pt x="192526" y="194368"/>
                    <a:pt x="193832" y="194803"/>
                  </a:cubicBezTo>
                  <a:lnTo>
                    <a:pt x="194267" y="193514"/>
                  </a:lnTo>
                  <a:cubicBezTo>
                    <a:pt x="192978" y="193079"/>
                    <a:pt x="191690" y="192611"/>
                    <a:pt x="190434" y="192142"/>
                  </a:cubicBezTo>
                  <a:close/>
                  <a:moveTo>
                    <a:pt x="50835" y="191891"/>
                  </a:moveTo>
                  <a:lnTo>
                    <a:pt x="50216" y="193113"/>
                  </a:lnTo>
                  <a:cubicBezTo>
                    <a:pt x="51437" y="193732"/>
                    <a:pt x="52676" y="194351"/>
                    <a:pt x="53932" y="194937"/>
                  </a:cubicBezTo>
                  <a:lnTo>
                    <a:pt x="54501" y="193682"/>
                  </a:lnTo>
                  <a:cubicBezTo>
                    <a:pt x="53279" y="193113"/>
                    <a:pt x="52040" y="192510"/>
                    <a:pt x="50835" y="191891"/>
                  </a:cubicBezTo>
                  <a:close/>
                  <a:moveTo>
                    <a:pt x="258192" y="192778"/>
                  </a:moveTo>
                  <a:cubicBezTo>
                    <a:pt x="256987" y="193330"/>
                    <a:pt x="255714" y="193866"/>
                    <a:pt x="254442" y="194351"/>
                  </a:cubicBezTo>
                  <a:lnTo>
                    <a:pt x="254928" y="195640"/>
                  </a:lnTo>
                  <a:cubicBezTo>
                    <a:pt x="256233" y="195138"/>
                    <a:pt x="257522" y="194586"/>
                    <a:pt x="258761" y="194017"/>
                  </a:cubicBezTo>
                  <a:lnTo>
                    <a:pt x="258192" y="192778"/>
                  </a:lnTo>
                  <a:close/>
                  <a:moveTo>
                    <a:pt x="198167" y="194720"/>
                  </a:moveTo>
                  <a:lnTo>
                    <a:pt x="197799" y="196042"/>
                  </a:lnTo>
                  <a:cubicBezTo>
                    <a:pt x="199105" y="196410"/>
                    <a:pt x="200461" y="196778"/>
                    <a:pt x="201800" y="197097"/>
                  </a:cubicBezTo>
                  <a:lnTo>
                    <a:pt x="202118" y="195774"/>
                  </a:lnTo>
                  <a:cubicBezTo>
                    <a:pt x="200795" y="195439"/>
                    <a:pt x="199473" y="195088"/>
                    <a:pt x="198167" y="194720"/>
                  </a:cubicBezTo>
                  <a:close/>
                  <a:moveTo>
                    <a:pt x="250576" y="195657"/>
                  </a:moveTo>
                  <a:cubicBezTo>
                    <a:pt x="249304" y="196042"/>
                    <a:pt x="247981" y="196394"/>
                    <a:pt x="246642" y="196712"/>
                  </a:cubicBezTo>
                  <a:lnTo>
                    <a:pt x="246960" y="198051"/>
                  </a:lnTo>
                  <a:lnTo>
                    <a:pt x="246977" y="198051"/>
                  </a:lnTo>
                  <a:cubicBezTo>
                    <a:pt x="248333" y="197733"/>
                    <a:pt x="249672" y="197364"/>
                    <a:pt x="250977" y="196963"/>
                  </a:cubicBezTo>
                  <a:lnTo>
                    <a:pt x="250576" y="195657"/>
                  </a:lnTo>
                  <a:close/>
                  <a:moveTo>
                    <a:pt x="58250" y="195322"/>
                  </a:moveTo>
                  <a:lnTo>
                    <a:pt x="57714" y="196594"/>
                  </a:lnTo>
                  <a:cubicBezTo>
                    <a:pt x="59003" y="197130"/>
                    <a:pt x="60292" y="197632"/>
                    <a:pt x="61581" y="198084"/>
                  </a:cubicBezTo>
                  <a:lnTo>
                    <a:pt x="62050" y="196795"/>
                  </a:lnTo>
                  <a:cubicBezTo>
                    <a:pt x="60778" y="196343"/>
                    <a:pt x="59505" y="195841"/>
                    <a:pt x="58250" y="195322"/>
                  </a:cubicBezTo>
                  <a:close/>
                  <a:moveTo>
                    <a:pt x="206118" y="196645"/>
                  </a:moveTo>
                  <a:lnTo>
                    <a:pt x="205834" y="197984"/>
                  </a:lnTo>
                  <a:cubicBezTo>
                    <a:pt x="207189" y="198268"/>
                    <a:pt x="208562" y="198519"/>
                    <a:pt x="209918" y="198737"/>
                  </a:cubicBezTo>
                  <a:lnTo>
                    <a:pt x="210135" y="197381"/>
                  </a:lnTo>
                  <a:cubicBezTo>
                    <a:pt x="208796" y="197163"/>
                    <a:pt x="207440" y="196912"/>
                    <a:pt x="206118" y="196645"/>
                  </a:cubicBezTo>
                  <a:close/>
                  <a:moveTo>
                    <a:pt x="242658" y="197548"/>
                  </a:moveTo>
                  <a:cubicBezTo>
                    <a:pt x="241353" y="197783"/>
                    <a:pt x="239997" y="197984"/>
                    <a:pt x="238624" y="198151"/>
                  </a:cubicBezTo>
                  <a:lnTo>
                    <a:pt x="238792" y="199507"/>
                  </a:lnTo>
                  <a:lnTo>
                    <a:pt x="238808" y="199507"/>
                  </a:lnTo>
                  <a:cubicBezTo>
                    <a:pt x="240198" y="199339"/>
                    <a:pt x="241570" y="199122"/>
                    <a:pt x="242909" y="198888"/>
                  </a:cubicBezTo>
                  <a:lnTo>
                    <a:pt x="242658" y="197548"/>
                  </a:lnTo>
                  <a:close/>
                  <a:moveTo>
                    <a:pt x="214186" y="197967"/>
                  </a:moveTo>
                  <a:lnTo>
                    <a:pt x="214002" y="199323"/>
                  </a:lnTo>
                  <a:cubicBezTo>
                    <a:pt x="215375" y="199490"/>
                    <a:pt x="216747" y="199641"/>
                    <a:pt x="218120" y="199758"/>
                  </a:cubicBezTo>
                  <a:lnTo>
                    <a:pt x="218254" y="198385"/>
                  </a:lnTo>
                  <a:cubicBezTo>
                    <a:pt x="216881" y="198268"/>
                    <a:pt x="215525" y="198118"/>
                    <a:pt x="214186" y="197967"/>
                  </a:cubicBezTo>
                  <a:close/>
                  <a:moveTo>
                    <a:pt x="234574" y="198570"/>
                  </a:moveTo>
                  <a:cubicBezTo>
                    <a:pt x="233235" y="198653"/>
                    <a:pt x="231862" y="198737"/>
                    <a:pt x="230489" y="198770"/>
                  </a:cubicBezTo>
                  <a:lnTo>
                    <a:pt x="230540" y="200143"/>
                  </a:lnTo>
                  <a:cubicBezTo>
                    <a:pt x="231929" y="200109"/>
                    <a:pt x="233318" y="200026"/>
                    <a:pt x="234674" y="199925"/>
                  </a:cubicBezTo>
                  <a:lnTo>
                    <a:pt x="234574" y="198570"/>
                  </a:lnTo>
                  <a:close/>
                  <a:moveTo>
                    <a:pt x="222321" y="198687"/>
                  </a:moveTo>
                  <a:lnTo>
                    <a:pt x="222254" y="200043"/>
                  </a:lnTo>
                  <a:cubicBezTo>
                    <a:pt x="223627" y="200126"/>
                    <a:pt x="225033" y="200160"/>
                    <a:pt x="226388" y="200176"/>
                  </a:cubicBezTo>
                  <a:lnTo>
                    <a:pt x="226405" y="198804"/>
                  </a:lnTo>
                  <a:cubicBezTo>
                    <a:pt x="225049" y="198787"/>
                    <a:pt x="223694" y="198754"/>
                    <a:pt x="222321" y="198687"/>
                  </a:cubicBezTo>
                  <a:close/>
                  <a:moveTo>
                    <a:pt x="65933" y="198101"/>
                  </a:moveTo>
                  <a:lnTo>
                    <a:pt x="65515" y="199406"/>
                  </a:lnTo>
                  <a:cubicBezTo>
                    <a:pt x="66820" y="199825"/>
                    <a:pt x="68159" y="200210"/>
                    <a:pt x="69498" y="200561"/>
                  </a:cubicBezTo>
                  <a:lnTo>
                    <a:pt x="69867" y="199239"/>
                  </a:lnTo>
                  <a:cubicBezTo>
                    <a:pt x="68544" y="198888"/>
                    <a:pt x="67222" y="198503"/>
                    <a:pt x="65933" y="19810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912019" y="4574381"/>
              <a:ext cx="1076325" cy="1104900"/>
            </a:xfrm>
            <a:custGeom>
              <a:avLst/>
              <a:gdLst/>
              <a:ahLst/>
              <a:cxnLst/>
              <a:rect l="l" t="t" r="r" b="b"/>
              <a:pathLst>
                <a:path w="43053" h="44196" extrusionOk="0">
                  <a:moveTo>
                    <a:pt x="0" y="0"/>
                  </a:moveTo>
                  <a:cubicBezTo>
                    <a:pt x="3493" y="1143"/>
                    <a:pt x="14478" y="3366"/>
                    <a:pt x="20955" y="6858"/>
                  </a:cubicBezTo>
                  <a:cubicBezTo>
                    <a:pt x="27432" y="10351"/>
                    <a:pt x="35179" y="14732"/>
                    <a:pt x="38862" y="20955"/>
                  </a:cubicBezTo>
                  <a:cubicBezTo>
                    <a:pt x="42545" y="27178"/>
                    <a:pt x="42355" y="40323"/>
                    <a:pt x="43053" y="44196"/>
                  </a:cubicBezTo>
                </a:path>
              </a:pathLst>
            </a:cu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sp>
      </p:grpSp>
      <p:sp>
        <p:nvSpPr>
          <p:cNvPr id="407" name="Google Shape;407;p36"/>
          <p:cNvSpPr txBox="1">
            <a:spLocks noGrp="1"/>
          </p:cNvSpPr>
          <p:nvPr>
            <p:ph type="title"/>
          </p:nvPr>
        </p:nvSpPr>
        <p:spPr>
          <a:xfrm>
            <a:off x="713225" y="425975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CRM</a:t>
            </a:r>
            <a:endParaRPr dirty="0"/>
          </a:p>
        </p:txBody>
      </p:sp>
      <p:sp>
        <p:nvSpPr>
          <p:cNvPr id="408" name="Google Shape;408;p36"/>
          <p:cNvSpPr txBox="1">
            <a:spLocks noGrp="1"/>
          </p:cNvSpPr>
          <p:nvPr>
            <p:ph type="body" idx="1"/>
          </p:nvPr>
        </p:nvSpPr>
        <p:spPr>
          <a:xfrm>
            <a:off x="4791471" y="1714853"/>
            <a:ext cx="3658800" cy="27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Group customers into specific list based on criteria: </a:t>
            </a:r>
            <a:endParaRPr dirty="0"/>
          </a:p>
          <a:p>
            <a:pPr marL="457200" lvl="0" indent="-336550" algn="l" rtl="0"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IN" dirty="0"/>
              <a:t>Purchase History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dirty="0"/>
              <a:t>Location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IN" dirty="0"/>
              <a:t>E</a:t>
            </a:r>
            <a:r>
              <a:rPr lang="en" dirty="0"/>
              <a:t>ngagement level</a:t>
            </a:r>
            <a:endParaRPr dirty="0"/>
          </a:p>
          <a:p>
            <a:pPr marL="0" indent="0">
              <a:spcBef>
                <a:spcPts val="1000"/>
              </a:spcBef>
              <a:buNone/>
            </a:pPr>
            <a:r>
              <a:rPr lang="en" dirty="0"/>
              <a:t>And the “</a:t>
            </a:r>
            <a:r>
              <a:rPr lang="en-IN" dirty="0"/>
              <a:t>Engagement level” </a:t>
            </a:r>
            <a:r>
              <a:rPr lang="en-US" dirty="0"/>
              <a:t>are measured by how actively customers interact with a brand so I took “Purchase History” with every 6 months to the accounts to determine the level.</a:t>
            </a:r>
          </a:p>
          <a:p>
            <a:pPr marL="0" indent="0">
              <a:spcBef>
                <a:spcPts val="1000"/>
              </a:spcBef>
              <a:buNone/>
            </a:pPr>
            <a:endParaRPr lang="en-IN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09" name="Google Shape;409;p36"/>
          <p:cNvGrpSpPr/>
          <p:nvPr/>
        </p:nvGrpSpPr>
        <p:grpSpPr>
          <a:xfrm>
            <a:off x="3223873" y="1242240"/>
            <a:ext cx="908411" cy="759925"/>
            <a:chOff x="3404405" y="1376735"/>
            <a:chExt cx="627312" cy="524774"/>
          </a:xfrm>
        </p:grpSpPr>
        <p:sp>
          <p:nvSpPr>
            <p:cNvPr id="410" name="Google Shape;410;p36"/>
            <p:cNvSpPr/>
            <p:nvPr/>
          </p:nvSpPr>
          <p:spPr>
            <a:xfrm>
              <a:off x="3404405" y="1376735"/>
              <a:ext cx="627312" cy="509595"/>
            </a:xfrm>
            <a:custGeom>
              <a:avLst/>
              <a:gdLst/>
              <a:ahLst/>
              <a:cxnLst/>
              <a:rect l="l" t="t" r="r" b="b"/>
              <a:pathLst>
                <a:path w="36658" h="29779" extrusionOk="0">
                  <a:moveTo>
                    <a:pt x="1" y="0"/>
                  </a:moveTo>
                  <a:lnTo>
                    <a:pt x="11718" y="29778"/>
                  </a:lnTo>
                  <a:lnTo>
                    <a:pt x="36658" y="157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3404405" y="1376735"/>
              <a:ext cx="501004" cy="400451"/>
            </a:xfrm>
            <a:custGeom>
              <a:avLst/>
              <a:gdLst/>
              <a:ahLst/>
              <a:cxnLst/>
              <a:rect l="l" t="t" r="r" b="b"/>
              <a:pathLst>
                <a:path w="29277" h="23401" extrusionOk="0">
                  <a:moveTo>
                    <a:pt x="1" y="0"/>
                  </a:moveTo>
                  <a:lnTo>
                    <a:pt x="23016" y="23401"/>
                  </a:lnTo>
                  <a:lnTo>
                    <a:pt x="29276" y="198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3798268" y="1716727"/>
              <a:ext cx="107142" cy="184781"/>
            </a:xfrm>
            <a:custGeom>
              <a:avLst/>
              <a:gdLst/>
              <a:ahLst/>
              <a:cxnLst/>
              <a:rect l="l" t="t" r="r" b="b"/>
              <a:pathLst>
                <a:path w="6261" h="10798" extrusionOk="0">
                  <a:moveTo>
                    <a:pt x="6260" y="1"/>
                  </a:moveTo>
                  <a:lnTo>
                    <a:pt x="0" y="3533"/>
                  </a:lnTo>
                  <a:lnTo>
                    <a:pt x="1908" y="10797"/>
                  </a:lnTo>
                  <a:lnTo>
                    <a:pt x="626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3738682" y="1777169"/>
              <a:ext cx="92254" cy="124340"/>
            </a:xfrm>
            <a:custGeom>
              <a:avLst/>
              <a:gdLst/>
              <a:ahLst/>
              <a:cxnLst/>
              <a:rect l="l" t="t" r="r" b="b"/>
              <a:pathLst>
                <a:path w="5391" h="7266" extrusionOk="0">
                  <a:moveTo>
                    <a:pt x="3482" y="1"/>
                  </a:moveTo>
                  <a:lnTo>
                    <a:pt x="1" y="1959"/>
                  </a:lnTo>
                  <a:lnTo>
                    <a:pt x="5390" y="7265"/>
                  </a:lnTo>
                  <a:lnTo>
                    <a:pt x="348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36"/>
          <p:cNvGrpSpPr/>
          <p:nvPr/>
        </p:nvGrpSpPr>
        <p:grpSpPr>
          <a:xfrm>
            <a:off x="1139569" y="1935502"/>
            <a:ext cx="2668072" cy="2319664"/>
            <a:chOff x="926152" y="2079576"/>
            <a:chExt cx="2596663" cy="2257361"/>
          </a:xfrm>
        </p:grpSpPr>
        <p:sp>
          <p:nvSpPr>
            <p:cNvPr id="415" name="Google Shape;415;p36"/>
            <p:cNvSpPr/>
            <p:nvPr/>
          </p:nvSpPr>
          <p:spPr>
            <a:xfrm>
              <a:off x="926152" y="2604124"/>
              <a:ext cx="2596663" cy="1732813"/>
            </a:xfrm>
            <a:custGeom>
              <a:avLst/>
              <a:gdLst/>
              <a:ahLst/>
              <a:cxnLst/>
              <a:rect l="l" t="t" r="r" b="b"/>
              <a:pathLst>
                <a:path w="162013" h="108115" extrusionOk="0">
                  <a:moveTo>
                    <a:pt x="2261" y="0"/>
                  </a:moveTo>
                  <a:cubicBezTo>
                    <a:pt x="1005" y="0"/>
                    <a:pt x="1" y="1005"/>
                    <a:pt x="1" y="2260"/>
                  </a:cubicBezTo>
                  <a:lnTo>
                    <a:pt x="1" y="105855"/>
                  </a:lnTo>
                  <a:cubicBezTo>
                    <a:pt x="1" y="107110"/>
                    <a:pt x="1005" y="108115"/>
                    <a:pt x="2261" y="108115"/>
                  </a:cubicBezTo>
                  <a:lnTo>
                    <a:pt x="159753" y="108115"/>
                  </a:lnTo>
                  <a:cubicBezTo>
                    <a:pt x="161009" y="108115"/>
                    <a:pt x="162013" y="107110"/>
                    <a:pt x="162013" y="105855"/>
                  </a:cubicBezTo>
                  <a:lnTo>
                    <a:pt x="162013" y="2260"/>
                  </a:lnTo>
                  <a:cubicBezTo>
                    <a:pt x="162013" y="1005"/>
                    <a:pt x="161009" y="0"/>
                    <a:pt x="159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3326703" y="3391732"/>
              <a:ext cx="173850" cy="158127"/>
            </a:xfrm>
            <a:custGeom>
              <a:avLst/>
              <a:gdLst/>
              <a:ahLst/>
              <a:cxnLst/>
              <a:rect l="l" t="t" r="r" b="b"/>
              <a:pathLst>
                <a:path w="10847" h="9866" extrusionOk="0">
                  <a:moveTo>
                    <a:pt x="5411" y="1"/>
                  </a:moveTo>
                  <a:cubicBezTo>
                    <a:pt x="3185" y="1"/>
                    <a:pt x="1165" y="1527"/>
                    <a:pt x="636" y="3787"/>
                  </a:cubicBezTo>
                  <a:cubicBezTo>
                    <a:pt x="0" y="6448"/>
                    <a:pt x="1640" y="9093"/>
                    <a:pt x="4285" y="9729"/>
                  </a:cubicBezTo>
                  <a:cubicBezTo>
                    <a:pt x="4673" y="9821"/>
                    <a:pt x="5060" y="9866"/>
                    <a:pt x="5440" y="9866"/>
                  </a:cubicBezTo>
                  <a:cubicBezTo>
                    <a:pt x="7674" y="9866"/>
                    <a:pt x="9684" y="8337"/>
                    <a:pt x="10227" y="6063"/>
                  </a:cubicBezTo>
                  <a:cubicBezTo>
                    <a:pt x="10847" y="3418"/>
                    <a:pt x="9206" y="757"/>
                    <a:pt x="6562" y="138"/>
                  </a:cubicBezTo>
                  <a:cubicBezTo>
                    <a:pt x="6176" y="45"/>
                    <a:pt x="5791" y="1"/>
                    <a:pt x="54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956476" y="3177428"/>
              <a:ext cx="50182" cy="586206"/>
            </a:xfrm>
            <a:custGeom>
              <a:avLst/>
              <a:gdLst/>
              <a:ahLst/>
              <a:cxnLst/>
              <a:rect l="l" t="t" r="r" b="b"/>
              <a:pathLst>
                <a:path w="3131" h="36575" extrusionOk="0">
                  <a:moveTo>
                    <a:pt x="1557" y="0"/>
                  </a:moveTo>
                  <a:cubicBezTo>
                    <a:pt x="703" y="0"/>
                    <a:pt x="0" y="704"/>
                    <a:pt x="0" y="1574"/>
                  </a:cubicBezTo>
                  <a:lnTo>
                    <a:pt x="0" y="35001"/>
                  </a:lnTo>
                  <a:cubicBezTo>
                    <a:pt x="0" y="35871"/>
                    <a:pt x="703" y="36574"/>
                    <a:pt x="1557" y="36574"/>
                  </a:cubicBezTo>
                  <a:cubicBezTo>
                    <a:pt x="2427" y="36574"/>
                    <a:pt x="3114" y="35871"/>
                    <a:pt x="3130" y="35001"/>
                  </a:cubicBezTo>
                  <a:lnTo>
                    <a:pt x="3130" y="1574"/>
                  </a:lnTo>
                  <a:cubicBezTo>
                    <a:pt x="3130" y="704"/>
                    <a:pt x="2427" y="0"/>
                    <a:pt x="15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1042047" y="2667962"/>
              <a:ext cx="2262137" cy="1604866"/>
            </a:xfrm>
            <a:custGeom>
              <a:avLst/>
              <a:gdLst/>
              <a:ahLst/>
              <a:cxnLst/>
              <a:rect l="l" t="t" r="r" b="b"/>
              <a:pathLst>
                <a:path w="141141" h="100132" extrusionOk="0">
                  <a:moveTo>
                    <a:pt x="1" y="1"/>
                  </a:moveTo>
                  <a:lnTo>
                    <a:pt x="1" y="100131"/>
                  </a:lnTo>
                  <a:lnTo>
                    <a:pt x="141140" y="100131"/>
                  </a:lnTo>
                  <a:lnTo>
                    <a:pt x="1411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1042047" y="2667962"/>
              <a:ext cx="2262137" cy="107865"/>
            </a:xfrm>
            <a:custGeom>
              <a:avLst/>
              <a:gdLst/>
              <a:ahLst/>
              <a:cxnLst/>
              <a:rect l="l" t="t" r="r" b="b"/>
              <a:pathLst>
                <a:path w="141141" h="6730" extrusionOk="0">
                  <a:moveTo>
                    <a:pt x="1" y="1"/>
                  </a:moveTo>
                  <a:lnTo>
                    <a:pt x="1" y="6730"/>
                  </a:lnTo>
                  <a:lnTo>
                    <a:pt x="141140" y="6730"/>
                  </a:lnTo>
                  <a:lnTo>
                    <a:pt x="1411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079070" y="2726446"/>
              <a:ext cx="28721" cy="36511"/>
            </a:xfrm>
            <a:custGeom>
              <a:avLst/>
              <a:gdLst/>
              <a:ahLst/>
              <a:cxnLst/>
              <a:rect l="l" t="t" r="r" b="b"/>
              <a:pathLst>
                <a:path w="1792" h="2278" extrusionOk="0">
                  <a:moveTo>
                    <a:pt x="1" y="1"/>
                  </a:moveTo>
                  <a:lnTo>
                    <a:pt x="1" y="2277"/>
                  </a:lnTo>
                  <a:lnTo>
                    <a:pt x="1792" y="2277"/>
                  </a:lnTo>
                  <a:lnTo>
                    <a:pt x="17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116366" y="2701235"/>
              <a:ext cx="28721" cy="61722"/>
            </a:xfrm>
            <a:custGeom>
              <a:avLst/>
              <a:gdLst/>
              <a:ahLst/>
              <a:cxnLst/>
              <a:rect l="l" t="t" r="r" b="b"/>
              <a:pathLst>
                <a:path w="1792" h="3851" extrusionOk="0">
                  <a:moveTo>
                    <a:pt x="0" y="1"/>
                  </a:moveTo>
                  <a:lnTo>
                    <a:pt x="0" y="3850"/>
                  </a:lnTo>
                  <a:lnTo>
                    <a:pt x="1791" y="3850"/>
                  </a:lnTo>
                  <a:lnTo>
                    <a:pt x="17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1155810" y="2683525"/>
              <a:ext cx="28449" cy="79432"/>
            </a:xfrm>
            <a:custGeom>
              <a:avLst/>
              <a:gdLst/>
              <a:ahLst/>
              <a:cxnLst/>
              <a:rect l="l" t="t" r="r" b="b"/>
              <a:pathLst>
                <a:path w="1775" h="4956" extrusionOk="0">
                  <a:moveTo>
                    <a:pt x="0" y="1"/>
                  </a:moveTo>
                  <a:lnTo>
                    <a:pt x="0" y="4955"/>
                  </a:lnTo>
                  <a:lnTo>
                    <a:pt x="1774" y="4955"/>
                  </a:lnTo>
                  <a:lnTo>
                    <a:pt x="1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3100811" y="2682451"/>
              <a:ext cx="156685" cy="79160"/>
            </a:xfrm>
            <a:custGeom>
              <a:avLst/>
              <a:gdLst/>
              <a:ahLst/>
              <a:cxnLst/>
              <a:rect l="l" t="t" r="r" b="b"/>
              <a:pathLst>
                <a:path w="9776" h="4939" extrusionOk="0">
                  <a:moveTo>
                    <a:pt x="1959" y="1"/>
                  </a:moveTo>
                  <a:cubicBezTo>
                    <a:pt x="1691" y="1"/>
                    <a:pt x="1473" y="218"/>
                    <a:pt x="1473" y="470"/>
                  </a:cubicBezTo>
                  <a:lnTo>
                    <a:pt x="1473" y="804"/>
                  </a:lnTo>
                  <a:cubicBezTo>
                    <a:pt x="1473" y="1072"/>
                    <a:pt x="1272" y="1273"/>
                    <a:pt x="1005" y="1273"/>
                  </a:cubicBezTo>
                  <a:lnTo>
                    <a:pt x="486" y="1273"/>
                  </a:lnTo>
                  <a:cubicBezTo>
                    <a:pt x="218" y="1273"/>
                    <a:pt x="0" y="1491"/>
                    <a:pt x="0" y="1758"/>
                  </a:cubicBezTo>
                  <a:lnTo>
                    <a:pt x="0" y="3181"/>
                  </a:lnTo>
                  <a:cubicBezTo>
                    <a:pt x="0" y="3449"/>
                    <a:pt x="218" y="3667"/>
                    <a:pt x="486" y="3667"/>
                  </a:cubicBezTo>
                  <a:lnTo>
                    <a:pt x="1005" y="3667"/>
                  </a:lnTo>
                  <a:cubicBezTo>
                    <a:pt x="1272" y="3667"/>
                    <a:pt x="1473" y="3867"/>
                    <a:pt x="1473" y="4135"/>
                  </a:cubicBezTo>
                  <a:lnTo>
                    <a:pt x="1473" y="4470"/>
                  </a:lnTo>
                  <a:cubicBezTo>
                    <a:pt x="1473" y="4721"/>
                    <a:pt x="1691" y="4939"/>
                    <a:pt x="1959" y="4939"/>
                  </a:cubicBezTo>
                  <a:lnTo>
                    <a:pt x="9307" y="4939"/>
                  </a:lnTo>
                  <a:cubicBezTo>
                    <a:pt x="9558" y="4939"/>
                    <a:pt x="9776" y="4721"/>
                    <a:pt x="9776" y="4470"/>
                  </a:cubicBezTo>
                  <a:lnTo>
                    <a:pt x="9776" y="470"/>
                  </a:lnTo>
                  <a:cubicBezTo>
                    <a:pt x="9776" y="218"/>
                    <a:pt x="9558" y="1"/>
                    <a:pt x="93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3226355" y="2686474"/>
              <a:ext cx="26590" cy="71114"/>
            </a:xfrm>
            <a:custGeom>
              <a:avLst/>
              <a:gdLst/>
              <a:ahLst/>
              <a:cxnLst/>
              <a:rect l="l" t="t" r="r" b="b"/>
              <a:pathLst>
                <a:path w="1659" h="4437" extrusionOk="0">
                  <a:moveTo>
                    <a:pt x="68" y="1"/>
                  </a:moveTo>
                  <a:cubicBezTo>
                    <a:pt x="34" y="1"/>
                    <a:pt x="1" y="34"/>
                    <a:pt x="1" y="68"/>
                  </a:cubicBezTo>
                  <a:lnTo>
                    <a:pt x="1" y="4370"/>
                  </a:lnTo>
                  <a:cubicBezTo>
                    <a:pt x="1" y="4403"/>
                    <a:pt x="34" y="4437"/>
                    <a:pt x="68" y="4437"/>
                  </a:cubicBezTo>
                  <a:lnTo>
                    <a:pt x="1591" y="4437"/>
                  </a:lnTo>
                  <a:cubicBezTo>
                    <a:pt x="1641" y="4437"/>
                    <a:pt x="1658" y="4403"/>
                    <a:pt x="1658" y="4370"/>
                  </a:cubicBezTo>
                  <a:lnTo>
                    <a:pt x="1658" y="68"/>
                  </a:lnTo>
                  <a:cubicBezTo>
                    <a:pt x="1658" y="34"/>
                    <a:pt x="1641" y="1"/>
                    <a:pt x="15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3193899" y="2686474"/>
              <a:ext cx="26574" cy="71114"/>
            </a:xfrm>
            <a:custGeom>
              <a:avLst/>
              <a:gdLst/>
              <a:ahLst/>
              <a:cxnLst/>
              <a:rect l="l" t="t" r="r" b="b"/>
              <a:pathLst>
                <a:path w="1658" h="4437" extrusionOk="0">
                  <a:moveTo>
                    <a:pt x="68" y="1"/>
                  </a:moveTo>
                  <a:cubicBezTo>
                    <a:pt x="17" y="1"/>
                    <a:pt x="1" y="34"/>
                    <a:pt x="1" y="68"/>
                  </a:cubicBezTo>
                  <a:lnTo>
                    <a:pt x="1" y="4370"/>
                  </a:lnTo>
                  <a:cubicBezTo>
                    <a:pt x="1" y="4403"/>
                    <a:pt x="17" y="4437"/>
                    <a:pt x="68" y="4437"/>
                  </a:cubicBezTo>
                  <a:lnTo>
                    <a:pt x="1591" y="4437"/>
                  </a:lnTo>
                  <a:cubicBezTo>
                    <a:pt x="1624" y="4437"/>
                    <a:pt x="1658" y="4403"/>
                    <a:pt x="1658" y="4370"/>
                  </a:cubicBezTo>
                  <a:lnTo>
                    <a:pt x="1658" y="68"/>
                  </a:lnTo>
                  <a:cubicBezTo>
                    <a:pt x="1658" y="34"/>
                    <a:pt x="1624" y="1"/>
                    <a:pt x="15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3161171" y="2686474"/>
              <a:ext cx="26574" cy="71114"/>
            </a:xfrm>
            <a:custGeom>
              <a:avLst/>
              <a:gdLst/>
              <a:ahLst/>
              <a:cxnLst/>
              <a:rect l="l" t="t" r="r" b="b"/>
              <a:pathLst>
                <a:path w="1658" h="4437" extrusionOk="0">
                  <a:moveTo>
                    <a:pt x="67" y="1"/>
                  </a:moveTo>
                  <a:cubicBezTo>
                    <a:pt x="34" y="1"/>
                    <a:pt x="0" y="34"/>
                    <a:pt x="0" y="68"/>
                  </a:cubicBezTo>
                  <a:lnTo>
                    <a:pt x="0" y="4370"/>
                  </a:lnTo>
                  <a:cubicBezTo>
                    <a:pt x="0" y="4403"/>
                    <a:pt x="34" y="4437"/>
                    <a:pt x="67" y="4437"/>
                  </a:cubicBezTo>
                  <a:lnTo>
                    <a:pt x="1591" y="4437"/>
                  </a:lnTo>
                  <a:cubicBezTo>
                    <a:pt x="1641" y="4437"/>
                    <a:pt x="1658" y="4403"/>
                    <a:pt x="1658" y="4370"/>
                  </a:cubicBezTo>
                  <a:lnTo>
                    <a:pt x="1658" y="68"/>
                  </a:lnTo>
                  <a:cubicBezTo>
                    <a:pt x="1658" y="34"/>
                    <a:pt x="1641" y="1"/>
                    <a:pt x="15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994309" y="2691843"/>
              <a:ext cx="71098" cy="60728"/>
            </a:xfrm>
            <a:custGeom>
              <a:avLst/>
              <a:gdLst/>
              <a:ahLst/>
              <a:cxnLst/>
              <a:rect l="l" t="t" r="r" b="b"/>
              <a:pathLst>
                <a:path w="4436" h="3789" extrusionOk="0">
                  <a:moveTo>
                    <a:pt x="2544" y="1"/>
                  </a:moveTo>
                  <a:cubicBezTo>
                    <a:pt x="854" y="1"/>
                    <a:pt x="0" y="2043"/>
                    <a:pt x="1205" y="3231"/>
                  </a:cubicBezTo>
                  <a:cubicBezTo>
                    <a:pt x="1590" y="3616"/>
                    <a:pt x="2064" y="3788"/>
                    <a:pt x="2529" y="3788"/>
                  </a:cubicBezTo>
                  <a:cubicBezTo>
                    <a:pt x="3502" y="3788"/>
                    <a:pt x="4436" y="3036"/>
                    <a:pt x="4436" y="1892"/>
                  </a:cubicBezTo>
                  <a:cubicBezTo>
                    <a:pt x="4436" y="838"/>
                    <a:pt x="3582" y="1"/>
                    <a:pt x="25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1185044" y="2897075"/>
              <a:ext cx="1976143" cy="1252341"/>
            </a:xfrm>
            <a:custGeom>
              <a:avLst/>
              <a:gdLst/>
              <a:ahLst/>
              <a:cxnLst/>
              <a:rect l="l" t="t" r="r" b="b"/>
              <a:pathLst>
                <a:path w="123297" h="78137" extrusionOk="0">
                  <a:moveTo>
                    <a:pt x="1" y="1"/>
                  </a:moveTo>
                  <a:lnTo>
                    <a:pt x="1" y="78136"/>
                  </a:lnTo>
                  <a:lnTo>
                    <a:pt x="123296" y="78136"/>
                  </a:lnTo>
                  <a:lnTo>
                    <a:pt x="1232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1185044" y="2897075"/>
              <a:ext cx="1976143" cy="107865"/>
            </a:xfrm>
            <a:custGeom>
              <a:avLst/>
              <a:gdLst/>
              <a:ahLst/>
              <a:cxnLst/>
              <a:rect l="l" t="t" r="r" b="b"/>
              <a:pathLst>
                <a:path w="123297" h="6730" extrusionOk="0">
                  <a:moveTo>
                    <a:pt x="1" y="1"/>
                  </a:moveTo>
                  <a:lnTo>
                    <a:pt x="1" y="6730"/>
                  </a:lnTo>
                  <a:lnTo>
                    <a:pt x="123296" y="6730"/>
                  </a:lnTo>
                  <a:lnTo>
                    <a:pt x="1232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1827571" y="3060988"/>
              <a:ext cx="1293644" cy="51272"/>
            </a:xfrm>
            <a:custGeom>
              <a:avLst/>
              <a:gdLst/>
              <a:ahLst/>
              <a:cxnLst/>
              <a:rect l="l" t="t" r="r" b="b"/>
              <a:pathLst>
                <a:path w="80714" h="3199" extrusionOk="0">
                  <a:moveTo>
                    <a:pt x="0" y="1"/>
                  </a:moveTo>
                  <a:lnTo>
                    <a:pt x="0" y="3198"/>
                  </a:lnTo>
                  <a:lnTo>
                    <a:pt x="80713" y="3198"/>
                  </a:lnTo>
                  <a:lnTo>
                    <a:pt x="807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1827571" y="3158916"/>
              <a:ext cx="713897" cy="51256"/>
            </a:xfrm>
            <a:custGeom>
              <a:avLst/>
              <a:gdLst/>
              <a:ahLst/>
              <a:cxnLst/>
              <a:rect l="l" t="t" r="r" b="b"/>
              <a:pathLst>
                <a:path w="44542" h="3198" extrusionOk="0">
                  <a:moveTo>
                    <a:pt x="0" y="1"/>
                  </a:moveTo>
                  <a:lnTo>
                    <a:pt x="0" y="3198"/>
                  </a:lnTo>
                  <a:lnTo>
                    <a:pt x="44541" y="3198"/>
                  </a:lnTo>
                  <a:lnTo>
                    <a:pt x="44541" y="1"/>
                  </a:lnTo>
                  <a:close/>
                </a:path>
              </a:pathLst>
            </a:custGeom>
            <a:solidFill>
              <a:srgbClr val="E0ED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827571" y="3256572"/>
              <a:ext cx="384179" cy="51256"/>
            </a:xfrm>
            <a:custGeom>
              <a:avLst/>
              <a:gdLst/>
              <a:ahLst/>
              <a:cxnLst/>
              <a:rect l="l" t="t" r="r" b="b"/>
              <a:pathLst>
                <a:path w="23970" h="3198" extrusionOk="0">
                  <a:moveTo>
                    <a:pt x="0" y="0"/>
                  </a:moveTo>
                  <a:lnTo>
                    <a:pt x="0" y="3197"/>
                  </a:lnTo>
                  <a:lnTo>
                    <a:pt x="23970" y="3197"/>
                  </a:lnTo>
                  <a:lnTo>
                    <a:pt x="23970" y="0"/>
                  </a:lnTo>
                  <a:close/>
                </a:path>
              </a:pathLst>
            </a:custGeom>
            <a:solidFill>
              <a:srgbClr val="E0ED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1827571" y="3426127"/>
              <a:ext cx="1293644" cy="51256"/>
            </a:xfrm>
            <a:custGeom>
              <a:avLst/>
              <a:gdLst/>
              <a:ahLst/>
              <a:cxnLst/>
              <a:rect l="l" t="t" r="r" b="b"/>
              <a:pathLst>
                <a:path w="80714" h="3198" extrusionOk="0">
                  <a:moveTo>
                    <a:pt x="0" y="0"/>
                  </a:moveTo>
                  <a:lnTo>
                    <a:pt x="0" y="3197"/>
                  </a:lnTo>
                  <a:lnTo>
                    <a:pt x="80713" y="3197"/>
                  </a:lnTo>
                  <a:lnTo>
                    <a:pt x="80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1827571" y="3523766"/>
              <a:ext cx="713897" cy="51528"/>
            </a:xfrm>
            <a:custGeom>
              <a:avLst/>
              <a:gdLst/>
              <a:ahLst/>
              <a:cxnLst/>
              <a:rect l="l" t="t" r="r" b="b"/>
              <a:pathLst>
                <a:path w="44542" h="3215" extrusionOk="0">
                  <a:moveTo>
                    <a:pt x="0" y="1"/>
                  </a:moveTo>
                  <a:lnTo>
                    <a:pt x="0" y="3215"/>
                  </a:lnTo>
                  <a:lnTo>
                    <a:pt x="44541" y="3215"/>
                  </a:lnTo>
                  <a:lnTo>
                    <a:pt x="44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827571" y="3621694"/>
              <a:ext cx="384179" cy="51256"/>
            </a:xfrm>
            <a:custGeom>
              <a:avLst/>
              <a:gdLst/>
              <a:ahLst/>
              <a:cxnLst/>
              <a:rect l="l" t="t" r="r" b="b"/>
              <a:pathLst>
                <a:path w="23970" h="3198" extrusionOk="0">
                  <a:moveTo>
                    <a:pt x="0" y="1"/>
                  </a:moveTo>
                  <a:lnTo>
                    <a:pt x="0" y="3198"/>
                  </a:lnTo>
                  <a:lnTo>
                    <a:pt x="23970" y="3198"/>
                  </a:lnTo>
                  <a:lnTo>
                    <a:pt x="239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1827571" y="3782659"/>
              <a:ext cx="1293644" cy="51256"/>
            </a:xfrm>
            <a:custGeom>
              <a:avLst/>
              <a:gdLst/>
              <a:ahLst/>
              <a:cxnLst/>
              <a:rect l="l" t="t" r="r" b="b"/>
              <a:pathLst>
                <a:path w="80714" h="3198" extrusionOk="0">
                  <a:moveTo>
                    <a:pt x="0" y="1"/>
                  </a:moveTo>
                  <a:lnTo>
                    <a:pt x="0" y="3198"/>
                  </a:lnTo>
                  <a:lnTo>
                    <a:pt x="80713" y="3198"/>
                  </a:lnTo>
                  <a:lnTo>
                    <a:pt x="807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1827571" y="3880314"/>
              <a:ext cx="713897" cy="51528"/>
            </a:xfrm>
            <a:custGeom>
              <a:avLst/>
              <a:gdLst/>
              <a:ahLst/>
              <a:cxnLst/>
              <a:rect l="l" t="t" r="r" b="b"/>
              <a:pathLst>
                <a:path w="44542" h="3215" extrusionOk="0">
                  <a:moveTo>
                    <a:pt x="0" y="1"/>
                  </a:moveTo>
                  <a:lnTo>
                    <a:pt x="0" y="3214"/>
                  </a:lnTo>
                  <a:lnTo>
                    <a:pt x="44541" y="3214"/>
                  </a:lnTo>
                  <a:lnTo>
                    <a:pt x="445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827571" y="3978242"/>
              <a:ext cx="384179" cy="51256"/>
            </a:xfrm>
            <a:custGeom>
              <a:avLst/>
              <a:gdLst/>
              <a:ahLst/>
              <a:cxnLst/>
              <a:rect l="l" t="t" r="r" b="b"/>
              <a:pathLst>
                <a:path w="23970" h="3198" extrusionOk="0">
                  <a:moveTo>
                    <a:pt x="0" y="0"/>
                  </a:moveTo>
                  <a:lnTo>
                    <a:pt x="0" y="3197"/>
                  </a:lnTo>
                  <a:lnTo>
                    <a:pt x="23970" y="3197"/>
                  </a:lnTo>
                  <a:lnTo>
                    <a:pt x="239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1262569" y="3060988"/>
              <a:ext cx="501693" cy="282517"/>
            </a:xfrm>
            <a:custGeom>
              <a:avLst/>
              <a:gdLst/>
              <a:ahLst/>
              <a:cxnLst/>
              <a:rect l="l" t="t" r="r" b="b"/>
              <a:pathLst>
                <a:path w="31302" h="17627" extrusionOk="0">
                  <a:moveTo>
                    <a:pt x="1" y="1"/>
                  </a:moveTo>
                  <a:lnTo>
                    <a:pt x="1" y="17627"/>
                  </a:lnTo>
                  <a:lnTo>
                    <a:pt x="31302" y="17627"/>
                  </a:lnTo>
                  <a:lnTo>
                    <a:pt x="31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1262569" y="3202383"/>
              <a:ext cx="501693" cy="141122"/>
            </a:xfrm>
            <a:custGeom>
              <a:avLst/>
              <a:gdLst/>
              <a:ahLst/>
              <a:cxnLst/>
              <a:rect l="l" t="t" r="r" b="b"/>
              <a:pathLst>
                <a:path w="31302" h="8805" extrusionOk="0">
                  <a:moveTo>
                    <a:pt x="15651" y="0"/>
                  </a:moveTo>
                  <a:lnTo>
                    <a:pt x="1" y="8805"/>
                  </a:lnTo>
                  <a:lnTo>
                    <a:pt x="31302" y="8805"/>
                  </a:lnTo>
                  <a:lnTo>
                    <a:pt x="156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262569" y="3060988"/>
              <a:ext cx="501693" cy="141411"/>
            </a:xfrm>
            <a:custGeom>
              <a:avLst/>
              <a:gdLst/>
              <a:ahLst/>
              <a:cxnLst/>
              <a:rect l="l" t="t" r="r" b="b"/>
              <a:pathLst>
                <a:path w="31302" h="8823" extrusionOk="0">
                  <a:moveTo>
                    <a:pt x="1" y="1"/>
                  </a:moveTo>
                  <a:lnTo>
                    <a:pt x="15651" y="8822"/>
                  </a:lnTo>
                  <a:lnTo>
                    <a:pt x="31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262569" y="3424508"/>
              <a:ext cx="501693" cy="282244"/>
            </a:xfrm>
            <a:custGeom>
              <a:avLst/>
              <a:gdLst/>
              <a:ahLst/>
              <a:cxnLst/>
              <a:rect l="l" t="t" r="r" b="b"/>
              <a:pathLst>
                <a:path w="31302" h="17610" extrusionOk="0">
                  <a:moveTo>
                    <a:pt x="1" y="1"/>
                  </a:moveTo>
                  <a:lnTo>
                    <a:pt x="1" y="17610"/>
                  </a:lnTo>
                  <a:lnTo>
                    <a:pt x="31302" y="17610"/>
                  </a:lnTo>
                  <a:lnTo>
                    <a:pt x="31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1262569" y="3565630"/>
              <a:ext cx="501693" cy="141395"/>
            </a:xfrm>
            <a:custGeom>
              <a:avLst/>
              <a:gdLst/>
              <a:ahLst/>
              <a:cxnLst/>
              <a:rect l="l" t="t" r="r" b="b"/>
              <a:pathLst>
                <a:path w="31302" h="8822" extrusionOk="0">
                  <a:moveTo>
                    <a:pt x="15651" y="0"/>
                  </a:moveTo>
                  <a:lnTo>
                    <a:pt x="1" y="8821"/>
                  </a:lnTo>
                  <a:lnTo>
                    <a:pt x="31302" y="8821"/>
                  </a:lnTo>
                  <a:lnTo>
                    <a:pt x="1565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1262569" y="3424508"/>
              <a:ext cx="501693" cy="141138"/>
            </a:xfrm>
            <a:custGeom>
              <a:avLst/>
              <a:gdLst/>
              <a:ahLst/>
              <a:cxnLst/>
              <a:rect l="l" t="t" r="r" b="b"/>
              <a:pathLst>
                <a:path w="31302" h="8806" extrusionOk="0">
                  <a:moveTo>
                    <a:pt x="1" y="1"/>
                  </a:moveTo>
                  <a:lnTo>
                    <a:pt x="15651" y="8805"/>
                  </a:lnTo>
                  <a:lnTo>
                    <a:pt x="31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262569" y="3787755"/>
              <a:ext cx="501693" cy="282517"/>
            </a:xfrm>
            <a:custGeom>
              <a:avLst/>
              <a:gdLst/>
              <a:ahLst/>
              <a:cxnLst/>
              <a:rect l="l" t="t" r="r" b="b"/>
              <a:pathLst>
                <a:path w="31302" h="17627" extrusionOk="0">
                  <a:moveTo>
                    <a:pt x="1" y="1"/>
                  </a:moveTo>
                  <a:lnTo>
                    <a:pt x="1" y="17626"/>
                  </a:lnTo>
                  <a:lnTo>
                    <a:pt x="31302" y="17626"/>
                  </a:lnTo>
                  <a:lnTo>
                    <a:pt x="31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262569" y="3929134"/>
              <a:ext cx="501693" cy="141138"/>
            </a:xfrm>
            <a:custGeom>
              <a:avLst/>
              <a:gdLst/>
              <a:ahLst/>
              <a:cxnLst/>
              <a:rect l="l" t="t" r="r" b="b"/>
              <a:pathLst>
                <a:path w="31302" h="8806" extrusionOk="0">
                  <a:moveTo>
                    <a:pt x="15651" y="1"/>
                  </a:moveTo>
                  <a:lnTo>
                    <a:pt x="1" y="8805"/>
                  </a:lnTo>
                  <a:lnTo>
                    <a:pt x="31302" y="8805"/>
                  </a:lnTo>
                  <a:lnTo>
                    <a:pt x="15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1262569" y="3787755"/>
              <a:ext cx="501693" cy="141395"/>
            </a:xfrm>
            <a:custGeom>
              <a:avLst/>
              <a:gdLst/>
              <a:ahLst/>
              <a:cxnLst/>
              <a:rect l="l" t="t" r="r" b="b"/>
              <a:pathLst>
                <a:path w="31302" h="8822" extrusionOk="0">
                  <a:moveTo>
                    <a:pt x="1" y="1"/>
                  </a:moveTo>
                  <a:lnTo>
                    <a:pt x="15651" y="8822"/>
                  </a:lnTo>
                  <a:lnTo>
                    <a:pt x="31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1042047" y="2667962"/>
              <a:ext cx="808347" cy="808603"/>
            </a:xfrm>
            <a:custGeom>
              <a:avLst/>
              <a:gdLst/>
              <a:ahLst/>
              <a:cxnLst/>
              <a:rect l="l" t="t" r="r" b="b"/>
              <a:pathLst>
                <a:path w="50435" h="50451" extrusionOk="0">
                  <a:moveTo>
                    <a:pt x="6362" y="1"/>
                  </a:moveTo>
                  <a:lnTo>
                    <a:pt x="1" y="6378"/>
                  </a:lnTo>
                  <a:lnTo>
                    <a:pt x="1" y="50451"/>
                  </a:lnTo>
                  <a:lnTo>
                    <a:pt x="50434" y="1"/>
                  </a:lnTo>
                  <a:close/>
                </a:path>
              </a:pathLst>
            </a:custGeom>
            <a:solidFill>
              <a:srgbClr val="FFFFFF">
                <a:alpha val="2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6"/>
            <p:cNvSpPr/>
            <p:nvPr/>
          </p:nvSpPr>
          <p:spPr>
            <a:xfrm>
              <a:off x="1042047" y="2667962"/>
              <a:ext cx="1299013" cy="1299029"/>
            </a:xfrm>
            <a:custGeom>
              <a:avLst/>
              <a:gdLst/>
              <a:ahLst/>
              <a:cxnLst/>
              <a:rect l="l" t="t" r="r" b="b"/>
              <a:pathLst>
                <a:path w="81049" h="81050" extrusionOk="0">
                  <a:moveTo>
                    <a:pt x="58502" y="1"/>
                  </a:moveTo>
                  <a:lnTo>
                    <a:pt x="1" y="58502"/>
                  </a:lnTo>
                  <a:lnTo>
                    <a:pt x="1" y="81049"/>
                  </a:lnTo>
                  <a:lnTo>
                    <a:pt x="81049" y="1"/>
                  </a:lnTo>
                  <a:close/>
                </a:path>
              </a:pathLst>
            </a:custGeom>
            <a:solidFill>
              <a:srgbClr val="FFFFFF">
                <a:alpha val="2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6"/>
            <p:cNvSpPr/>
            <p:nvPr/>
          </p:nvSpPr>
          <p:spPr>
            <a:xfrm>
              <a:off x="1873986" y="2842614"/>
              <a:ext cx="1430198" cy="1430470"/>
            </a:xfrm>
            <a:custGeom>
              <a:avLst/>
              <a:gdLst/>
              <a:ahLst/>
              <a:cxnLst/>
              <a:rect l="l" t="t" r="r" b="b"/>
              <a:pathLst>
                <a:path w="89234" h="89251" extrusionOk="0">
                  <a:moveTo>
                    <a:pt x="89233" y="1"/>
                  </a:moveTo>
                  <a:lnTo>
                    <a:pt x="0" y="89251"/>
                  </a:lnTo>
                  <a:lnTo>
                    <a:pt x="44073" y="89251"/>
                  </a:lnTo>
                  <a:lnTo>
                    <a:pt x="89233" y="44090"/>
                  </a:lnTo>
                  <a:lnTo>
                    <a:pt x="89233" y="1"/>
                  </a:lnTo>
                  <a:close/>
                </a:path>
              </a:pathLst>
            </a:custGeom>
            <a:solidFill>
              <a:srgbClr val="FFFFFF">
                <a:alpha val="2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2709660" y="3678304"/>
              <a:ext cx="594524" cy="594781"/>
            </a:xfrm>
            <a:custGeom>
              <a:avLst/>
              <a:gdLst/>
              <a:ahLst/>
              <a:cxnLst/>
              <a:rect l="l" t="t" r="r" b="b"/>
              <a:pathLst>
                <a:path w="37094" h="37110" extrusionOk="0">
                  <a:moveTo>
                    <a:pt x="37093" y="0"/>
                  </a:moveTo>
                  <a:lnTo>
                    <a:pt x="1" y="37110"/>
                  </a:lnTo>
                  <a:lnTo>
                    <a:pt x="22531" y="37110"/>
                  </a:lnTo>
                  <a:lnTo>
                    <a:pt x="37093" y="22547"/>
                  </a:lnTo>
                  <a:lnTo>
                    <a:pt x="37093" y="0"/>
                  </a:lnTo>
                  <a:close/>
                </a:path>
              </a:pathLst>
            </a:custGeom>
            <a:solidFill>
              <a:srgbClr val="FFFFFF">
                <a:alpha val="2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423806" y="2079576"/>
              <a:ext cx="1485461" cy="1415501"/>
            </a:xfrm>
            <a:custGeom>
              <a:avLst/>
              <a:gdLst/>
              <a:ahLst/>
              <a:cxnLst/>
              <a:rect l="l" t="t" r="r" b="b"/>
              <a:pathLst>
                <a:path w="92682" h="88317" extrusionOk="0">
                  <a:moveTo>
                    <a:pt x="46341" y="0"/>
                  </a:moveTo>
                  <a:cubicBezTo>
                    <a:pt x="44755" y="0"/>
                    <a:pt x="43169" y="515"/>
                    <a:pt x="41847" y="1544"/>
                  </a:cubicBezTo>
                  <a:lnTo>
                    <a:pt x="1" y="33984"/>
                  </a:lnTo>
                  <a:lnTo>
                    <a:pt x="1" y="88317"/>
                  </a:lnTo>
                  <a:lnTo>
                    <a:pt x="92682" y="88317"/>
                  </a:lnTo>
                  <a:lnTo>
                    <a:pt x="92682" y="33984"/>
                  </a:lnTo>
                  <a:lnTo>
                    <a:pt x="50836" y="1544"/>
                  </a:lnTo>
                  <a:cubicBezTo>
                    <a:pt x="49513" y="515"/>
                    <a:pt x="47927" y="0"/>
                    <a:pt x="463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6"/>
            <p:cNvSpPr/>
            <p:nvPr/>
          </p:nvSpPr>
          <p:spPr>
            <a:xfrm>
              <a:off x="1595509" y="2162535"/>
              <a:ext cx="1141799" cy="1255546"/>
            </a:xfrm>
            <a:custGeom>
              <a:avLst/>
              <a:gdLst/>
              <a:ahLst/>
              <a:cxnLst/>
              <a:rect l="l" t="t" r="r" b="b"/>
              <a:pathLst>
                <a:path w="71240" h="78337" extrusionOk="0">
                  <a:moveTo>
                    <a:pt x="0" y="1"/>
                  </a:moveTo>
                  <a:lnTo>
                    <a:pt x="0" y="78337"/>
                  </a:lnTo>
                  <a:lnTo>
                    <a:pt x="71240" y="78337"/>
                  </a:lnTo>
                  <a:lnTo>
                    <a:pt x="7124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6"/>
            <p:cNvSpPr/>
            <p:nvPr/>
          </p:nvSpPr>
          <p:spPr>
            <a:xfrm>
              <a:off x="1664186" y="2238185"/>
              <a:ext cx="1004443" cy="38113"/>
            </a:xfrm>
            <a:custGeom>
              <a:avLst/>
              <a:gdLst/>
              <a:ahLst/>
              <a:cxnLst/>
              <a:rect l="l" t="t" r="r" b="b"/>
              <a:pathLst>
                <a:path w="62670" h="2378" extrusionOk="0">
                  <a:moveTo>
                    <a:pt x="1" y="1"/>
                  </a:moveTo>
                  <a:lnTo>
                    <a:pt x="1" y="2378"/>
                  </a:lnTo>
                  <a:lnTo>
                    <a:pt x="62670" y="2378"/>
                  </a:lnTo>
                  <a:lnTo>
                    <a:pt x="626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664186" y="2314924"/>
              <a:ext cx="853673" cy="38370"/>
            </a:xfrm>
            <a:custGeom>
              <a:avLst/>
              <a:gdLst/>
              <a:ahLst/>
              <a:cxnLst/>
              <a:rect l="l" t="t" r="r" b="b"/>
              <a:pathLst>
                <a:path w="53263" h="2394" extrusionOk="0">
                  <a:moveTo>
                    <a:pt x="1" y="0"/>
                  </a:moveTo>
                  <a:lnTo>
                    <a:pt x="1" y="2394"/>
                  </a:lnTo>
                  <a:lnTo>
                    <a:pt x="53262" y="2394"/>
                  </a:lnTo>
                  <a:lnTo>
                    <a:pt x="5326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6"/>
            <p:cNvSpPr/>
            <p:nvPr/>
          </p:nvSpPr>
          <p:spPr>
            <a:xfrm>
              <a:off x="1664186" y="2391904"/>
              <a:ext cx="714971" cy="38386"/>
            </a:xfrm>
            <a:custGeom>
              <a:avLst/>
              <a:gdLst/>
              <a:ahLst/>
              <a:cxnLst/>
              <a:rect l="l" t="t" r="r" b="b"/>
              <a:pathLst>
                <a:path w="44609" h="2395" extrusionOk="0">
                  <a:moveTo>
                    <a:pt x="1" y="1"/>
                  </a:moveTo>
                  <a:lnTo>
                    <a:pt x="1" y="2395"/>
                  </a:lnTo>
                  <a:lnTo>
                    <a:pt x="44609" y="2395"/>
                  </a:lnTo>
                  <a:lnTo>
                    <a:pt x="44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6"/>
            <p:cNvSpPr/>
            <p:nvPr/>
          </p:nvSpPr>
          <p:spPr>
            <a:xfrm>
              <a:off x="1664186" y="2539726"/>
              <a:ext cx="714971" cy="38113"/>
            </a:xfrm>
            <a:custGeom>
              <a:avLst/>
              <a:gdLst/>
              <a:ahLst/>
              <a:cxnLst/>
              <a:rect l="l" t="t" r="r" b="b"/>
              <a:pathLst>
                <a:path w="44609" h="2378" extrusionOk="0">
                  <a:moveTo>
                    <a:pt x="1" y="1"/>
                  </a:moveTo>
                  <a:lnTo>
                    <a:pt x="1" y="2378"/>
                  </a:lnTo>
                  <a:lnTo>
                    <a:pt x="44609" y="2378"/>
                  </a:lnTo>
                  <a:lnTo>
                    <a:pt x="446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6"/>
            <p:cNvSpPr/>
            <p:nvPr/>
          </p:nvSpPr>
          <p:spPr>
            <a:xfrm>
              <a:off x="1664186" y="2613517"/>
              <a:ext cx="530398" cy="38370"/>
            </a:xfrm>
            <a:custGeom>
              <a:avLst/>
              <a:gdLst/>
              <a:ahLst/>
              <a:cxnLst/>
              <a:rect l="l" t="t" r="r" b="b"/>
              <a:pathLst>
                <a:path w="33093" h="2394" extrusionOk="0">
                  <a:moveTo>
                    <a:pt x="1" y="0"/>
                  </a:moveTo>
                  <a:lnTo>
                    <a:pt x="1" y="2394"/>
                  </a:lnTo>
                  <a:lnTo>
                    <a:pt x="33093" y="2394"/>
                  </a:lnTo>
                  <a:lnTo>
                    <a:pt x="330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6"/>
            <p:cNvSpPr/>
            <p:nvPr/>
          </p:nvSpPr>
          <p:spPr>
            <a:xfrm>
              <a:off x="2166408" y="2768310"/>
              <a:ext cx="530398" cy="38370"/>
            </a:xfrm>
            <a:custGeom>
              <a:avLst/>
              <a:gdLst/>
              <a:ahLst/>
              <a:cxnLst/>
              <a:rect l="l" t="t" r="r" b="b"/>
              <a:pathLst>
                <a:path w="33093" h="2394" extrusionOk="0">
                  <a:moveTo>
                    <a:pt x="0" y="0"/>
                  </a:moveTo>
                  <a:lnTo>
                    <a:pt x="0" y="2394"/>
                  </a:lnTo>
                  <a:lnTo>
                    <a:pt x="33092" y="2394"/>
                  </a:lnTo>
                  <a:lnTo>
                    <a:pt x="330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6"/>
            <p:cNvSpPr/>
            <p:nvPr/>
          </p:nvSpPr>
          <p:spPr>
            <a:xfrm>
              <a:off x="2265394" y="2843687"/>
              <a:ext cx="431412" cy="38386"/>
            </a:xfrm>
            <a:custGeom>
              <a:avLst/>
              <a:gdLst/>
              <a:ahLst/>
              <a:cxnLst/>
              <a:rect l="l" t="t" r="r" b="b"/>
              <a:pathLst>
                <a:path w="26917" h="2395" extrusionOk="0">
                  <a:moveTo>
                    <a:pt x="1" y="1"/>
                  </a:moveTo>
                  <a:lnTo>
                    <a:pt x="1" y="2394"/>
                  </a:lnTo>
                  <a:lnTo>
                    <a:pt x="26916" y="2394"/>
                  </a:lnTo>
                  <a:lnTo>
                    <a:pt x="26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6"/>
            <p:cNvSpPr/>
            <p:nvPr/>
          </p:nvSpPr>
          <p:spPr>
            <a:xfrm>
              <a:off x="1423806" y="2624784"/>
              <a:ext cx="742618" cy="870293"/>
            </a:xfrm>
            <a:custGeom>
              <a:avLst/>
              <a:gdLst/>
              <a:ahLst/>
              <a:cxnLst/>
              <a:rect l="l" t="t" r="r" b="b"/>
              <a:pathLst>
                <a:path w="46334" h="54300" extrusionOk="0">
                  <a:moveTo>
                    <a:pt x="1" y="0"/>
                  </a:moveTo>
                  <a:lnTo>
                    <a:pt x="1" y="54300"/>
                  </a:lnTo>
                  <a:lnTo>
                    <a:pt x="46333" y="27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6"/>
            <p:cNvSpPr/>
            <p:nvPr/>
          </p:nvSpPr>
          <p:spPr>
            <a:xfrm>
              <a:off x="2166408" y="2624784"/>
              <a:ext cx="742602" cy="870293"/>
            </a:xfrm>
            <a:custGeom>
              <a:avLst/>
              <a:gdLst/>
              <a:ahLst/>
              <a:cxnLst/>
              <a:rect l="l" t="t" r="r" b="b"/>
              <a:pathLst>
                <a:path w="46333" h="54300" extrusionOk="0">
                  <a:moveTo>
                    <a:pt x="46332" y="0"/>
                  </a:moveTo>
                  <a:lnTo>
                    <a:pt x="0" y="27150"/>
                  </a:lnTo>
                  <a:lnTo>
                    <a:pt x="46332" y="54300"/>
                  </a:lnTo>
                  <a:lnTo>
                    <a:pt x="463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1423806" y="2950671"/>
              <a:ext cx="1485461" cy="544406"/>
            </a:xfrm>
            <a:custGeom>
              <a:avLst/>
              <a:gdLst/>
              <a:ahLst/>
              <a:cxnLst/>
              <a:rect l="l" t="t" r="r" b="b"/>
              <a:pathLst>
                <a:path w="92682" h="33967" extrusionOk="0">
                  <a:moveTo>
                    <a:pt x="46341" y="0"/>
                  </a:moveTo>
                  <a:cubicBezTo>
                    <a:pt x="44755" y="0"/>
                    <a:pt x="43169" y="515"/>
                    <a:pt x="41847" y="1544"/>
                  </a:cubicBezTo>
                  <a:lnTo>
                    <a:pt x="1" y="33967"/>
                  </a:lnTo>
                  <a:lnTo>
                    <a:pt x="92682" y="33967"/>
                  </a:lnTo>
                  <a:lnTo>
                    <a:pt x="50836" y="1544"/>
                  </a:lnTo>
                  <a:cubicBezTo>
                    <a:pt x="49513" y="515"/>
                    <a:pt x="47927" y="0"/>
                    <a:pt x="463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2780213" y="2508633"/>
              <a:ext cx="258107" cy="232303"/>
            </a:xfrm>
            <a:custGeom>
              <a:avLst/>
              <a:gdLst/>
              <a:ahLst/>
              <a:cxnLst/>
              <a:rect l="l" t="t" r="r" b="b"/>
              <a:pathLst>
                <a:path w="16104" h="14494" extrusionOk="0">
                  <a:moveTo>
                    <a:pt x="8053" y="1"/>
                  </a:moveTo>
                  <a:cubicBezTo>
                    <a:pt x="4881" y="1"/>
                    <a:pt x="1963" y="2103"/>
                    <a:pt x="1072" y="5305"/>
                  </a:cubicBezTo>
                  <a:cubicBezTo>
                    <a:pt x="1" y="9172"/>
                    <a:pt x="2260" y="13156"/>
                    <a:pt x="6110" y="14227"/>
                  </a:cubicBezTo>
                  <a:cubicBezTo>
                    <a:pt x="6761" y="14407"/>
                    <a:pt x="7414" y="14493"/>
                    <a:pt x="8057" y="14493"/>
                  </a:cubicBezTo>
                  <a:cubicBezTo>
                    <a:pt x="11235" y="14493"/>
                    <a:pt x="14141" y="12391"/>
                    <a:pt x="15032" y="9189"/>
                  </a:cubicBezTo>
                  <a:cubicBezTo>
                    <a:pt x="16103" y="5339"/>
                    <a:pt x="13844" y="1338"/>
                    <a:pt x="9994" y="267"/>
                  </a:cubicBezTo>
                  <a:cubicBezTo>
                    <a:pt x="9346" y="87"/>
                    <a:pt x="8694" y="1"/>
                    <a:pt x="80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6"/>
            <p:cNvSpPr/>
            <p:nvPr/>
          </p:nvSpPr>
          <p:spPr>
            <a:xfrm>
              <a:off x="2830379" y="2565755"/>
              <a:ext cx="52602" cy="112160"/>
            </a:xfrm>
            <a:custGeom>
              <a:avLst/>
              <a:gdLst/>
              <a:ahLst/>
              <a:cxnLst/>
              <a:rect l="l" t="t" r="r" b="b"/>
              <a:pathLst>
                <a:path w="3282" h="6998" extrusionOk="0">
                  <a:moveTo>
                    <a:pt x="1" y="1"/>
                  </a:moveTo>
                  <a:lnTo>
                    <a:pt x="1" y="1524"/>
                  </a:lnTo>
                  <a:lnTo>
                    <a:pt x="1306" y="1524"/>
                  </a:lnTo>
                  <a:lnTo>
                    <a:pt x="1306" y="6997"/>
                  </a:lnTo>
                  <a:lnTo>
                    <a:pt x="3282" y="6997"/>
                  </a:lnTo>
                  <a:lnTo>
                    <a:pt x="32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6"/>
            <p:cNvSpPr/>
            <p:nvPr/>
          </p:nvSpPr>
          <p:spPr>
            <a:xfrm>
              <a:off x="2895579" y="2565755"/>
              <a:ext cx="92575" cy="114324"/>
            </a:xfrm>
            <a:custGeom>
              <a:avLst/>
              <a:gdLst/>
              <a:ahLst/>
              <a:cxnLst/>
              <a:rect l="l" t="t" r="r" b="b"/>
              <a:pathLst>
                <a:path w="5776" h="7133" extrusionOk="0">
                  <a:moveTo>
                    <a:pt x="854" y="1"/>
                  </a:moveTo>
                  <a:lnTo>
                    <a:pt x="519" y="4085"/>
                  </a:lnTo>
                  <a:lnTo>
                    <a:pt x="2411" y="4085"/>
                  </a:lnTo>
                  <a:cubicBezTo>
                    <a:pt x="2913" y="4085"/>
                    <a:pt x="3264" y="4152"/>
                    <a:pt x="3465" y="4269"/>
                  </a:cubicBezTo>
                  <a:cubicBezTo>
                    <a:pt x="3649" y="4369"/>
                    <a:pt x="3766" y="4570"/>
                    <a:pt x="3766" y="4788"/>
                  </a:cubicBezTo>
                  <a:cubicBezTo>
                    <a:pt x="3766" y="5022"/>
                    <a:pt x="3649" y="5223"/>
                    <a:pt x="3465" y="5340"/>
                  </a:cubicBezTo>
                  <a:cubicBezTo>
                    <a:pt x="3239" y="5461"/>
                    <a:pt x="2987" y="5527"/>
                    <a:pt x="2731" y="5527"/>
                  </a:cubicBezTo>
                  <a:cubicBezTo>
                    <a:pt x="2702" y="5527"/>
                    <a:pt x="2674" y="5526"/>
                    <a:pt x="2645" y="5524"/>
                  </a:cubicBezTo>
                  <a:cubicBezTo>
                    <a:pt x="2310" y="5524"/>
                    <a:pt x="1959" y="5474"/>
                    <a:pt x="1641" y="5390"/>
                  </a:cubicBezTo>
                  <a:cubicBezTo>
                    <a:pt x="1306" y="5290"/>
                    <a:pt x="988" y="5139"/>
                    <a:pt x="703" y="4955"/>
                  </a:cubicBezTo>
                  <a:lnTo>
                    <a:pt x="0" y="6445"/>
                  </a:lnTo>
                  <a:cubicBezTo>
                    <a:pt x="385" y="6679"/>
                    <a:pt x="804" y="6847"/>
                    <a:pt x="1239" y="6947"/>
                  </a:cubicBezTo>
                  <a:cubicBezTo>
                    <a:pt x="1724" y="7064"/>
                    <a:pt x="2210" y="7131"/>
                    <a:pt x="2712" y="7131"/>
                  </a:cubicBezTo>
                  <a:cubicBezTo>
                    <a:pt x="2748" y="7132"/>
                    <a:pt x="2784" y="7133"/>
                    <a:pt x="2820" y="7133"/>
                  </a:cubicBezTo>
                  <a:cubicBezTo>
                    <a:pt x="3355" y="7133"/>
                    <a:pt x="3901" y="7017"/>
                    <a:pt x="4403" y="6813"/>
                  </a:cubicBezTo>
                  <a:cubicBezTo>
                    <a:pt x="4821" y="6629"/>
                    <a:pt x="5173" y="6311"/>
                    <a:pt x="5424" y="5943"/>
                  </a:cubicBezTo>
                  <a:cubicBezTo>
                    <a:pt x="5641" y="5575"/>
                    <a:pt x="5758" y="5156"/>
                    <a:pt x="5758" y="4738"/>
                  </a:cubicBezTo>
                  <a:cubicBezTo>
                    <a:pt x="5775" y="4135"/>
                    <a:pt x="5524" y="3532"/>
                    <a:pt x="5055" y="3147"/>
                  </a:cubicBezTo>
                  <a:cubicBezTo>
                    <a:pt x="4587" y="2746"/>
                    <a:pt x="3850" y="2545"/>
                    <a:pt x="2879" y="2545"/>
                  </a:cubicBezTo>
                  <a:lnTo>
                    <a:pt x="2411" y="2545"/>
                  </a:lnTo>
                  <a:lnTo>
                    <a:pt x="2494" y="1524"/>
                  </a:lnTo>
                  <a:lnTo>
                    <a:pt x="5306" y="1524"/>
                  </a:lnTo>
                  <a:lnTo>
                    <a:pt x="530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36"/>
          <p:cNvGrpSpPr/>
          <p:nvPr/>
        </p:nvGrpSpPr>
        <p:grpSpPr>
          <a:xfrm rot="5822344">
            <a:off x="7675866" y="-1167949"/>
            <a:ext cx="2643109" cy="3192485"/>
            <a:chOff x="7215206" y="794562"/>
            <a:chExt cx="1700277" cy="2035606"/>
          </a:xfrm>
        </p:grpSpPr>
        <p:sp>
          <p:nvSpPr>
            <p:cNvPr id="468" name="Google Shape;468;p3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6"/>
          <p:cNvSpPr txBox="1">
            <a:spLocks noGrp="1"/>
          </p:cNvSpPr>
          <p:nvPr>
            <p:ph type="subTitle" idx="1"/>
          </p:nvPr>
        </p:nvSpPr>
        <p:spPr>
          <a:xfrm>
            <a:off x="4748385" y="3798425"/>
            <a:ext cx="415461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Purchase within </a:t>
            </a: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6 months – High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Engagement</a:t>
            </a:r>
            <a:endParaRPr lang="en" dirty="0">
              <a:solidFill>
                <a:schemeClr val="tx2">
                  <a:lumMod val="50000"/>
                </a:schemeClr>
              </a:solidFill>
            </a:endParaRPr>
          </a:p>
          <a:p>
            <a:pPr marL="0" lvl="0" indent="0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No purchase for </a:t>
            </a: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6 months – Medium </a:t>
            </a: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Engagement</a:t>
            </a:r>
          </a:p>
          <a:p>
            <a:pPr marL="0" lvl="0" indent="0"/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No purchase for 1 year – Low Engagement 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1092" name="Google Shape;1092;p56"/>
          <p:cNvGrpSpPr/>
          <p:nvPr/>
        </p:nvGrpSpPr>
        <p:grpSpPr>
          <a:xfrm rot="1004392" flipH="1">
            <a:off x="3211787" y="351879"/>
            <a:ext cx="1363955" cy="1027460"/>
            <a:chOff x="6326187" y="535685"/>
            <a:chExt cx="961468" cy="724268"/>
          </a:xfrm>
        </p:grpSpPr>
        <p:sp>
          <p:nvSpPr>
            <p:cNvPr id="1093" name="Google Shape;1093;p56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56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6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56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7" name="Google Shape;1097;p56"/>
          <p:cNvGrpSpPr/>
          <p:nvPr/>
        </p:nvGrpSpPr>
        <p:grpSpPr>
          <a:xfrm rot="2700000" flipH="1">
            <a:off x="199810" y="-582656"/>
            <a:ext cx="2643087" cy="3192568"/>
            <a:chOff x="7215206" y="794562"/>
            <a:chExt cx="1700277" cy="2035606"/>
          </a:xfrm>
        </p:grpSpPr>
        <p:sp>
          <p:nvSpPr>
            <p:cNvPr id="1098" name="Google Shape;1098;p5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5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5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1" name="Google Shape;1101;p56"/>
          <p:cNvGrpSpPr/>
          <p:nvPr/>
        </p:nvGrpSpPr>
        <p:grpSpPr>
          <a:xfrm rot="-6613328">
            <a:off x="1852790" y="3272257"/>
            <a:ext cx="2642936" cy="3192505"/>
            <a:chOff x="7215206" y="794562"/>
            <a:chExt cx="1700277" cy="2035606"/>
          </a:xfrm>
        </p:grpSpPr>
        <p:sp>
          <p:nvSpPr>
            <p:cNvPr id="1102" name="Google Shape;1102;p56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56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56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56"/>
          <p:cNvGrpSpPr/>
          <p:nvPr/>
        </p:nvGrpSpPr>
        <p:grpSpPr>
          <a:xfrm>
            <a:off x="713225" y="3671325"/>
            <a:ext cx="1004075" cy="1097900"/>
            <a:chOff x="1603825" y="1480575"/>
            <a:chExt cx="1004075" cy="1097900"/>
          </a:xfrm>
        </p:grpSpPr>
        <p:sp>
          <p:nvSpPr>
            <p:cNvPr id="1106" name="Google Shape;1106;p56"/>
            <p:cNvSpPr/>
            <p:nvPr/>
          </p:nvSpPr>
          <p:spPr>
            <a:xfrm>
              <a:off x="1603825" y="1925825"/>
              <a:ext cx="701350" cy="594650"/>
            </a:xfrm>
            <a:custGeom>
              <a:avLst/>
              <a:gdLst/>
              <a:ahLst/>
              <a:cxnLst/>
              <a:rect l="l" t="t" r="r" b="b"/>
              <a:pathLst>
                <a:path w="28054" h="23786" extrusionOk="0">
                  <a:moveTo>
                    <a:pt x="15600" y="0"/>
                  </a:moveTo>
                  <a:cubicBezTo>
                    <a:pt x="14999" y="0"/>
                    <a:pt x="14390" y="46"/>
                    <a:pt x="13777" y="140"/>
                  </a:cubicBezTo>
                  <a:cubicBezTo>
                    <a:pt x="3303" y="1742"/>
                    <a:pt x="0" y="15218"/>
                    <a:pt x="8540" y="21489"/>
                  </a:cubicBezTo>
                  <a:cubicBezTo>
                    <a:pt x="10619" y="23013"/>
                    <a:pt x="13084" y="23785"/>
                    <a:pt x="15557" y="23785"/>
                  </a:cubicBezTo>
                  <a:cubicBezTo>
                    <a:pt x="17685" y="23785"/>
                    <a:pt x="19818" y="23213"/>
                    <a:pt x="21716" y="22056"/>
                  </a:cubicBezTo>
                  <a:cubicBezTo>
                    <a:pt x="25852" y="19588"/>
                    <a:pt x="28054" y="14851"/>
                    <a:pt x="27320" y="10114"/>
                  </a:cubicBezTo>
                  <a:cubicBezTo>
                    <a:pt x="26443" y="4223"/>
                    <a:pt x="21380" y="0"/>
                    <a:pt x="156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6"/>
            <p:cNvSpPr/>
            <p:nvPr/>
          </p:nvSpPr>
          <p:spPr>
            <a:xfrm>
              <a:off x="1909025" y="1854775"/>
              <a:ext cx="81750" cy="145800"/>
            </a:xfrm>
            <a:custGeom>
              <a:avLst/>
              <a:gdLst/>
              <a:ahLst/>
              <a:cxnLst/>
              <a:rect l="l" t="t" r="r" b="b"/>
              <a:pathLst>
                <a:path w="3270" h="5832" extrusionOk="0">
                  <a:moveTo>
                    <a:pt x="1416" y="0"/>
                  </a:moveTo>
                  <a:cubicBezTo>
                    <a:pt x="1356" y="0"/>
                    <a:pt x="1296" y="5"/>
                    <a:pt x="1235" y="14"/>
                  </a:cubicBezTo>
                  <a:lnTo>
                    <a:pt x="1135" y="14"/>
                  </a:lnTo>
                  <a:cubicBezTo>
                    <a:pt x="435" y="114"/>
                    <a:pt x="1" y="747"/>
                    <a:pt x="101" y="1448"/>
                  </a:cubicBezTo>
                  <a:lnTo>
                    <a:pt x="601" y="4784"/>
                  </a:lnTo>
                  <a:cubicBezTo>
                    <a:pt x="692" y="5390"/>
                    <a:pt x="1224" y="5831"/>
                    <a:pt x="1822" y="5831"/>
                  </a:cubicBezTo>
                  <a:cubicBezTo>
                    <a:pt x="1881" y="5831"/>
                    <a:pt x="1942" y="5827"/>
                    <a:pt x="2002" y="5818"/>
                  </a:cubicBezTo>
                  <a:lnTo>
                    <a:pt x="2136" y="5784"/>
                  </a:lnTo>
                  <a:cubicBezTo>
                    <a:pt x="2803" y="5684"/>
                    <a:pt x="3270" y="5051"/>
                    <a:pt x="3170" y="4383"/>
                  </a:cubicBezTo>
                  <a:lnTo>
                    <a:pt x="2636" y="1048"/>
                  </a:lnTo>
                  <a:cubicBezTo>
                    <a:pt x="2545" y="441"/>
                    <a:pt x="2013" y="0"/>
                    <a:pt x="14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6"/>
            <p:cNvSpPr/>
            <p:nvPr/>
          </p:nvSpPr>
          <p:spPr>
            <a:xfrm>
              <a:off x="1997425" y="2432675"/>
              <a:ext cx="81750" cy="145800"/>
            </a:xfrm>
            <a:custGeom>
              <a:avLst/>
              <a:gdLst/>
              <a:ahLst/>
              <a:cxnLst/>
              <a:rect l="l" t="t" r="r" b="b"/>
              <a:pathLst>
                <a:path w="3270" h="5832" extrusionOk="0">
                  <a:moveTo>
                    <a:pt x="1416" y="1"/>
                  </a:moveTo>
                  <a:cubicBezTo>
                    <a:pt x="1356" y="1"/>
                    <a:pt x="1296" y="5"/>
                    <a:pt x="1235" y="14"/>
                  </a:cubicBezTo>
                  <a:lnTo>
                    <a:pt x="1135" y="48"/>
                  </a:lnTo>
                  <a:cubicBezTo>
                    <a:pt x="434" y="148"/>
                    <a:pt x="1" y="781"/>
                    <a:pt x="101" y="1449"/>
                  </a:cubicBezTo>
                  <a:lnTo>
                    <a:pt x="601" y="4784"/>
                  </a:lnTo>
                  <a:cubicBezTo>
                    <a:pt x="692" y="5391"/>
                    <a:pt x="1224" y="5832"/>
                    <a:pt x="1821" y="5832"/>
                  </a:cubicBezTo>
                  <a:cubicBezTo>
                    <a:pt x="1881" y="5832"/>
                    <a:pt x="1942" y="5827"/>
                    <a:pt x="2002" y="5818"/>
                  </a:cubicBezTo>
                  <a:lnTo>
                    <a:pt x="2136" y="5818"/>
                  </a:lnTo>
                  <a:cubicBezTo>
                    <a:pt x="2803" y="5685"/>
                    <a:pt x="3270" y="5084"/>
                    <a:pt x="3170" y="4384"/>
                  </a:cubicBezTo>
                  <a:lnTo>
                    <a:pt x="2636" y="1048"/>
                  </a:lnTo>
                  <a:cubicBezTo>
                    <a:pt x="2545" y="442"/>
                    <a:pt x="2013" y="1"/>
                    <a:pt x="1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6"/>
            <p:cNvSpPr/>
            <p:nvPr/>
          </p:nvSpPr>
          <p:spPr>
            <a:xfrm>
              <a:off x="1633000" y="2228975"/>
              <a:ext cx="149300" cy="76825"/>
            </a:xfrm>
            <a:custGeom>
              <a:avLst/>
              <a:gdLst/>
              <a:ahLst/>
              <a:cxnLst/>
              <a:rect l="l" t="t" r="r" b="b"/>
              <a:pathLst>
                <a:path w="5972" h="3073" extrusionOk="0">
                  <a:moveTo>
                    <a:pt x="4666" y="0"/>
                  </a:moveTo>
                  <a:cubicBezTo>
                    <a:pt x="4590" y="0"/>
                    <a:pt x="4514" y="8"/>
                    <a:pt x="4437" y="23"/>
                  </a:cubicBezTo>
                  <a:lnTo>
                    <a:pt x="1202" y="490"/>
                  </a:lnTo>
                  <a:cubicBezTo>
                    <a:pt x="501" y="623"/>
                    <a:pt x="1" y="1224"/>
                    <a:pt x="67" y="1924"/>
                  </a:cubicBezTo>
                  <a:lnTo>
                    <a:pt x="67" y="2024"/>
                  </a:lnTo>
                  <a:cubicBezTo>
                    <a:pt x="218" y="2658"/>
                    <a:pt x="750" y="3073"/>
                    <a:pt x="1369" y="3073"/>
                  </a:cubicBezTo>
                  <a:cubicBezTo>
                    <a:pt x="1434" y="3073"/>
                    <a:pt x="1501" y="3068"/>
                    <a:pt x="1568" y="3059"/>
                  </a:cubicBezTo>
                  <a:lnTo>
                    <a:pt x="4804" y="2558"/>
                  </a:lnTo>
                  <a:cubicBezTo>
                    <a:pt x="5505" y="2458"/>
                    <a:pt x="5972" y="1824"/>
                    <a:pt x="5872" y="1157"/>
                  </a:cubicBezTo>
                  <a:lnTo>
                    <a:pt x="5872" y="1057"/>
                  </a:lnTo>
                  <a:cubicBezTo>
                    <a:pt x="5753" y="437"/>
                    <a:pt x="5244" y="0"/>
                    <a:pt x="46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6"/>
            <p:cNvSpPr/>
            <p:nvPr/>
          </p:nvSpPr>
          <p:spPr>
            <a:xfrm>
              <a:off x="2208425" y="2140800"/>
              <a:ext cx="150125" cy="77425"/>
            </a:xfrm>
            <a:custGeom>
              <a:avLst/>
              <a:gdLst/>
              <a:ahLst/>
              <a:cxnLst/>
              <a:rect l="l" t="t" r="r" b="b"/>
              <a:pathLst>
                <a:path w="6005" h="3097" extrusionOk="0">
                  <a:moveTo>
                    <a:pt x="4683" y="1"/>
                  </a:moveTo>
                  <a:cubicBezTo>
                    <a:pt x="4624" y="1"/>
                    <a:pt x="4564" y="5"/>
                    <a:pt x="4503" y="14"/>
                  </a:cubicBezTo>
                  <a:lnTo>
                    <a:pt x="1168" y="515"/>
                  </a:lnTo>
                  <a:cubicBezTo>
                    <a:pt x="467" y="615"/>
                    <a:pt x="0" y="1215"/>
                    <a:pt x="67" y="1916"/>
                  </a:cubicBezTo>
                  <a:lnTo>
                    <a:pt x="67" y="2049"/>
                  </a:lnTo>
                  <a:cubicBezTo>
                    <a:pt x="188" y="2655"/>
                    <a:pt x="723" y="3097"/>
                    <a:pt x="1345" y="3097"/>
                  </a:cubicBezTo>
                  <a:cubicBezTo>
                    <a:pt x="1408" y="3097"/>
                    <a:pt x="1471" y="3092"/>
                    <a:pt x="1535" y="3083"/>
                  </a:cubicBezTo>
                  <a:lnTo>
                    <a:pt x="4870" y="2549"/>
                  </a:lnTo>
                  <a:cubicBezTo>
                    <a:pt x="5537" y="2449"/>
                    <a:pt x="6004" y="1815"/>
                    <a:pt x="5871" y="1148"/>
                  </a:cubicBezTo>
                  <a:lnTo>
                    <a:pt x="5871" y="1048"/>
                  </a:lnTo>
                  <a:cubicBezTo>
                    <a:pt x="5780" y="442"/>
                    <a:pt x="5275" y="1"/>
                    <a:pt x="46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6"/>
            <p:cNvSpPr/>
            <p:nvPr/>
          </p:nvSpPr>
          <p:spPr>
            <a:xfrm>
              <a:off x="1673025" y="2018925"/>
              <a:ext cx="135975" cy="110550"/>
            </a:xfrm>
            <a:custGeom>
              <a:avLst/>
              <a:gdLst/>
              <a:ahLst/>
              <a:cxnLst/>
              <a:rect l="l" t="t" r="r" b="b"/>
              <a:pathLst>
                <a:path w="5439" h="4422" extrusionOk="0">
                  <a:moveTo>
                    <a:pt x="1389" y="1"/>
                  </a:moveTo>
                  <a:cubicBezTo>
                    <a:pt x="1010" y="1"/>
                    <a:pt x="629" y="165"/>
                    <a:pt x="368" y="486"/>
                  </a:cubicBezTo>
                  <a:cubicBezTo>
                    <a:pt x="1" y="1053"/>
                    <a:pt x="101" y="1820"/>
                    <a:pt x="668" y="2221"/>
                  </a:cubicBezTo>
                  <a:lnTo>
                    <a:pt x="3303" y="4189"/>
                  </a:lnTo>
                  <a:cubicBezTo>
                    <a:pt x="3527" y="4347"/>
                    <a:pt x="3782" y="4421"/>
                    <a:pt x="4033" y="4421"/>
                  </a:cubicBezTo>
                  <a:cubicBezTo>
                    <a:pt x="4418" y="4421"/>
                    <a:pt x="4795" y="4245"/>
                    <a:pt x="5038" y="3922"/>
                  </a:cubicBezTo>
                  <a:cubicBezTo>
                    <a:pt x="5438" y="3355"/>
                    <a:pt x="5305" y="2588"/>
                    <a:pt x="4771" y="2187"/>
                  </a:cubicBezTo>
                  <a:lnTo>
                    <a:pt x="2102" y="219"/>
                  </a:lnTo>
                  <a:cubicBezTo>
                    <a:pt x="1890" y="73"/>
                    <a:pt x="1640" y="1"/>
                    <a:pt x="1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56"/>
            <p:cNvSpPr/>
            <p:nvPr/>
          </p:nvSpPr>
          <p:spPr>
            <a:xfrm>
              <a:off x="2146700" y="2367150"/>
              <a:ext cx="135950" cy="110300"/>
            </a:xfrm>
            <a:custGeom>
              <a:avLst/>
              <a:gdLst/>
              <a:ahLst/>
              <a:cxnLst/>
              <a:rect l="l" t="t" r="r" b="b"/>
              <a:pathLst>
                <a:path w="5438" h="4412" extrusionOk="0">
                  <a:moveTo>
                    <a:pt x="1398" y="1"/>
                  </a:moveTo>
                  <a:cubicBezTo>
                    <a:pt x="1020" y="1"/>
                    <a:pt x="643" y="177"/>
                    <a:pt x="401" y="500"/>
                  </a:cubicBezTo>
                  <a:cubicBezTo>
                    <a:pt x="1" y="1067"/>
                    <a:pt x="101" y="1835"/>
                    <a:pt x="668" y="2235"/>
                  </a:cubicBezTo>
                  <a:lnTo>
                    <a:pt x="3303" y="4170"/>
                  </a:lnTo>
                  <a:cubicBezTo>
                    <a:pt x="3533" y="4332"/>
                    <a:pt x="3796" y="4412"/>
                    <a:pt x="4054" y="4412"/>
                  </a:cubicBezTo>
                  <a:cubicBezTo>
                    <a:pt x="4432" y="4412"/>
                    <a:pt x="4800" y="4240"/>
                    <a:pt x="5038" y="3903"/>
                  </a:cubicBezTo>
                  <a:cubicBezTo>
                    <a:pt x="5438" y="3369"/>
                    <a:pt x="5304" y="2602"/>
                    <a:pt x="4771" y="2202"/>
                  </a:cubicBezTo>
                  <a:lnTo>
                    <a:pt x="2102" y="233"/>
                  </a:lnTo>
                  <a:cubicBezTo>
                    <a:pt x="1892" y="76"/>
                    <a:pt x="1645" y="1"/>
                    <a:pt x="1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6"/>
            <p:cNvSpPr/>
            <p:nvPr/>
          </p:nvSpPr>
          <p:spPr>
            <a:xfrm>
              <a:off x="2100850" y="1911825"/>
              <a:ext cx="118425" cy="128050"/>
            </a:xfrm>
            <a:custGeom>
              <a:avLst/>
              <a:gdLst/>
              <a:ahLst/>
              <a:cxnLst/>
              <a:rect l="l" t="t" r="r" b="b"/>
              <a:pathLst>
                <a:path w="4737" h="5122" extrusionOk="0">
                  <a:moveTo>
                    <a:pt x="3364" y="1"/>
                  </a:moveTo>
                  <a:cubicBezTo>
                    <a:pt x="2983" y="1"/>
                    <a:pt x="2598" y="177"/>
                    <a:pt x="2335" y="500"/>
                  </a:cubicBezTo>
                  <a:lnTo>
                    <a:pt x="400" y="3169"/>
                  </a:lnTo>
                  <a:cubicBezTo>
                    <a:pt x="0" y="3703"/>
                    <a:pt x="133" y="4470"/>
                    <a:pt x="667" y="4903"/>
                  </a:cubicBezTo>
                  <a:cubicBezTo>
                    <a:pt x="880" y="5050"/>
                    <a:pt x="1130" y="5122"/>
                    <a:pt x="1381" y="5122"/>
                  </a:cubicBezTo>
                  <a:cubicBezTo>
                    <a:pt x="1759" y="5122"/>
                    <a:pt x="2141" y="4958"/>
                    <a:pt x="2402" y="4637"/>
                  </a:cubicBezTo>
                  <a:lnTo>
                    <a:pt x="4336" y="1968"/>
                  </a:lnTo>
                  <a:cubicBezTo>
                    <a:pt x="4737" y="1401"/>
                    <a:pt x="4603" y="634"/>
                    <a:pt x="4070" y="233"/>
                  </a:cubicBezTo>
                  <a:cubicBezTo>
                    <a:pt x="3859" y="76"/>
                    <a:pt x="3612" y="1"/>
                    <a:pt x="33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6"/>
            <p:cNvSpPr/>
            <p:nvPr/>
          </p:nvSpPr>
          <p:spPr>
            <a:xfrm>
              <a:off x="1762275" y="2401350"/>
              <a:ext cx="118425" cy="128400"/>
            </a:xfrm>
            <a:custGeom>
              <a:avLst/>
              <a:gdLst/>
              <a:ahLst/>
              <a:cxnLst/>
              <a:rect l="l" t="t" r="r" b="b"/>
              <a:pathLst>
                <a:path w="4737" h="5136" extrusionOk="0">
                  <a:moveTo>
                    <a:pt x="3366" y="0"/>
                  </a:moveTo>
                  <a:cubicBezTo>
                    <a:pt x="2988" y="0"/>
                    <a:pt x="2611" y="177"/>
                    <a:pt x="2368" y="500"/>
                  </a:cubicBezTo>
                  <a:lnTo>
                    <a:pt x="400" y="3169"/>
                  </a:lnTo>
                  <a:cubicBezTo>
                    <a:pt x="0" y="3702"/>
                    <a:pt x="133" y="4469"/>
                    <a:pt x="667" y="4903"/>
                  </a:cubicBezTo>
                  <a:cubicBezTo>
                    <a:pt x="878" y="5061"/>
                    <a:pt x="1130" y="5136"/>
                    <a:pt x="1382" y="5136"/>
                  </a:cubicBezTo>
                  <a:cubicBezTo>
                    <a:pt x="1770" y="5136"/>
                    <a:pt x="2159" y="4959"/>
                    <a:pt x="2402" y="4636"/>
                  </a:cubicBezTo>
                  <a:lnTo>
                    <a:pt x="4336" y="1968"/>
                  </a:lnTo>
                  <a:cubicBezTo>
                    <a:pt x="4737" y="1434"/>
                    <a:pt x="4637" y="667"/>
                    <a:pt x="4070" y="233"/>
                  </a:cubicBezTo>
                  <a:cubicBezTo>
                    <a:pt x="3859" y="75"/>
                    <a:pt x="3612" y="0"/>
                    <a:pt x="33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6"/>
            <p:cNvSpPr/>
            <p:nvPr/>
          </p:nvSpPr>
          <p:spPr>
            <a:xfrm>
              <a:off x="1829800" y="2106225"/>
              <a:ext cx="299475" cy="250575"/>
            </a:xfrm>
            <a:custGeom>
              <a:avLst/>
              <a:gdLst/>
              <a:ahLst/>
              <a:cxnLst/>
              <a:rect l="l" t="t" r="r" b="b"/>
              <a:pathLst>
                <a:path w="11979" h="10023" extrusionOk="0">
                  <a:moveTo>
                    <a:pt x="6562" y="0"/>
                  </a:moveTo>
                  <a:cubicBezTo>
                    <a:pt x="6301" y="0"/>
                    <a:pt x="6037" y="21"/>
                    <a:pt x="5772" y="63"/>
                  </a:cubicBezTo>
                  <a:cubicBezTo>
                    <a:pt x="1369" y="730"/>
                    <a:pt x="1" y="6401"/>
                    <a:pt x="3570" y="9036"/>
                  </a:cubicBezTo>
                  <a:cubicBezTo>
                    <a:pt x="4503" y="9718"/>
                    <a:pt x="5527" y="10023"/>
                    <a:pt x="6522" y="10023"/>
                  </a:cubicBezTo>
                  <a:cubicBezTo>
                    <a:pt x="9371" y="10023"/>
                    <a:pt x="11979" y="7529"/>
                    <a:pt x="11509" y="4266"/>
                  </a:cubicBezTo>
                  <a:cubicBezTo>
                    <a:pt x="11118" y="1766"/>
                    <a:pt x="8986" y="0"/>
                    <a:pt x="65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6"/>
            <p:cNvSpPr/>
            <p:nvPr/>
          </p:nvSpPr>
          <p:spPr>
            <a:xfrm>
              <a:off x="2337675" y="1555475"/>
              <a:ext cx="49225" cy="87250"/>
            </a:xfrm>
            <a:custGeom>
              <a:avLst/>
              <a:gdLst/>
              <a:ahLst/>
              <a:cxnLst/>
              <a:rect l="l" t="t" r="r" b="b"/>
              <a:pathLst>
                <a:path w="1969" h="3490" extrusionOk="0">
                  <a:moveTo>
                    <a:pt x="890" y="0"/>
                  </a:moveTo>
                  <a:cubicBezTo>
                    <a:pt x="850" y="0"/>
                    <a:pt x="809" y="4"/>
                    <a:pt x="768" y="10"/>
                  </a:cubicBezTo>
                  <a:lnTo>
                    <a:pt x="668" y="10"/>
                  </a:lnTo>
                  <a:cubicBezTo>
                    <a:pt x="267" y="77"/>
                    <a:pt x="0" y="444"/>
                    <a:pt x="67" y="844"/>
                  </a:cubicBezTo>
                  <a:lnTo>
                    <a:pt x="367" y="2846"/>
                  </a:lnTo>
                  <a:cubicBezTo>
                    <a:pt x="427" y="3235"/>
                    <a:pt x="729" y="3490"/>
                    <a:pt x="1079" y="3490"/>
                  </a:cubicBezTo>
                  <a:cubicBezTo>
                    <a:pt x="1119" y="3490"/>
                    <a:pt x="1160" y="3486"/>
                    <a:pt x="1201" y="3480"/>
                  </a:cubicBezTo>
                  <a:lnTo>
                    <a:pt x="1268" y="3480"/>
                  </a:lnTo>
                  <a:cubicBezTo>
                    <a:pt x="1702" y="3413"/>
                    <a:pt x="1969" y="3046"/>
                    <a:pt x="1902" y="2612"/>
                  </a:cubicBezTo>
                  <a:lnTo>
                    <a:pt x="1602" y="611"/>
                  </a:lnTo>
                  <a:cubicBezTo>
                    <a:pt x="1542" y="252"/>
                    <a:pt x="1240" y="0"/>
                    <a:pt x="8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6"/>
            <p:cNvSpPr/>
            <p:nvPr/>
          </p:nvSpPr>
          <p:spPr>
            <a:xfrm>
              <a:off x="2391050" y="1903225"/>
              <a:ext cx="49225" cy="87250"/>
            </a:xfrm>
            <a:custGeom>
              <a:avLst/>
              <a:gdLst/>
              <a:ahLst/>
              <a:cxnLst/>
              <a:rect l="l" t="t" r="r" b="b"/>
              <a:pathLst>
                <a:path w="1969" h="3490" extrusionOk="0">
                  <a:moveTo>
                    <a:pt x="866" y="0"/>
                  </a:moveTo>
                  <a:cubicBezTo>
                    <a:pt x="823" y="0"/>
                    <a:pt x="779" y="3"/>
                    <a:pt x="734" y="10"/>
                  </a:cubicBezTo>
                  <a:lnTo>
                    <a:pt x="667" y="10"/>
                  </a:lnTo>
                  <a:cubicBezTo>
                    <a:pt x="267" y="77"/>
                    <a:pt x="0" y="444"/>
                    <a:pt x="67" y="878"/>
                  </a:cubicBezTo>
                  <a:lnTo>
                    <a:pt x="367" y="2879"/>
                  </a:lnTo>
                  <a:cubicBezTo>
                    <a:pt x="427" y="3238"/>
                    <a:pt x="728" y="3490"/>
                    <a:pt x="1079" y="3490"/>
                  </a:cubicBezTo>
                  <a:cubicBezTo>
                    <a:pt x="1119" y="3490"/>
                    <a:pt x="1160" y="3486"/>
                    <a:pt x="1201" y="3480"/>
                  </a:cubicBezTo>
                  <a:lnTo>
                    <a:pt x="1268" y="3480"/>
                  </a:lnTo>
                  <a:cubicBezTo>
                    <a:pt x="1702" y="3413"/>
                    <a:pt x="1968" y="3046"/>
                    <a:pt x="1902" y="2646"/>
                  </a:cubicBezTo>
                  <a:lnTo>
                    <a:pt x="1601" y="611"/>
                  </a:lnTo>
                  <a:cubicBezTo>
                    <a:pt x="1542" y="252"/>
                    <a:pt x="1240" y="0"/>
                    <a:pt x="8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6"/>
            <p:cNvSpPr/>
            <p:nvPr/>
          </p:nvSpPr>
          <p:spPr>
            <a:xfrm>
              <a:off x="2171725" y="1780625"/>
              <a:ext cx="90075" cy="46375"/>
            </a:xfrm>
            <a:custGeom>
              <a:avLst/>
              <a:gdLst/>
              <a:ahLst/>
              <a:cxnLst/>
              <a:rect l="l" t="t" r="r" b="b"/>
              <a:pathLst>
                <a:path w="3603" h="1855" extrusionOk="0">
                  <a:moveTo>
                    <a:pt x="2793" y="1"/>
                  </a:moveTo>
                  <a:cubicBezTo>
                    <a:pt x="2752" y="1"/>
                    <a:pt x="2710" y="4"/>
                    <a:pt x="2669" y="11"/>
                  </a:cubicBezTo>
                  <a:lnTo>
                    <a:pt x="734" y="311"/>
                  </a:lnTo>
                  <a:cubicBezTo>
                    <a:pt x="301" y="344"/>
                    <a:pt x="0" y="745"/>
                    <a:pt x="67" y="1145"/>
                  </a:cubicBezTo>
                  <a:lnTo>
                    <a:pt x="67" y="1212"/>
                  </a:lnTo>
                  <a:cubicBezTo>
                    <a:pt x="128" y="1574"/>
                    <a:pt x="462" y="1855"/>
                    <a:pt x="846" y="1855"/>
                  </a:cubicBezTo>
                  <a:cubicBezTo>
                    <a:pt x="886" y="1855"/>
                    <a:pt x="927" y="1852"/>
                    <a:pt x="968" y="1845"/>
                  </a:cubicBezTo>
                  <a:lnTo>
                    <a:pt x="2902" y="1545"/>
                  </a:lnTo>
                  <a:cubicBezTo>
                    <a:pt x="3303" y="1479"/>
                    <a:pt x="3603" y="1078"/>
                    <a:pt x="3536" y="678"/>
                  </a:cubicBezTo>
                  <a:lnTo>
                    <a:pt x="3536" y="611"/>
                  </a:lnTo>
                  <a:cubicBezTo>
                    <a:pt x="3476" y="252"/>
                    <a:pt x="3148" y="1"/>
                    <a:pt x="27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6"/>
            <p:cNvSpPr/>
            <p:nvPr/>
          </p:nvSpPr>
          <p:spPr>
            <a:xfrm>
              <a:off x="2518625" y="1727250"/>
              <a:ext cx="89275" cy="46400"/>
            </a:xfrm>
            <a:custGeom>
              <a:avLst/>
              <a:gdLst/>
              <a:ahLst/>
              <a:cxnLst/>
              <a:rect l="l" t="t" r="r" b="b"/>
              <a:pathLst>
                <a:path w="3571" h="1856" extrusionOk="0">
                  <a:moveTo>
                    <a:pt x="2825" y="1"/>
                  </a:moveTo>
                  <a:cubicBezTo>
                    <a:pt x="2785" y="1"/>
                    <a:pt x="2744" y="4"/>
                    <a:pt x="2703" y="11"/>
                  </a:cubicBezTo>
                  <a:lnTo>
                    <a:pt x="701" y="311"/>
                  </a:lnTo>
                  <a:cubicBezTo>
                    <a:pt x="268" y="378"/>
                    <a:pt x="1" y="745"/>
                    <a:pt x="34" y="1145"/>
                  </a:cubicBezTo>
                  <a:lnTo>
                    <a:pt x="34" y="1212"/>
                  </a:lnTo>
                  <a:cubicBezTo>
                    <a:pt x="94" y="1601"/>
                    <a:pt x="423" y="1856"/>
                    <a:pt x="803" y="1856"/>
                  </a:cubicBezTo>
                  <a:cubicBezTo>
                    <a:pt x="846" y="1856"/>
                    <a:pt x="890" y="1852"/>
                    <a:pt x="935" y="1846"/>
                  </a:cubicBezTo>
                  <a:lnTo>
                    <a:pt x="2903" y="1545"/>
                  </a:lnTo>
                  <a:cubicBezTo>
                    <a:pt x="3303" y="1479"/>
                    <a:pt x="3570" y="1078"/>
                    <a:pt x="3503" y="678"/>
                  </a:cubicBezTo>
                  <a:lnTo>
                    <a:pt x="3537" y="645"/>
                  </a:lnTo>
                  <a:cubicBezTo>
                    <a:pt x="3477" y="256"/>
                    <a:pt x="3175" y="1"/>
                    <a:pt x="2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6"/>
            <p:cNvSpPr/>
            <p:nvPr/>
          </p:nvSpPr>
          <p:spPr>
            <a:xfrm>
              <a:off x="2195900" y="1653350"/>
              <a:ext cx="81750" cy="67175"/>
            </a:xfrm>
            <a:custGeom>
              <a:avLst/>
              <a:gdLst/>
              <a:ahLst/>
              <a:cxnLst/>
              <a:rect l="l" t="t" r="r" b="b"/>
              <a:pathLst>
                <a:path w="3270" h="2687" extrusionOk="0">
                  <a:moveTo>
                    <a:pt x="808" y="0"/>
                  </a:moveTo>
                  <a:cubicBezTo>
                    <a:pt x="586" y="0"/>
                    <a:pt x="370" y="104"/>
                    <a:pt x="234" y="298"/>
                  </a:cubicBezTo>
                  <a:cubicBezTo>
                    <a:pt x="1" y="632"/>
                    <a:pt x="67" y="1099"/>
                    <a:pt x="401" y="1366"/>
                  </a:cubicBezTo>
                  <a:lnTo>
                    <a:pt x="2002" y="2533"/>
                  </a:lnTo>
                  <a:cubicBezTo>
                    <a:pt x="2133" y="2638"/>
                    <a:pt x="2284" y="2686"/>
                    <a:pt x="2433" y="2686"/>
                  </a:cubicBezTo>
                  <a:cubicBezTo>
                    <a:pt x="2666" y="2686"/>
                    <a:pt x="2894" y="2570"/>
                    <a:pt x="3036" y="2367"/>
                  </a:cubicBezTo>
                  <a:cubicBezTo>
                    <a:pt x="3270" y="2033"/>
                    <a:pt x="3203" y="1566"/>
                    <a:pt x="2869" y="1332"/>
                  </a:cubicBezTo>
                  <a:lnTo>
                    <a:pt x="1268" y="165"/>
                  </a:lnTo>
                  <a:cubicBezTo>
                    <a:pt x="1129" y="54"/>
                    <a:pt x="967" y="0"/>
                    <a:pt x="8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6"/>
            <p:cNvSpPr/>
            <p:nvPr/>
          </p:nvSpPr>
          <p:spPr>
            <a:xfrm>
              <a:off x="2480275" y="1863325"/>
              <a:ext cx="82575" cy="66975"/>
            </a:xfrm>
            <a:custGeom>
              <a:avLst/>
              <a:gdLst/>
              <a:ahLst/>
              <a:cxnLst/>
              <a:rect l="l" t="t" r="r" b="b"/>
              <a:pathLst>
                <a:path w="3303" h="2679" extrusionOk="0">
                  <a:moveTo>
                    <a:pt x="863" y="0"/>
                  </a:moveTo>
                  <a:cubicBezTo>
                    <a:pt x="633" y="0"/>
                    <a:pt x="408" y="105"/>
                    <a:pt x="267" y="305"/>
                  </a:cubicBezTo>
                  <a:cubicBezTo>
                    <a:pt x="1" y="639"/>
                    <a:pt x="101" y="1106"/>
                    <a:pt x="434" y="1339"/>
                  </a:cubicBezTo>
                  <a:lnTo>
                    <a:pt x="2035" y="2540"/>
                  </a:lnTo>
                  <a:cubicBezTo>
                    <a:pt x="2155" y="2633"/>
                    <a:pt x="2300" y="2679"/>
                    <a:pt x="2450" y="2679"/>
                  </a:cubicBezTo>
                  <a:cubicBezTo>
                    <a:pt x="2675" y="2679"/>
                    <a:pt x="2909" y="2574"/>
                    <a:pt x="3069" y="2374"/>
                  </a:cubicBezTo>
                  <a:cubicBezTo>
                    <a:pt x="3303" y="2040"/>
                    <a:pt x="3236" y="1573"/>
                    <a:pt x="2903" y="1339"/>
                  </a:cubicBezTo>
                  <a:lnTo>
                    <a:pt x="1301" y="139"/>
                  </a:lnTo>
                  <a:cubicBezTo>
                    <a:pt x="1169" y="46"/>
                    <a:pt x="1015" y="0"/>
                    <a:pt x="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6"/>
            <p:cNvSpPr/>
            <p:nvPr/>
          </p:nvSpPr>
          <p:spPr>
            <a:xfrm>
              <a:off x="2453600" y="1589750"/>
              <a:ext cx="70900" cy="77025"/>
            </a:xfrm>
            <a:custGeom>
              <a:avLst/>
              <a:gdLst/>
              <a:ahLst/>
              <a:cxnLst/>
              <a:rect l="l" t="t" r="r" b="b"/>
              <a:pathLst>
                <a:path w="2836" h="3081" extrusionOk="0">
                  <a:moveTo>
                    <a:pt x="1986" y="0"/>
                  </a:moveTo>
                  <a:cubicBezTo>
                    <a:pt x="1760" y="0"/>
                    <a:pt x="1539" y="96"/>
                    <a:pt x="1401" y="274"/>
                  </a:cubicBezTo>
                  <a:lnTo>
                    <a:pt x="234" y="1875"/>
                  </a:lnTo>
                  <a:cubicBezTo>
                    <a:pt x="0" y="2209"/>
                    <a:pt x="67" y="2676"/>
                    <a:pt x="400" y="2942"/>
                  </a:cubicBezTo>
                  <a:cubicBezTo>
                    <a:pt x="533" y="3035"/>
                    <a:pt x="687" y="3081"/>
                    <a:pt x="839" y="3081"/>
                  </a:cubicBezTo>
                  <a:cubicBezTo>
                    <a:pt x="1068" y="3081"/>
                    <a:pt x="1294" y="2977"/>
                    <a:pt x="1434" y="2776"/>
                  </a:cubicBezTo>
                  <a:lnTo>
                    <a:pt x="2602" y="1175"/>
                  </a:lnTo>
                  <a:cubicBezTo>
                    <a:pt x="2835" y="841"/>
                    <a:pt x="2769" y="374"/>
                    <a:pt x="2435" y="140"/>
                  </a:cubicBezTo>
                  <a:cubicBezTo>
                    <a:pt x="2299" y="45"/>
                    <a:pt x="2141" y="0"/>
                    <a:pt x="19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6"/>
            <p:cNvSpPr/>
            <p:nvPr/>
          </p:nvSpPr>
          <p:spPr>
            <a:xfrm>
              <a:off x="2249275" y="1884350"/>
              <a:ext cx="71750" cy="77650"/>
            </a:xfrm>
            <a:custGeom>
              <a:avLst/>
              <a:gdLst/>
              <a:ahLst/>
              <a:cxnLst/>
              <a:rect l="l" t="t" r="r" b="b"/>
              <a:pathLst>
                <a:path w="2870" h="3106" extrusionOk="0">
                  <a:moveTo>
                    <a:pt x="2008" y="0"/>
                  </a:moveTo>
                  <a:cubicBezTo>
                    <a:pt x="1786" y="0"/>
                    <a:pt x="1571" y="104"/>
                    <a:pt x="1435" y="298"/>
                  </a:cubicBezTo>
                  <a:lnTo>
                    <a:pt x="267" y="1899"/>
                  </a:lnTo>
                  <a:cubicBezTo>
                    <a:pt x="1" y="2233"/>
                    <a:pt x="101" y="2700"/>
                    <a:pt x="401" y="2967"/>
                  </a:cubicBezTo>
                  <a:cubicBezTo>
                    <a:pt x="534" y="3060"/>
                    <a:pt x="687" y="3105"/>
                    <a:pt x="841" y="3105"/>
                  </a:cubicBezTo>
                  <a:cubicBezTo>
                    <a:pt x="1074" y="3105"/>
                    <a:pt x="1308" y="3001"/>
                    <a:pt x="1468" y="2800"/>
                  </a:cubicBezTo>
                  <a:lnTo>
                    <a:pt x="2636" y="1199"/>
                  </a:lnTo>
                  <a:cubicBezTo>
                    <a:pt x="2869" y="865"/>
                    <a:pt x="2803" y="398"/>
                    <a:pt x="2469" y="165"/>
                  </a:cubicBezTo>
                  <a:cubicBezTo>
                    <a:pt x="2330" y="54"/>
                    <a:pt x="2167" y="0"/>
                    <a:pt x="20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6"/>
            <p:cNvSpPr/>
            <p:nvPr/>
          </p:nvSpPr>
          <p:spPr>
            <a:xfrm>
              <a:off x="2168025" y="1606000"/>
              <a:ext cx="404850" cy="342050"/>
            </a:xfrm>
            <a:custGeom>
              <a:avLst/>
              <a:gdLst/>
              <a:ahLst/>
              <a:cxnLst/>
              <a:rect l="l" t="t" r="r" b="b"/>
              <a:pathLst>
                <a:path w="16194" h="13682" extrusionOk="0">
                  <a:moveTo>
                    <a:pt x="8865" y="2244"/>
                  </a:moveTo>
                  <a:cubicBezTo>
                    <a:pt x="11126" y="2244"/>
                    <a:pt x="13091" y="3885"/>
                    <a:pt x="13425" y="6162"/>
                  </a:cubicBezTo>
                  <a:cubicBezTo>
                    <a:pt x="13869" y="9151"/>
                    <a:pt x="11478" y="11445"/>
                    <a:pt x="8866" y="11445"/>
                  </a:cubicBezTo>
                  <a:cubicBezTo>
                    <a:pt x="7951" y="11445"/>
                    <a:pt x="7009" y="11163"/>
                    <a:pt x="6153" y="10532"/>
                  </a:cubicBezTo>
                  <a:cubicBezTo>
                    <a:pt x="2884" y="8097"/>
                    <a:pt x="4151" y="2926"/>
                    <a:pt x="8187" y="2292"/>
                  </a:cubicBezTo>
                  <a:cubicBezTo>
                    <a:pt x="8415" y="2260"/>
                    <a:pt x="8641" y="2244"/>
                    <a:pt x="8865" y="2244"/>
                  </a:cubicBezTo>
                  <a:close/>
                  <a:moveTo>
                    <a:pt x="8846" y="1"/>
                  </a:moveTo>
                  <a:cubicBezTo>
                    <a:pt x="6829" y="1"/>
                    <a:pt x="4791" y="878"/>
                    <a:pt x="3384" y="2793"/>
                  </a:cubicBezTo>
                  <a:cubicBezTo>
                    <a:pt x="0" y="7398"/>
                    <a:pt x="3444" y="13682"/>
                    <a:pt x="8850" y="13682"/>
                  </a:cubicBezTo>
                  <a:cubicBezTo>
                    <a:pt x="9199" y="13682"/>
                    <a:pt x="9557" y="13655"/>
                    <a:pt x="9922" y="13601"/>
                  </a:cubicBezTo>
                  <a:cubicBezTo>
                    <a:pt x="13658" y="13000"/>
                    <a:pt x="16193" y="9531"/>
                    <a:pt x="15659" y="5795"/>
                  </a:cubicBezTo>
                  <a:cubicBezTo>
                    <a:pt x="15090" y="2136"/>
                    <a:pt x="11994" y="1"/>
                    <a:pt x="88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6"/>
            <p:cNvSpPr/>
            <p:nvPr/>
          </p:nvSpPr>
          <p:spPr>
            <a:xfrm>
              <a:off x="2324325" y="1726900"/>
              <a:ext cx="109425" cy="91425"/>
            </a:xfrm>
            <a:custGeom>
              <a:avLst/>
              <a:gdLst/>
              <a:ahLst/>
              <a:cxnLst/>
              <a:rect l="l" t="t" r="r" b="b"/>
              <a:pathLst>
                <a:path w="4377" h="3657" extrusionOk="0">
                  <a:moveTo>
                    <a:pt x="2398" y="0"/>
                  </a:moveTo>
                  <a:cubicBezTo>
                    <a:pt x="2300" y="0"/>
                    <a:pt x="2202" y="8"/>
                    <a:pt x="2102" y="25"/>
                  </a:cubicBezTo>
                  <a:cubicBezTo>
                    <a:pt x="501" y="258"/>
                    <a:pt x="1" y="2327"/>
                    <a:pt x="1335" y="3294"/>
                  </a:cubicBezTo>
                  <a:cubicBezTo>
                    <a:pt x="1672" y="3545"/>
                    <a:pt x="2044" y="3657"/>
                    <a:pt x="2404" y="3657"/>
                  </a:cubicBezTo>
                  <a:cubicBezTo>
                    <a:pt x="3433" y="3657"/>
                    <a:pt x="4377" y="2745"/>
                    <a:pt x="4204" y="1559"/>
                  </a:cubicBezTo>
                  <a:cubicBezTo>
                    <a:pt x="4054" y="658"/>
                    <a:pt x="3281" y="0"/>
                    <a:pt x="23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6"/>
            <p:cNvSpPr/>
            <p:nvPr/>
          </p:nvSpPr>
          <p:spPr>
            <a:xfrm>
              <a:off x="1986600" y="1480575"/>
              <a:ext cx="34200" cy="61075"/>
            </a:xfrm>
            <a:custGeom>
              <a:avLst/>
              <a:gdLst/>
              <a:ahLst/>
              <a:cxnLst/>
              <a:rect l="l" t="t" r="r" b="b"/>
              <a:pathLst>
                <a:path w="1368" h="2443" extrusionOk="0">
                  <a:moveTo>
                    <a:pt x="592" y="1"/>
                  </a:moveTo>
                  <a:cubicBezTo>
                    <a:pt x="573" y="1"/>
                    <a:pt x="553" y="2"/>
                    <a:pt x="534" y="4"/>
                  </a:cubicBezTo>
                  <a:lnTo>
                    <a:pt x="467" y="38"/>
                  </a:lnTo>
                  <a:cubicBezTo>
                    <a:pt x="200" y="71"/>
                    <a:pt x="0" y="338"/>
                    <a:pt x="67" y="605"/>
                  </a:cubicBezTo>
                  <a:lnTo>
                    <a:pt x="267" y="2006"/>
                  </a:lnTo>
                  <a:cubicBezTo>
                    <a:pt x="298" y="2253"/>
                    <a:pt x="529" y="2443"/>
                    <a:pt x="775" y="2443"/>
                  </a:cubicBezTo>
                  <a:cubicBezTo>
                    <a:pt x="795" y="2443"/>
                    <a:pt x="814" y="2442"/>
                    <a:pt x="834" y="2439"/>
                  </a:cubicBezTo>
                  <a:lnTo>
                    <a:pt x="901" y="2406"/>
                  </a:lnTo>
                  <a:cubicBezTo>
                    <a:pt x="1168" y="2373"/>
                    <a:pt x="1368" y="2106"/>
                    <a:pt x="1334" y="1839"/>
                  </a:cubicBezTo>
                  <a:lnTo>
                    <a:pt x="1101" y="438"/>
                  </a:lnTo>
                  <a:cubicBezTo>
                    <a:pt x="1070" y="191"/>
                    <a:pt x="839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6"/>
            <p:cNvSpPr/>
            <p:nvPr/>
          </p:nvSpPr>
          <p:spPr>
            <a:xfrm>
              <a:off x="2023275" y="1720725"/>
              <a:ext cx="34225" cy="60300"/>
            </a:xfrm>
            <a:custGeom>
              <a:avLst/>
              <a:gdLst/>
              <a:ahLst/>
              <a:cxnLst/>
              <a:rect l="l" t="t" r="r" b="b"/>
              <a:pathLst>
                <a:path w="1369" h="2412" extrusionOk="0">
                  <a:moveTo>
                    <a:pt x="602" y="1"/>
                  </a:moveTo>
                  <a:cubicBezTo>
                    <a:pt x="580" y="1"/>
                    <a:pt x="557" y="2"/>
                    <a:pt x="535" y="5"/>
                  </a:cubicBezTo>
                  <a:lnTo>
                    <a:pt x="468" y="5"/>
                  </a:lnTo>
                  <a:cubicBezTo>
                    <a:pt x="201" y="38"/>
                    <a:pt x="1" y="305"/>
                    <a:pt x="34" y="606"/>
                  </a:cubicBezTo>
                  <a:lnTo>
                    <a:pt x="268" y="1973"/>
                  </a:lnTo>
                  <a:cubicBezTo>
                    <a:pt x="298" y="2248"/>
                    <a:pt x="524" y="2411"/>
                    <a:pt x="767" y="2411"/>
                  </a:cubicBezTo>
                  <a:cubicBezTo>
                    <a:pt x="790" y="2411"/>
                    <a:pt x="812" y="2410"/>
                    <a:pt x="835" y="2407"/>
                  </a:cubicBezTo>
                  <a:lnTo>
                    <a:pt x="901" y="2407"/>
                  </a:lnTo>
                  <a:cubicBezTo>
                    <a:pt x="1168" y="2373"/>
                    <a:pt x="1368" y="2107"/>
                    <a:pt x="1335" y="1806"/>
                  </a:cubicBezTo>
                  <a:lnTo>
                    <a:pt x="1102" y="439"/>
                  </a:lnTo>
                  <a:cubicBezTo>
                    <a:pt x="1071" y="164"/>
                    <a:pt x="845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6"/>
            <p:cNvSpPr/>
            <p:nvPr/>
          </p:nvSpPr>
          <p:spPr>
            <a:xfrm>
              <a:off x="1873175" y="1636500"/>
              <a:ext cx="60900" cy="31925"/>
            </a:xfrm>
            <a:custGeom>
              <a:avLst/>
              <a:gdLst/>
              <a:ahLst/>
              <a:cxnLst/>
              <a:rect l="l" t="t" r="r" b="b"/>
              <a:pathLst>
                <a:path w="2436" h="1277" extrusionOk="0">
                  <a:moveTo>
                    <a:pt x="1903" y="1"/>
                  </a:moveTo>
                  <a:cubicBezTo>
                    <a:pt x="1881" y="1"/>
                    <a:pt x="1858" y="2"/>
                    <a:pt x="1835" y="5"/>
                  </a:cubicBezTo>
                  <a:lnTo>
                    <a:pt x="501" y="205"/>
                  </a:lnTo>
                  <a:cubicBezTo>
                    <a:pt x="201" y="239"/>
                    <a:pt x="1" y="505"/>
                    <a:pt x="34" y="806"/>
                  </a:cubicBezTo>
                  <a:lnTo>
                    <a:pt x="34" y="839"/>
                  </a:lnTo>
                  <a:cubicBezTo>
                    <a:pt x="96" y="1086"/>
                    <a:pt x="329" y="1276"/>
                    <a:pt x="576" y="1276"/>
                  </a:cubicBezTo>
                  <a:cubicBezTo>
                    <a:pt x="595" y="1276"/>
                    <a:pt x="615" y="1275"/>
                    <a:pt x="634" y="1273"/>
                  </a:cubicBezTo>
                  <a:lnTo>
                    <a:pt x="2002" y="1039"/>
                  </a:lnTo>
                  <a:cubicBezTo>
                    <a:pt x="2269" y="1006"/>
                    <a:pt x="2436" y="739"/>
                    <a:pt x="2402" y="472"/>
                  </a:cubicBezTo>
                  <a:lnTo>
                    <a:pt x="2436" y="405"/>
                  </a:lnTo>
                  <a:cubicBezTo>
                    <a:pt x="2375" y="161"/>
                    <a:pt x="2146" y="1"/>
                    <a:pt x="19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6"/>
            <p:cNvSpPr/>
            <p:nvPr/>
          </p:nvSpPr>
          <p:spPr>
            <a:xfrm>
              <a:off x="2110850" y="1599825"/>
              <a:ext cx="62575" cy="31925"/>
            </a:xfrm>
            <a:custGeom>
              <a:avLst/>
              <a:gdLst/>
              <a:ahLst/>
              <a:cxnLst/>
              <a:rect l="l" t="t" r="r" b="b"/>
              <a:pathLst>
                <a:path w="2503" h="1277" extrusionOk="0">
                  <a:moveTo>
                    <a:pt x="1936" y="0"/>
                  </a:moveTo>
                  <a:cubicBezTo>
                    <a:pt x="1913" y="0"/>
                    <a:pt x="1891" y="2"/>
                    <a:pt x="1868" y="4"/>
                  </a:cubicBezTo>
                  <a:lnTo>
                    <a:pt x="501" y="204"/>
                  </a:lnTo>
                  <a:cubicBezTo>
                    <a:pt x="200" y="271"/>
                    <a:pt x="0" y="505"/>
                    <a:pt x="34" y="805"/>
                  </a:cubicBezTo>
                  <a:lnTo>
                    <a:pt x="34" y="838"/>
                  </a:lnTo>
                  <a:cubicBezTo>
                    <a:pt x="95" y="1113"/>
                    <a:pt x="324" y="1276"/>
                    <a:pt x="567" y="1276"/>
                  </a:cubicBezTo>
                  <a:cubicBezTo>
                    <a:pt x="589" y="1276"/>
                    <a:pt x="612" y="1275"/>
                    <a:pt x="634" y="1272"/>
                  </a:cubicBezTo>
                  <a:lnTo>
                    <a:pt x="2035" y="1072"/>
                  </a:lnTo>
                  <a:cubicBezTo>
                    <a:pt x="2302" y="1005"/>
                    <a:pt x="2502" y="738"/>
                    <a:pt x="2435" y="471"/>
                  </a:cubicBezTo>
                  <a:lnTo>
                    <a:pt x="2435" y="438"/>
                  </a:lnTo>
                  <a:cubicBezTo>
                    <a:pt x="2405" y="163"/>
                    <a:pt x="2179" y="0"/>
                    <a:pt x="193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6"/>
            <p:cNvSpPr/>
            <p:nvPr/>
          </p:nvSpPr>
          <p:spPr>
            <a:xfrm>
              <a:off x="1889025" y="1549225"/>
              <a:ext cx="56725" cy="45825"/>
            </a:xfrm>
            <a:custGeom>
              <a:avLst/>
              <a:gdLst/>
              <a:ahLst/>
              <a:cxnLst/>
              <a:rect l="l" t="t" r="r" b="b"/>
              <a:pathLst>
                <a:path w="2269" h="1833" extrusionOk="0">
                  <a:moveTo>
                    <a:pt x="585" y="1"/>
                  </a:moveTo>
                  <a:cubicBezTo>
                    <a:pt x="426" y="1"/>
                    <a:pt x="271" y="82"/>
                    <a:pt x="167" y="227"/>
                  </a:cubicBezTo>
                  <a:cubicBezTo>
                    <a:pt x="0" y="427"/>
                    <a:pt x="34" y="761"/>
                    <a:pt x="267" y="928"/>
                  </a:cubicBezTo>
                  <a:lnTo>
                    <a:pt x="1368" y="1728"/>
                  </a:lnTo>
                  <a:cubicBezTo>
                    <a:pt x="1465" y="1798"/>
                    <a:pt x="1580" y="1832"/>
                    <a:pt x="1693" y="1832"/>
                  </a:cubicBezTo>
                  <a:cubicBezTo>
                    <a:pt x="1850" y="1832"/>
                    <a:pt x="2005" y="1764"/>
                    <a:pt x="2102" y="1628"/>
                  </a:cubicBezTo>
                  <a:lnTo>
                    <a:pt x="2102" y="1661"/>
                  </a:lnTo>
                  <a:cubicBezTo>
                    <a:pt x="2269" y="1428"/>
                    <a:pt x="2202" y="1094"/>
                    <a:pt x="1968" y="928"/>
                  </a:cubicBezTo>
                  <a:lnTo>
                    <a:pt x="868" y="94"/>
                  </a:lnTo>
                  <a:cubicBezTo>
                    <a:pt x="779" y="31"/>
                    <a:pt x="682" y="1"/>
                    <a:pt x="5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6"/>
            <p:cNvSpPr/>
            <p:nvPr/>
          </p:nvSpPr>
          <p:spPr>
            <a:xfrm>
              <a:off x="2085000" y="1692675"/>
              <a:ext cx="56725" cy="46650"/>
            </a:xfrm>
            <a:custGeom>
              <a:avLst/>
              <a:gdLst/>
              <a:ahLst/>
              <a:cxnLst/>
              <a:rect l="l" t="t" r="r" b="b"/>
              <a:pathLst>
                <a:path w="2269" h="1866" extrusionOk="0">
                  <a:moveTo>
                    <a:pt x="608" y="0"/>
                  </a:moveTo>
                  <a:cubicBezTo>
                    <a:pt x="439" y="0"/>
                    <a:pt x="271" y="81"/>
                    <a:pt x="167" y="226"/>
                  </a:cubicBezTo>
                  <a:cubicBezTo>
                    <a:pt x="0" y="460"/>
                    <a:pt x="67" y="760"/>
                    <a:pt x="300" y="927"/>
                  </a:cubicBezTo>
                  <a:lnTo>
                    <a:pt x="1401" y="1761"/>
                  </a:lnTo>
                  <a:cubicBezTo>
                    <a:pt x="1485" y="1830"/>
                    <a:pt x="1591" y="1865"/>
                    <a:pt x="1699" y="1865"/>
                  </a:cubicBezTo>
                  <a:cubicBezTo>
                    <a:pt x="1850" y="1865"/>
                    <a:pt x="2004" y="1797"/>
                    <a:pt x="2102" y="1661"/>
                  </a:cubicBezTo>
                  <a:lnTo>
                    <a:pt x="2102" y="1627"/>
                  </a:lnTo>
                  <a:cubicBezTo>
                    <a:pt x="2269" y="1394"/>
                    <a:pt x="2235" y="1094"/>
                    <a:pt x="2002" y="927"/>
                  </a:cubicBezTo>
                  <a:lnTo>
                    <a:pt x="901" y="93"/>
                  </a:lnTo>
                  <a:cubicBezTo>
                    <a:pt x="813" y="30"/>
                    <a:pt x="710" y="0"/>
                    <a:pt x="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56"/>
            <p:cNvSpPr/>
            <p:nvPr/>
          </p:nvSpPr>
          <p:spPr>
            <a:xfrm>
              <a:off x="2066650" y="1504750"/>
              <a:ext cx="49225" cy="52950"/>
            </a:xfrm>
            <a:custGeom>
              <a:avLst/>
              <a:gdLst/>
              <a:ahLst/>
              <a:cxnLst/>
              <a:rect l="l" t="t" r="r" b="b"/>
              <a:pathLst>
                <a:path w="1969" h="2118" extrusionOk="0">
                  <a:moveTo>
                    <a:pt x="1370" y="0"/>
                  </a:moveTo>
                  <a:cubicBezTo>
                    <a:pt x="1219" y="0"/>
                    <a:pt x="1065" y="69"/>
                    <a:pt x="968" y="205"/>
                  </a:cubicBezTo>
                  <a:lnTo>
                    <a:pt x="167" y="1306"/>
                  </a:lnTo>
                  <a:cubicBezTo>
                    <a:pt x="0" y="1539"/>
                    <a:pt x="34" y="1839"/>
                    <a:pt x="267" y="2039"/>
                  </a:cubicBezTo>
                  <a:cubicBezTo>
                    <a:pt x="357" y="2091"/>
                    <a:pt x="457" y="2117"/>
                    <a:pt x="555" y="2117"/>
                  </a:cubicBezTo>
                  <a:cubicBezTo>
                    <a:pt x="712" y="2117"/>
                    <a:pt x="865" y="2050"/>
                    <a:pt x="968" y="1906"/>
                  </a:cubicBezTo>
                  <a:lnTo>
                    <a:pt x="1802" y="805"/>
                  </a:lnTo>
                  <a:cubicBezTo>
                    <a:pt x="1968" y="572"/>
                    <a:pt x="1902" y="271"/>
                    <a:pt x="1668" y="105"/>
                  </a:cubicBezTo>
                  <a:cubicBezTo>
                    <a:pt x="1585" y="35"/>
                    <a:pt x="1478" y="0"/>
                    <a:pt x="13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56"/>
            <p:cNvSpPr/>
            <p:nvPr/>
          </p:nvSpPr>
          <p:spPr>
            <a:xfrm>
              <a:off x="1925725" y="1707675"/>
              <a:ext cx="49225" cy="53325"/>
            </a:xfrm>
            <a:custGeom>
              <a:avLst/>
              <a:gdLst/>
              <a:ahLst/>
              <a:cxnLst/>
              <a:rect l="l" t="t" r="r" b="b"/>
              <a:pathLst>
                <a:path w="1969" h="2133" extrusionOk="0">
                  <a:moveTo>
                    <a:pt x="1419" y="1"/>
                  </a:moveTo>
                  <a:cubicBezTo>
                    <a:pt x="1260" y="1"/>
                    <a:pt x="1105" y="82"/>
                    <a:pt x="1001" y="227"/>
                  </a:cubicBezTo>
                  <a:lnTo>
                    <a:pt x="200" y="1328"/>
                  </a:lnTo>
                  <a:cubicBezTo>
                    <a:pt x="0" y="1528"/>
                    <a:pt x="67" y="1861"/>
                    <a:pt x="300" y="2028"/>
                  </a:cubicBezTo>
                  <a:cubicBezTo>
                    <a:pt x="384" y="2098"/>
                    <a:pt x="490" y="2132"/>
                    <a:pt x="598" y="2132"/>
                  </a:cubicBezTo>
                  <a:cubicBezTo>
                    <a:pt x="749" y="2132"/>
                    <a:pt x="903" y="2064"/>
                    <a:pt x="1001" y="1928"/>
                  </a:cubicBezTo>
                  <a:lnTo>
                    <a:pt x="1801" y="827"/>
                  </a:lnTo>
                  <a:cubicBezTo>
                    <a:pt x="1968" y="594"/>
                    <a:pt x="1935" y="260"/>
                    <a:pt x="1701" y="93"/>
                  </a:cubicBezTo>
                  <a:cubicBezTo>
                    <a:pt x="1613" y="31"/>
                    <a:pt x="1515" y="1"/>
                    <a:pt x="14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56"/>
            <p:cNvSpPr/>
            <p:nvPr/>
          </p:nvSpPr>
          <p:spPr>
            <a:xfrm>
              <a:off x="1869475" y="1515700"/>
              <a:ext cx="278925" cy="235800"/>
            </a:xfrm>
            <a:custGeom>
              <a:avLst/>
              <a:gdLst/>
              <a:ahLst/>
              <a:cxnLst/>
              <a:rect l="l" t="t" r="r" b="b"/>
              <a:pathLst>
                <a:path w="11157" h="9432" extrusionOk="0">
                  <a:moveTo>
                    <a:pt x="6136" y="1564"/>
                  </a:moveTo>
                  <a:cubicBezTo>
                    <a:pt x="7676" y="1564"/>
                    <a:pt x="9013" y="2695"/>
                    <a:pt x="9255" y="4237"/>
                  </a:cubicBezTo>
                  <a:cubicBezTo>
                    <a:pt x="9576" y="6314"/>
                    <a:pt x="7936" y="7896"/>
                    <a:pt x="6142" y="7896"/>
                  </a:cubicBezTo>
                  <a:cubicBezTo>
                    <a:pt x="5516" y="7896"/>
                    <a:pt x="4872" y="7704"/>
                    <a:pt x="4285" y="7272"/>
                  </a:cubicBezTo>
                  <a:cubicBezTo>
                    <a:pt x="1983" y="5604"/>
                    <a:pt x="2884" y="2035"/>
                    <a:pt x="5652" y="1601"/>
                  </a:cubicBezTo>
                  <a:cubicBezTo>
                    <a:pt x="5815" y="1576"/>
                    <a:pt x="5977" y="1564"/>
                    <a:pt x="6136" y="1564"/>
                  </a:cubicBezTo>
                  <a:close/>
                  <a:moveTo>
                    <a:pt x="6093" y="1"/>
                  </a:moveTo>
                  <a:cubicBezTo>
                    <a:pt x="4701" y="1"/>
                    <a:pt x="3293" y="607"/>
                    <a:pt x="2317" y="1935"/>
                  </a:cubicBezTo>
                  <a:cubicBezTo>
                    <a:pt x="1" y="5096"/>
                    <a:pt x="2383" y="9432"/>
                    <a:pt x="6102" y="9432"/>
                  </a:cubicBezTo>
                  <a:cubicBezTo>
                    <a:pt x="6347" y="9432"/>
                    <a:pt x="6598" y="9413"/>
                    <a:pt x="6853" y="9374"/>
                  </a:cubicBezTo>
                  <a:cubicBezTo>
                    <a:pt x="9388" y="8940"/>
                    <a:pt x="11156" y="6572"/>
                    <a:pt x="10789" y="4003"/>
                  </a:cubicBezTo>
                  <a:cubicBezTo>
                    <a:pt x="10403" y="1481"/>
                    <a:pt x="8268" y="1"/>
                    <a:pt x="60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56"/>
            <p:cNvSpPr/>
            <p:nvPr/>
          </p:nvSpPr>
          <p:spPr>
            <a:xfrm>
              <a:off x="1978250" y="1599350"/>
              <a:ext cx="74825" cy="62700"/>
            </a:xfrm>
            <a:custGeom>
              <a:avLst/>
              <a:gdLst/>
              <a:ahLst/>
              <a:cxnLst/>
              <a:rect l="l" t="t" r="r" b="b"/>
              <a:pathLst>
                <a:path w="2993" h="2508" extrusionOk="0">
                  <a:moveTo>
                    <a:pt x="1664" y="1"/>
                  </a:moveTo>
                  <a:cubicBezTo>
                    <a:pt x="1589" y="1"/>
                    <a:pt x="1512" y="8"/>
                    <a:pt x="1435" y="23"/>
                  </a:cubicBezTo>
                  <a:cubicBezTo>
                    <a:pt x="334" y="190"/>
                    <a:pt x="1" y="1591"/>
                    <a:pt x="901" y="2258"/>
                  </a:cubicBezTo>
                  <a:cubicBezTo>
                    <a:pt x="1125" y="2430"/>
                    <a:pt x="1376" y="2507"/>
                    <a:pt x="1621" y="2507"/>
                  </a:cubicBezTo>
                  <a:cubicBezTo>
                    <a:pt x="2327" y="2507"/>
                    <a:pt x="2993" y="1874"/>
                    <a:pt x="2869" y="1057"/>
                  </a:cubicBezTo>
                  <a:cubicBezTo>
                    <a:pt x="2781" y="438"/>
                    <a:pt x="2248" y="1"/>
                    <a:pt x="16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6"/>
            <p:cNvSpPr/>
            <p:nvPr/>
          </p:nvSpPr>
          <p:spPr>
            <a:xfrm>
              <a:off x="1909025" y="2147825"/>
              <a:ext cx="167650" cy="167625"/>
            </a:xfrm>
            <a:custGeom>
              <a:avLst/>
              <a:gdLst/>
              <a:ahLst/>
              <a:cxnLst/>
              <a:rect l="l" t="t" r="r" b="b"/>
              <a:pathLst>
                <a:path w="6706" h="6705" extrusionOk="0">
                  <a:moveTo>
                    <a:pt x="3370" y="0"/>
                  </a:moveTo>
                  <a:cubicBezTo>
                    <a:pt x="1502" y="0"/>
                    <a:pt x="1" y="1501"/>
                    <a:pt x="1" y="3336"/>
                  </a:cubicBezTo>
                  <a:cubicBezTo>
                    <a:pt x="1" y="5204"/>
                    <a:pt x="1502" y="6705"/>
                    <a:pt x="3370" y="6705"/>
                  </a:cubicBezTo>
                  <a:cubicBezTo>
                    <a:pt x="5205" y="6705"/>
                    <a:pt x="6706" y="5204"/>
                    <a:pt x="6706" y="3336"/>
                  </a:cubicBezTo>
                  <a:cubicBezTo>
                    <a:pt x="6706" y="1501"/>
                    <a:pt x="5205" y="0"/>
                    <a:pt x="33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6"/>
            <p:cNvSpPr/>
            <p:nvPr/>
          </p:nvSpPr>
          <p:spPr>
            <a:xfrm>
              <a:off x="1810625" y="2049400"/>
              <a:ext cx="364450" cy="364450"/>
            </a:xfrm>
            <a:custGeom>
              <a:avLst/>
              <a:gdLst/>
              <a:ahLst/>
              <a:cxnLst/>
              <a:rect l="l" t="t" r="r" b="b"/>
              <a:pathLst>
                <a:path w="14578" h="14578" fill="none" extrusionOk="0">
                  <a:moveTo>
                    <a:pt x="14578" y="7273"/>
                  </a:moveTo>
                  <a:cubicBezTo>
                    <a:pt x="14578" y="11309"/>
                    <a:pt x="11309" y="14578"/>
                    <a:pt x="7306" y="14578"/>
                  </a:cubicBezTo>
                  <a:cubicBezTo>
                    <a:pt x="3270" y="14578"/>
                    <a:pt x="1" y="11309"/>
                    <a:pt x="1" y="7273"/>
                  </a:cubicBezTo>
                  <a:cubicBezTo>
                    <a:pt x="1" y="3270"/>
                    <a:pt x="3270" y="1"/>
                    <a:pt x="7306" y="1"/>
                  </a:cubicBezTo>
                  <a:cubicBezTo>
                    <a:pt x="11309" y="1"/>
                    <a:pt x="14578" y="3270"/>
                    <a:pt x="14578" y="7273"/>
                  </a:cubicBezTo>
                  <a:close/>
                </a:path>
              </a:pathLst>
            </a:custGeom>
            <a:solidFill>
              <a:schemeClr val="accent1"/>
            </a:solidFill>
            <a:ln w="38350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280603C-0EB0-FD75-9500-823C081DBAAF}"/>
              </a:ext>
            </a:extLst>
          </p:cNvPr>
          <p:cNvSpPr txBox="1"/>
          <p:nvPr/>
        </p:nvSpPr>
        <p:spPr>
          <a:xfrm>
            <a:off x="4734539" y="497797"/>
            <a:ext cx="4586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3200" b="0" i="0" u="none" strike="noStrike" kern="0" cap="none" spc="0" normalizeH="0" baseline="0" noProof="0" dirty="0">
                <a:ln>
                  <a:noFill/>
                </a:ln>
                <a:solidFill>
                  <a:srgbClr val="1B15B4"/>
                </a:solidFill>
                <a:effectLst/>
                <a:uLnTx/>
                <a:uFillTx/>
                <a:latin typeface="Unbounded"/>
                <a:sym typeface="Unbounded"/>
              </a:rPr>
              <a:t>CRM</a:t>
            </a:r>
            <a:r>
              <a:rPr lang="en" sz="3200" dirty="0">
                <a:solidFill>
                  <a:srgbClr val="1B15B4"/>
                </a:solidFill>
                <a:latin typeface="Unbounded"/>
                <a:sym typeface="Unbounded"/>
              </a:rPr>
              <a:t> - Contacts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ECE6831-E18D-30CC-C7B0-EF65F652A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875" y="1440196"/>
            <a:ext cx="7611163" cy="20089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24808E-0A37-3FFF-3C40-76C516C1E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242" y="775855"/>
            <a:ext cx="2613644" cy="4117146"/>
          </a:xfrm>
          <a:prstGeom prst="rect">
            <a:avLst/>
          </a:prstGeom>
        </p:spPr>
      </p:pic>
      <p:sp>
        <p:nvSpPr>
          <p:cNvPr id="12" name="Google Shape;1245;p60">
            <a:extLst>
              <a:ext uri="{FF2B5EF4-FFF2-40B4-BE49-F238E27FC236}">
                <a16:creationId xmlns:a16="http://schemas.microsoft.com/office/drawing/2014/main" id="{01ED9116-4DF4-A37A-F7C1-5FE62CADA722}"/>
              </a:ext>
            </a:extLst>
          </p:cNvPr>
          <p:cNvSpPr txBox="1">
            <a:spLocks/>
          </p:cNvSpPr>
          <p:nvPr/>
        </p:nvSpPr>
        <p:spPr>
          <a:xfrm flipH="1">
            <a:off x="721467" y="1475651"/>
            <a:ext cx="3635146" cy="12538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900" dirty="0">
                <a:solidFill>
                  <a:schemeClr val="accent2">
                    <a:lumMod val="1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https://245115863.hubspotpreview-na2.com/_hcms/preview/content/314945099501?portalId=245115863&amp;_preview=true&amp;cacheBust=1771328703897&amp;preview_key=jBBtNnRQ&amp;hsPreviewerApp=email</a:t>
            </a:r>
            <a:r>
              <a:rPr lang="en-US" sz="900" dirty="0">
                <a:solidFill>
                  <a:schemeClr val="accent2">
                    <a:lumMod val="10000"/>
                  </a:schemeClr>
                </a:solidFill>
              </a:rPr>
              <a:t> </a:t>
            </a:r>
          </a:p>
        </p:txBody>
      </p:sp>
      <p:sp>
        <p:nvSpPr>
          <p:cNvPr id="13" name="Google Shape;1245;p60">
            <a:extLst>
              <a:ext uri="{FF2B5EF4-FFF2-40B4-BE49-F238E27FC236}">
                <a16:creationId xmlns:a16="http://schemas.microsoft.com/office/drawing/2014/main" id="{84BBFAA1-8A20-36A1-CECB-E26F96178ED8}"/>
              </a:ext>
            </a:extLst>
          </p:cNvPr>
          <p:cNvSpPr txBox="1">
            <a:spLocks/>
          </p:cNvSpPr>
          <p:nvPr/>
        </p:nvSpPr>
        <p:spPr>
          <a:xfrm flipH="1">
            <a:off x="722109" y="1166107"/>
            <a:ext cx="35457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</a:pP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Email link: </a:t>
            </a:r>
          </a:p>
        </p:txBody>
      </p:sp>
      <p:grpSp>
        <p:nvGrpSpPr>
          <p:cNvPr id="19" name="Google Shape;1097;p56">
            <a:extLst>
              <a:ext uri="{FF2B5EF4-FFF2-40B4-BE49-F238E27FC236}">
                <a16:creationId xmlns:a16="http://schemas.microsoft.com/office/drawing/2014/main" id="{B8DB0F05-F9DC-05BF-1491-36776AFC7E82}"/>
              </a:ext>
            </a:extLst>
          </p:cNvPr>
          <p:cNvGrpSpPr/>
          <p:nvPr/>
        </p:nvGrpSpPr>
        <p:grpSpPr>
          <a:xfrm rot="2700000" flipH="1">
            <a:off x="1950409" y="2635744"/>
            <a:ext cx="2643087" cy="3192568"/>
            <a:chOff x="7215206" y="794562"/>
            <a:chExt cx="1700277" cy="2035606"/>
          </a:xfrm>
          <a:solidFill>
            <a:srgbClr val="92D050"/>
          </a:solidFill>
        </p:grpSpPr>
        <p:sp>
          <p:nvSpPr>
            <p:cNvPr id="20" name="Google Shape;1098;p56">
              <a:extLst>
                <a:ext uri="{FF2B5EF4-FFF2-40B4-BE49-F238E27FC236}">
                  <a16:creationId xmlns:a16="http://schemas.microsoft.com/office/drawing/2014/main" id="{2DDC15C9-B705-99A4-25AE-FA82BD0C3BB3}"/>
                </a:ext>
              </a:extLst>
            </p:cNvPr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99;p56">
              <a:extLst>
                <a:ext uri="{FF2B5EF4-FFF2-40B4-BE49-F238E27FC236}">
                  <a16:creationId xmlns:a16="http://schemas.microsoft.com/office/drawing/2014/main" id="{74F4D9A1-DBF1-16C1-8F09-54FC66C999B9}"/>
                </a:ext>
              </a:extLst>
            </p:cNvPr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00;p56">
              <a:extLst>
                <a:ext uri="{FF2B5EF4-FFF2-40B4-BE49-F238E27FC236}">
                  <a16:creationId xmlns:a16="http://schemas.microsoft.com/office/drawing/2014/main" id="{A3BB1E9C-ED60-A257-2A54-CC8D23F99F9E}"/>
                </a:ext>
              </a:extLst>
            </p:cNvPr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E014A1D-8204-F3CE-D825-F082CE2B8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817" y="2655346"/>
            <a:ext cx="3013648" cy="2997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C0433B-442C-62F9-9E9F-2BE22C754444}"/>
              </a:ext>
            </a:extLst>
          </p:cNvPr>
          <p:cNvSpPr txBox="1"/>
          <p:nvPr/>
        </p:nvSpPr>
        <p:spPr>
          <a:xfrm>
            <a:off x="564573" y="243598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solidFill>
                  <a:schemeClr val="tx2">
                    <a:lumMod val="50000"/>
                  </a:schemeClr>
                </a:solidFill>
              </a:rPr>
              <a:t>EMAIL MARKETING </a:t>
            </a:r>
            <a:r>
              <a:rPr lang="en" sz="2000" dirty="0">
                <a:solidFill>
                  <a:schemeClr val="tx2">
                    <a:lumMod val="50000"/>
                  </a:schemeClr>
                </a:solidFill>
              </a:rPr>
              <a:t>– NEW PRODUCT LAUNCH</a:t>
            </a:r>
            <a:endParaRPr lang="en-IN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CC6C28D4-7B1A-03A7-DB0B-DE87E438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8FF455-C866-C18D-FD0C-B2F73F5B3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680" y="775855"/>
            <a:ext cx="2613643" cy="4123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691F4D-7355-9B89-3367-5E19D92DE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676" y="765770"/>
            <a:ext cx="2615411" cy="4133446"/>
          </a:xfrm>
          <a:prstGeom prst="rect">
            <a:avLst/>
          </a:prstGeom>
        </p:spPr>
      </p:pic>
      <p:grpSp>
        <p:nvGrpSpPr>
          <p:cNvPr id="3" name="Google Shape;1097;p56">
            <a:extLst>
              <a:ext uri="{FF2B5EF4-FFF2-40B4-BE49-F238E27FC236}">
                <a16:creationId xmlns:a16="http://schemas.microsoft.com/office/drawing/2014/main" id="{E5E96DAF-542B-8C0E-F250-2AC22C73D7FE}"/>
              </a:ext>
            </a:extLst>
          </p:cNvPr>
          <p:cNvGrpSpPr/>
          <p:nvPr/>
        </p:nvGrpSpPr>
        <p:grpSpPr>
          <a:xfrm rot="2700000" flipH="1">
            <a:off x="7949427" y="2559543"/>
            <a:ext cx="2643087" cy="3192568"/>
            <a:chOff x="7215206" y="794562"/>
            <a:chExt cx="1700277" cy="2035606"/>
          </a:xfrm>
        </p:grpSpPr>
        <p:sp>
          <p:nvSpPr>
            <p:cNvPr id="4" name="Google Shape;1098;p56">
              <a:extLst>
                <a:ext uri="{FF2B5EF4-FFF2-40B4-BE49-F238E27FC236}">
                  <a16:creationId xmlns:a16="http://schemas.microsoft.com/office/drawing/2014/main" id="{C4BB8EA6-C495-3B15-D99A-839E4BD5FA7F}"/>
                </a:ext>
              </a:extLst>
            </p:cNvPr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99;p56">
              <a:extLst>
                <a:ext uri="{FF2B5EF4-FFF2-40B4-BE49-F238E27FC236}">
                  <a16:creationId xmlns:a16="http://schemas.microsoft.com/office/drawing/2014/main" id="{12B3C772-AA37-D597-8E25-EF77C48DFE3C}"/>
                </a:ext>
              </a:extLst>
            </p:cNvPr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100;p56">
              <a:extLst>
                <a:ext uri="{FF2B5EF4-FFF2-40B4-BE49-F238E27FC236}">
                  <a16:creationId xmlns:a16="http://schemas.microsoft.com/office/drawing/2014/main" id="{1399570C-BE2D-C22B-D153-00DF5F73018C}"/>
                </a:ext>
              </a:extLst>
            </p:cNvPr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27F237A-CED3-6ACE-F280-D33C0F0EBD24}"/>
              </a:ext>
            </a:extLst>
          </p:cNvPr>
          <p:cNvSpPr txBox="1"/>
          <p:nvPr/>
        </p:nvSpPr>
        <p:spPr>
          <a:xfrm>
            <a:off x="564573" y="243598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solidFill>
                  <a:schemeClr val="tx2">
                    <a:lumMod val="50000"/>
                  </a:schemeClr>
                </a:solidFill>
              </a:rPr>
              <a:t>EMAIL MARKETING </a:t>
            </a:r>
            <a:r>
              <a:rPr lang="en" sz="2000" dirty="0">
                <a:solidFill>
                  <a:schemeClr val="tx2">
                    <a:lumMod val="50000"/>
                  </a:schemeClr>
                </a:solidFill>
              </a:rPr>
              <a:t>– NEW PRODUCT LAUNCH</a:t>
            </a:r>
            <a:endParaRPr lang="en-IN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34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70EB59CA-2F1B-CFE9-864F-7270324F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FB9F4A-FCC6-5453-C7FA-CF10E9F8CF1D}"/>
              </a:ext>
            </a:extLst>
          </p:cNvPr>
          <p:cNvSpPr txBox="1"/>
          <p:nvPr/>
        </p:nvSpPr>
        <p:spPr>
          <a:xfrm>
            <a:off x="2203512" y="585004"/>
            <a:ext cx="60244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>
                <a:solidFill>
                  <a:schemeClr val="accent2">
                    <a:lumMod val="1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https://245115863.hs-sites-na2.com/ecotrends-landing-page?hs_preview=YxeVEuZO-315616190189&amp;</a:t>
            </a:r>
            <a:r>
              <a:rPr lang="en-IN" sz="900" dirty="0">
                <a:solidFill>
                  <a:schemeClr val="accent2">
                    <a:lumMod val="10000"/>
                  </a:schemeClr>
                </a:solidFill>
              </a:rPr>
              <a:t> </a:t>
            </a:r>
          </a:p>
        </p:txBody>
      </p:sp>
      <p:sp>
        <p:nvSpPr>
          <p:cNvPr id="4" name="Google Shape;1245;p60">
            <a:extLst>
              <a:ext uri="{FF2B5EF4-FFF2-40B4-BE49-F238E27FC236}">
                <a16:creationId xmlns:a16="http://schemas.microsoft.com/office/drawing/2014/main" id="{DA562AB7-93B6-5749-C538-8AC098C0BB80}"/>
              </a:ext>
            </a:extLst>
          </p:cNvPr>
          <p:cNvSpPr txBox="1">
            <a:spLocks/>
          </p:cNvSpPr>
          <p:nvPr/>
        </p:nvSpPr>
        <p:spPr>
          <a:xfrm flipH="1">
            <a:off x="1443495" y="501278"/>
            <a:ext cx="35457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1200"/>
              </a:spcAft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</a:rPr>
              <a:t>Page Link: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FBC00-B3A1-52FB-EE2E-F671E67ED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55" y="977748"/>
            <a:ext cx="7488382" cy="41657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4176F0-1606-97EB-032B-7E7C022B8DE2}"/>
              </a:ext>
            </a:extLst>
          </p:cNvPr>
          <p:cNvSpPr txBox="1"/>
          <p:nvPr/>
        </p:nvSpPr>
        <p:spPr>
          <a:xfrm>
            <a:off x="564573" y="223037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solidFill>
                  <a:schemeClr val="tx2">
                    <a:lumMod val="50000"/>
                  </a:schemeClr>
                </a:solidFill>
              </a:rPr>
              <a:t>LANDING PAGE </a:t>
            </a:r>
            <a:r>
              <a:rPr lang="en" sz="2000" dirty="0">
                <a:solidFill>
                  <a:schemeClr val="tx2">
                    <a:lumMod val="50000"/>
                  </a:schemeClr>
                </a:solidFill>
              </a:rPr>
              <a:t>– FOR CONVERSIONS</a:t>
            </a:r>
            <a:endParaRPr lang="en-IN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31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337A02C9-FB81-BFA7-5B5C-A6D098BE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C717DD-A902-ECE3-0ABF-A05B30BA9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014" y="742856"/>
            <a:ext cx="6283931" cy="4400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64B5C-4565-1F4F-2F57-95C919CCC5ED}"/>
              </a:ext>
            </a:extLst>
          </p:cNvPr>
          <p:cNvSpPr txBox="1"/>
          <p:nvPr/>
        </p:nvSpPr>
        <p:spPr>
          <a:xfrm>
            <a:off x="564573" y="223037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solidFill>
                  <a:schemeClr val="tx2">
                    <a:lumMod val="50000"/>
                  </a:schemeClr>
                </a:solidFill>
              </a:rPr>
              <a:t>LANDING PAGE </a:t>
            </a:r>
            <a:r>
              <a:rPr lang="en" sz="2000" dirty="0">
                <a:solidFill>
                  <a:schemeClr val="tx2">
                    <a:lumMod val="50000"/>
                  </a:schemeClr>
                </a:solidFill>
              </a:rPr>
              <a:t>– FOR CONVERSIONS</a:t>
            </a:r>
            <a:endParaRPr lang="en-IN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09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F69D2A12-DA74-0A76-0FD5-D3D121D2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FF8BF9-F8E4-09A4-BC3A-840E80A6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990" y="635355"/>
            <a:ext cx="5344019" cy="4508145"/>
          </a:xfrm>
          <a:prstGeom prst="rect">
            <a:avLst/>
          </a:prstGeom>
        </p:spPr>
      </p:pic>
      <p:cxnSp>
        <p:nvCxnSpPr>
          <p:cNvPr id="4" name="Google Shape;823;p45">
            <a:extLst>
              <a:ext uri="{FF2B5EF4-FFF2-40B4-BE49-F238E27FC236}">
                <a16:creationId xmlns:a16="http://schemas.microsoft.com/office/drawing/2014/main" id="{B42D56E3-DED0-8906-F0F1-0C4D5041299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426036" y="1253834"/>
            <a:ext cx="1717964" cy="1586348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tx2">
                <a:lumMod val="50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9AC5C8-9055-5B13-B204-2541252DAC61}"/>
              </a:ext>
            </a:extLst>
          </p:cNvPr>
          <p:cNvSpPr txBox="1"/>
          <p:nvPr/>
        </p:nvSpPr>
        <p:spPr>
          <a:xfrm>
            <a:off x="564573" y="223037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solidFill>
                  <a:schemeClr val="tx2">
                    <a:lumMod val="50000"/>
                  </a:schemeClr>
                </a:solidFill>
              </a:rPr>
              <a:t>LANDING PAGE </a:t>
            </a:r>
            <a:r>
              <a:rPr lang="en" sz="2000" dirty="0">
                <a:solidFill>
                  <a:schemeClr val="tx2">
                    <a:lumMod val="50000"/>
                  </a:schemeClr>
                </a:solidFill>
              </a:rPr>
              <a:t>– FOR CONVERSIONS</a:t>
            </a:r>
            <a:endParaRPr lang="en-IN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420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8">
          <a:extLst>
            <a:ext uri="{FF2B5EF4-FFF2-40B4-BE49-F238E27FC236}">
              <a16:creationId xmlns:a16="http://schemas.microsoft.com/office/drawing/2014/main" id="{50A60D75-E252-8172-0973-B6BE2899B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08BE86-DF89-0F4C-C3EB-EEF19DCF7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50" y="1323109"/>
            <a:ext cx="6645700" cy="3218448"/>
          </a:xfrm>
          <a:prstGeom prst="rect">
            <a:avLst/>
          </a:prstGeom>
        </p:spPr>
      </p:pic>
      <p:cxnSp>
        <p:nvCxnSpPr>
          <p:cNvPr id="5" name="Google Shape;823;p45">
            <a:extLst>
              <a:ext uri="{FF2B5EF4-FFF2-40B4-BE49-F238E27FC236}">
                <a16:creationId xmlns:a16="http://schemas.microsoft.com/office/drawing/2014/main" id="{5842CB7B-B8EE-CCC6-DF68-C429CDFD2B62}"/>
              </a:ext>
            </a:extLst>
          </p:cNvPr>
          <p:cNvCxnSpPr>
            <a:cxnSpLocks/>
          </p:cNvCxnSpPr>
          <p:nvPr/>
        </p:nvCxnSpPr>
        <p:spPr>
          <a:xfrm>
            <a:off x="124691" y="2369127"/>
            <a:ext cx="1004454" cy="563206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tx2">
                <a:lumMod val="50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73F8678-4123-759B-4DE8-9532A6F4D579}"/>
              </a:ext>
            </a:extLst>
          </p:cNvPr>
          <p:cNvSpPr txBox="1"/>
          <p:nvPr/>
        </p:nvSpPr>
        <p:spPr>
          <a:xfrm>
            <a:off x="564573" y="223037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000" b="1" dirty="0">
                <a:solidFill>
                  <a:schemeClr val="tx2">
                    <a:lumMod val="50000"/>
                  </a:schemeClr>
                </a:solidFill>
              </a:rPr>
              <a:t>LANDING PAGE </a:t>
            </a:r>
            <a:r>
              <a:rPr lang="en" sz="2000" dirty="0">
                <a:solidFill>
                  <a:schemeClr val="tx2">
                    <a:lumMod val="50000"/>
                  </a:schemeClr>
                </a:solidFill>
              </a:rPr>
              <a:t>– FOR CONVERSIONS</a:t>
            </a:r>
            <a:endParaRPr lang="en-IN" sz="20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890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60"/>
          <p:cNvSpPr txBox="1">
            <a:spLocks noGrp="1"/>
          </p:cNvSpPr>
          <p:nvPr>
            <p:ph type="title"/>
          </p:nvPr>
        </p:nvSpPr>
        <p:spPr>
          <a:xfrm flipH="1">
            <a:off x="4809200" y="1092444"/>
            <a:ext cx="3545700" cy="11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tx2">
                    <a:lumMod val="50000"/>
                  </a:schemeClr>
                </a:solidFill>
              </a:rPr>
              <a:t>F</a:t>
            </a:r>
            <a:r>
              <a:rPr lang="en" sz="1600" dirty="0">
                <a:solidFill>
                  <a:schemeClr val="tx2">
                    <a:lumMod val="50000"/>
                  </a:schemeClr>
                </a:solidFill>
              </a:rPr>
              <a:t>orm link: </a:t>
            </a:r>
            <a:endParaRPr sz="16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45" name="Google Shape;1245;p60"/>
          <p:cNvSpPr txBox="1">
            <a:spLocks noGrp="1"/>
          </p:cNvSpPr>
          <p:nvPr>
            <p:ph type="subTitle" idx="1"/>
          </p:nvPr>
        </p:nvSpPr>
        <p:spPr>
          <a:xfrm flipH="1">
            <a:off x="4809199" y="2109135"/>
            <a:ext cx="4139536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200"/>
              </a:spcAft>
            </a:pPr>
            <a:r>
              <a:rPr lang="en-IN" sz="1000" dirty="0">
                <a:solidFill>
                  <a:schemeClr val="accent2">
                    <a:lumMod val="1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https://share-na2.hsforms.com/2IcgZAUaoQAWj4Wc8edd0zw41xolz</a:t>
            </a:r>
            <a:r>
              <a:rPr lang="en-IN" sz="1000" dirty="0">
                <a:solidFill>
                  <a:schemeClr val="accent2">
                    <a:lumMod val="10000"/>
                  </a:schemeClr>
                </a:solidFill>
              </a:rPr>
              <a:t> </a:t>
            </a:r>
            <a:endParaRPr sz="1000" dirty="0">
              <a:solidFill>
                <a:schemeClr val="accent2">
                  <a:lumMod val="10000"/>
                </a:schemeClr>
              </a:solidFill>
            </a:endParaRPr>
          </a:p>
        </p:txBody>
      </p:sp>
      <p:grpSp>
        <p:nvGrpSpPr>
          <p:cNvPr id="1247" name="Google Shape;1247;p60"/>
          <p:cNvGrpSpPr/>
          <p:nvPr/>
        </p:nvGrpSpPr>
        <p:grpSpPr>
          <a:xfrm rot="-1265017">
            <a:off x="6201972" y="4145564"/>
            <a:ext cx="1363904" cy="1027421"/>
            <a:chOff x="6326187" y="535685"/>
            <a:chExt cx="961468" cy="724268"/>
          </a:xfrm>
        </p:grpSpPr>
        <p:sp>
          <p:nvSpPr>
            <p:cNvPr id="1248" name="Google Shape;1248;p60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60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60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60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2" name="Google Shape;1252;p60"/>
          <p:cNvGrpSpPr/>
          <p:nvPr/>
        </p:nvGrpSpPr>
        <p:grpSpPr>
          <a:xfrm rot="-2307396">
            <a:off x="7973602" y="3305710"/>
            <a:ext cx="2642870" cy="3192486"/>
            <a:chOff x="7215206" y="794562"/>
            <a:chExt cx="1700277" cy="2035606"/>
          </a:xfrm>
          <a:solidFill>
            <a:schemeClr val="tx2">
              <a:lumMod val="50000"/>
            </a:schemeClr>
          </a:solidFill>
        </p:grpSpPr>
        <p:sp>
          <p:nvSpPr>
            <p:cNvPr id="1253" name="Google Shape;1253;p60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60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60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grpFill/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60"/>
          <p:cNvGrpSpPr/>
          <p:nvPr/>
        </p:nvGrpSpPr>
        <p:grpSpPr>
          <a:xfrm rot="-7686291">
            <a:off x="-408178" y="-1285405"/>
            <a:ext cx="2642844" cy="3192615"/>
            <a:chOff x="7215206" y="794562"/>
            <a:chExt cx="1700277" cy="2035606"/>
          </a:xfrm>
        </p:grpSpPr>
        <p:sp>
          <p:nvSpPr>
            <p:cNvPr id="1257" name="Google Shape;1257;p60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60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60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tx2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0" name="Google Shape;1260;p60"/>
          <p:cNvGrpSpPr/>
          <p:nvPr/>
        </p:nvGrpSpPr>
        <p:grpSpPr>
          <a:xfrm>
            <a:off x="7640598" y="106789"/>
            <a:ext cx="1417518" cy="1341188"/>
            <a:chOff x="4648677" y="3420173"/>
            <a:chExt cx="1171212" cy="1108145"/>
          </a:xfrm>
        </p:grpSpPr>
        <p:sp>
          <p:nvSpPr>
            <p:cNvPr id="1261" name="Google Shape;1261;p60"/>
            <p:cNvSpPr/>
            <p:nvPr/>
          </p:nvSpPr>
          <p:spPr>
            <a:xfrm rot="-1640024">
              <a:off x="4836772" y="3568659"/>
              <a:ext cx="844000" cy="811173"/>
            </a:xfrm>
            <a:custGeom>
              <a:avLst/>
              <a:gdLst/>
              <a:ahLst/>
              <a:cxnLst/>
              <a:rect l="l" t="t" r="r" b="b"/>
              <a:pathLst>
                <a:path w="33758" h="32445" extrusionOk="0">
                  <a:moveTo>
                    <a:pt x="17428" y="0"/>
                  </a:moveTo>
                  <a:cubicBezTo>
                    <a:pt x="13590" y="0"/>
                    <a:pt x="9796" y="1363"/>
                    <a:pt x="6772" y="3991"/>
                  </a:cubicBezTo>
                  <a:cubicBezTo>
                    <a:pt x="1968" y="8161"/>
                    <a:pt x="0" y="14766"/>
                    <a:pt x="1801" y="20870"/>
                  </a:cubicBezTo>
                  <a:cubicBezTo>
                    <a:pt x="3569" y="27008"/>
                    <a:pt x="8773" y="31511"/>
                    <a:pt x="15077" y="32445"/>
                  </a:cubicBezTo>
                  <a:lnTo>
                    <a:pt x="19848" y="32445"/>
                  </a:lnTo>
                  <a:cubicBezTo>
                    <a:pt x="27820" y="31277"/>
                    <a:pt x="33757" y="24406"/>
                    <a:pt x="33757" y="16300"/>
                  </a:cubicBezTo>
                  <a:cubicBezTo>
                    <a:pt x="33757" y="9929"/>
                    <a:pt x="30021" y="4125"/>
                    <a:pt x="24217" y="1489"/>
                  </a:cubicBezTo>
                  <a:cubicBezTo>
                    <a:pt x="22043" y="490"/>
                    <a:pt x="19727" y="0"/>
                    <a:pt x="17428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" name="Google Shape;1262;p60"/>
            <p:cNvSpPr/>
            <p:nvPr/>
          </p:nvSpPr>
          <p:spPr>
            <a:xfrm>
              <a:off x="5209725" y="4379400"/>
              <a:ext cx="119275" cy="4425"/>
            </a:xfrm>
            <a:custGeom>
              <a:avLst/>
              <a:gdLst/>
              <a:ahLst/>
              <a:cxnLst/>
              <a:rect l="l" t="t" r="r" b="b"/>
              <a:pathLst>
                <a:path w="4771" h="177" extrusionOk="0">
                  <a:moveTo>
                    <a:pt x="0" y="1"/>
                  </a:moveTo>
                  <a:cubicBezTo>
                    <a:pt x="801" y="118"/>
                    <a:pt x="1593" y="176"/>
                    <a:pt x="2386" y="176"/>
                  </a:cubicBezTo>
                  <a:cubicBezTo>
                    <a:pt x="3178" y="176"/>
                    <a:pt x="3970" y="118"/>
                    <a:pt x="4771" y="1"/>
                  </a:cubicBezTo>
                  <a:close/>
                </a:path>
              </a:pathLst>
            </a:custGeom>
            <a:solidFill>
              <a:srgbClr val="B8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60"/>
            <p:cNvSpPr/>
            <p:nvPr/>
          </p:nvSpPr>
          <p:spPr>
            <a:xfrm>
              <a:off x="5005400" y="4125575"/>
              <a:ext cx="542925" cy="253850"/>
            </a:xfrm>
            <a:custGeom>
              <a:avLst/>
              <a:gdLst/>
              <a:ahLst/>
              <a:cxnLst/>
              <a:rect l="l" t="t" r="r" b="b"/>
              <a:pathLst>
                <a:path w="21717" h="10154" extrusionOk="0">
                  <a:moveTo>
                    <a:pt x="11054" y="0"/>
                  </a:moveTo>
                  <a:cubicBezTo>
                    <a:pt x="6726" y="0"/>
                    <a:pt x="2402" y="2180"/>
                    <a:pt x="1" y="6485"/>
                  </a:cubicBezTo>
                  <a:cubicBezTo>
                    <a:pt x="2336" y="8453"/>
                    <a:pt x="5171" y="9720"/>
                    <a:pt x="8173" y="10154"/>
                  </a:cubicBezTo>
                  <a:lnTo>
                    <a:pt x="12944" y="10154"/>
                  </a:lnTo>
                  <a:cubicBezTo>
                    <a:pt x="16213" y="9687"/>
                    <a:pt x="19281" y="8186"/>
                    <a:pt x="21716" y="5884"/>
                  </a:cubicBezTo>
                  <a:cubicBezTo>
                    <a:pt x="19237" y="1946"/>
                    <a:pt x="15143" y="0"/>
                    <a:pt x="11054" y="0"/>
                  </a:cubicBezTo>
                  <a:close/>
                </a:path>
              </a:pathLst>
            </a:custGeom>
            <a:solidFill>
              <a:schemeClr val="accent6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60"/>
            <p:cNvSpPr/>
            <p:nvPr/>
          </p:nvSpPr>
          <p:spPr>
            <a:xfrm>
              <a:off x="5130500" y="3800675"/>
              <a:ext cx="276050" cy="276050"/>
            </a:xfrm>
            <a:custGeom>
              <a:avLst/>
              <a:gdLst/>
              <a:ahLst/>
              <a:cxnLst/>
              <a:rect l="l" t="t" r="r" b="b"/>
              <a:pathLst>
                <a:path w="11042" h="11042" extrusionOk="0">
                  <a:moveTo>
                    <a:pt x="5538" y="0"/>
                  </a:moveTo>
                  <a:cubicBezTo>
                    <a:pt x="2502" y="0"/>
                    <a:pt x="1" y="2468"/>
                    <a:pt x="1" y="5537"/>
                  </a:cubicBezTo>
                  <a:cubicBezTo>
                    <a:pt x="1" y="8573"/>
                    <a:pt x="2502" y="11041"/>
                    <a:pt x="5538" y="11041"/>
                  </a:cubicBezTo>
                  <a:cubicBezTo>
                    <a:pt x="8573" y="11041"/>
                    <a:pt x="11042" y="8573"/>
                    <a:pt x="11042" y="5537"/>
                  </a:cubicBezTo>
                  <a:cubicBezTo>
                    <a:pt x="11042" y="2468"/>
                    <a:pt x="8573" y="0"/>
                    <a:pt x="5538" y="0"/>
                  </a:cubicBezTo>
                  <a:close/>
                </a:path>
              </a:pathLst>
            </a:custGeom>
            <a:solidFill>
              <a:schemeClr val="accent6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" name="Google Shape;1265;p60"/>
            <p:cNvSpPr/>
            <p:nvPr/>
          </p:nvSpPr>
          <p:spPr>
            <a:xfrm>
              <a:off x="5100475" y="3997225"/>
              <a:ext cx="361950" cy="221725"/>
            </a:xfrm>
            <a:custGeom>
              <a:avLst/>
              <a:gdLst/>
              <a:ahLst/>
              <a:cxnLst/>
              <a:rect l="l" t="t" r="r" b="b"/>
              <a:pathLst>
                <a:path w="14478" h="8869" extrusionOk="0">
                  <a:moveTo>
                    <a:pt x="8013" y="0"/>
                  </a:moveTo>
                  <a:cubicBezTo>
                    <a:pt x="7937" y="0"/>
                    <a:pt x="7861" y="34"/>
                    <a:pt x="7806" y="110"/>
                  </a:cubicBezTo>
                  <a:lnTo>
                    <a:pt x="5705" y="177"/>
                  </a:lnTo>
                  <a:cubicBezTo>
                    <a:pt x="5705" y="177"/>
                    <a:pt x="6739" y="3179"/>
                    <a:pt x="1" y="7416"/>
                  </a:cubicBezTo>
                  <a:cubicBezTo>
                    <a:pt x="1" y="7416"/>
                    <a:pt x="3040" y="8869"/>
                    <a:pt x="7329" y="8869"/>
                  </a:cubicBezTo>
                  <a:cubicBezTo>
                    <a:pt x="9474" y="8869"/>
                    <a:pt x="11931" y="8505"/>
                    <a:pt x="14478" y="7416"/>
                  </a:cubicBezTo>
                  <a:cubicBezTo>
                    <a:pt x="14478" y="7416"/>
                    <a:pt x="7573" y="4580"/>
                    <a:pt x="8307" y="344"/>
                  </a:cubicBezTo>
                  <a:cubicBezTo>
                    <a:pt x="8329" y="142"/>
                    <a:pt x="8170" y="0"/>
                    <a:pt x="8013" y="0"/>
                  </a:cubicBezTo>
                  <a:close/>
                </a:path>
              </a:pathLst>
            </a:custGeom>
            <a:solidFill>
              <a:schemeClr val="accent6">
                <a:lumMod val="9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60"/>
            <p:cNvSpPr/>
            <p:nvPr/>
          </p:nvSpPr>
          <p:spPr>
            <a:xfrm rot="-1640024">
              <a:off x="4679491" y="4029401"/>
              <a:ext cx="326119" cy="213513"/>
            </a:xfrm>
            <a:custGeom>
              <a:avLst/>
              <a:gdLst/>
              <a:ahLst/>
              <a:cxnLst/>
              <a:rect l="l" t="t" r="r" b="b"/>
              <a:pathLst>
                <a:path w="13044" h="8540" extrusionOk="0">
                  <a:moveTo>
                    <a:pt x="13043" y="0"/>
                  </a:moveTo>
                  <a:lnTo>
                    <a:pt x="1" y="667"/>
                  </a:lnTo>
                  <a:lnTo>
                    <a:pt x="11943" y="8540"/>
                  </a:lnTo>
                  <a:lnTo>
                    <a:pt x="13043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44DC04E-DADC-3631-FA90-046321198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06" y="3682305"/>
            <a:ext cx="3384065" cy="1055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B7480A-A279-94E4-0A34-781F4F380B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97" y="714727"/>
            <a:ext cx="3381274" cy="29895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1D9477-67A6-7134-75FE-B96B2D714ABA}"/>
              </a:ext>
            </a:extLst>
          </p:cNvPr>
          <p:cNvSpPr txBox="1"/>
          <p:nvPr/>
        </p:nvSpPr>
        <p:spPr>
          <a:xfrm>
            <a:off x="340046" y="210041"/>
            <a:ext cx="801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50000"/>
                  </a:schemeClr>
                </a:solidFill>
              </a:rPr>
              <a:t>Form </a:t>
            </a:r>
            <a:r>
              <a:rPr lang="en-IN" sz="2000" dirty="0">
                <a:solidFill>
                  <a:schemeClr val="tx2">
                    <a:lumMod val="50000"/>
                  </a:schemeClr>
                </a:solidFill>
              </a:rPr>
              <a:t>– Customer Feedback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>
            <a:spLocks noGrp="1"/>
          </p:cNvSpPr>
          <p:nvPr>
            <p:ph type="title"/>
          </p:nvPr>
        </p:nvSpPr>
        <p:spPr>
          <a:xfrm>
            <a:off x="3763293" y="2938765"/>
            <a:ext cx="1594782" cy="608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By Nilesh</a:t>
            </a:r>
            <a:endParaRPr sz="2000" dirty="0"/>
          </a:p>
        </p:txBody>
      </p:sp>
      <p:sp>
        <p:nvSpPr>
          <p:cNvPr id="348" name="Google Shape;348;p34"/>
          <p:cNvSpPr txBox="1">
            <a:spLocks noGrp="1"/>
          </p:cNvSpPr>
          <p:nvPr>
            <p:ph type="title" idx="2"/>
          </p:nvPr>
        </p:nvSpPr>
        <p:spPr>
          <a:xfrm>
            <a:off x="1530732" y="1824100"/>
            <a:ext cx="6082535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tx2">
                    <a:lumMod val="50000"/>
                  </a:schemeClr>
                </a:solidFill>
              </a:rPr>
              <a:t>T</a:t>
            </a:r>
            <a:r>
              <a:rPr lang="en" dirty="0">
                <a:solidFill>
                  <a:schemeClr val="tx2">
                    <a:lumMod val="50000"/>
                  </a:schemeClr>
                </a:solidFill>
              </a:rPr>
              <a:t>hank you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grpSp>
        <p:nvGrpSpPr>
          <p:cNvPr id="350" name="Google Shape;350;p34"/>
          <p:cNvGrpSpPr/>
          <p:nvPr/>
        </p:nvGrpSpPr>
        <p:grpSpPr>
          <a:xfrm rot="1480753" flipH="1">
            <a:off x="557453" y="827536"/>
            <a:ext cx="1363955" cy="1027460"/>
            <a:chOff x="6326187" y="535685"/>
            <a:chExt cx="961468" cy="724268"/>
          </a:xfrm>
        </p:grpSpPr>
        <p:sp>
          <p:nvSpPr>
            <p:cNvPr id="351" name="Google Shape;351;p34"/>
            <p:cNvSpPr/>
            <p:nvPr/>
          </p:nvSpPr>
          <p:spPr>
            <a:xfrm flipH="1">
              <a:off x="6326187" y="535685"/>
              <a:ext cx="961468" cy="619475"/>
            </a:xfrm>
            <a:custGeom>
              <a:avLst/>
              <a:gdLst/>
              <a:ahLst/>
              <a:cxnLst/>
              <a:rect l="l" t="t" r="r" b="b"/>
              <a:pathLst>
                <a:path w="41631" h="26820" extrusionOk="0">
                  <a:moveTo>
                    <a:pt x="41630" y="1"/>
                  </a:moveTo>
                  <a:lnTo>
                    <a:pt x="0" y="16112"/>
                  </a:lnTo>
                  <a:lnTo>
                    <a:pt x="19481" y="26820"/>
                  </a:lnTo>
                  <a:lnTo>
                    <a:pt x="416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4"/>
            <p:cNvSpPr/>
            <p:nvPr/>
          </p:nvSpPr>
          <p:spPr>
            <a:xfrm flipH="1">
              <a:off x="6808457" y="779156"/>
              <a:ext cx="438366" cy="480798"/>
            </a:xfrm>
            <a:custGeom>
              <a:avLst/>
              <a:gdLst/>
              <a:ahLst/>
              <a:cxnLst/>
              <a:rect l="l" t="t" r="r" b="b"/>
              <a:pathLst>
                <a:path w="18981" h="20816" extrusionOk="0">
                  <a:moveTo>
                    <a:pt x="18981" y="1"/>
                  </a:moveTo>
                  <a:lnTo>
                    <a:pt x="0" y="13310"/>
                  </a:lnTo>
                  <a:lnTo>
                    <a:pt x="7039" y="20816"/>
                  </a:lnTo>
                  <a:lnTo>
                    <a:pt x="13477" y="14177"/>
                  </a:lnTo>
                  <a:lnTo>
                    <a:pt x="9140" y="11442"/>
                  </a:lnTo>
                  <a:lnTo>
                    <a:pt x="189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4"/>
            <p:cNvSpPr/>
            <p:nvPr/>
          </p:nvSpPr>
          <p:spPr>
            <a:xfrm flipH="1">
              <a:off x="6815385" y="784561"/>
              <a:ext cx="431438" cy="304356"/>
            </a:xfrm>
            <a:custGeom>
              <a:avLst/>
              <a:gdLst/>
              <a:ahLst/>
              <a:cxnLst/>
              <a:rect l="l" t="t" r="r" b="b"/>
              <a:pathLst>
                <a:path w="18681" h="13177" extrusionOk="0">
                  <a:moveTo>
                    <a:pt x="18680" y="0"/>
                  </a:moveTo>
                  <a:lnTo>
                    <a:pt x="0" y="13176"/>
                  </a:lnTo>
                  <a:lnTo>
                    <a:pt x="9140" y="11208"/>
                  </a:lnTo>
                  <a:lnTo>
                    <a:pt x="1868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4"/>
            <p:cNvSpPr/>
            <p:nvPr/>
          </p:nvSpPr>
          <p:spPr>
            <a:xfrm flipH="1">
              <a:off x="6915548" y="855447"/>
              <a:ext cx="346679" cy="143320"/>
            </a:xfrm>
            <a:custGeom>
              <a:avLst/>
              <a:gdLst/>
              <a:ahLst/>
              <a:cxnLst/>
              <a:rect l="l" t="t" r="r" b="b"/>
              <a:pathLst>
                <a:path w="15011" h="6205" extrusionOk="0">
                  <a:moveTo>
                    <a:pt x="15011" y="0"/>
                  </a:moveTo>
                  <a:lnTo>
                    <a:pt x="0" y="2869"/>
                  </a:lnTo>
                  <a:lnTo>
                    <a:pt x="5971" y="6204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34"/>
          <p:cNvGrpSpPr/>
          <p:nvPr/>
        </p:nvGrpSpPr>
        <p:grpSpPr>
          <a:xfrm rot="4416178">
            <a:off x="-1275370" y="1589461"/>
            <a:ext cx="2642945" cy="3192596"/>
            <a:chOff x="7215206" y="794562"/>
            <a:chExt cx="1700277" cy="2035606"/>
          </a:xfrm>
        </p:grpSpPr>
        <p:sp>
          <p:nvSpPr>
            <p:cNvPr id="356" name="Google Shape;356;p34"/>
            <p:cNvSpPr/>
            <p:nvPr/>
          </p:nvSpPr>
          <p:spPr>
            <a:xfrm flipH="1">
              <a:off x="7215206" y="1235285"/>
              <a:ext cx="10808" cy="40074"/>
            </a:xfrm>
            <a:custGeom>
              <a:avLst/>
              <a:gdLst/>
              <a:ahLst/>
              <a:cxnLst/>
              <a:rect l="l" t="t" r="r" b="b"/>
              <a:pathLst>
                <a:path w="468" h="1735" fill="none" extrusionOk="0">
                  <a:moveTo>
                    <a:pt x="467" y="0"/>
                  </a:moveTo>
                  <a:cubicBezTo>
                    <a:pt x="367" y="601"/>
                    <a:pt x="234" y="1168"/>
                    <a:pt x="0" y="1735"/>
                  </a:cubicBez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4"/>
            <p:cNvSpPr/>
            <p:nvPr/>
          </p:nvSpPr>
          <p:spPr>
            <a:xfrm flipH="1">
              <a:off x="7279156" y="794562"/>
              <a:ext cx="1636327" cy="2035606"/>
            </a:xfrm>
            <a:custGeom>
              <a:avLst/>
              <a:gdLst/>
              <a:ahLst/>
              <a:cxnLst/>
              <a:rect l="l" t="t" r="r" b="b"/>
              <a:pathLst>
                <a:path w="70852" h="88131" fill="none" extrusionOk="0">
                  <a:moveTo>
                    <a:pt x="70851" y="24051"/>
                  </a:moveTo>
                  <a:cubicBezTo>
                    <a:pt x="66015" y="28254"/>
                    <a:pt x="56274" y="28221"/>
                    <a:pt x="51438" y="26186"/>
                  </a:cubicBezTo>
                  <a:cubicBezTo>
                    <a:pt x="43499" y="22817"/>
                    <a:pt x="37161" y="9074"/>
                    <a:pt x="47001" y="3670"/>
                  </a:cubicBezTo>
                  <a:cubicBezTo>
                    <a:pt x="53639" y="1"/>
                    <a:pt x="58843" y="4504"/>
                    <a:pt x="58276" y="11576"/>
                  </a:cubicBezTo>
                  <a:cubicBezTo>
                    <a:pt x="57042" y="26520"/>
                    <a:pt x="27921" y="31290"/>
                    <a:pt x="17980" y="38362"/>
                  </a:cubicBezTo>
                  <a:cubicBezTo>
                    <a:pt x="5838" y="47001"/>
                    <a:pt x="1" y="64947"/>
                    <a:pt x="10241" y="77623"/>
                  </a:cubicBezTo>
                  <a:cubicBezTo>
                    <a:pt x="16112" y="84862"/>
                    <a:pt x="32090" y="87197"/>
                    <a:pt x="30589" y="72753"/>
                  </a:cubicBezTo>
                  <a:cubicBezTo>
                    <a:pt x="29622" y="63413"/>
                    <a:pt x="22984" y="67316"/>
                    <a:pt x="23151" y="75555"/>
                  </a:cubicBezTo>
                  <a:cubicBezTo>
                    <a:pt x="23351" y="83661"/>
                    <a:pt x="28254" y="88131"/>
                    <a:pt x="36961" y="86396"/>
                  </a:cubicBezTo>
                  <a:cubicBezTo>
                    <a:pt x="41130" y="85562"/>
                    <a:pt x="44332" y="81759"/>
                    <a:pt x="47735" y="80192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4"/>
            <p:cNvSpPr/>
            <p:nvPr/>
          </p:nvSpPr>
          <p:spPr>
            <a:xfrm flipH="1">
              <a:off x="7727522" y="2630605"/>
              <a:ext cx="41617" cy="3095"/>
            </a:xfrm>
            <a:custGeom>
              <a:avLst/>
              <a:gdLst/>
              <a:ahLst/>
              <a:cxnLst/>
              <a:rect l="l" t="t" r="r" b="b"/>
              <a:pathLst>
                <a:path w="1802" h="134" fill="none" extrusionOk="0">
                  <a:moveTo>
                    <a:pt x="0" y="100"/>
                  </a:moveTo>
                  <a:cubicBezTo>
                    <a:pt x="601" y="0"/>
                    <a:pt x="1201" y="0"/>
                    <a:pt x="1802" y="133"/>
                  </a:cubicBezTo>
                </a:path>
              </a:pathLst>
            </a:custGeom>
            <a:solidFill>
              <a:schemeClr val="accent1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34"/>
          <p:cNvGrpSpPr/>
          <p:nvPr/>
        </p:nvGrpSpPr>
        <p:grpSpPr>
          <a:xfrm>
            <a:off x="7182166" y="2841136"/>
            <a:ext cx="1709492" cy="1528460"/>
            <a:chOff x="2939775" y="1728600"/>
            <a:chExt cx="1386000" cy="1239225"/>
          </a:xfrm>
        </p:grpSpPr>
        <p:sp>
          <p:nvSpPr>
            <p:cNvPr id="360" name="Google Shape;360;p34"/>
            <p:cNvSpPr/>
            <p:nvPr/>
          </p:nvSpPr>
          <p:spPr>
            <a:xfrm>
              <a:off x="3189125" y="1842250"/>
              <a:ext cx="1136650" cy="807450"/>
            </a:xfrm>
            <a:custGeom>
              <a:avLst/>
              <a:gdLst/>
              <a:ahLst/>
              <a:cxnLst/>
              <a:rect l="l" t="t" r="r" b="b"/>
              <a:pathLst>
                <a:path w="45466" h="32298" extrusionOk="0">
                  <a:moveTo>
                    <a:pt x="11084" y="1"/>
                  </a:moveTo>
                  <a:cubicBezTo>
                    <a:pt x="9115" y="1"/>
                    <a:pt x="7258" y="1136"/>
                    <a:pt x="6438" y="3050"/>
                  </a:cubicBezTo>
                  <a:lnTo>
                    <a:pt x="534" y="16660"/>
                  </a:lnTo>
                  <a:cubicBezTo>
                    <a:pt x="0" y="17927"/>
                    <a:pt x="601" y="19395"/>
                    <a:pt x="1868" y="19929"/>
                  </a:cubicBezTo>
                  <a:lnTo>
                    <a:pt x="28320" y="31370"/>
                  </a:lnTo>
                  <a:cubicBezTo>
                    <a:pt x="29768" y="32000"/>
                    <a:pt x="31276" y="32298"/>
                    <a:pt x="32761" y="32298"/>
                  </a:cubicBezTo>
                  <a:cubicBezTo>
                    <a:pt x="37093" y="32298"/>
                    <a:pt x="41226" y="29764"/>
                    <a:pt x="43064" y="25566"/>
                  </a:cubicBezTo>
                  <a:cubicBezTo>
                    <a:pt x="45466" y="19862"/>
                    <a:pt x="42864" y="13324"/>
                    <a:pt x="37227" y="10855"/>
                  </a:cubicBezTo>
                  <a:lnTo>
                    <a:pt x="13109" y="415"/>
                  </a:lnTo>
                  <a:cubicBezTo>
                    <a:pt x="12446" y="134"/>
                    <a:pt x="11758" y="1"/>
                    <a:pt x="110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3189125" y="1842250"/>
              <a:ext cx="615450" cy="648325"/>
            </a:xfrm>
            <a:custGeom>
              <a:avLst/>
              <a:gdLst/>
              <a:ahLst/>
              <a:cxnLst/>
              <a:rect l="l" t="t" r="r" b="b"/>
              <a:pathLst>
                <a:path w="24618" h="25933" extrusionOk="0">
                  <a:moveTo>
                    <a:pt x="11069" y="1"/>
                  </a:moveTo>
                  <a:cubicBezTo>
                    <a:pt x="9112" y="1"/>
                    <a:pt x="7250" y="1136"/>
                    <a:pt x="6405" y="3050"/>
                  </a:cubicBezTo>
                  <a:lnTo>
                    <a:pt x="534" y="16660"/>
                  </a:lnTo>
                  <a:cubicBezTo>
                    <a:pt x="0" y="17927"/>
                    <a:pt x="601" y="19395"/>
                    <a:pt x="1868" y="19929"/>
                  </a:cubicBezTo>
                  <a:lnTo>
                    <a:pt x="15745" y="25933"/>
                  </a:lnTo>
                  <a:lnTo>
                    <a:pt x="24618" y="5418"/>
                  </a:lnTo>
                  <a:lnTo>
                    <a:pt x="13076" y="415"/>
                  </a:lnTo>
                  <a:cubicBezTo>
                    <a:pt x="12421" y="134"/>
                    <a:pt x="11740" y="1"/>
                    <a:pt x="110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3809550" y="2076100"/>
              <a:ext cx="515400" cy="573225"/>
            </a:xfrm>
            <a:custGeom>
              <a:avLst/>
              <a:gdLst/>
              <a:ahLst/>
              <a:cxnLst/>
              <a:rect l="l" t="t" r="r" b="b"/>
              <a:pathLst>
                <a:path w="20616" h="22929" extrusionOk="0">
                  <a:moveTo>
                    <a:pt x="8874" y="0"/>
                  </a:moveTo>
                  <a:lnTo>
                    <a:pt x="1" y="20515"/>
                  </a:lnTo>
                  <a:lnTo>
                    <a:pt x="3503" y="22016"/>
                  </a:lnTo>
                  <a:cubicBezTo>
                    <a:pt x="4946" y="22635"/>
                    <a:pt x="6446" y="22929"/>
                    <a:pt x="7923" y="22929"/>
                  </a:cubicBezTo>
                  <a:cubicBezTo>
                    <a:pt x="12252" y="22929"/>
                    <a:pt x="16373" y="20407"/>
                    <a:pt x="18214" y="16179"/>
                  </a:cubicBezTo>
                  <a:cubicBezTo>
                    <a:pt x="20616" y="10541"/>
                    <a:pt x="18047" y="3970"/>
                    <a:pt x="12410" y="1501"/>
                  </a:cubicBezTo>
                  <a:lnTo>
                    <a:pt x="8874" y="0"/>
                  </a:lnTo>
                  <a:close/>
                </a:path>
              </a:pathLst>
            </a:custGeom>
            <a:solidFill>
              <a:srgbClr val="FFF9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679475" y="2019400"/>
              <a:ext cx="645475" cy="629825"/>
            </a:xfrm>
            <a:custGeom>
              <a:avLst/>
              <a:gdLst/>
              <a:ahLst/>
              <a:cxnLst/>
              <a:rect l="l" t="t" r="r" b="b"/>
              <a:pathLst>
                <a:path w="25819" h="25193" extrusionOk="0">
                  <a:moveTo>
                    <a:pt x="8873" y="0"/>
                  </a:moveTo>
                  <a:lnTo>
                    <a:pt x="0" y="20515"/>
                  </a:lnTo>
                  <a:lnTo>
                    <a:pt x="8706" y="24284"/>
                  </a:lnTo>
                  <a:cubicBezTo>
                    <a:pt x="10142" y="24901"/>
                    <a:pt x="11636" y="25192"/>
                    <a:pt x="13106" y="25192"/>
                  </a:cubicBezTo>
                  <a:cubicBezTo>
                    <a:pt x="17442" y="25192"/>
                    <a:pt x="21573" y="22656"/>
                    <a:pt x="23417" y="18447"/>
                  </a:cubicBezTo>
                  <a:cubicBezTo>
                    <a:pt x="25819" y="12776"/>
                    <a:pt x="23217" y="6238"/>
                    <a:pt x="17613" y="3769"/>
                  </a:cubicBezTo>
                  <a:lnTo>
                    <a:pt x="88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988850" y="2195950"/>
              <a:ext cx="114275" cy="100200"/>
            </a:xfrm>
            <a:custGeom>
              <a:avLst/>
              <a:gdLst/>
              <a:ahLst/>
              <a:cxnLst/>
              <a:rect l="l" t="t" r="r" b="b"/>
              <a:pathLst>
                <a:path w="4571" h="4008" extrusionOk="0">
                  <a:moveTo>
                    <a:pt x="2292" y="0"/>
                  </a:moveTo>
                  <a:cubicBezTo>
                    <a:pt x="1514" y="0"/>
                    <a:pt x="781" y="467"/>
                    <a:pt x="434" y="1211"/>
                  </a:cubicBezTo>
                  <a:cubicBezTo>
                    <a:pt x="1" y="2245"/>
                    <a:pt x="468" y="3412"/>
                    <a:pt x="1502" y="3846"/>
                  </a:cubicBezTo>
                  <a:cubicBezTo>
                    <a:pt x="1756" y="3956"/>
                    <a:pt x="2023" y="4008"/>
                    <a:pt x="2287" y="4008"/>
                  </a:cubicBezTo>
                  <a:cubicBezTo>
                    <a:pt x="3063" y="4008"/>
                    <a:pt x="3813" y="3558"/>
                    <a:pt x="4137" y="2812"/>
                  </a:cubicBezTo>
                  <a:cubicBezTo>
                    <a:pt x="4571" y="1778"/>
                    <a:pt x="4104" y="610"/>
                    <a:pt x="3103" y="177"/>
                  </a:cubicBezTo>
                  <a:cubicBezTo>
                    <a:pt x="2837" y="56"/>
                    <a:pt x="2562" y="0"/>
                    <a:pt x="22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4003025" y="2375225"/>
              <a:ext cx="79250" cy="69750"/>
            </a:xfrm>
            <a:custGeom>
              <a:avLst/>
              <a:gdLst/>
              <a:ahLst/>
              <a:cxnLst/>
              <a:rect l="l" t="t" r="r" b="b"/>
              <a:pathLst>
                <a:path w="3170" h="2790" extrusionOk="0">
                  <a:moveTo>
                    <a:pt x="1596" y="0"/>
                  </a:moveTo>
                  <a:cubicBezTo>
                    <a:pt x="1051" y="0"/>
                    <a:pt x="526" y="319"/>
                    <a:pt x="301" y="844"/>
                  </a:cubicBezTo>
                  <a:cubicBezTo>
                    <a:pt x="1" y="1545"/>
                    <a:pt x="334" y="2379"/>
                    <a:pt x="1035" y="2679"/>
                  </a:cubicBezTo>
                  <a:cubicBezTo>
                    <a:pt x="1210" y="2754"/>
                    <a:pt x="1391" y="2790"/>
                    <a:pt x="1570" y="2790"/>
                  </a:cubicBezTo>
                  <a:cubicBezTo>
                    <a:pt x="2106" y="2790"/>
                    <a:pt x="2619" y="2471"/>
                    <a:pt x="2869" y="1945"/>
                  </a:cubicBezTo>
                  <a:cubicBezTo>
                    <a:pt x="3170" y="1245"/>
                    <a:pt x="2836" y="444"/>
                    <a:pt x="2136" y="111"/>
                  </a:cubicBezTo>
                  <a:cubicBezTo>
                    <a:pt x="1960" y="36"/>
                    <a:pt x="1777" y="0"/>
                    <a:pt x="159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563550" y="2493325"/>
              <a:ext cx="356950" cy="474500"/>
            </a:xfrm>
            <a:custGeom>
              <a:avLst/>
              <a:gdLst/>
              <a:ahLst/>
              <a:cxnLst/>
              <a:rect l="l" t="t" r="r" b="b"/>
              <a:pathLst>
                <a:path w="14278" h="18980" extrusionOk="0">
                  <a:moveTo>
                    <a:pt x="7764" y="0"/>
                  </a:moveTo>
                  <a:cubicBezTo>
                    <a:pt x="7156" y="0"/>
                    <a:pt x="6580" y="357"/>
                    <a:pt x="6305" y="957"/>
                  </a:cubicBezTo>
                  <a:lnTo>
                    <a:pt x="334" y="14734"/>
                  </a:lnTo>
                  <a:cubicBezTo>
                    <a:pt x="0" y="15534"/>
                    <a:pt x="367" y="16435"/>
                    <a:pt x="1168" y="16802"/>
                  </a:cubicBezTo>
                  <a:lnTo>
                    <a:pt x="5905" y="18837"/>
                  </a:lnTo>
                  <a:cubicBezTo>
                    <a:pt x="6116" y="18934"/>
                    <a:pt x="6337" y="18979"/>
                    <a:pt x="6554" y="18979"/>
                  </a:cubicBezTo>
                  <a:cubicBezTo>
                    <a:pt x="7157" y="18979"/>
                    <a:pt x="7727" y="18625"/>
                    <a:pt x="7973" y="18036"/>
                  </a:cubicBezTo>
                  <a:lnTo>
                    <a:pt x="13944" y="4260"/>
                  </a:lnTo>
                  <a:cubicBezTo>
                    <a:pt x="14277" y="3459"/>
                    <a:pt x="13910" y="2525"/>
                    <a:pt x="13110" y="2191"/>
                  </a:cubicBezTo>
                  <a:lnTo>
                    <a:pt x="8373" y="123"/>
                  </a:lnTo>
                  <a:cubicBezTo>
                    <a:pt x="8173" y="40"/>
                    <a:pt x="7967" y="0"/>
                    <a:pt x="77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548550" y="2517725"/>
              <a:ext cx="174300" cy="244600"/>
            </a:xfrm>
            <a:custGeom>
              <a:avLst/>
              <a:gdLst/>
              <a:ahLst/>
              <a:cxnLst/>
              <a:rect l="l" t="t" r="r" b="b"/>
              <a:pathLst>
                <a:path w="6972" h="9784" extrusionOk="0">
                  <a:moveTo>
                    <a:pt x="4775" y="0"/>
                  </a:moveTo>
                  <a:cubicBezTo>
                    <a:pt x="4013" y="0"/>
                    <a:pt x="3294" y="432"/>
                    <a:pt x="2969" y="1182"/>
                  </a:cubicBezTo>
                  <a:lnTo>
                    <a:pt x="434" y="7053"/>
                  </a:lnTo>
                  <a:cubicBezTo>
                    <a:pt x="0" y="8054"/>
                    <a:pt x="467" y="9188"/>
                    <a:pt x="1434" y="9621"/>
                  </a:cubicBezTo>
                  <a:cubicBezTo>
                    <a:pt x="1688" y="9732"/>
                    <a:pt x="1953" y="9784"/>
                    <a:pt x="2214" y="9784"/>
                  </a:cubicBezTo>
                  <a:cubicBezTo>
                    <a:pt x="2978" y="9784"/>
                    <a:pt x="3704" y="9334"/>
                    <a:pt x="4003" y="8587"/>
                  </a:cubicBezTo>
                  <a:lnTo>
                    <a:pt x="6538" y="2717"/>
                  </a:lnTo>
                  <a:cubicBezTo>
                    <a:pt x="6972" y="1749"/>
                    <a:pt x="6538" y="582"/>
                    <a:pt x="5537" y="148"/>
                  </a:cubicBezTo>
                  <a:cubicBezTo>
                    <a:pt x="5287" y="48"/>
                    <a:pt x="5029" y="0"/>
                    <a:pt x="47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3176325" y="1932100"/>
              <a:ext cx="239650" cy="205425"/>
            </a:xfrm>
            <a:custGeom>
              <a:avLst/>
              <a:gdLst/>
              <a:ahLst/>
              <a:cxnLst/>
              <a:rect l="l" t="t" r="r" b="b"/>
              <a:pathLst>
                <a:path w="9586" h="8217" extrusionOk="0">
                  <a:moveTo>
                    <a:pt x="4898" y="1"/>
                  </a:moveTo>
                  <a:cubicBezTo>
                    <a:pt x="2202" y="1"/>
                    <a:pt x="0" y="2791"/>
                    <a:pt x="1113" y="5627"/>
                  </a:cubicBezTo>
                  <a:cubicBezTo>
                    <a:pt x="1788" y="7349"/>
                    <a:pt x="3352" y="8217"/>
                    <a:pt x="4918" y="8217"/>
                  </a:cubicBezTo>
                  <a:cubicBezTo>
                    <a:pt x="6446" y="8217"/>
                    <a:pt x="7976" y="7391"/>
                    <a:pt x="8685" y="5727"/>
                  </a:cubicBezTo>
                  <a:cubicBezTo>
                    <a:pt x="9585" y="3659"/>
                    <a:pt x="8618" y="1257"/>
                    <a:pt x="6550" y="356"/>
                  </a:cubicBezTo>
                  <a:cubicBezTo>
                    <a:pt x="5995" y="112"/>
                    <a:pt x="5437" y="1"/>
                    <a:pt x="48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3134900" y="1728600"/>
              <a:ext cx="442850" cy="693350"/>
            </a:xfrm>
            <a:custGeom>
              <a:avLst/>
              <a:gdLst/>
              <a:ahLst/>
              <a:cxnLst/>
              <a:rect l="l" t="t" r="r" b="b"/>
              <a:pathLst>
                <a:path w="17714" h="27734" extrusionOk="0">
                  <a:moveTo>
                    <a:pt x="13110" y="1"/>
                  </a:moveTo>
                  <a:cubicBezTo>
                    <a:pt x="11526" y="1"/>
                    <a:pt x="10014" y="913"/>
                    <a:pt x="9341" y="2459"/>
                  </a:cubicBezTo>
                  <a:lnTo>
                    <a:pt x="868" y="22039"/>
                  </a:lnTo>
                  <a:cubicBezTo>
                    <a:pt x="1" y="24108"/>
                    <a:pt x="935" y="26509"/>
                    <a:pt x="3003" y="27410"/>
                  </a:cubicBezTo>
                  <a:cubicBezTo>
                    <a:pt x="3525" y="27629"/>
                    <a:pt x="4069" y="27733"/>
                    <a:pt x="4604" y="27733"/>
                  </a:cubicBezTo>
                  <a:cubicBezTo>
                    <a:pt x="6189" y="27733"/>
                    <a:pt x="7700" y="26821"/>
                    <a:pt x="8374" y="25275"/>
                  </a:cubicBezTo>
                  <a:lnTo>
                    <a:pt x="16813" y="5694"/>
                  </a:lnTo>
                  <a:cubicBezTo>
                    <a:pt x="17714" y="3626"/>
                    <a:pt x="16746" y="1225"/>
                    <a:pt x="14711" y="324"/>
                  </a:cubicBezTo>
                  <a:cubicBezTo>
                    <a:pt x="14189" y="105"/>
                    <a:pt x="13645" y="1"/>
                    <a:pt x="131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2939775" y="1870950"/>
              <a:ext cx="150125" cy="48400"/>
            </a:xfrm>
            <a:custGeom>
              <a:avLst/>
              <a:gdLst/>
              <a:ahLst/>
              <a:cxnLst/>
              <a:rect l="l" t="t" r="r" b="b"/>
              <a:pathLst>
                <a:path w="6005" h="1936" fill="none" extrusionOk="0">
                  <a:moveTo>
                    <a:pt x="0" y="0"/>
                  </a:moveTo>
                  <a:lnTo>
                    <a:pt x="6005" y="1935"/>
                  </a:lnTo>
                </a:path>
              </a:pathLst>
            </a:custGeom>
            <a:noFill/>
            <a:ln w="625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3109900" y="1749200"/>
              <a:ext cx="38375" cy="87575"/>
            </a:xfrm>
            <a:custGeom>
              <a:avLst/>
              <a:gdLst/>
              <a:ahLst/>
              <a:cxnLst/>
              <a:rect l="l" t="t" r="r" b="b"/>
              <a:pathLst>
                <a:path w="1535" h="3503" fill="none" extrusionOk="0">
                  <a:moveTo>
                    <a:pt x="0" y="0"/>
                  </a:moveTo>
                  <a:lnTo>
                    <a:pt x="1535" y="3503"/>
                  </a:lnTo>
                </a:path>
              </a:pathLst>
            </a:custGeom>
            <a:noFill/>
            <a:ln w="37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2948950" y="2026050"/>
              <a:ext cx="113425" cy="28400"/>
            </a:xfrm>
            <a:custGeom>
              <a:avLst/>
              <a:gdLst/>
              <a:ahLst/>
              <a:cxnLst/>
              <a:rect l="l" t="t" r="r" b="b"/>
              <a:pathLst>
                <a:path w="4537" h="1136" fill="none" extrusionOk="0">
                  <a:moveTo>
                    <a:pt x="0" y="1135"/>
                  </a:moveTo>
                  <a:lnTo>
                    <a:pt x="4537" y="1"/>
                  </a:lnTo>
                </a:path>
              </a:pathLst>
            </a:custGeom>
            <a:noFill/>
            <a:ln w="4587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" name="Google Shape;373;p34"/>
          <p:cNvGrpSpPr/>
          <p:nvPr/>
        </p:nvGrpSpPr>
        <p:grpSpPr>
          <a:xfrm>
            <a:off x="6250443" y="390861"/>
            <a:ext cx="1371276" cy="1086687"/>
            <a:chOff x="4647650" y="3568300"/>
            <a:chExt cx="1029100" cy="815525"/>
          </a:xfrm>
        </p:grpSpPr>
        <p:sp>
          <p:nvSpPr>
            <p:cNvPr id="374" name="Google Shape;374;p34"/>
            <p:cNvSpPr/>
            <p:nvPr/>
          </p:nvSpPr>
          <p:spPr>
            <a:xfrm>
              <a:off x="4832800" y="3568300"/>
              <a:ext cx="843950" cy="811125"/>
            </a:xfrm>
            <a:custGeom>
              <a:avLst/>
              <a:gdLst/>
              <a:ahLst/>
              <a:cxnLst/>
              <a:rect l="l" t="t" r="r" b="b"/>
              <a:pathLst>
                <a:path w="33758" h="32445" extrusionOk="0">
                  <a:moveTo>
                    <a:pt x="17428" y="0"/>
                  </a:moveTo>
                  <a:cubicBezTo>
                    <a:pt x="13590" y="0"/>
                    <a:pt x="9796" y="1363"/>
                    <a:pt x="6772" y="3991"/>
                  </a:cubicBezTo>
                  <a:cubicBezTo>
                    <a:pt x="1968" y="8161"/>
                    <a:pt x="0" y="14766"/>
                    <a:pt x="1801" y="20870"/>
                  </a:cubicBezTo>
                  <a:cubicBezTo>
                    <a:pt x="3569" y="27008"/>
                    <a:pt x="8773" y="31511"/>
                    <a:pt x="15077" y="32445"/>
                  </a:cubicBezTo>
                  <a:lnTo>
                    <a:pt x="19848" y="32445"/>
                  </a:lnTo>
                  <a:cubicBezTo>
                    <a:pt x="27820" y="31277"/>
                    <a:pt x="33757" y="24406"/>
                    <a:pt x="33757" y="16300"/>
                  </a:cubicBezTo>
                  <a:cubicBezTo>
                    <a:pt x="33757" y="9929"/>
                    <a:pt x="30021" y="4125"/>
                    <a:pt x="24217" y="1489"/>
                  </a:cubicBezTo>
                  <a:cubicBezTo>
                    <a:pt x="22043" y="490"/>
                    <a:pt x="19727" y="0"/>
                    <a:pt x="17428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5209725" y="4379400"/>
              <a:ext cx="119275" cy="4425"/>
            </a:xfrm>
            <a:custGeom>
              <a:avLst/>
              <a:gdLst/>
              <a:ahLst/>
              <a:cxnLst/>
              <a:rect l="l" t="t" r="r" b="b"/>
              <a:pathLst>
                <a:path w="4771" h="177" extrusionOk="0">
                  <a:moveTo>
                    <a:pt x="0" y="1"/>
                  </a:moveTo>
                  <a:cubicBezTo>
                    <a:pt x="801" y="118"/>
                    <a:pt x="1593" y="176"/>
                    <a:pt x="2386" y="176"/>
                  </a:cubicBezTo>
                  <a:cubicBezTo>
                    <a:pt x="3178" y="176"/>
                    <a:pt x="3970" y="118"/>
                    <a:pt x="4771" y="1"/>
                  </a:cubicBezTo>
                  <a:close/>
                </a:path>
              </a:pathLst>
            </a:custGeom>
            <a:solidFill>
              <a:srgbClr val="B8B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5005400" y="4125575"/>
              <a:ext cx="542925" cy="253850"/>
            </a:xfrm>
            <a:custGeom>
              <a:avLst/>
              <a:gdLst/>
              <a:ahLst/>
              <a:cxnLst/>
              <a:rect l="l" t="t" r="r" b="b"/>
              <a:pathLst>
                <a:path w="21717" h="10154" extrusionOk="0">
                  <a:moveTo>
                    <a:pt x="11054" y="0"/>
                  </a:moveTo>
                  <a:cubicBezTo>
                    <a:pt x="6726" y="0"/>
                    <a:pt x="2402" y="2180"/>
                    <a:pt x="1" y="6485"/>
                  </a:cubicBezTo>
                  <a:cubicBezTo>
                    <a:pt x="2336" y="8453"/>
                    <a:pt x="5171" y="9720"/>
                    <a:pt x="8173" y="10154"/>
                  </a:cubicBezTo>
                  <a:lnTo>
                    <a:pt x="12944" y="10154"/>
                  </a:lnTo>
                  <a:cubicBezTo>
                    <a:pt x="16213" y="9687"/>
                    <a:pt x="19281" y="8186"/>
                    <a:pt x="21716" y="5884"/>
                  </a:cubicBezTo>
                  <a:cubicBezTo>
                    <a:pt x="19237" y="1946"/>
                    <a:pt x="15143" y="0"/>
                    <a:pt x="110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5130500" y="3800675"/>
              <a:ext cx="276050" cy="276050"/>
            </a:xfrm>
            <a:custGeom>
              <a:avLst/>
              <a:gdLst/>
              <a:ahLst/>
              <a:cxnLst/>
              <a:rect l="l" t="t" r="r" b="b"/>
              <a:pathLst>
                <a:path w="11042" h="11042" extrusionOk="0">
                  <a:moveTo>
                    <a:pt x="5538" y="0"/>
                  </a:moveTo>
                  <a:cubicBezTo>
                    <a:pt x="2502" y="0"/>
                    <a:pt x="1" y="2468"/>
                    <a:pt x="1" y="5537"/>
                  </a:cubicBezTo>
                  <a:cubicBezTo>
                    <a:pt x="1" y="8573"/>
                    <a:pt x="2502" y="11041"/>
                    <a:pt x="5538" y="11041"/>
                  </a:cubicBezTo>
                  <a:cubicBezTo>
                    <a:pt x="8573" y="11041"/>
                    <a:pt x="11042" y="8573"/>
                    <a:pt x="11042" y="5537"/>
                  </a:cubicBezTo>
                  <a:cubicBezTo>
                    <a:pt x="11042" y="2468"/>
                    <a:pt x="8573" y="0"/>
                    <a:pt x="55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5100475" y="3997225"/>
              <a:ext cx="361950" cy="221725"/>
            </a:xfrm>
            <a:custGeom>
              <a:avLst/>
              <a:gdLst/>
              <a:ahLst/>
              <a:cxnLst/>
              <a:rect l="l" t="t" r="r" b="b"/>
              <a:pathLst>
                <a:path w="14478" h="8869" extrusionOk="0">
                  <a:moveTo>
                    <a:pt x="8013" y="0"/>
                  </a:moveTo>
                  <a:cubicBezTo>
                    <a:pt x="7937" y="0"/>
                    <a:pt x="7861" y="34"/>
                    <a:pt x="7806" y="110"/>
                  </a:cubicBezTo>
                  <a:lnTo>
                    <a:pt x="5705" y="177"/>
                  </a:lnTo>
                  <a:cubicBezTo>
                    <a:pt x="5705" y="177"/>
                    <a:pt x="6739" y="3179"/>
                    <a:pt x="1" y="7416"/>
                  </a:cubicBezTo>
                  <a:cubicBezTo>
                    <a:pt x="1" y="7416"/>
                    <a:pt x="3040" y="8869"/>
                    <a:pt x="7329" y="8869"/>
                  </a:cubicBezTo>
                  <a:cubicBezTo>
                    <a:pt x="9474" y="8869"/>
                    <a:pt x="11931" y="8505"/>
                    <a:pt x="14478" y="7416"/>
                  </a:cubicBezTo>
                  <a:cubicBezTo>
                    <a:pt x="14478" y="7416"/>
                    <a:pt x="7573" y="4580"/>
                    <a:pt x="8307" y="344"/>
                  </a:cubicBezTo>
                  <a:cubicBezTo>
                    <a:pt x="8329" y="142"/>
                    <a:pt x="8170" y="0"/>
                    <a:pt x="8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4647650" y="3819850"/>
              <a:ext cx="326100" cy="213500"/>
            </a:xfrm>
            <a:custGeom>
              <a:avLst/>
              <a:gdLst/>
              <a:ahLst/>
              <a:cxnLst/>
              <a:rect l="l" t="t" r="r" b="b"/>
              <a:pathLst>
                <a:path w="13044" h="8540" extrusionOk="0">
                  <a:moveTo>
                    <a:pt x="13043" y="0"/>
                  </a:moveTo>
                  <a:lnTo>
                    <a:pt x="1" y="667"/>
                  </a:lnTo>
                  <a:lnTo>
                    <a:pt x="11943" y="8540"/>
                  </a:lnTo>
                  <a:lnTo>
                    <a:pt x="13043" y="0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mail Marketing Campaign by Slidesgo">
  <a:themeElements>
    <a:clrScheme name="Simple Light">
      <a:dk1>
        <a:srgbClr val="1B15B4"/>
      </a:dk1>
      <a:lt1>
        <a:srgbClr val="FFFFFF"/>
      </a:lt1>
      <a:dk2>
        <a:srgbClr val="9F80FC"/>
      </a:dk2>
      <a:lt2>
        <a:srgbClr val="00C7B4"/>
      </a:lt2>
      <a:accent1>
        <a:srgbClr val="5B4ED6"/>
      </a:accent1>
      <a:accent2>
        <a:srgbClr val="C5CFE8"/>
      </a:accent2>
      <a:accent3>
        <a:srgbClr val="DCDCEC"/>
      </a:accent3>
      <a:accent4>
        <a:srgbClr val="F0F0F7"/>
      </a:accent4>
      <a:accent5>
        <a:srgbClr val="FFFFFF"/>
      </a:accent5>
      <a:accent6>
        <a:srgbClr val="FFFFFF"/>
      </a:accent6>
      <a:hlink>
        <a:srgbClr val="1B15B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302</Words>
  <Application>Microsoft Office PowerPoint</Application>
  <PresentationFormat>On-screen Show (16:9)</PresentationFormat>
  <Paragraphs>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Anek Devanagari</vt:lpstr>
      <vt:lpstr>Unbounded</vt:lpstr>
      <vt:lpstr>Arial</vt:lpstr>
      <vt:lpstr>Email Marketing Campaign by Slidesgo</vt:lpstr>
      <vt:lpstr>CRM &amp; Email Marketing</vt:lpstr>
      <vt:lpstr>Cotext setting</vt:lpstr>
      <vt:lpstr>Our company</vt:lpstr>
      <vt:lpstr>CRM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Form link: </vt:lpstr>
      <vt:lpstr>By Nilesh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niles</dc:creator>
  <cp:lastModifiedBy>nilesh sharma</cp:lastModifiedBy>
  <cp:revision>18</cp:revision>
  <dcterms:modified xsi:type="dcterms:W3CDTF">2026-02-21T15:26:36Z</dcterms:modified>
</cp:coreProperties>
</file>